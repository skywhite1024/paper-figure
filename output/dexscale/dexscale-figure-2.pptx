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c2467bca50c44d9" /><Relationship Type="http://schemas.openxmlformats.org/officeDocument/2006/relationships/extended-properties" Target="/docProps/app.xml" Id="R6dec087807a74e26" /><Relationship Type="http://schemas.openxmlformats.org/officeDocument/2006/relationships/officeDocument" Target="/ppt/presentation.xml" Id="Rbedc918c816a4d3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6dd65e7b76c4807"/>
  </p:sldMasterIdLst>
  <p:notesMasterIdLst>
    <p:notesMasterId xmlns:r="http://schemas.openxmlformats.org/officeDocument/2006/relationships" r:id="R909a649c7f204def"/>
  </p:notesMasterIdLst>
  <p:sldIdLst>
    <p:sldId xmlns:r="http://schemas.openxmlformats.org/officeDocument/2006/relationships" id="256" r:id="R373a2f3aa07b43bf"/>
  </p:sldIdLst>
  <p:sldSz cx="12601575" cy="46005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5656ec05ec348f4" /><Relationship Type="http://schemas.openxmlformats.org/officeDocument/2006/relationships/slideMaster" Target="/ppt/slideMasters/slideMaster1.xml" Id="Rb6dd65e7b76c4807" /><Relationship Type="http://schemas.openxmlformats.org/officeDocument/2006/relationships/notesMaster" Target="/ppt/notesMasters/notesMaster1.xml" Id="R909a649c7f204def" /><Relationship Type="http://schemas.openxmlformats.org/officeDocument/2006/relationships/presProps" Target="/ppt/presProps.xml" Id="R85543b2a8251477a" /><Relationship Type="http://schemas.openxmlformats.org/officeDocument/2006/relationships/tableStyles" Target="/ppt/tableStyles.xml" Id="R72f2a0fb7398456c" /><Relationship Type="http://schemas.openxmlformats.org/officeDocument/2006/relationships/slide" Target="/ppt/slides/slide1.xml" Id="R373a2f3aa07b43b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73dbe3449d7438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2e545768f884b25" /><Relationship Type="http://schemas.openxmlformats.org/officeDocument/2006/relationships/notesMaster" Target="/ppt/notesMasters/notesMaster1.xml" Id="R39dadd132cf9419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"paper_title": "DexScale: Automating Data Scaling for Sim2Real Generalizable Robot Control",</a:t>
            </a:r>
          </a:p>
          <a:p xmlns:a="http://schemas.openxmlformats.org/drawingml/2006/main">
            <a:r>
              <a:t>  "paper_url": "https://raw.githubusercontent.com/mlresearch/v267/main/assets/liu25k/liu25k.pdf",</a:t>
            </a:r>
          </a:p>
          <a:p xmlns:a="http://schemas.openxmlformats.org/drawingml/2006/main">
            <a:r>
              <a:t>  "figure": "Figure 2",</a:t>
            </a:r>
          </a:p>
          <a:p xmlns:a="http://schemas.openxmlformats.org/drawingml/2006/main">
            <a:r>
              <a:t>  "license": "Official PMLR source; specific reuse license not independently verified",</a:t>
            </a:r>
          </a:p>
          <a:p xmlns:a="http://schemas.openxmlformats.org/drawingml/2006/main">
            <a:r>
              <a:t>  "notes": "Original four-stage data engine pipeline. Native editable panels, decision/ranking boxes, control paths and ordinary labels. Fifteen original icons/scene/trajectory inserts remain separate raster objects; internal details of the neural-network icon remain raster.",</a:t>
            </a:r>
          </a:p>
          <a:p xmlns:a="http://schemas.openxmlformats.org/drawingml/2006/main">
            <a:r>
              <a:t>  "page": 4,</a:t>
            </a:r>
          </a:p>
          <a:p xmlns:a="http://schemas.openxmlformats.org/drawingml/2006/main">
            <a:r>
              <a:t>  "status": "figure_recreation",</a:t>
            </a:r>
          </a:p>
          <a:p xmlns:a="http://schemas.openxmlformats.org/drawingml/2006/main">
            <a:r>
              <a:t>  "source_sha256": "62ca03103d51755623b6a1fd23e777f22186c29c679650621b0a8c3bea579c67",</a:t>
            </a:r>
          </a:p>
          <a:p xmlns:a="http://schemas.openxmlformats.org/drawingml/2006/main">
            <a:r>
              <a:t>  "source_crop_pdf_points": [</a:t>
            </a:r>
          </a:p>
          <a:p xmlns:a="http://schemas.openxmlformats.org/drawingml/2006/main">
            <a:r>
              <a:t>    77,</a:t>
            </a:r>
          </a:p>
          <a:p xmlns:a="http://schemas.openxmlformats.org/drawingml/2006/main">
            <a:r>
              <a:t>    66,</a:t>
            </a:r>
          </a:p>
          <a:p xmlns:a="http://schemas.openxmlformats.org/drawingml/2006/main">
            <a:r>
              <a:t>    518,</a:t>
            </a:r>
          </a:p>
          <a:p xmlns:a="http://schemas.openxmlformats.org/drawingml/2006/main">
            <a:r>
              <a:t>    227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"extraction_review": "pending; native geometry extraction is not visual fidelity approval",</a:t>
            </a:r>
          </a:p>
          <a:p xmlns:a="http://schemas.openxmlformats.org/drawingml/2006/main">
            <a:r>
              <a:t>  "font_substitutions": "Arial or Courier New; source fonts recorded per text object",</a:t>
            </a:r>
          </a:p>
          <a:p xmlns:a="http://schemas.openxmlformats.org/drawingml/2006/main">
            <a:r>
              <a:t>  "dash_fidelity": "PPTX uses the closest supported native preset, not exact PDF dash lengths. Draw.io retains interval lengths; PDF phase/caps are not preserved; zero intervals become 0.001 scene units.",</a:t>
            </a:r>
          </a:p>
          <a:p xmlns:a="http://schemas.openxmlformats.org/drawingml/2006/main">
            <a:r>
              <a:t>  "extraction_warnings": [</a:t>
            </a:r>
          </a:p>
          <a:p xmlns:a="http://schemas.openxmlformats.org/drawingml/2006/main">
            <a:r>
              <a:t>    "14 source clipping groups intersect crop; extracted paths require explicit clipping review",</a:t>
            </a:r>
          </a:p>
          <a:p xmlns:a="http://schemas.openxmlformats.org/drawingml/2006/main">
            <a:r>
              <a:t>    "path partially intersects raster inset: 3",</a:t>
            </a:r>
          </a:p>
          <a:p xmlns:a="http://schemas.openxmlformats.org/drawingml/2006/main">
            <a:r>
              <a:t>    "path partially intersects raster inset: 83",</a:t>
            </a:r>
          </a:p>
          <a:p xmlns:a="http://schemas.openxmlformats.org/drawingml/2006/main">
            <a:r>
              <a:t>    "path partially intersects raster inset: 108"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"ignored_invisible_text_spans": 0,</a:t>
            </a:r>
          </a:p>
          <a:p xmlns:a="http://schemas.openxmlformats.org/drawingml/2006/main">
            <a:r>
              <a:t>  "text_repairs": "Source Aptos fragments merged into live complete labels and fitted Arial metrics. Raw source image objects replace rendered crops to avoid baking duplicate portions of adjacent native labels."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f66948a2bb40c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fa641d4d3e436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70778c17b843a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e1bc613bbc4f2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297d3ace4645e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ac1f1ef73544e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A486C65-1C54-4C1B-8863-DCC2EDF8E2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60158" y="1737995"/>
            <a:ext cx="10081260" cy="664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2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556B1C5-B2C4-4B3D-AAF8-F5F17CF78E1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90236" y="2530316"/>
            <a:ext cx="8821103" cy="511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40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9D5A111-4AE0-4137-838F-3B3264F7E7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60158" y="1916906"/>
            <a:ext cx="10081260" cy="766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81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F994EEF-EEE1-43C9-9A2F-683ACD4278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08839" y="357822"/>
            <a:ext cx="11183898" cy="5622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1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F3D8B62-2A9C-44D6-BCBE-46786A0CBE0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08839" y="1277938"/>
            <a:ext cx="11183898" cy="28625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0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53352" indent="-153352">
              <a:lnSpc>
                <a:spcPct val="110000"/>
              </a:lnSpc>
              <a:spcBef>
                <a:spcPts val="0"/>
              </a:spcBef>
              <a:spcAft>
                <a:spcPts val="805"/>
              </a:spcAft>
              <a:buChar char="•"/>
            </a:lvl1pPr>
            <a:lvl2pPr marL="357822" indent="-153352">
              <a:lnSpc>
                <a:spcPct val="110000"/>
              </a:lnSpc>
              <a:spcBef>
                <a:spcPts val="0"/>
              </a:spcBef>
              <a:spcAft>
                <a:spcPts val="805"/>
              </a:spcAft>
              <a:buChar char="•"/>
            </a:lvl2pPr>
            <a:lvl3pPr marL="562293" indent="-153352">
              <a:lnSpc>
                <a:spcPct val="110000"/>
              </a:lnSpc>
              <a:spcBef>
                <a:spcPts val="0"/>
              </a:spcBef>
              <a:spcAft>
                <a:spcPts val="805"/>
              </a:spcAft>
              <a:buChar char="•"/>
            </a:lvl3pPr>
            <a:lvl4pPr marL="766763" indent="-153352">
              <a:lnSpc>
                <a:spcPct val="110000"/>
              </a:lnSpc>
              <a:spcBef>
                <a:spcPts val="0"/>
              </a:spcBef>
              <a:spcAft>
                <a:spcPts val="805"/>
              </a:spcAft>
              <a:buChar char="•"/>
            </a:lvl4pPr>
            <a:lvl5pPr marL="971232" indent="-153352">
              <a:lnSpc>
                <a:spcPct val="110000"/>
              </a:lnSpc>
              <a:spcBef>
                <a:spcPts val="0"/>
              </a:spcBef>
              <a:spcAft>
                <a:spcPts val="805"/>
              </a:spcAft>
              <a:buChar char="•"/>
            </a:lvl5pPr>
            <a:lvl6pPr marL="1175703" indent="-153352">
              <a:lnSpc>
                <a:spcPct val="110000"/>
              </a:lnSpc>
              <a:spcBef>
                <a:spcPts val="0"/>
              </a:spcBef>
              <a:spcAft>
                <a:spcPts val="805"/>
              </a:spcAft>
              <a:buChar char="•"/>
            </a:lvl6pPr>
            <a:lvl7pPr marL="1380172" indent="-153352">
              <a:lnSpc>
                <a:spcPct val="110000"/>
              </a:lnSpc>
              <a:spcBef>
                <a:spcPts val="0"/>
              </a:spcBef>
              <a:spcAft>
                <a:spcPts val="805"/>
              </a:spcAft>
              <a:buChar char="•"/>
            </a:lvl7pPr>
            <a:lvl8pPr marL="1584642" indent="-153352">
              <a:lnSpc>
                <a:spcPct val="110000"/>
              </a:lnSpc>
              <a:spcBef>
                <a:spcPts val="0"/>
              </a:spcBef>
              <a:spcAft>
                <a:spcPts val="805"/>
              </a:spcAft>
              <a:buChar char="•"/>
            </a:lvl8pPr>
            <a:lvl9pPr marL="1789112" indent="-153352">
              <a:lnSpc>
                <a:spcPct val="110000"/>
              </a:lnSpc>
              <a:spcBef>
                <a:spcPts val="0"/>
              </a:spcBef>
              <a:spcAft>
                <a:spcPts val="805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5B7E76C-4514-4822-8DEB-69B86E783D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08839" y="357822"/>
            <a:ext cx="11183898" cy="5622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1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32836A2-FB30-49E2-9FB9-349056F41F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08839" y="1277938"/>
            <a:ext cx="5198150" cy="28625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40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53352" indent="-153352">
              <a:lnSpc>
                <a:spcPct val="110000"/>
              </a:lnSpc>
              <a:spcBef>
                <a:spcPts val="0"/>
              </a:spcBef>
              <a:spcAft>
                <a:spcPts val="805"/>
              </a:spcAft>
              <a:buChar char="•"/>
            </a:lvl1pPr>
            <a:lvl2pPr marL="357822" indent="-153352">
              <a:lnSpc>
                <a:spcPct val="110000"/>
              </a:lnSpc>
              <a:spcBef>
                <a:spcPts val="0"/>
              </a:spcBef>
              <a:spcAft>
                <a:spcPts val="805"/>
              </a:spcAft>
              <a:buChar char="•"/>
            </a:lvl2pPr>
            <a:lvl3pPr marL="562293" indent="-153352">
              <a:lnSpc>
                <a:spcPct val="110000"/>
              </a:lnSpc>
              <a:spcBef>
                <a:spcPts val="0"/>
              </a:spcBef>
              <a:spcAft>
                <a:spcPts val="805"/>
              </a:spcAft>
              <a:buChar char="•"/>
            </a:lvl3pPr>
            <a:lvl4pPr marL="766763" indent="-153352">
              <a:lnSpc>
                <a:spcPct val="110000"/>
              </a:lnSpc>
              <a:spcBef>
                <a:spcPts val="0"/>
              </a:spcBef>
              <a:spcAft>
                <a:spcPts val="805"/>
              </a:spcAft>
              <a:buChar char="•"/>
            </a:lvl4pPr>
            <a:lvl5pPr marL="971232" indent="-153352">
              <a:lnSpc>
                <a:spcPct val="110000"/>
              </a:lnSpc>
              <a:spcBef>
                <a:spcPts val="0"/>
              </a:spcBef>
              <a:spcAft>
                <a:spcPts val="805"/>
              </a:spcAft>
              <a:buChar char="•"/>
            </a:lvl5pPr>
            <a:lvl6pPr marL="1175703" indent="-153352">
              <a:lnSpc>
                <a:spcPct val="110000"/>
              </a:lnSpc>
              <a:spcBef>
                <a:spcPts val="0"/>
              </a:spcBef>
              <a:spcAft>
                <a:spcPts val="805"/>
              </a:spcAft>
              <a:buChar char="•"/>
            </a:lvl6pPr>
            <a:lvl7pPr marL="1380172" indent="-153352">
              <a:lnSpc>
                <a:spcPct val="110000"/>
              </a:lnSpc>
              <a:spcBef>
                <a:spcPts val="0"/>
              </a:spcBef>
              <a:spcAft>
                <a:spcPts val="805"/>
              </a:spcAft>
              <a:buChar char="•"/>
            </a:lvl7pPr>
            <a:lvl8pPr marL="1584642" indent="-153352">
              <a:lnSpc>
                <a:spcPct val="110000"/>
              </a:lnSpc>
              <a:spcBef>
                <a:spcPts val="0"/>
              </a:spcBef>
              <a:spcAft>
                <a:spcPts val="805"/>
              </a:spcAft>
              <a:buChar char="•"/>
            </a:lvl8pPr>
            <a:lvl9pPr marL="1789112" indent="-153352">
              <a:lnSpc>
                <a:spcPct val="110000"/>
              </a:lnSpc>
              <a:spcBef>
                <a:spcPts val="0"/>
              </a:spcBef>
              <a:spcAft>
                <a:spcPts val="805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667E199-0AC6-4DA2-92C7-CD908F45392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694587" y="1277938"/>
            <a:ext cx="5198150" cy="28625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40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53352" indent="-153352">
              <a:lnSpc>
                <a:spcPct val="110000"/>
              </a:lnSpc>
              <a:spcBef>
                <a:spcPts val="0"/>
              </a:spcBef>
              <a:spcAft>
                <a:spcPts val="805"/>
              </a:spcAft>
              <a:buChar char="•"/>
            </a:lvl1pPr>
            <a:lvl2pPr marL="357822" indent="-153352">
              <a:lnSpc>
                <a:spcPct val="110000"/>
              </a:lnSpc>
              <a:spcBef>
                <a:spcPts val="0"/>
              </a:spcBef>
              <a:spcAft>
                <a:spcPts val="805"/>
              </a:spcAft>
              <a:buChar char="•"/>
            </a:lvl2pPr>
            <a:lvl3pPr marL="562293" indent="-153352">
              <a:lnSpc>
                <a:spcPct val="110000"/>
              </a:lnSpc>
              <a:spcBef>
                <a:spcPts val="0"/>
              </a:spcBef>
              <a:spcAft>
                <a:spcPts val="805"/>
              </a:spcAft>
              <a:buChar char="•"/>
            </a:lvl3pPr>
            <a:lvl4pPr marL="766763" indent="-153352">
              <a:lnSpc>
                <a:spcPct val="110000"/>
              </a:lnSpc>
              <a:spcBef>
                <a:spcPts val="0"/>
              </a:spcBef>
              <a:spcAft>
                <a:spcPts val="805"/>
              </a:spcAft>
              <a:buChar char="•"/>
            </a:lvl4pPr>
            <a:lvl5pPr marL="971232" indent="-153352">
              <a:lnSpc>
                <a:spcPct val="110000"/>
              </a:lnSpc>
              <a:spcBef>
                <a:spcPts val="0"/>
              </a:spcBef>
              <a:spcAft>
                <a:spcPts val="805"/>
              </a:spcAft>
              <a:buChar char="•"/>
            </a:lvl5pPr>
            <a:lvl6pPr marL="1175703" indent="-153352">
              <a:lnSpc>
                <a:spcPct val="110000"/>
              </a:lnSpc>
              <a:spcBef>
                <a:spcPts val="0"/>
              </a:spcBef>
              <a:spcAft>
                <a:spcPts val="805"/>
              </a:spcAft>
              <a:buChar char="•"/>
            </a:lvl6pPr>
            <a:lvl7pPr marL="1380172" indent="-153352">
              <a:lnSpc>
                <a:spcPct val="110000"/>
              </a:lnSpc>
              <a:spcBef>
                <a:spcPts val="0"/>
              </a:spcBef>
              <a:spcAft>
                <a:spcPts val="805"/>
              </a:spcAft>
              <a:buChar char="•"/>
            </a:lvl7pPr>
            <a:lvl8pPr marL="1584642" indent="-153352">
              <a:lnSpc>
                <a:spcPct val="110000"/>
              </a:lnSpc>
              <a:spcBef>
                <a:spcPts val="0"/>
              </a:spcBef>
              <a:spcAft>
                <a:spcPts val="805"/>
              </a:spcAft>
              <a:buChar char="•"/>
            </a:lvl8pPr>
            <a:lvl9pPr marL="1789112" indent="-153352">
              <a:lnSpc>
                <a:spcPct val="110000"/>
              </a:lnSpc>
              <a:spcBef>
                <a:spcPts val="0"/>
              </a:spcBef>
              <a:spcAft>
                <a:spcPts val="805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3C12A2C-3D86-42EB-ADDA-1068D4F330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08839" y="357822"/>
            <a:ext cx="11183898" cy="5622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1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7E4EDE0-A788-4DBF-A916-BA7FA388BC1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08839" y="1277938"/>
            <a:ext cx="5198150" cy="28625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0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53352" indent="-153352">
              <a:lnSpc>
                <a:spcPct val="110000"/>
              </a:lnSpc>
              <a:spcBef>
                <a:spcPts val="0"/>
              </a:spcBef>
              <a:spcAft>
                <a:spcPts val="805"/>
              </a:spcAft>
              <a:buChar char="•"/>
            </a:lvl1pPr>
            <a:lvl2pPr marL="357822" indent="-153352">
              <a:lnSpc>
                <a:spcPct val="110000"/>
              </a:lnSpc>
              <a:spcBef>
                <a:spcPts val="0"/>
              </a:spcBef>
              <a:spcAft>
                <a:spcPts val="805"/>
              </a:spcAft>
              <a:buChar char="•"/>
            </a:lvl2pPr>
            <a:lvl3pPr marL="562293" indent="-153352">
              <a:lnSpc>
                <a:spcPct val="110000"/>
              </a:lnSpc>
              <a:spcBef>
                <a:spcPts val="0"/>
              </a:spcBef>
              <a:spcAft>
                <a:spcPts val="805"/>
              </a:spcAft>
              <a:buChar char="•"/>
            </a:lvl3pPr>
            <a:lvl4pPr marL="766763" indent="-153352">
              <a:lnSpc>
                <a:spcPct val="110000"/>
              </a:lnSpc>
              <a:spcBef>
                <a:spcPts val="0"/>
              </a:spcBef>
              <a:spcAft>
                <a:spcPts val="805"/>
              </a:spcAft>
              <a:buChar char="•"/>
            </a:lvl4pPr>
            <a:lvl5pPr marL="971232" indent="-153352">
              <a:lnSpc>
                <a:spcPct val="110000"/>
              </a:lnSpc>
              <a:spcBef>
                <a:spcPts val="0"/>
              </a:spcBef>
              <a:spcAft>
                <a:spcPts val="805"/>
              </a:spcAft>
              <a:buChar char="•"/>
            </a:lvl5pPr>
            <a:lvl6pPr marL="1175703" indent="-153352">
              <a:lnSpc>
                <a:spcPct val="110000"/>
              </a:lnSpc>
              <a:spcBef>
                <a:spcPts val="0"/>
              </a:spcBef>
              <a:spcAft>
                <a:spcPts val="805"/>
              </a:spcAft>
              <a:buChar char="•"/>
            </a:lvl6pPr>
            <a:lvl7pPr marL="1380172" indent="-153352">
              <a:lnSpc>
                <a:spcPct val="110000"/>
              </a:lnSpc>
              <a:spcBef>
                <a:spcPts val="0"/>
              </a:spcBef>
              <a:spcAft>
                <a:spcPts val="805"/>
              </a:spcAft>
              <a:buChar char="•"/>
            </a:lvl7pPr>
            <a:lvl8pPr marL="1584642" indent="-153352">
              <a:lnSpc>
                <a:spcPct val="110000"/>
              </a:lnSpc>
              <a:spcBef>
                <a:spcPts val="0"/>
              </a:spcBef>
              <a:spcAft>
                <a:spcPts val="805"/>
              </a:spcAft>
              <a:buChar char="•"/>
            </a:lvl8pPr>
            <a:lvl9pPr marL="1789112" indent="-153352">
              <a:lnSpc>
                <a:spcPct val="110000"/>
              </a:lnSpc>
              <a:spcBef>
                <a:spcPts val="0"/>
              </a:spcBef>
              <a:spcAft>
                <a:spcPts val="805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32c581037134980" /><Relationship Type="http://schemas.openxmlformats.org/officeDocument/2006/relationships/slideLayout" Target="/ppt/slideLayouts/slideLayout1.xml" Id="R8d065e5c506f4329" /><Relationship Type="http://schemas.openxmlformats.org/officeDocument/2006/relationships/slideLayout" Target="/ppt/slideLayouts/slideLayout2.xml" Id="R76eecccf01b84743" /><Relationship Type="http://schemas.openxmlformats.org/officeDocument/2006/relationships/slideLayout" Target="/ppt/slideLayouts/slideLayout3.xml" Id="R6ad29a31560f4cc7" /><Relationship Type="http://schemas.openxmlformats.org/officeDocument/2006/relationships/slideLayout" Target="/ppt/slideLayouts/slideLayout4.xml" Id="Rf30213039fb244cb" /><Relationship Type="http://schemas.openxmlformats.org/officeDocument/2006/relationships/slideLayout" Target="/ppt/slideLayouts/slideLayout5.xml" Id="R5938a6e6b5aa4d21" /><Relationship Type="http://schemas.openxmlformats.org/officeDocument/2006/relationships/slideLayout" Target="/ppt/slideLayouts/slideLayout6.xml" Id="Rcd3a32d44a9542f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d065e5c506f4329"/>
    <p:sldLayoutId xmlns:r="http://schemas.openxmlformats.org/officeDocument/2006/relationships" id="2147483650" r:id="R76eecccf01b84743"/>
    <p:sldLayoutId xmlns:r="http://schemas.openxmlformats.org/officeDocument/2006/relationships" id="2147483651" r:id="R6ad29a31560f4cc7"/>
    <p:sldLayoutId xmlns:r="http://schemas.openxmlformats.org/officeDocument/2006/relationships" id="2147483652" r:id="Rf30213039fb244cb"/>
    <p:sldLayoutId xmlns:r="http://schemas.openxmlformats.org/officeDocument/2006/relationships" id="2147483653" r:id="R5938a6e6b5aa4d21"/>
    <p:sldLayoutId xmlns:r="http://schemas.openxmlformats.org/officeDocument/2006/relationships" id="2147483654" r:id="Rcd3a32d44a9542f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bc36b34b584655" /><Relationship Type="http://schemas.openxmlformats.org/officeDocument/2006/relationships/image" Target="/ppt/media/image.png" Id="Rb2890bd39c094bb4" /><Relationship Type="http://schemas.openxmlformats.org/officeDocument/2006/relationships/image" Target="/ppt/media/image2.png" Id="R47172f7a0b464ebd" /><Relationship Type="http://schemas.openxmlformats.org/officeDocument/2006/relationships/image" Target="/ppt/media/image3.png" Id="R844b663e52e34884" /><Relationship Type="http://schemas.openxmlformats.org/officeDocument/2006/relationships/image" Target="/ppt/media/image4.png" Id="R13df6f166d6f4402" /><Relationship Type="http://schemas.openxmlformats.org/officeDocument/2006/relationships/image" Target="/ppt/media/image5.png" Id="R54d9e2ff21754e34" /><Relationship Type="http://schemas.openxmlformats.org/officeDocument/2006/relationships/image" Target="/ppt/media/image6.png" Id="R9dc78c9a51ea4a1d" /><Relationship Type="http://schemas.openxmlformats.org/officeDocument/2006/relationships/image" Target="/ppt/media/image7.png" Id="R5e73f3ae104f4426" /><Relationship Type="http://schemas.openxmlformats.org/officeDocument/2006/relationships/image" Target="/ppt/media/image8.png" Id="R5989fa4302614eec" /><Relationship Type="http://schemas.openxmlformats.org/officeDocument/2006/relationships/image" Target="/ppt/media/image9.png" Id="Rf6cc04e3dba14077" /><Relationship Type="http://schemas.openxmlformats.org/officeDocument/2006/relationships/image" Target="/ppt/media/image10.png" Id="R48425ba19b794121" /><Relationship Type="http://schemas.openxmlformats.org/officeDocument/2006/relationships/image" Target="/ppt/media/image11.png" Id="R6b3e11a857224cc5" /><Relationship Type="http://schemas.openxmlformats.org/officeDocument/2006/relationships/image" Target="/ppt/media/image12.png" Id="Re0ae064bfec241d9" /><Relationship Type="http://schemas.openxmlformats.org/officeDocument/2006/relationships/image" Target="/ppt/media/image13.png" Id="Radf1509c6ef042a2" /><Relationship Type="http://schemas.openxmlformats.org/officeDocument/2006/relationships/image" Target="/ppt/media/image14.png" Id="Rbd4fad8fe19d4282" /><Relationship Type="http://schemas.openxmlformats.org/officeDocument/2006/relationships/image" Target="/ppt/media/image15.png" Id="R4b835142806f4ced" /><Relationship Type="http://schemas.openxmlformats.org/officeDocument/2006/relationships/notesSlide" Target="/ppt/notesSlides/notesSlide1.xml" Id="R5b5f2323fdf14bc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4" name="pdf-path-2">
            <a:extLst xmlns:a="http://schemas.openxmlformats.org/drawingml/2006/main">
              <a:ext uri="{FF2B5EF4-FFF2-40B4-BE49-F238E27FC236}">
                <a16:creationId xmlns:a16="http://schemas.microsoft.com/office/drawing/2014/main" id="{B47C7381-5EE8-480A-89D8-58CE366FB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748" y="30304"/>
            <a:ext cx="12497079" cy="4539932"/>
          </a:xfrm>
          <a:custGeom xmlns:a="http://schemas.openxmlformats.org/drawingml/2006/main">
            <a:pathLst>
              <a:path w="12497079" h="4539932">
                <a:moveTo>
                  <a:pt x="0" y="0"/>
                </a:moveTo>
                <a:lnTo>
                  <a:pt x="12497079" y="0"/>
                </a:lnTo>
                <a:lnTo>
                  <a:pt x="12497079" y="4539932"/>
                </a:lnTo>
                <a:lnTo>
                  <a:pt x="0" y="4539932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df-path-3-part-0">
            <a:extLst xmlns:a="http://schemas.openxmlformats.org/drawingml/2006/main">
              <a:ext uri="{FF2B5EF4-FFF2-40B4-BE49-F238E27FC236}">
                <a16:creationId xmlns:a16="http://schemas.microsoft.com/office/drawing/2014/main" id="{2B71966B-28AF-44E4-9B7F-E9B16A044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94112" y="1364375"/>
            <a:ext cx="2192344" cy="577277"/>
          </a:xfrm>
          <a:custGeom xmlns:a="http://schemas.openxmlformats.org/drawingml/2006/main">
            <a:pathLst>
              <a:path w="2192344" h="577277">
                <a:moveTo>
                  <a:pt x="5106" y="577277"/>
                </a:moveTo>
                <a:lnTo>
                  <a:pt x="2126691" y="47749"/>
                </a:lnTo>
                <a:lnTo>
                  <a:pt x="2121584" y="27288"/>
                </a:lnTo>
                <a:lnTo>
                  <a:pt x="0" y="556816"/>
                </a:lnTo>
                <a:lnTo>
                  <a:pt x="5106" y="577277"/>
                </a:lnTo>
              </a:path>
            </a:pathLst>
          </a:custGeom>
          <a:solidFill xmlns:a="http://schemas.openxmlformats.org/drawingml/2006/main">
            <a:srgbClr val="4E95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df-path-3-part-1">
            <a:extLst xmlns:a="http://schemas.openxmlformats.org/drawingml/2006/main">
              <a:ext uri="{FF2B5EF4-FFF2-40B4-BE49-F238E27FC236}">
                <a16:creationId xmlns:a16="http://schemas.microsoft.com/office/drawing/2014/main" id="{4555BC21-E103-4234-8105-852055BF7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94112" y="1364375"/>
            <a:ext cx="2192344" cy="577277"/>
          </a:xfrm>
          <a:custGeom xmlns:a="http://schemas.openxmlformats.org/drawingml/2006/main">
            <a:pathLst>
              <a:path w="2192344" h="577277">
                <a:moveTo>
                  <a:pt x="2120712" y="81846"/>
                </a:moveTo>
                <a:lnTo>
                  <a:pt x="2192344" y="20494"/>
                </a:lnTo>
                <a:lnTo>
                  <a:pt x="2100284" y="0"/>
                </a:lnTo>
                <a:lnTo>
                  <a:pt x="2120712" y="81846"/>
                </a:lnTo>
              </a:path>
            </a:pathLst>
          </a:custGeom>
          <a:solidFill xmlns:a="http://schemas.openxmlformats.org/drawingml/2006/main">
            <a:srgbClr val="4E95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df-text-1-0">
            <a:extLst xmlns:a="http://schemas.openxmlformats.org/drawingml/2006/main">
              <a:ext uri="{FF2B5EF4-FFF2-40B4-BE49-F238E27FC236}">
                <a16:creationId xmlns:a16="http://schemas.microsoft.com/office/drawing/2014/main" id="{92A5EB41-5885-49C7-8CB6-B7A1304BC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2854" y="759945"/>
            <a:ext cx="594499" cy="223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42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Image</a:t>
            </a:r>
          </a:p>
        </p:txBody>
      </p:sp>
      <p:sp>
        <p:nvSpPr>
          <p:cNvPr id="5" name="pdf-text-2-0">
            <a:extLst xmlns:a="http://schemas.openxmlformats.org/drawingml/2006/main">
              <a:ext uri="{FF2B5EF4-FFF2-40B4-BE49-F238E27FC236}">
                <a16:creationId xmlns:a16="http://schemas.microsoft.com/office/drawing/2014/main" id="{04E58A08-120B-4CB9-A077-7A3C565F8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9917" y="2008425"/>
            <a:ext cx="458909" cy="223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42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Tele-</a:t>
            </a:r>
          </a:p>
        </p:txBody>
      </p:sp>
      <p:sp>
        <p:nvSpPr>
          <p:cNvPr id="6" name="pdf-text-4-0">
            <a:extLst xmlns:a="http://schemas.openxmlformats.org/drawingml/2006/main">
              <a:ext uri="{FF2B5EF4-FFF2-40B4-BE49-F238E27FC236}">
                <a16:creationId xmlns:a16="http://schemas.microsoft.com/office/drawing/2014/main" id="{220799EE-2672-4773-9EA7-DDACA1F43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4140" y="2278367"/>
            <a:ext cx="930396" cy="223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42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operation</a:t>
            </a:r>
          </a:p>
        </p:txBody>
      </p:sp>
      <p:sp>
        <p:nvSpPr>
          <p:cNvPr id="7" name="pdf-path-8">
            <a:extLst xmlns:a="http://schemas.openxmlformats.org/drawingml/2006/main">
              <a:ext uri="{FF2B5EF4-FFF2-40B4-BE49-F238E27FC236}">
                <a16:creationId xmlns:a16="http://schemas.microsoft.com/office/drawing/2014/main" id="{2CAC4EF5-5EF4-4882-95BB-AECADC772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42684" y="44363"/>
            <a:ext cx="3003104" cy="3776118"/>
          </a:xfrm>
          <a:custGeom xmlns:a="http://schemas.openxmlformats.org/drawingml/2006/main">
            <a:pathLst>
              <a:path w="3003104" h="3776118">
                <a:moveTo>
                  <a:pt x="0" y="500526"/>
                </a:moveTo>
                <a:cubicBezTo>
                  <a:pt x="0" y="224093"/>
                  <a:pt x="224092" y="0"/>
                  <a:pt x="500525" y="0"/>
                </a:cubicBezTo>
                <a:lnTo>
                  <a:pt x="2502577" y="0"/>
                </a:lnTo>
                <a:cubicBezTo>
                  <a:pt x="2779009" y="0"/>
                  <a:pt x="3003104" y="224093"/>
                  <a:pt x="3003104" y="500526"/>
                </a:cubicBezTo>
                <a:lnTo>
                  <a:pt x="3003104" y="3275593"/>
                </a:lnTo>
                <a:cubicBezTo>
                  <a:pt x="3003104" y="3552026"/>
                  <a:pt x="2779009" y="3776118"/>
                  <a:pt x="2502577" y="3776118"/>
                </a:cubicBezTo>
                <a:lnTo>
                  <a:pt x="500525" y="3776118"/>
                </a:lnTo>
                <a:cubicBezTo>
                  <a:pt x="224092" y="3776118"/>
                  <a:pt x="0" y="3552026"/>
                  <a:pt x="0" y="3275593"/>
                </a:cubicBezTo>
                <a:lnTo>
                  <a:pt x="0" y="500526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df-path-9">
            <a:extLst xmlns:a="http://schemas.openxmlformats.org/drawingml/2006/main">
              <a:ext uri="{FF2B5EF4-FFF2-40B4-BE49-F238E27FC236}">
                <a16:creationId xmlns:a16="http://schemas.microsoft.com/office/drawing/2014/main" id="{A7907886-8335-442A-A228-0F13AFD6A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42684" y="44363"/>
            <a:ext cx="3003104" cy="3776118"/>
          </a:xfrm>
          <a:custGeom xmlns:a="http://schemas.openxmlformats.org/drawingml/2006/main">
            <a:pathLst>
              <a:path w="3003104" h="3776118">
                <a:moveTo>
                  <a:pt x="0" y="500526"/>
                </a:moveTo>
                <a:cubicBezTo>
                  <a:pt x="0" y="224093"/>
                  <a:pt x="224093" y="0"/>
                  <a:pt x="500526" y="0"/>
                </a:cubicBezTo>
                <a:lnTo>
                  <a:pt x="2502577" y="0"/>
                </a:lnTo>
                <a:cubicBezTo>
                  <a:pt x="2779009" y="0"/>
                  <a:pt x="3003104" y="224093"/>
                  <a:pt x="3003104" y="500526"/>
                </a:cubicBezTo>
                <a:lnTo>
                  <a:pt x="3003104" y="3275593"/>
                </a:lnTo>
                <a:cubicBezTo>
                  <a:pt x="3003104" y="3552026"/>
                  <a:pt x="2779009" y="3776118"/>
                  <a:pt x="2502577" y="3776118"/>
                </a:cubicBezTo>
                <a:lnTo>
                  <a:pt x="500526" y="3776118"/>
                </a:lnTo>
                <a:cubicBezTo>
                  <a:pt x="224093" y="3776118"/>
                  <a:pt x="0" y="3552026"/>
                  <a:pt x="0" y="3275593"/>
                </a:cubicBezTo>
                <a:lnTo>
                  <a:pt x="0" y="500526"/>
                </a:lnTo>
              </a:path>
            </a:pathLst>
          </a:custGeom>
          <a:noFill xmlns:a="http://schemas.openxmlformats.org/drawingml/2006/main"/>
          <a:ln xmlns:a="http://schemas.openxmlformats.org/drawingml/2006/main" w="21089">
            <a:solidFill>
              <a:srgbClr val="A02B93"/>
            </a:solidFill>
            <a:prstDash val="solid"/>
          </a:ln>
        </p:spPr>
      </p:sp>
      <p:sp>
        <p:nvSpPr>
          <p:cNvPr id="9" name="pdf-path-10">
            <a:extLst xmlns:a="http://schemas.openxmlformats.org/drawingml/2006/main">
              <a:ext uri="{FF2B5EF4-FFF2-40B4-BE49-F238E27FC236}">
                <a16:creationId xmlns:a16="http://schemas.microsoft.com/office/drawing/2014/main" id="{02C140DE-9C96-4CD2-9803-B78BA0BE6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664" y="44363"/>
            <a:ext cx="2635001" cy="3776118"/>
          </a:xfrm>
          <a:custGeom xmlns:a="http://schemas.openxmlformats.org/drawingml/2006/main">
            <a:pathLst>
              <a:path w="2635001" h="3776118">
                <a:moveTo>
                  <a:pt x="0" y="439176"/>
                </a:moveTo>
                <a:cubicBezTo>
                  <a:pt x="0" y="196626"/>
                  <a:pt x="196626" y="0"/>
                  <a:pt x="439176" y="0"/>
                </a:cubicBezTo>
                <a:lnTo>
                  <a:pt x="2195825" y="0"/>
                </a:lnTo>
                <a:cubicBezTo>
                  <a:pt x="2438375" y="0"/>
                  <a:pt x="2635001" y="196626"/>
                  <a:pt x="2635001" y="439176"/>
                </a:cubicBezTo>
                <a:lnTo>
                  <a:pt x="2635001" y="3336943"/>
                </a:lnTo>
                <a:cubicBezTo>
                  <a:pt x="2635001" y="3579493"/>
                  <a:pt x="2438375" y="3776118"/>
                  <a:pt x="2195825" y="3776118"/>
                </a:cubicBezTo>
                <a:lnTo>
                  <a:pt x="439176" y="3776118"/>
                </a:lnTo>
                <a:cubicBezTo>
                  <a:pt x="196626" y="3776118"/>
                  <a:pt x="0" y="3579493"/>
                  <a:pt x="0" y="3336943"/>
                </a:cubicBezTo>
                <a:lnTo>
                  <a:pt x="0" y="439176"/>
                </a:lnTo>
              </a:path>
            </a:pathLst>
          </a:custGeom>
          <a:noFill xmlns:a="http://schemas.openxmlformats.org/drawingml/2006/main"/>
          <a:ln xmlns:a="http://schemas.openxmlformats.org/drawingml/2006/main" w="21089">
            <a:solidFill>
              <a:srgbClr val="4E95D9"/>
            </a:solidFill>
            <a:prstDash val="solid"/>
          </a:ln>
        </p:spPr>
      </p:sp>
      <p:sp>
        <p:nvSpPr>
          <p:cNvPr id="10" name="pdf-text-5-0">
            <a:extLst xmlns:a="http://schemas.openxmlformats.org/drawingml/2006/main">
              <a:ext uri="{FF2B5EF4-FFF2-40B4-BE49-F238E27FC236}">
                <a16:creationId xmlns:a16="http://schemas.microsoft.com/office/drawing/2014/main" id="{92DEBDD6-D56A-4814-9826-D9845F433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3110" y="763013"/>
            <a:ext cx="554036" cy="223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42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Video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C6169C-9F33-4202-BFE5-763B4E4F3F4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890bd39c094bb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4491" y="2570467"/>
            <a:ext cx="1144185" cy="1144185"/>
          </a:xfrm>
          <a:prstGeom xmlns:a="http://schemas.openxmlformats.org/drawingml/2006/main" prst="rect">
            <a:avLst/>
          </a:prstGeom>
        </p:spPr>
      </p:pic>
      <p:sp>
        <p:nvSpPr>
          <p:cNvPr id="12" name="pdf-raster-0">
            <a:extLst xmlns:a="http://schemas.openxmlformats.org/drawingml/2006/main">
              <a:ext uri="{FF2B5EF4-FFF2-40B4-BE49-F238E27FC236}">
                <a16:creationId xmlns:a16="http://schemas.microsoft.com/office/drawing/2014/main" id="{FDF5A870-5B7B-4FA7-9E87-0747A011E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4491" y="2570467"/>
            <a:ext cx="1144185" cy="11441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AD4CFC-BCDD-46E3-B9F0-3992335B6F9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172f7a0b464eb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92457" y="880007"/>
            <a:ext cx="975472" cy="975472"/>
          </a:xfrm>
          <a:prstGeom xmlns:a="http://schemas.openxmlformats.org/drawingml/2006/main" prst="rect">
            <a:avLst/>
          </a:prstGeom>
        </p:spPr>
      </p:pic>
      <p:sp>
        <p:nvSpPr>
          <p:cNvPr id="14" name="pdf-raster-1">
            <a:extLst xmlns:a="http://schemas.openxmlformats.org/drawingml/2006/main">
              <a:ext uri="{FF2B5EF4-FFF2-40B4-BE49-F238E27FC236}">
                <a16:creationId xmlns:a16="http://schemas.microsoft.com/office/drawing/2014/main" id="{B9980969-068B-4B5C-BFC1-CDE43E5C2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2457" y="880007"/>
            <a:ext cx="975472" cy="975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8B5E54-33BE-4FD2-9F98-0377909330A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4b663e52e3488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4838" y="919885"/>
            <a:ext cx="1015350" cy="1015350"/>
          </a:xfrm>
          <a:prstGeom xmlns:a="http://schemas.openxmlformats.org/drawingml/2006/main" prst="rect">
            <a:avLst/>
          </a:prstGeom>
        </p:spPr>
      </p:pic>
      <p:sp>
        <p:nvSpPr>
          <p:cNvPr id="16" name="pdf-raster-2">
            <a:extLst xmlns:a="http://schemas.openxmlformats.org/drawingml/2006/main">
              <a:ext uri="{FF2B5EF4-FFF2-40B4-BE49-F238E27FC236}">
                <a16:creationId xmlns:a16="http://schemas.microsoft.com/office/drawing/2014/main" id="{5072E5CE-3CFA-4AD6-A4C4-ACB5543DC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4838" y="919885"/>
            <a:ext cx="1015350" cy="101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pdf-text-6-0">
            <a:extLst xmlns:a="http://schemas.openxmlformats.org/drawingml/2006/main">
              <a:ext uri="{FF2B5EF4-FFF2-40B4-BE49-F238E27FC236}">
                <a16:creationId xmlns:a16="http://schemas.microsoft.com/office/drawing/2014/main" id="{4E8EAD3B-6C7D-4FE0-993F-F50506185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5848" y="220061"/>
            <a:ext cx="2145582" cy="223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428" b="1" i="0">
                <a:solidFill>
                  <a:srgbClr val="4E95D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8" b="1" i="0">
                <a:solidFill>
                  <a:srgbClr val="4E95D9"/>
                </a:solidFill>
                <a:latin typeface="Arial"/>
                <a:ea typeface="Arial"/>
                <a:cs typeface="Arial"/>
              </a:defRPr>
            </a:pPr>
            <a:r>
              <a:rPr sz="1428" b="1" i="0">
                <a:solidFill>
                  <a:srgbClr val="4E95D9"/>
                </a:solidFill>
                <a:latin typeface="Arial"/>
                <a:ea typeface="Arial"/>
                <a:cs typeface="Arial"/>
              </a:rPr>
              <a:t>Heterogeneous Data</a:t>
            </a:r>
          </a:p>
        </p:txBody>
      </p:sp>
      <p:sp>
        <p:nvSpPr>
          <p:cNvPr id="18" name="pdf-text-8-0">
            <a:extLst xmlns:a="http://schemas.openxmlformats.org/drawingml/2006/main">
              <a:ext uri="{FF2B5EF4-FFF2-40B4-BE49-F238E27FC236}">
                <a16:creationId xmlns:a16="http://schemas.microsoft.com/office/drawing/2014/main" id="{BD0F61D3-141C-4092-AF48-49CF32B1A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0969" y="490003"/>
            <a:ext cx="1049488" cy="223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428" b="1" i="0">
                <a:solidFill>
                  <a:srgbClr val="4E95D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8" b="1" i="0">
                <a:solidFill>
                  <a:srgbClr val="4E95D9"/>
                </a:solidFill>
                <a:latin typeface="Arial"/>
                <a:ea typeface="Arial"/>
                <a:cs typeface="Arial"/>
              </a:defRPr>
            </a:pPr>
            <a:r>
              <a:rPr sz="1428" b="1" i="0">
                <a:solidFill>
                  <a:srgbClr val="4E95D9"/>
                </a:solidFill>
                <a:latin typeface="Arial"/>
                <a:ea typeface="Arial"/>
                <a:cs typeface="Arial"/>
              </a:rPr>
              <a:t>Projection</a:t>
            </a:r>
          </a:p>
        </p:txBody>
      </p:sp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556F8E-A64B-4C20-906B-3D5E61DEA2E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df6f166d6f440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655242" y="2794396"/>
            <a:ext cx="711664" cy="711665"/>
          </a:xfrm>
          <a:prstGeom xmlns:a="http://schemas.openxmlformats.org/drawingml/2006/main" prst="rect">
            <a:avLst/>
          </a:prstGeom>
        </p:spPr>
      </p:pic>
      <p:sp>
        <p:nvSpPr>
          <p:cNvPr id="20" name="pdf-raster-3">
            <a:extLst xmlns:a="http://schemas.openxmlformats.org/drawingml/2006/main">
              <a:ext uri="{FF2B5EF4-FFF2-40B4-BE49-F238E27FC236}">
                <a16:creationId xmlns:a16="http://schemas.microsoft.com/office/drawing/2014/main" id="{2490FF1D-6644-477E-83EF-2CC635A2B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55242" y="2794396"/>
            <a:ext cx="711664" cy="7116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1" name="pdf-text-9-0">
            <a:extLst xmlns:a="http://schemas.openxmlformats.org/drawingml/2006/main">
              <a:ext uri="{FF2B5EF4-FFF2-40B4-BE49-F238E27FC236}">
                <a16:creationId xmlns:a16="http://schemas.microsoft.com/office/drawing/2014/main" id="{03CC1F7E-FEFA-4B1E-AC25-53BA86FB9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90967" y="2005358"/>
            <a:ext cx="671277" cy="223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42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Action </a:t>
            </a:r>
          </a:p>
        </p:txBody>
      </p:sp>
      <p:sp>
        <p:nvSpPr>
          <p:cNvPr id="22" name="pdf-text-10-0">
            <a:extLst xmlns:a="http://schemas.openxmlformats.org/drawingml/2006/main">
              <a:ext uri="{FF2B5EF4-FFF2-40B4-BE49-F238E27FC236}">
                <a16:creationId xmlns:a16="http://schemas.microsoft.com/office/drawing/2014/main" id="{6EE86BBF-D4F1-4736-BE28-9134EDE14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27737" y="2275300"/>
            <a:ext cx="951172" cy="223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42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Trajectory</a:t>
            </a:r>
          </a:p>
        </p:txBody>
      </p:sp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8CFF94-FF46-42FA-A155-E9C50936D80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d9e2ff21754e34"/>
          <a:srcRect xmlns:a="http://schemas.openxmlformats.org/drawingml/2006/main" l="0" t="6224" r="0" b="62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92704" y="892533"/>
            <a:ext cx="984673" cy="1030688"/>
          </a:xfrm>
          <a:prstGeom xmlns:a="http://schemas.openxmlformats.org/drawingml/2006/main" prst="rect">
            <a:avLst/>
          </a:prstGeom>
        </p:spPr>
      </p:pic>
      <p:sp>
        <p:nvSpPr>
          <p:cNvPr id="24" name="pdf-raster-4">
            <a:extLst xmlns:a="http://schemas.openxmlformats.org/drawingml/2006/main">
              <a:ext uri="{FF2B5EF4-FFF2-40B4-BE49-F238E27FC236}">
                <a16:creationId xmlns:a16="http://schemas.microsoft.com/office/drawing/2014/main" id="{95786BE8-7C58-4332-ADE0-0859CCB54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92704" y="892533"/>
            <a:ext cx="984673" cy="10306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F76DDB-7F7C-4ACB-A9E3-67A6A35893A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c78c9a51ea4a1d"/>
          <a:srcRect xmlns:a="http://schemas.openxmlformats.org/drawingml/2006/main" l="1744" t="0" r="174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66308" y="898668"/>
            <a:ext cx="929458" cy="1018417"/>
          </a:xfrm>
          <a:prstGeom xmlns:a="http://schemas.openxmlformats.org/drawingml/2006/main" prst="rect">
            <a:avLst/>
          </a:prstGeom>
        </p:spPr>
      </p:pic>
      <p:sp>
        <p:nvSpPr>
          <p:cNvPr id="26" name="pdf-raster-5">
            <a:extLst xmlns:a="http://schemas.openxmlformats.org/drawingml/2006/main">
              <a:ext uri="{FF2B5EF4-FFF2-40B4-BE49-F238E27FC236}">
                <a16:creationId xmlns:a16="http://schemas.microsoft.com/office/drawing/2014/main" id="{022E0AD3-7181-4FA8-B743-2B0CBB46C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66308" y="898668"/>
            <a:ext cx="929458" cy="101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0C1B8B3-CE87-45C0-8A1A-C8425E77389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73f3ae104f4426"/>
          <a:srcRect xmlns:a="http://schemas.openxmlformats.org/drawingml/2006/main" l="0" t="114" r="0" b="1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75510" y="2622615"/>
            <a:ext cx="920256" cy="852771"/>
          </a:xfrm>
          <a:prstGeom xmlns:a="http://schemas.openxmlformats.org/drawingml/2006/main" prst="rect">
            <a:avLst/>
          </a:prstGeom>
        </p:spPr>
      </p:pic>
      <p:sp>
        <p:nvSpPr>
          <p:cNvPr id="28" name="pdf-raster-6">
            <a:extLst xmlns:a="http://schemas.openxmlformats.org/drawingml/2006/main">
              <a:ext uri="{FF2B5EF4-FFF2-40B4-BE49-F238E27FC236}">
                <a16:creationId xmlns:a16="http://schemas.microsoft.com/office/drawing/2014/main" id="{49CEDE2A-01EB-44B0-B176-ACCAF813E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75510" y="2622615"/>
            <a:ext cx="920256" cy="8527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" name="pdf-path-24">
            <a:extLst xmlns:a="http://schemas.openxmlformats.org/drawingml/2006/main">
              <a:ext uri="{FF2B5EF4-FFF2-40B4-BE49-F238E27FC236}">
                <a16:creationId xmlns:a16="http://schemas.microsoft.com/office/drawing/2014/main" id="{2ADA3F42-BCB9-4E7B-8FBC-55FC9A7CF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05262" y="706947"/>
            <a:ext cx="1263819" cy="1355845"/>
          </a:xfrm>
          <a:custGeom xmlns:a="http://schemas.openxmlformats.org/drawingml/2006/main">
            <a:pathLst>
              <a:path w="1263819" h="1355845">
                <a:moveTo>
                  <a:pt x="0" y="210641"/>
                </a:moveTo>
                <a:cubicBezTo>
                  <a:pt x="0" y="94307"/>
                  <a:pt x="94307" y="0"/>
                  <a:pt x="210641" y="0"/>
                </a:cubicBezTo>
                <a:lnTo>
                  <a:pt x="1053178" y="0"/>
                </a:lnTo>
                <a:cubicBezTo>
                  <a:pt x="1169512" y="0"/>
                  <a:pt x="1263819" y="94307"/>
                  <a:pt x="1263819" y="210641"/>
                </a:cubicBezTo>
                <a:lnTo>
                  <a:pt x="1263819" y="1145204"/>
                </a:lnTo>
                <a:cubicBezTo>
                  <a:pt x="1263819" y="1261538"/>
                  <a:pt x="1169512" y="1355845"/>
                  <a:pt x="1053178" y="1355845"/>
                </a:cubicBezTo>
                <a:lnTo>
                  <a:pt x="210641" y="1355845"/>
                </a:lnTo>
                <a:cubicBezTo>
                  <a:pt x="94307" y="1355845"/>
                  <a:pt x="0" y="1261538"/>
                  <a:pt x="0" y="1145204"/>
                </a:cubicBezTo>
                <a:lnTo>
                  <a:pt x="0" y="210641"/>
                </a:lnTo>
              </a:path>
            </a:pathLst>
          </a:custGeom>
          <a:noFill xmlns:a="http://schemas.openxmlformats.org/drawingml/2006/main"/>
          <a:ln xmlns:a="http://schemas.openxmlformats.org/drawingml/2006/main" w="21089">
            <a:solidFill>
              <a:srgbClr val="A02B93"/>
            </a:solidFill>
            <a:prstDash val="dash"/>
          </a:ln>
        </p:spPr>
      </p:sp>
      <p:sp>
        <p:nvSpPr>
          <p:cNvPr id="30" name="pdf-path-25">
            <a:extLst xmlns:a="http://schemas.openxmlformats.org/drawingml/2006/main">
              <a:ext uri="{FF2B5EF4-FFF2-40B4-BE49-F238E27FC236}">
                <a16:creationId xmlns:a16="http://schemas.microsoft.com/office/drawing/2014/main" id="{5C11FA73-15F0-475A-BCD7-2BFE13B32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71519" y="2430894"/>
            <a:ext cx="1187131" cy="1150320"/>
          </a:xfrm>
          <a:custGeom xmlns:a="http://schemas.openxmlformats.org/drawingml/2006/main">
            <a:pathLst>
              <a:path w="1187131" h="1150320">
                <a:moveTo>
                  <a:pt x="0" y="191724"/>
                </a:moveTo>
                <a:cubicBezTo>
                  <a:pt x="0" y="85837"/>
                  <a:pt x="85837" y="0"/>
                  <a:pt x="191724" y="0"/>
                </a:cubicBezTo>
                <a:lnTo>
                  <a:pt x="995407" y="0"/>
                </a:lnTo>
                <a:cubicBezTo>
                  <a:pt x="1101293" y="0"/>
                  <a:pt x="1187131" y="85837"/>
                  <a:pt x="1187131" y="191724"/>
                </a:cubicBezTo>
                <a:lnTo>
                  <a:pt x="1187131" y="958597"/>
                </a:lnTo>
                <a:cubicBezTo>
                  <a:pt x="1187131" y="1064483"/>
                  <a:pt x="1101293" y="1150320"/>
                  <a:pt x="995407" y="1150320"/>
                </a:cubicBezTo>
                <a:lnTo>
                  <a:pt x="191724" y="1150320"/>
                </a:lnTo>
                <a:cubicBezTo>
                  <a:pt x="85837" y="1150320"/>
                  <a:pt x="0" y="1064483"/>
                  <a:pt x="0" y="958597"/>
                </a:cubicBezTo>
                <a:lnTo>
                  <a:pt x="0" y="191724"/>
                </a:lnTo>
              </a:path>
            </a:pathLst>
          </a:custGeom>
          <a:noFill xmlns:a="http://schemas.openxmlformats.org/drawingml/2006/main"/>
          <a:ln xmlns:a="http://schemas.openxmlformats.org/drawingml/2006/main" w="21089">
            <a:solidFill>
              <a:srgbClr val="A02B93"/>
            </a:solidFill>
            <a:prstDash val="dash"/>
          </a:ln>
        </p:spPr>
      </p:sp>
      <p:sp>
        <p:nvSpPr>
          <p:cNvPr id="31" name="pdf-path-26">
            <a:extLst xmlns:a="http://schemas.openxmlformats.org/drawingml/2006/main">
              <a:ext uri="{FF2B5EF4-FFF2-40B4-BE49-F238E27FC236}">
                <a16:creationId xmlns:a16="http://schemas.microsoft.com/office/drawing/2014/main" id="{50F672B7-5EF3-4726-A2E7-F49343774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26430" y="515228"/>
            <a:ext cx="978539" cy="377305"/>
          </a:xfrm>
          <a:custGeom xmlns:a="http://schemas.openxmlformats.org/drawingml/2006/main">
            <a:pathLst>
              <a:path w="978539" h="377305">
                <a:moveTo>
                  <a:pt x="0" y="0"/>
                </a:moveTo>
                <a:lnTo>
                  <a:pt x="978539" y="0"/>
                </a:lnTo>
                <a:lnTo>
                  <a:pt x="978539" y="377305"/>
                </a:lnTo>
                <a:lnTo>
                  <a:pt x="0" y="37730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pdf-text-11-0">
            <a:extLst xmlns:a="http://schemas.openxmlformats.org/drawingml/2006/main">
              <a:ext uri="{FF2B5EF4-FFF2-40B4-BE49-F238E27FC236}">
                <a16:creationId xmlns:a16="http://schemas.microsoft.com/office/drawing/2014/main" id="{5ED97B41-CAA4-4651-8182-F3A16E61E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34951" y="603501"/>
            <a:ext cx="761646" cy="223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42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Objects</a:t>
            </a:r>
          </a:p>
        </p:txBody>
      </p:sp>
      <p:sp>
        <p:nvSpPr>
          <p:cNvPr id="33" name="pdf-path-29">
            <a:extLst xmlns:a="http://schemas.openxmlformats.org/drawingml/2006/main">
              <a:ext uri="{FF2B5EF4-FFF2-40B4-BE49-F238E27FC236}">
                <a16:creationId xmlns:a16="http://schemas.microsoft.com/office/drawing/2014/main" id="{C3A27E83-92F1-4B01-A5C9-C0AC874AB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32565" y="2236107"/>
            <a:ext cx="993876" cy="374238"/>
          </a:xfrm>
          <a:custGeom xmlns:a="http://schemas.openxmlformats.org/drawingml/2006/main">
            <a:pathLst>
              <a:path w="993876" h="374238">
                <a:moveTo>
                  <a:pt x="0" y="0"/>
                </a:moveTo>
                <a:lnTo>
                  <a:pt x="993876" y="0"/>
                </a:lnTo>
                <a:lnTo>
                  <a:pt x="993876" y="374238"/>
                </a:lnTo>
                <a:lnTo>
                  <a:pt x="0" y="374238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pdf-text-13-0">
            <a:extLst xmlns:a="http://schemas.openxmlformats.org/drawingml/2006/main">
              <a:ext uri="{FF2B5EF4-FFF2-40B4-BE49-F238E27FC236}">
                <a16:creationId xmlns:a16="http://schemas.microsoft.com/office/drawing/2014/main" id="{4CDC283D-1708-4B59-AE18-AC108A52D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63001" y="2321313"/>
            <a:ext cx="734585" cy="223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42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Actions</a:t>
            </a:r>
          </a:p>
        </p:txBody>
      </p:sp>
      <p:sp>
        <p:nvSpPr>
          <p:cNvPr id="35" name="pdf-path-31">
            <a:extLst xmlns:a="http://schemas.openxmlformats.org/drawingml/2006/main">
              <a:ext uri="{FF2B5EF4-FFF2-40B4-BE49-F238E27FC236}">
                <a16:creationId xmlns:a16="http://schemas.microsoft.com/office/drawing/2014/main" id="{2473A3B9-BBAF-48E1-B7BA-24B4B493B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60880" y="187002"/>
            <a:ext cx="2594321" cy="374238"/>
          </a:xfrm>
          <a:custGeom xmlns:a="http://schemas.openxmlformats.org/drawingml/2006/main">
            <a:pathLst>
              <a:path w="2594321" h="374238">
                <a:moveTo>
                  <a:pt x="0" y="0"/>
                </a:moveTo>
                <a:lnTo>
                  <a:pt x="2594321" y="0"/>
                </a:lnTo>
                <a:lnTo>
                  <a:pt x="2594321" y="374238"/>
                </a:lnTo>
                <a:lnTo>
                  <a:pt x="0" y="374238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pdf-text-14-0">
            <a:extLst xmlns:a="http://schemas.openxmlformats.org/drawingml/2006/main">
              <a:ext uri="{FF2B5EF4-FFF2-40B4-BE49-F238E27FC236}">
                <a16:creationId xmlns:a16="http://schemas.microsoft.com/office/drawing/2014/main" id="{75C91805-0CE1-4439-9B5F-ABA12B781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26639" y="275276"/>
            <a:ext cx="2462100" cy="223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428" b="1" i="0">
                <a:solidFill>
                  <a:srgbClr val="7030A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8" b="1" i="0">
                <a:solidFill>
                  <a:srgbClr val="7030A0"/>
                </a:solidFill>
                <a:latin typeface="Arial"/>
                <a:ea typeface="Arial"/>
                <a:cs typeface="Arial"/>
              </a:defRPr>
            </a:pPr>
            <a:r>
              <a:rPr sz="1428" b="1" i="0">
                <a:solidFill>
                  <a:srgbClr val="7030A0"/>
                </a:solidFill>
                <a:latin typeface="Arial"/>
                <a:ea typeface="Arial"/>
                <a:cs typeface="Arial"/>
              </a:rPr>
              <a:t>Environment Simulation</a:t>
            </a:r>
          </a:p>
        </p:txBody>
      </p:sp>
      <p:sp>
        <p:nvSpPr>
          <p:cNvPr id="37" name="pdf-text-15-0">
            <a:extLst xmlns:a="http://schemas.openxmlformats.org/drawingml/2006/main">
              <a:ext uri="{FF2B5EF4-FFF2-40B4-BE49-F238E27FC236}">
                <a16:creationId xmlns:a16="http://schemas.microsoft.com/office/drawing/2014/main" id="{94ED017F-99ED-49CD-B6FC-543F0DFB1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01560" y="897983"/>
            <a:ext cx="401335" cy="223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428" b="0" i="0">
                <a:solidFill>
                  <a:srgbClr val="215F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8" b="0" i="0">
                <a:solidFill>
                  <a:srgbClr val="215F9A"/>
                </a:solidFill>
                <a:latin typeface="Arial"/>
                <a:ea typeface="Arial"/>
                <a:cs typeface="Arial"/>
              </a:defRPr>
            </a:pPr>
            <a:r>
              <a:rPr sz="1428" b="0" i="0">
                <a:solidFill>
                  <a:srgbClr val="215F9A"/>
                </a:solidFill>
                <a:latin typeface="Arial"/>
                <a:ea typeface="Arial"/>
                <a:cs typeface="Arial"/>
              </a:rPr>
              <a:t>Pro-</a:t>
            </a:r>
          </a:p>
        </p:txBody>
      </p:sp>
      <p:sp>
        <p:nvSpPr>
          <p:cNvPr id="38" name="pdf-text-17-0">
            <a:extLst xmlns:a="http://schemas.openxmlformats.org/drawingml/2006/main">
              <a:ext uri="{FF2B5EF4-FFF2-40B4-BE49-F238E27FC236}">
                <a16:creationId xmlns:a16="http://schemas.microsoft.com/office/drawing/2014/main" id="{71D1FB5D-A16D-4C78-ADAB-1005CEF38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98959" y="1167925"/>
            <a:ext cx="362125" cy="223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428" b="0" i="0">
                <a:solidFill>
                  <a:srgbClr val="215F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8" b="0" i="0">
                <a:solidFill>
                  <a:srgbClr val="215F9A"/>
                </a:solidFill>
                <a:latin typeface="Arial"/>
                <a:ea typeface="Arial"/>
                <a:cs typeface="Arial"/>
              </a:defRPr>
            </a:pPr>
            <a:r>
              <a:rPr sz="1428" b="0" i="0">
                <a:solidFill>
                  <a:srgbClr val="215F9A"/>
                </a:solidFill>
                <a:latin typeface="Arial"/>
                <a:ea typeface="Arial"/>
                <a:cs typeface="Arial"/>
              </a:rPr>
              <a:t>ject</a:t>
            </a:r>
          </a:p>
        </p:txBody>
      </p:sp>
      <p:sp>
        <p:nvSpPr>
          <p:cNvPr id="39" name="pdf-path-36">
            <a:extLst xmlns:a="http://schemas.openxmlformats.org/drawingml/2006/main">
              <a:ext uri="{FF2B5EF4-FFF2-40B4-BE49-F238E27FC236}">
                <a16:creationId xmlns:a16="http://schemas.microsoft.com/office/drawing/2014/main" id="{993B84DD-FFE6-4CF6-86B3-402C9ECA6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45176" y="44363"/>
            <a:ext cx="2871200" cy="3776118"/>
          </a:xfrm>
          <a:custGeom xmlns:a="http://schemas.openxmlformats.org/drawingml/2006/main">
            <a:pathLst>
              <a:path w="2871200" h="3776118">
                <a:moveTo>
                  <a:pt x="0" y="478544"/>
                </a:moveTo>
                <a:cubicBezTo>
                  <a:pt x="0" y="214251"/>
                  <a:pt x="214251" y="0"/>
                  <a:pt x="478544" y="0"/>
                </a:cubicBezTo>
                <a:lnTo>
                  <a:pt x="2392656" y="0"/>
                </a:lnTo>
                <a:cubicBezTo>
                  <a:pt x="2656948" y="0"/>
                  <a:pt x="2871200" y="214251"/>
                  <a:pt x="2871200" y="478544"/>
                </a:cubicBezTo>
                <a:lnTo>
                  <a:pt x="2871200" y="3297575"/>
                </a:lnTo>
                <a:cubicBezTo>
                  <a:pt x="2871200" y="3561867"/>
                  <a:pt x="2656948" y="3776118"/>
                  <a:pt x="2392656" y="3776118"/>
                </a:cubicBezTo>
                <a:lnTo>
                  <a:pt x="478544" y="3776118"/>
                </a:lnTo>
                <a:cubicBezTo>
                  <a:pt x="214251" y="3776118"/>
                  <a:pt x="0" y="3561867"/>
                  <a:pt x="0" y="3297575"/>
                </a:cubicBezTo>
                <a:lnTo>
                  <a:pt x="0" y="478544"/>
                </a:lnTo>
              </a:path>
            </a:pathLst>
          </a:custGeom>
          <a:noFill xmlns:a="http://schemas.openxmlformats.org/drawingml/2006/main"/>
          <a:ln xmlns:a="http://schemas.openxmlformats.org/drawingml/2006/main" w="21089">
            <a:solidFill>
              <a:srgbClr val="C00000"/>
            </a:solidFill>
            <a:prstDash val="solid"/>
          </a:ln>
        </p:spPr>
      </p:sp>
      <p:sp>
        <p:nvSpPr>
          <p:cNvPr id="40" name="pdf-text-18-0">
            <a:extLst xmlns:a="http://schemas.openxmlformats.org/drawingml/2006/main">
              <a:ext uri="{FF2B5EF4-FFF2-40B4-BE49-F238E27FC236}">
                <a16:creationId xmlns:a16="http://schemas.microsoft.com/office/drawing/2014/main" id="{48EE2E1A-4AAD-4875-9D09-C7BA05913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26127" y="281411"/>
            <a:ext cx="2304730" cy="223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428" b="1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8" b="1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428" b="1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Sim2Real Data Scaling</a:t>
            </a:r>
          </a:p>
        </p:txBody>
      </p:sp>
      <p:sp>
        <p:nvSpPr>
          <p:cNvPr id="41" name="pdf-text-19-0">
            <a:extLst xmlns:a="http://schemas.openxmlformats.org/drawingml/2006/main">
              <a:ext uri="{FF2B5EF4-FFF2-40B4-BE49-F238E27FC236}">
                <a16:creationId xmlns:a16="http://schemas.microsoft.com/office/drawing/2014/main" id="{D9E07FD1-5F0B-4A0E-A5EF-33A60B4C4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34215" y="741539"/>
            <a:ext cx="1183996" cy="223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42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Read Config</a:t>
            </a:r>
          </a:p>
        </p:txBody>
      </p:sp>
      <p:sp>
        <p:nvSpPr>
          <p:cNvPr id="42" name="pdf-path-39">
            <a:extLst xmlns:a="http://schemas.openxmlformats.org/drawingml/2006/main">
              <a:ext uri="{FF2B5EF4-FFF2-40B4-BE49-F238E27FC236}">
                <a16:creationId xmlns:a16="http://schemas.microsoft.com/office/drawing/2014/main" id="{0B326FBA-3C58-43BB-A62E-A50A5F175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55607" y="1559719"/>
            <a:ext cx="2601258" cy="742340"/>
          </a:xfrm>
          <a:custGeom xmlns:a="http://schemas.openxmlformats.org/drawingml/2006/main">
            <a:pathLst>
              <a:path w="2601258" h="742340">
                <a:moveTo>
                  <a:pt x="0" y="123725"/>
                </a:moveTo>
                <a:cubicBezTo>
                  <a:pt x="0" y="55393"/>
                  <a:pt x="55394" y="0"/>
                  <a:pt x="123725" y="0"/>
                </a:cubicBezTo>
                <a:lnTo>
                  <a:pt x="2477534" y="0"/>
                </a:lnTo>
                <a:cubicBezTo>
                  <a:pt x="2545865" y="0"/>
                  <a:pt x="2601258" y="55393"/>
                  <a:pt x="2601258" y="123725"/>
                </a:cubicBezTo>
                <a:lnTo>
                  <a:pt x="2601258" y="618615"/>
                </a:lnTo>
                <a:cubicBezTo>
                  <a:pt x="2601258" y="686947"/>
                  <a:pt x="2545865" y="742340"/>
                  <a:pt x="2477534" y="742340"/>
                </a:cubicBezTo>
                <a:lnTo>
                  <a:pt x="123725" y="742340"/>
                </a:lnTo>
                <a:cubicBezTo>
                  <a:pt x="55394" y="742340"/>
                  <a:pt x="0" y="686947"/>
                  <a:pt x="0" y="618615"/>
                </a:cubicBezTo>
                <a:lnTo>
                  <a:pt x="0" y="123725"/>
                </a:lnTo>
              </a:path>
            </a:pathLst>
          </a:custGeom>
          <a:noFill xmlns:a="http://schemas.openxmlformats.org/drawingml/2006/main"/>
          <a:ln xmlns:a="http://schemas.openxmlformats.org/drawingml/2006/main" w="21089">
            <a:solidFill>
              <a:srgbClr val="C00000"/>
            </a:solidFill>
            <a:prstDash val="dash"/>
          </a:ln>
        </p:spPr>
      </p:sp>
      <p:sp>
        <p:nvSpPr>
          <p:cNvPr id="43" name="pdf-path-40">
            <a:extLst xmlns:a="http://schemas.openxmlformats.org/drawingml/2006/main">
              <a:ext uri="{FF2B5EF4-FFF2-40B4-BE49-F238E27FC236}">
                <a16:creationId xmlns:a16="http://schemas.microsoft.com/office/drawing/2014/main" id="{6487261A-BB28-4DF9-8D95-D7B79D239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92111" y="1380269"/>
            <a:ext cx="2322113" cy="377306"/>
          </a:xfrm>
          <a:custGeom xmlns:a="http://schemas.openxmlformats.org/drawingml/2006/main">
            <a:pathLst>
              <a:path w="2322113" h="377306">
                <a:moveTo>
                  <a:pt x="0" y="0"/>
                </a:moveTo>
                <a:lnTo>
                  <a:pt x="2322113" y="0"/>
                </a:lnTo>
                <a:lnTo>
                  <a:pt x="2322113" y="377306"/>
                </a:lnTo>
                <a:lnTo>
                  <a:pt x="0" y="37730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pdf-text-20-0">
            <a:extLst xmlns:a="http://schemas.openxmlformats.org/drawingml/2006/main">
              <a:ext uri="{FF2B5EF4-FFF2-40B4-BE49-F238E27FC236}">
                <a16:creationId xmlns:a16="http://schemas.microsoft.com/office/drawing/2014/main" id="{D870CD34-9425-43A4-A4B0-651BE8841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47219" y="1468542"/>
            <a:ext cx="2010921" cy="223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42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DR Features Ranking</a:t>
            </a:r>
          </a:p>
        </p:txBody>
      </p:sp>
      <p:sp>
        <p:nvSpPr>
          <p:cNvPr id="45" name="pdf-path-42">
            <a:extLst xmlns:a="http://schemas.openxmlformats.org/drawingml/2006/main">
              <a:ext uri="{FF2B5EF4-FFF2-40B4-BE49-F238E27FC236}">
                <a16:creationId xmlns:a16="http://schemas.microsoft.com/office/drawing/2014/main" id="{1D7CE8D3-3C49-45B4-81BB-C11B0352D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93647" y="1792850"/>
            <a:ext cx="595097" cy="371170"/>
          </a:xfrm>
          <a:custGeom xmlns:a="http://schemas.openxmlformats.org/drawingml/2006/main">
            <a:pathLst>
              <a:path w="595097" h="371170">
                <a:moveTo>
                  <a:pt x="0" y="0"/>
                </a:moveTo>
                <a:lnTo>
                  <a:pt x="595097" y="0"/>
                </a:lnTo>
                <a:lnTo>
                  <a:pt x="595097" y="371170"/>
                </a:lnTo>
                <a:lnTo>
                  <a:pt x="0" y="37117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pdf-path-43">
            <a:extLst xmlns:a="http://schemas.openxmlformats.org/drawingml/2006/main">
              <a:ext uri="{FF2B5EF4-FFF2-40B4-BE49-F238E27FC236}">
                <a16:creationId xmlns:a16="http://schemas.microsoft.com/office/drawing/2014/main" id="{4334DCF8-AC13-4CE5-B2A8-6E3B91F3C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93647" y="1792850"/>
            <a:ext cx="595099" cy="371170"/>
          </a:xfrm>
          <a:custGeom xmlns:a="http://schemas.openxmlformats.org/drawingml/2006/main">
            <a:pathLst>
              <a:path w="595099" h="371170">
                <a:moveTo>
                  <a:pt x="0" y="0"/>
                </a:moveTo>
                <a:lnTo>
                  <a:pt x="595099" y="0"/>
                </a:lnTo>
                <a:lnTo>
                  <a:pt x="595099" y="371170"/>
                </a:lnTo>
                <a:lnTo>
                  <a:pt x="0" y="37117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089">
            <a:solidFill>
              <a:srgbClr val="042433"/>
            </a:solidFill>
            <a:prstDash val="solid"/>
          </a:ln>
        </p:spPr>
      </p:sp>
      <p:sp>
        <p:nvSpPr>
          <p:cNvPr id="47" name="pdf-text-21-0">
            <a:extLst xmlns:a="http://schemas.openxmlformats.org/drawingml/2006/main">
              <a:ext uri="{FF2B5EF4-FFF2-40B4-BE49-F238E27FC236}">
                <a16:creationId xmlns:a16="http://schemas.microsoft.com/office/drawing/2014/main" id="{968A1B6D-E756-4F97-996F-1E92D3F32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68851" y="1879590"/>
            <a:ext cx="240876" cy="223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42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#1</a:t>
            </a:r>
          </a:p>
        </p:txBody>
      </p:sp>
      <p:sp>
        <p:nvSpPr>
          <p:cNvPr id="48" name="pdf-path-45">
            <a:extLst xmlns:a="http://schemas.openxmlformats.org/drawingml/2006/main">
              <a:ext uri="{FF2B5EF4-FFF2-40B4-BE49-F238E27FC236}">
                <a16:creationId xmlns:a16="http://schemas.microsoft.com/office/drawing/2014/main" id="{A6A647D4-2D2B-4CEF-BFEB-666ECD82B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86904" y="1798986"/>
            <a:ext cx="595100" cy="371170"/>
          </a:xfrm>
          <a:custGeom xmlns:a="http://schemas.openxmlformats.org/drawingml/2006/main">
            <a:pathLst>
              <a:path w="595100" h="371170">
                <a:moveTo>
                  <a:pt x="0" y="0"/>
                </a:moveTo>
                <a:lnTo>
                  <a:pt x="595100" y="0"/>
                </a:lnTo>
                <a:lnTo>
                  <a:pt x="595100" y="371170"/>
                </a:lnTo>
                <a:lnTo>
                  <a:pt x="0" y="37117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089">
            <a:solidFill>
              <a:srgbClr val="042433"/>
            </a:solidFill>
            <a:prstDash val="solid"/>
          </a:ln>
        </p:spPr>
      </p:sp>
      <p:sp>
        <p:nvSpPr>
          <p:cNvPr id="49" name="pdf-text-22-0">
            <a:extLst xmlns:a="http://schemas.openxmlformats.org/drawingml/2006/main">
              <a:ext uri="{FF2B5EF4-FFF2-40B4-BE49-F238E27FC236}">
                <a16:creationId xmlns:a16="http://schemas.microsoft.com/office/drawing/2014/main" id="{C7EC53BA-C600-49E7-89E4-B48930CBC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63294" y="1882658"/>
            <a:ext cx="240876" cy="223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42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#2</a:t>
            </a:r>
          </a:p>
        </p:txBody>
      </p:sp>
      <p:sp>
        <p:nvSpPr>
          <p:cNvPr id="50" name="pdf-path-47">
            <a:extLst xmlns:a="http://schemas.openxmlformats.org/drawingml/2006/main">
              <a:ext uri="{FF2B5EF4-FFF2-40B4-BE49-F238E27FC236}">
                <a16:creationId xmlns:a16="http://schemas.microsoft.com/office/drawing/2014/main" id="{DE503A75-E022-4291-93EC-779574BEF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17593" y="1805121"/>
            <a:ext cx="598166" cy="371170"/>
          </a:xfrm>
          <a:custGeom xmlns:a="http://schemas.openxmlformats.org/drawingml/2006/main">
            <a:pathLst>
              <a:path w="598166" h="371170">
                <a:moveTo>
                  <a:pt x="0" y="0"/>
                </a:moveTo>
                <a:lnTo>
                  <a:pt x="598166" y="0"/>
                </a:lnTo>
                <a:lnTo>
                  <a:pt x="598166" y="371170"/>
                </a:lnTo>
                <a:lnTo>
                  <a:pt x="0" y="37117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089">
            <a:solidFill>
              <a:srgbClr val="042433"/>
            </a:solidFill>
            <a:prstDash val="solid"/>
          </a:ln>
        </p:spPr>
      </p:sp>
      <p:sp>
        <p:nvSpPr>
          <p:cNvPr id="51" name="pdf-text-23-0">
            <a:extLst xmlns:a="http://schemas.openxmlformats.org/drawingml/2006/main">
              <a:ext uri="{FF2B5EF4-FFF2-40B4-BE49-F238E27FC236}">
                <a16:creationId xmlns:a16="http://schemas.microsoft.com/office/drawing/2014/main" id="{26DE4C6A-80D1-4D7D-8AC4-CAD76BDD7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5563" y="1888792"/>
            <a:ext cx="279363" cy="223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42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#N</a:t>
            </a:r>
          </a:p>
        </p:txBody>
      </p:sp>
      <p:sp>
        <p:nvSpPr>
          <p:cNvPr id="52" name="pdf-path-49">
            <a:extLst xmlns:a="http://schemas.openxmlformats.org/drawingml/2006/main">
              <a:ext uri="{FF2B5EF4-FFF2-40B4-BE49-F238E27FC236}">
                <a16:creationId xmlns:a16="http://schemas.microsoft.com/office/drawing/2014/main" id="{F6D60044-E351-456A-9C14-70F1B1920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55607" y="2581204"/>
            <a:ext cx="733137" cy="739273"/>
          </a:xfrm>
          <a:custGeom xmlns:a="http://schemas.openxmlformats.org/drawingml/2006/main">
            <a:pathLst>
              <a:path w="733137" h="739273">
                <a:moveTo>
                  <a:pt x="0" y="0"/>
                </a:moveTo>
                <a:lnTo>
                  <a:pt x="733137" y="0"/>
                </a:lnTo>
                <a:lnTo>
                  <a:pt x="733137" y="739273"/>
                </a:lnTo>
                <a:lnTo>
                  <a:pt x="0" y="73927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089">
            <a:solidFill>
              <a:srgbClr val="042433"/>
            </a:solidFill>
            <a:prstDash val="solid"/>
          </a:ln>
        </p:spPr>
      </p:sp>
      <p:sp>
        <p:nvSpPr>
          <p:cNvPr id="53" name="pdf-text-24-0">
            <a:extLst xmlns:a="http://schemas.openxmlformats.org/drawingml/2006/main">
              <a:ext uri="{FF2B5EF4-FFF2-40B4-BE49-F238E27FC236}">
                <a16:creationId xmlns:a16="http://schemas.microsoft.com/office/drawing/2014/main" id="{3DB8B80F-8DFB-4A2C-9173-BAD8BB4AD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4473" y="2713955"/>
            <a:ext cx="557835" cy="223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42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Auto. </a:t>
            </a:r>
          </a:p>
        </p:txBody>
      </p:sp>
      <p:sp>
        <p:nvSpPr>
          <p:cNvPr id="54" name="pdf-text-25-0">
            <a:extLst xmlns:a="http://schemas.openxmlformats.org/drawingml/2006/main">
              <a:ext uri="{FF2B5EF4-FFF2-40B4-BE49-F238E27FC236}">
                <a16:creationId xmlns:a16="http://schemas.microsoft.com/office/drawing/2014/main" id="{1AF77CE7-6A1B-4502-8ABD-28D5683AA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74699" y="2983897"/>
            <a:ext cx="290337" cy="223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42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DR</a:t>
            </a:r>
          </a:p>
        </p:txBody>
      </p:sp>
      <p:sp>
        <p:nvSpPr>
          <p:cNvPr id="55" name="pdf-path-52">
            <a:extLst xmlns:a="http://schemas.openxmlformats.org/drawingml/2006/main">
              <a:ext uri="{FF2B5EF4-FFF2-40B4-BE49-F238E27FC236}">
                <a16:creationId xmlns:a16="http://schemas.microsoft.com/office/drawing/2014/main" id="{6DBB65EF-7DC3-449E-BBA6-A894BDD1E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67894" y="768298"/>
            <a:ext cx="1055227" cy="414114"/>
          </a:xfrm>
          <a:custGeom xmlns:a="http://schemas.openxmlformats.org/drawingml/2006/main">
            <a:pathLst>
              <a:path w="1055227" h="414114">
                <a:moveTo>
                  <a:pt x="0" y="0"/>
                </a:moveTo>
                <a:lnTo>
                  <a:pt x="1055227" y="0"/>
                </a:lnTo>
                <a:lnTo>
                  <a:pt x="1055227" y="414114"/>
                </a:lnTo>
                <a:lnTo>
                  <a:pt x="0" y="41411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089">
            <a:solidFill>
              <a:srgbClr val="042433"/>
            </a:solidFill>
            <a:prstDash val="solid"/>
          </a:ln>
        </p:spPr>
      </p:sp>
      <p:sp>
        <p:nvSpPr>
          <p:cNvPr id="56" name="pdf-text-26-0">
            <a:extLst xmlns:a="http://schemas.openxmlformats.org/drawingml/2006/main">
              <a:ext uri="{FF2B5EF4-FFF2-40B4-BE49-F238E27FC236}">
                <a16:creationId xmlns:a16="http://schemas.microsoft.com/office/drawing/2014/main" id="{0A85C0D4-657C-4298-8B4D-B691C6EC2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92778" y="873442"/>
            <a:ext cx="401872" cy="223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42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LLM</a:t>
            </a:r>
          </a:p>
        </p:txBody>
      </p:sp>
      <p:sp>
        <p:nvSpPr>
          <p:cNvPr id="57" name="pdf-path-54">
            <a:extLst xmlns:a="http://schemas.openxmlformats.org/drawingml/2006/main">
              <a:ext uri="{FF2B5EF4-FFF2-40B4-BE49-F238E27FC236}">
                <a16:creationId xmlns:a16="http://schemas.microsoft.com/office/drawing/2014/main" id="{A34638AE-2C32-423E-9657-B6C04B876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34147" y="2513718"/>
            <a:ext cx="766880" cy="414116"/>
          </a:xfrm>
          <a:custGeom xmlns:a="http://schemas.openxmlformats.org/drawingml/2006/main">
            <a:pathLst>
              <a:path w="766880" h="414116">
                <a:moveTo>
                  <a:pt x="0" y="0"/>
                </a:moveTo>
                <a:lnTo>
                  <a:pt x="766880" y="0"/>
                </a:lnTo>
                <a:lnTo>
                  <a:pt x="766880" y="414116"/>
                </a:lnTo>
                <a:lnTo>
                  <a:pt x="0" y="41411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089">
            <a:solidFill>
              <a:srgbClr val="042433"/>
            </a:solidFill>
            <a:prstDash val="solid"/>
          </a:ln>
        </p:spPr>
      </p:sp>
      <p:sp>
        <p:nvSpPr>
          <p:cNvPr id="58" name="pdf-text-27-0">
            <a:extLst xmlns:a="http://schemas.openxmlformats.org/drawingml/2006/main">
              <a:ext uri="{FF2B5EF4-FFF2-40B4-BE49-F238E27FC236}">
                <a16:creationId xmlns:a16="http://schemas.microsoft.com/office/drawing/2014/main" id="{AC5D02B5-F04F-4364-8685-B3BF67A19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74328" y="2618862"/>
            <a:ext cx="480049" cy="223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42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AIDR</a:t>
            </a:r>
          </a:p>
        </p:txBody>
      </p:sp>
      <p:sp>
        <p:nvSpPr>
          <p:cNvPr id="59" name="pdf-path-56">
            <a:extLst xmlns:a="http://schemas.openxmlformats.org/drawingml/2006/main">
              <a:ext uri="{FF2B5EF4-FFF2-40B4-BE49-F238E27FC236}">
                <a16:creationId xmlns:a16="http://schemas.microsoft.com/office/drawing/2014/main" id="{FA3052FD-18A2-4F93-9A98-12CE6CE91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34147" y="3099613"/>
            <a:ext cx="754609" cy="414116"/>
          </a:xfrm>
          <a:custGeom xmlns:a="http://schemas.openxmlformats.org/drawingml/2006/main">
            <a:pathLst>
              <a:path w="754609" h="414116">
                <a:moveTo>
                  <a:pt x="0" y="0"/>
                </a:moveTo>
                <a:lnTo>
                  <a:pt x="754609" y="0"/>
                </a:lnTo>
                <a:lnTo>
                  <a:pt x="754609" y="414116"/>
                </a:lnTo>
                <a:lnTo>
                  <a:pt x="0" y="41411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089">
            <a:solidFill>
              <a:srgbClr val="042433"/>
            </a:solidFill>
            <a:prstDash val="solid"/>
          </a:ln>
        </p:spPr>
      </p:sp>
      <p:sp>
        <p:nvSpPr>
          <p:cNvPr id="60" name="pdf-text-28-0">
            <a:extLst xmlns:a="http://schemas.openxmlformats.org/drawingml/2006/main">
              <a:ext uri="{FF2B5EF4-FFF2-40B4-BE49-F238E27FC236}">
                <a16:creationId xmlns:a16="http://schemas.microsoft.com/office/drawing/2014/main" id="{17E4E8B0-BCBD-40A0-BC1C-BBFFDF600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34460" y="3207827"/>
            <a:ext cx="548683" cy="223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42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SADR</a:t>
            </a:r>
          </a:p>
        </p:txBody>
      </p:sp>
      <p:sp>
        <p:nvSpPr>
          <p:cNvPr id="61" name="pdf-path-58-part-0">
            <a:extLst xmlns:a="http://schemas.openxmlformats.org/drawingml/2006/main">
              <a:ext uri="{FF2B5EF4-FFF2-40B4-BE49-F238E27FC236}">
                <a16:creationId xmlns:a16="http://schemas.microsoft.com/office/drawing/2014/main" id="{BBB1D902-5ABE-43DC-B080-277888811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53330" y="1182413"/>
            <a:ext cx="52723" cy="279384"/>
          </a:xfrm>
          <a:custGeom xmlns:a="http://schemas.openxmlformats.org/drawingml/2006/main">
            <a:pathLst>
              <a:path w="52723" h="279384">
                <a:moveTo>
                  <a:pt x="52722" y="0"/>
                </a:moveTo>
                <a:lnTo>
                  <a:pt x="52723" y="209087"/>
                </a:lnTo>
                <a:lnTo>
                  <a:pt x="31634" y="209087"/>
                </a:lnTo>
                <a:lnTo>
                  <a:pt x="31633" y="0"/>
                </a:lnTo>
                <a:lnTo>
                  <a:pt x="52722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pdf-path-58-part-1">
            <a:extLst xmlns:a="http://schemas.openxmlformats.org/drawingml/2006/main">
              <a:ext uri="{FF2B5EF4-FFF2-40B4-BE49-F238E27FC236}">
                <a16:creationId xmlns:a16="http://schemas.microsoft.com/office/drawing/2014/main" id="{EBDE754E-F03E-405D-8D4C-24996AFE2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53330" y="1182413"/>
            <a:ext cx="52723" cy="279384"/>
          </a:xfrm>
          <a:custGeom xmlns:a="http://schemas.openxmlformats.org/drawingml/2006/main">
            <a:pathLst>
              <a:path w="52723" h="279384">
                <a:moveTo>
                  <a:pt x="84357" y="195027"/>
                </a:moveTo>
                <a:lnTo>
                  <a:pt x="42179" y="279384"/>
                </a:lnTo>
                <a:lnTo>
                  <a:pt x="0" y="195027"/>
                </a:lnTo>
                <a:lnTo>
                  <a:pt x="84357" y="19502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pdf-path-59-part-0">
            <a:extLst xmlns:a="http://schemas.openxmlformats.org/drawingml/2006/main">
              <a:ext uri="{FF2B5EF4-FFF2-40B4-BE49-F238E27FC236}">
                <a16:creationId xmlns:a16="http://schemas.microsoft.com/office/drawing/2014/main" id="{146F124A-947B-4574-8E33-2FC36C271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1125" y="2209880"/>
            <a:ext cx="52922" cy="370790"/>
          </a:xfrm>
          <a:custGeom xmlns:a="http://schemas.openxmlformats.org/drawingml/2006/main">
            <a:pathLst>
              <a:path w="52922" h="370790">
                <a:moveTo>
                  <a:pt x="4387" y="0"/>
                </a:moveTo>
                <a:lnTo>
                  <a:pt x="0" y="300346"/>
                </a:lnTo>
                <a:lnTo>
                  <a:pt x="21087" y="300654"/>
                </a:lnTo>
                <a:lnTo>
                  <a:pt x="25473" y="308"/>
                </a:lnTo>
                <a:lnTo>
                  <a:pt x="4387" y="0"/>
                </a:lnTo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pdf-path-59-part-1">
            <a:extLst xmlns:a="http://schemas.openxmlformats.org/drawingml/2006/main">
              <a:ext uri="{FF2B5EF4-FFF2-40B4-BE49-F238E27FC236}">
                <a16:creationId xmlns:a16="http://schemas.microsoft.com/office/drawing/2014/main" id="{A456C28B-59B4-4FBA-8980-93A4EEACC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1125" y="2209880"/>
            <a:ext cx="52922" cy="370790"/>
          </a:xfrm>
          <a:custGeom xmlns:a="http://schemas.openxmlformats.org/drawingml/2006/main">
            <a:pathLst>
              <a:path w="52922" h="370790">
                <a:moveTo>
                  <a:pt x="-31425" y="285827"/>
                </a:moveTo>
                <a:lnTo>
                  <a:pt x="9517" y="370790"/>
                </a:lnTo>
                <a:lnTo>
                  <a:pt x="52922" y="287059"/>
                </a:lnTo>
                <a:lnTo>
                  <a:pt x="-31425" y="285827"/>
                </a:lnTo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pdf-path-60-part-0">
            <a:extLst xmlns:a="http://schemas.openxmlformats.org/drawingml/2006/main">
              <a:ext uri="{FF2B5EF4-FFF2-40B4-BE49-F238E27FC236}">
                <a16:creationId xmlns:a16="http://schemas.microsoft.com/office/drawing/2014/main" id="{5735566C-0A24-4647-A421-3BCF0A4BD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81517" y="2719242"/>
            <a:ext cx="251754" cy="237870"/>
          </a:xfrm>
          <a:custGeom xmlns:a="http://schemas.openxmlformats.org/drawingml/2006/main">
            <a:pathLst>
              <a:path w="251754" h="237870">
                <a:moveTo>
                  <a:pt x="14454" y="237870"/>
                </a:moveTo>
                <a:lnTo>
                  <a:pt x="207796" y="55863"/>
                </a:lnTo>
                <a:lnTo>
                  <a:pt x="193342" y="40507"/>
                </a:lnTo>
                <a:lnTo>
                  <a:pt x="0" y="222514"/>
                </a:lnTo>
                <a:lnTo>
                  <a:pt x="14454" y="237870"/>
                </a:lnTo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pdf-path-60-part-1">
            <a:extLst xmlns:a="http://schemas.openxmlformats.org/drawingml/2006/main">
              <a:ext uri="{FF2B5EF4-FFF2-40B4-BE49-F238E27FC236}">
                <a16:creationId xmlns:a16="http://schemas.microsoft.com/office/drawing/2014/main" id="{286045E4-F2C8-4044-9F9D-956BF629E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81517" y="2719242"/>
            <a:ext cx="251754" cy="237870"/>
          </a:xfrm>
          <a:custGeom xmlns:a="http://schemas.openxmlformats.org/drawingml/2006/main">
            <a:pathLst>
              <a:path w="251754" h="237870">
                <a:moveTo>
                  <a:pt x="219243" y="88533"/>
                </a:moveTo>
                <a:lnTo>
                  <a:pt x="251754" y="0"/>
                </a:lnTo>
                <a:lnTo>
                  <a:pt x="161422" y="27110"/>
                </a:lnTo>
                <a:lnTo>
                  <a:pt x="219243" y="88533"/>
                </a:lnTo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pdf-path-61">
            <a:extLst xmlns:a="http://schemas.openxmlformats.org/drawingml/2006/main">
              <a:ext uri="{FF2B5EF4-FFF2-40B4-BE49-F238E27FC236}">
                <a16:creationId xmlns:a16="http://schemas.microsoft.com/office/drawing/2014/main" id="{7502AABE-80DC-4C37-A4F4-3E0F12F57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664" y="4013735"/>
            <a:ext cx="9254712" cy="546019"/>
          </a:xfrm>
          <a:custGeom xmlns:a="http://schemas.openxmlformats.org/drawingml/2006/main">
            <a:pathLst>
              <a:path w="9254712" h="546019">
                <a:moveTo>
                  <a:pt x="0" y="91010"/>
                </a:moveTo>
                <a:cubicBezTo>
                  <a:pt x="0" y="40746"/>
                  <a:pt x="40746" y="0"/>
                  <a:pt x="91009" y="0"/>
                </a:cubicBezTo>
                <a:lnTo>
                  <a:pt x="9163703" y="0"/>
                </a:lnTo>
                <a:cubicBezTo>
                  <a:pt x="9213967" y="0"/>
                  <a:pt x="9254712" y="40746"/>
                  <a:pt x="9254712" y="91010"/>
                </a:cubicBezTo>
                <a:lnTo>
                  <a:pt x="9254712" y="455009"/>
                </a:lnTo>
                <a:cubicBezTo>
                  <a:pt x="9254712" y="505273"/>
                  <a:pt x="9213967" y="546019"/>
                  <a:pt x="9163703" y="546019"/>
                </a:cubicBezTo>
                <a:lnTo>
                  <a:pt x="91009" y="546019"/>
                </a:lnTo>
                <a:cubicBezTo>
                  <a:pt x="40746" y="546019"/>
                  <a:pt x="0" y="505273"/>
                  <a:pt x="0" y="455009"/>
                </a:cubicBezTo>
                <a:lnTo>
                  <a:pt x="0" y="91010"/>
                </a:lnTo>
              </a:path>
            </a:pathLst>
          </a:custGeom>
          <a:noFill xmlns:a="http://schemas.openxmlformats.org/drawingml/2006/main"/>
          <a:ln xmlns:a="http://schemas.openxmlformats.org/drawingml/2006/main" w="21089">
            <a:solidFill>
              <a:srgbClr val="E97132"/>
            </a:solidFill>
            <a:prstDash val="solid"/>
          </a:ln>
        </p:spPr>
      </p:sp>
      <p:sp>
        <p:nvSpPr>
          <p:cNvPr id="68" name="pdf-path-62">
            <a:extLst xmlns:a="http://schemas.openxmlformats.org/drawingml/2006/main">
              <a:ext uri="{FF2B5EF4-FFF2-40B4-BE49-F238E27FC236}">
                <a16:creationId xmlns:a16="http://schemas.microsoft.com/office/drawing/2014/main" id="{6D377480-0361-40C2-9B79-BF10942A8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15430" y="4095025"/>
            <a:ext cx="2159536" cy="374238"/>
          </a:xfrm>
          <a:custGeom xmlns:a="http://schemas.openxmlformats.org/drawingml/2006/main">
            <a:pathLst>
              <a:path w="2159536" h="374238">
                <a:moveTo>
                  <a:pt x="0" y="0"/>
                </a:moveTo>
                <a:lnTo>
                  <a:pt x="2159536" y="0"/>
                </a:lnTo>
                <a:lnTo>
                  <a:pt x="2159536" y="374238"/>
                </a:lnTo>
                <a:lnTo>
                  <a:pt x="0" y="374238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pdf-text-29-0">
            <a:extLst xmlns:a="http://schemas.openxmlformats.org/drawingml/2006/main">
              <a:ext uri="{FF2B5EF4-FFF2-40B4-BE49-F238E27FC236}">
                <a16:creationId xmlns:a16="http://schemas.microsoft.com/office/drawing/2014/main" id="{A94CBB13-DE42-46AB-AB4C-7FE20FE87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77276" y="4180231"/>
            <a:ext cx="1834801" cy="223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428" b="1" i="0">
                <a:solidFill>
                  <a:srgbClr val="E971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8" b="1" i="0">
                <a:solidFill>
                  <a:srgbClr val="E97132"/>
                </a:solidFill>
                <a:latin typeface="Arial"/>
                <a:ea typeface="Arial"/>
                <a:cs typeface="Arial"/>
              </a:defRPr>
            </a:pPr>
            <a:r>
              <a:rPr sz="1428" b="1" i="0">
                <a:solidFill>
                  <a:srgbClr val="E97132"/>
                </a:solidFill>
                <a:latin typeface="Arial"/>
                <a:ea typeface="Arial"/>
                <a:cs typeface="Arial"/>
              </a:rPr>
              <a:t>Policy Fine-Tuning</a:t>
            </a:r>
          </a:p>
        </p:txBody>
      </p:sp>
      <p:sp>
        <p:nvSpPr>
          <p:cNvPr id="70" name="pdf-path-66">
            <a:extLst xmlns:a="http://schemas.openxmlformats.org/drawingml/2006/main">
              <a:ext uri="{FF2B5EF4-FFF2-40B4-BE49-F238E27FC236}">
                <a16:creationId xmlns:a16="http://schemas.microsoft.com/office/drawing/2014/main" id="{AEC92E99-85A9-46F6-8B59-37BEB4318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488" y="4121099"/>
            <a:ext cx="7006218" cy="337428"/>
          </a:xfrm>
          <a:custGeom xmlns:a="http://schemas.openxmlformats.org/drawingml/2006/main">
            <a:pathLst>
              <a:path w="7006218" h="337428">
                <a:moveTo>
                  <a:pt x="0" y="0"/>
                </a:moveTo>
                <a:lnTo>
                  <a:pt x="7006218" y="0"/>
                </a:lnTo>
                <a:lnTo>
                  <a:pt x="7006218" y="337428"/>
                </a:lnTo>
                <a:lnTo>
                  <a:pt x="0" y="33742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089">
            <a:solidFill>
              <a:srgbClr val="042433"/>
            </a:solidFill>
            <a:prstDash val="solid"/>
          </a:ln>
        </p:spPr>
      </p:sp>
      <p:sp>
        <p:nvSpPr>
          <p:cNvPr id="71" name="pdf-text-32-0">
            <a:extLst xmlns:a="http://schemas.openxmlformats.org/drawingml/2006/main">
              <a:ext uri="{FF2B5EF4-FFF2-40B4-BE49-F238E27FC236}">
                <a16:creationId xmlns:a16="http://schemas.microsoft.com/office/drawing/2014/main" id="{EB84B31E-01D2-4846-BF54-31A0D4B75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4337" y="4189433"/>
            <a:ext cx="6782985" cy="223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42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Reinforcement Learning, Trajectory Optimization, and Motion Planning</a:t>
            </a:r>
          </a:p>
        </p:txBody>
      </p:sp>
      <p:sp>
        <p:nvSpPr>
          <p:cNvPr id="72" name="pdf-path-68-part-0">
            <a:extLst xmlns:a="http://schemas.openxmlformats.org/drawingml/2006/main">
              <a:ext uri="{FF2B5EF4-FFF2-40B4-BE49-F238E27FC236}">
                <a16:creationId xmlns:a16="http://schemas.microsoft.com/office/drawing/2014/main" id="{620FD09B-89FC-4297-9384-A081B4BBE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26339" y="3507594"/>
            <a:ext cx="52724" cy="505977"/>
          </a:xfrm>
          <a:custGeom xmlns:a="http://schemas.openxmlformats.org/drawingml/2006/main">
            <a:pathLst>
              <a:path w="52724" h="505977">
                <a:moveTo>
                  <a:pt x="52723" y="0"/>
                </a:moveTo>
                <a:lnTo>
                  <a:pt x="52724" y="435680"/>
                </a:lnTo>
                <a:lnTo>
                  <a:pt x="31634" y="435680"/>
                </a:lnTo>
                <a:lnTo>
                  <a:pt x="31633" y="0"/>
                </a:lnTo>
                <a:lnTo>
                  <a:pt x="52723" y="0"/>
                </a:lnTo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pdf-path-68-part-1">
            <a:extLst xmlns:a="http://schemas.openxmlformats.org/drawingml/2006/main">
              <a:ext uri="{FF2B5EF4-FFF2-40B4-BE49-F238E27FC236}">
                <a16:creationId xmlns:a16="http://schemas.microsoft.com/office/drawing/2014/main" id="{5F5D9CFA-BA36-42AD-8E03-80E68FD66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26339" y="3507594"/>
            <a:ext cx="52724" cy="505977"/>
          </a:xfrm>
          <a:custGeom xmlns:a="http://schemas.openxmlformats.org/drawingml/2006/main">
            <a:pathLst>
              <a:path w="52724" h="505977">
                <a:moveTo>
                  <a:pt x="84357" y="421620"/>
                </a:moveTo>
                <a:lnTo>
                  <a:pt x="42179" y="505977"/>
                </a:lnTo>
                <a:lnTo>
                  <a:pt x="0" y="421620"/>
                </a:lnTo>
                <a:lnTo>
                  <a:pt x="84357" y="421620"/>
                </a:lnTo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pdf-text-33-0">
            <a:extLst xmlns:a="http://schemas.openxmlformats.org/drawingml/2006/main">
              <a:ext uri="{FF2B5EF4-FFF2-40B4-BE49-F238E27FC236}">
                <a16:creationId xmlns:a16="http://schemas.microsoft.com/office/drawing/2014/main" id="{77C787D5-EAFE-412E-90DC-E075AA2DE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88215" y="3569795"/>
            <a:ext cx="949866" cy="223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428" b="0" i="0">
                <a:solidFill>
                  <a:srgbClr val="E971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8" b="0" i="0">
                <a:solidFill>
                  <a:srgbClr val="E97132"/>
                </a:solidFill>
                <a:latin typeface="Arial"/>
                <a:ea typeface="Arial"/>
                <a:cs typeface="Arial"/>
              </a:defRPr>
            </a:pPr>
            <a:r>
              <a:rPr sz="1428" b="0" i="0">
                <a:solidFill>
                  <a:srgbClr val="E97132"/>
                </a:solidFill>
                <a:latin typeface="Arial"/>
                <a:ea typeface="Arial"/>
                <a:cs typeface="Arial"/>
              </a:rPr>
              <a:t>Feedback</a:t>
            </a:r>
          </a:p>
        </p:txBody>
      </p:sp>
      <p:sp>
        <p:nvSpPr>
          <p:cNvPr id="75" name="pdf-path-70">
            <a:extLst xmlns:a="http://schemas.openxmlformats.org/drawingml/2006/main">
              <a:ext uri="{FF2B5EF4-FFF2-40B4-BE49-F238E27FC236}">
                <a16:creationId xmlns:a16="http://schemas.microsoft.com/office/drawing/2014/main" id="{9D89F003-94F0-433D-90BB-FD720D6AD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44600" y="44363"/>
            <a:ext cx="2874268" cy="3776118"/>
          </a:xfrm>
          <a:custGeom xmlns:a="http://schemas.openxmlformats.org/drawingml/2006/main">
            <a:pathLst>
              <a:path w="2874268" h="3776118">
                <a:moveTo>
                  <a:pt x="0" y="479052"/>
                </a:moveTo>
                <a:cubicBezTo>
                  <a:pt x="0" y="214479"/>
                  <a:pt x="214479" y="0"/>
                  <a:pt x="479052" y="0"/>
                </a:cubicBezTo>
                <a:lnTo>
                  <a:pt x="2395216" y="0"/>
                </a:lnTo>
                <a:cubicBezTo>
                  <a:pt x="2659789" y="0"/>
                  <a:pt x="2874268" y="214479"/>
                  <a:pt x="2874268" y="479052"/>
                </a:cubicBezTo>
                <a:lnTo>
                  <a:pt x="2874268" y="3297067"/>
                </a:lnTo>
                <a:cubicBezTo>
                  <a:pt x="2874268" y="3561640"/>
                  <a:pt x="2659789" y="3776118"/>
                  <a:pt x="2395216" y="3776118"/>
                </a:cubicBezTo>
                <a:lnTo>
                  <a:pt x="479052" y="3776118"/>
                </a:lnTo>
                <a:cubicBezTo>
                  <a:pt x="214479" y="3776118"/>
                  <a:pt x="0" y="3561640"/>
                  <a:pt x="0" y="3297067"/>
                </a:cubicBezTo>
                <a:lnTo>
                  <a:pt x="0" y="479052"/>
                </a:lnTo>
              </a:path>
            </a:pathLst>
          </a:custGeom>
          <a:noFill xmlns:a="http://schemas.openxmlformats.org/drawingml/2006/main"/>
          <a:ln xmlns:a="http://schemas.openxmlformats.org/drawingml/2006/main" w="21089">
            <a:solidFill>
              <a:srgbClr val="196B24"/>
            </a:solidFill>
            <a:prstDash val="solid"/>
          </a:ln>
        </p:spPr>
      </p:sp>
      <p:sp>
        <p:nvSpPr>
          <p:cNvPr id="76" name="pdf-text-34-0">
            <a:extLst xmlns:a="http://schemas.openxmlformats.org/drawingml/2006/main">
              <a:ext uri="{FF2B5EF4-FFF2-40B4-BE49-F238E27FC236}">
                <a16:creationId xmlns:a16="http://schemas.microsoft.com/office/drawing/2014/main" id="{7338D066-3665-4B06-8970-2D2C9B0FB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43147" y="229264"/>
            <a:ext cx="2274046" cy="223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428" b="1" i="0">
                <a:solidFill>
                  <a:srgbClr val="196B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8" b="1" i="0">
                <a:solidFill>
                  <a:srgbClr val="196B24"/>
                </a:solidFill>
                <a:latin typeface="Arial"/>
                <a:ea typeface="Arial"/>
                <a:cs typeface="Arial"/>
              </a:defRPr>
            </a:pPr>
            <a:r>
              <a:rPr sz="1428" b="1" i="0">
                <a:solidFill>
                  <a:srgbClr val="196B24"/>
                </a:solidFill>
                <a:latin typeface="Arial"/>
                <a:ea typeface="Arial"/>
                <a:cs typeface="Arial"/>
              </a:rPr>
              <a:t>Sim2Real Deployment</a:t>
            </a:r>
          </a:p>
        </p:txBody>
      </p:sp>
      <p:sp>
        <p:nvSpPr>
          <p:cNvPr id="77" name="pdf-path-73-part-0">
            <a:extLst xmlns:a="http://schemas.openxmlformats.org/drawingml/2006/main">
              <a:ext uri="{FF2B5EF4-FFF2-40B4-BE49-F238E27FC236}">
                <a16:creationId xmlns:a16="http://schemas.microsoft.com/office/drawing/2014/main" id="{EE11ABD3-6544-4187-8507-FA441B07B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16364" y="1920344"/>
            <a:ext cx="329649" cy="53031"/>
          </a:xfrm>
          <a:custGeom xmlns:a="http://schemas.openxmlformats.org/drawingml/2006/main">
            <a:pathLst>
              <a:path w="329649" h="53031">
                <a:moveTo>
                  <a:pt x="26" y="0"/>
                </a:moveTo>
                <a:lnTo>
                  <a:pt x="259366" y="326"/>
                </a:lnTo>
                <a:lnTo>
                  <a:pt x="259339" y="21416"/>
                </a:lnTo>
                <a:lnTo>
                  <a:pt x="0" y="21089"/>
                </a:lnTo>
                <a:lnTo>
                  <a:pt x="26" y="0"/>
                </a:lnTo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pdf-path-73-part-1">
            <a:extLst xmlns:a="http://schemas.openxmlformats.org/drawingml/2006/main">
              <a:ext uri="{FF2B5EF4-FFF2-40B4-BE49-F238E27FC236}">
                <a16:creationId xmlns:a16="http://schemas.microsoft.com/office/drawing/2014/main" id="{11FE659C-530F-44F9-9051-B83DAF0AD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16364" y="1920344"/>
            <a:ext cx="329649" cy="53031"/>
          </a:xfrm>
          <a:custGeom xmlns:a="http://schemas.openxmlformats.org/drawingml/2006/main">
            <a:pathLst>
              <a:path w="329649" h="53031">
                <a:moveTo>
                  <a:pt x="245345" y="-31326"/>
                </a:moveTo>
                <a:lnTo>
                  <a:pt x="329649" y="10958"/>
                </a:lnTo>
                <a:lnTo>
                  <a:pt x="245239" y="53031"/>
                </a:lnTo>
                <a:lnTo>
                  <a:pt x="245345" y="-31326"/>
                </a:lnTo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pdf-path-74-part-0">
            <a:extLst xmlns:a="http://schemas.openxmlformats.org/drawingml/2006/main">
              <a:ext uri="{FF2B5EF4-FFF2-40B4-BE49-F238E27FC236}">
                <a16:creationId xmlns:a16="http://schemas.microsoft.com/office/drawing/2014/main" id="{CD400847-B2D5-4EE2-BA52-F63707397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16375" y="3820482"/>
            <a:ext cx="1776529" cy="477496"/>
          </a:xfrm>
          <a:custGeom xmlns:a="http://schemas.openxmlformats.org/drawingml/2006/main">
            <a:pathLst>
              <a:path w="1776529" h="477496">
                <a:moveTo>
                  <a:pt x="0" y="477496"/>
                </a:moveTo>
                <a:lnTo>
                  <a:pt x="1776529" y="477496"/>
                </a:lnTo>
                <a:lnTo>
                  <a:pt x="1776529" y="70297"/>
                </a:lnTo>
                <a:lnTo>
                  <a:pt x="1755440" y="70297"/>
                </a:lnTo>
                <a:lnTo>
                  <a:pt x="1755440" y="466952"/>
                </a:lnTo>
                <a:lnTo>
                  <a:pt x="1765984" y="456407"/>
                </a:lnTo>
                <a:lnTo>
                  <a:pt x="0" y="456407"/>
                </a:lnTo>
                <a:lnTo>
                  <a:pt x="0" y="477496"/>
                </a:lnTo>
              </a:path>
            </a:pathLst>
          </a:custGeom>
          <a:solidFill xmlns:a="http://schemas.openxmlformats.org/drawingml/2006/main">
            <a:srgbClr val="E971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pdf-path-74-part-1">
            <a:extLst xmlns:a="http://schemas.openxmlformats.org/drawingml/2006/main">
              <a:ext uri="{FF2B5EF4-FFF2-40B4-BE49-F238E27FC236}">
                <a16:creationId xmlns:a16="http://schemas.microsoft.com/office/drawing/2014/main" id="{BC1DD6D6-5D4F-43D5-A66A-160C5C103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16375" y="3820482"/>
            <a:ext cx="1776529" cy="477496"/>
          </a:xfrm>
          <a:custGeom xmlns:a="http://schemas.openxmlformats.org/drawingml/2006/main">
            <a:pathLst>
              <a:path w="1776529" h="477496">
                <a:moveTo>
                  <a:pt x="1808163" y="84357"/>
                </a:moveTo>
                <a:lnTo>
                  <a:pt x="1765984" y="0"/>
                </a:lnTo>
                <a:lnTo>
                  <a:pt x="1723806" y="84357"/>
                </a:lnTo>
                <a:lnTo>
                  <a:pt x="1808163" y="84357"/>
                </a:lnTo>
              </a:path>
            </a:pathLst>
          </a:custGeom>
          <a:solidFill xmlns:a="http://schemas.openxmlformats.org/drawingml/2006/main">
            <a:srgbClr val="E971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pdf-path-75">
            <a:extLst xmlns:a="http://schemas.openxmlformats.org/drawingml/2006/main">
              <a:ext uri="{FF2B5EF4-FFF2-40B4-BE49-F238E27FC236}">
                <a16:creationId xmlns:a16="http://schemas.microsoft.com/office/drawing/2014/main" id="{6999BAF8-8402-4857-A16B-916F4ADB1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86875" y="706947"/>
            <a:ext cx="1254616" cy="1355845"/>
          </a:xfrm>
          <a:custGeom xmlns:a="http://schemas.openxmlformats.org/drawingml/2006/main">
            <a:pathLst>
              <a:path w="1254616" h="1355845">
                <a:moveTo>
                  <a:pt x="0" y="209106"/>
                </a:moveTo>
                <a:cubicBezTo>
                  <a:pt x="0" y="93620"/>
                  <a:pt x="93620" y="0"/>
                  <a:pt x="209106" y="0"/>
                </a:cubicBezTo>
                <a:lnTo>
                  <a:pt x="1045510" y="0"/>
                </a:lnTo>
                <a:cubicBezTo>
                  <a:pt x="1160996" y="0"/>
                  <a:pt x="1254616" y="93620"/>
                  <a:pt x="1254616" y="209106"/>
                </a:cubicBezTo>
                <a:lnTo>
                  <a:pt x="1254616" y="1146738"/>
                </a:lnTo>
                <a:cubicBezTo>
                  <a:pt x="1254616" y="1262224"/>
                  <a:pt x="1160996" y="1355845"/>
                  <a:pt x="1045510" y="1355845"/>
                </a:cubicBezTo>
                <a:lnTo>
                  <a:pt x="209106" y="1355845"/>
                </a:lnTo>
                <a:cubicBezTo>
                  <a:pt x="93620" y="1355845"/>
                  <a:pt x="0" y="1262224"/>
                  <a:pt x="0" y="1146738"/>
                </a:cubicBezTo>
                <a:lnTo>
                  <a:pt x="0" y="209106"/>
                </a:lnTo>
              </a:path>
            </a:pathLst>
          </a:custGeom>
          <a:noFill xmlns:a="http://schemas.openxmlformats.org/drawingml/2006/main"/>
          <a:ln xmlns:a="http://schemas.openxmlformats.org/drawingml/2006/main" w="21089">
            <a:solidFill>
              <a:srgbClr val="A02B93"/>
            </a:solidFill>
            <a:prstDash val="dash"/>
          </a:ln>
        </p:spPr>
      </p:sp>
      <p:sp>
        <p:nvSpPr>
          <p:cNvPr id="82" name="pdf-path-76-part-0">
            <a:extLst xmlns:a="http://schemas.openxmlformats.org/drawingml/2006/main">
              <a:ext uri="{FF2B5EF4-FFF2-40B4-BE49-F238E27FC236}">
                <a16:creationId xmlns:a16="http://schemas.microsoft.com/office/drawing/2014/main" id="{05BF7065-25EA-4F58-B12F-500C3F875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80053" y="2943337"/>
            <a:ext cx="254478" cy="363831"/>
          </a:xfrm>
          <a:custGeom xmlns:a="http://schemas.openxmlformats.org/drawingml/2006/main">
            <a:pathLst>
              <a:path w="254478" h="363831">
                <a:moveTo>
                  <a:pt x="17384" y="0"/>
                </a:moveTo>
                <a:lnTo>
                  <a:pt x="223372" y="299915"/>
                </a:lnTo>
                <a:lnTo>
                  <a:pt x="205987" y="311854"/>
                </a:lnTo>
                <a:lnTo>
                  <a:pt x="0" y="11939"/>
                </a:lnTo>
                <a:lnTo>
                  <a:pt x="17384" y="0"/>
                </a:lnTo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pdf-path-76-part-1">
            <a:extLst xmlns:a="http://schemas.openxmlformats.org/drawingml/2006/main">
              <a:ext uri="{FF2B5EF4-FFF2-40B4-BE49-F238E27FC236}">
                <a16:creationId xmlns:a16="http://schemas.microsoft.com/office/drawing/2014/main" id="{71FC1AB6-B1C1-4230-ADB3-DEE5270EC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80053" y="2943337"/>
            <a:ext cx="254478" cy="363831"/>
          </a:xfrm>
          <a:custGeom xmlns:a="http://schemas.openxmlformats.org/drawingml/2006/main">
            <a:pathLst>
              <a:path w="254478" h="363831">
                <a:moveTo>
                  <a:pt x="241488" y="270416"/>
                </a:moveTo>
                <a:lnTo>
                  <a:pt x="254478" y="363831"/>
                </a:lnTo>
                <a:lnTo>
                  <a:pt x="171952" y="318174"/>
                </a:lnTo>
                <a:lnTo>
                  <a:pt x="241488" y="270416"/>
                </a:lnTo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pdf-path-77">
            <a:extLst xmlns:a="http://schemas.openxmlformats.org/drawingml/2006/main">
              <a:ext uri="{FF2B5EF4-FFF2-40B4-BE49-F238E27FC236}">
                <a16:creationId xmlns:a16="http://schemas.microsoft.com/office/drawing/2014/main" id="{8A8FDB63-BB6B-4041-9E10-B04BD2949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55895" y="502958"/>
            <a:ext cx="1116579" cy="377305"/>
          </a:xfrm>
          <a:custGeom xmlns:a="http://schemas.openxmlformats.org/drawingml/2006/main">
            <a:pathLst>
              <a:path w="1116579" h="377305">
                <a:moveTo>
                  <a:pt x="0" y="0"/>
                </a:moveTo>
                <a:lnTo>
                  <a:pt x="1116579" y="0"/>
                </a:lnTo>
                <a:lnTo>
                  <a:pt x="1116579" y="377305"/>
                </a:lnTo>
                <a:lnTo>
                  <a:pt x="0" y="37730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pdf-text-36-0">
            <a:extLst xmlns:a="http://schemas.openxmlformats.org/drawingml/2006/main">
              <a:ext uri="{FF2B5EF4-FFF2-40B4-BE49-F238E27FC236}">
                <a16:creationId xmlns:a16="http://schemas.microsoft.com/office/drawing/2014/main" id="{874266B3-9B5F-42E1-ADA1-60E922524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32072" y="591231"/>
            <a:ext cx="765578" cy="223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42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Layouts</a:t>
            </a:r>
          </a:p>
        </p:txBody>
      </p:sp>
      <p:sp>
        <p:nvSpPr>
          <p:cNvPr id="86" name="pdf-path-79-part-0">
            <a:extLst xmlns:a="http://schemas.openxmlformats.org/drawingml/2006/main">
              <a:ext uri="{FF2B5EF4-FFF2-40B4-BE49-F238E27FC236}">
                <a16:creationId xmlns:a16="http://schemas.microsoft.com/office/drawing/2014/main" id="{39D8E5AC-EE61-4A66-905A-635DA3693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90221" y="1384869"/>
            <a:ext cx="714343" cy="554898"/>
          </a:xfrm>
          <a:custGeom xmlns:a="http://schemas.openxmlformats.org/drawingml/2006/main">
            <a:pathLst>
              <a:path w="714343" h="554898">
                <a:moveTo>
                  <a:pt x="12889" y="554898"/>
                </a:moveTo>
                <a:lnTo>
                  <a:pt x="665144" y="51307"/>
                </a:lnTo>
                <a:lnTo>
                  <a:pt x="652256" y="34615"/>
                </a:lnTo>
                <a:lnTo>
                  <a:pt x="0" y="538205"/>
                </a:lnTo>
                <a:lnTo>
                  <a:pt x="12889" y="554898"/>
                </a:lnTo>
              </a:path>
            </a:pathLst>
          </a:custGeom>
          <a:solidFill xmlns:a="http://schemas.openxmlformats.org/drawingml/2006/main">
            <a:srgbClr val="4E95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pdf-path-79-part-1">
            <a:extLst xmlns:a="http://schemas.openxmlformats.org/drawingml/2006/main">
              <a:ext uri="{FF2B5EF4-FFF2-40B4-BE49-F238E27FC236}">
                <a16:creationId xmlns:a16="http://schemas.microsoft.com/office/drawing/2014/main" id="{0ACE2617-8514-45B7-BE1B-45BB4FA70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90221" y="1384869"/>
            <a:ext cx="714343" cy="554898"/>
          </a:xfrm>
          <a:custGeom xmlns:a="http://schemas.openxmlformats.org/drawingml/2006/main">
            <a:pathLst>
              <a:path w="714343" h="554898">
                <a:moveTo>
                  <a:pt x="673348" y="84939"/>
                </a:moveTo>
                <a:lnTo>
                  <a:pt x="714343" y="0"/>
                </a:lnTo>
                <a:lnTo>
                  <a:pt x="621796" y="18168"/>
                </a:lnTo>
                <a:lnTo>
                  <a:pt x="673348" y="84939"/>
                </a:lnTo>
              </a:path>
            </a:pathLst>
          </a:custGeom>
          <a:solidFill xmlns:a="http://schemas.openxmlformats.org/drawingml/2006/main">
            <a:srgbClr val="4E95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pdf-path-80-part-0">
            <a:extLst xmlns:a="http://schemas.openxmlformats.org/drawingml/2006/main">
              <a:ext uri="{FF2B5EF4-FFF2-40B4-BE49-F238E27FC236}">
                <a16:creationId xmlns:a16="http://schemas.microsoft.com/office/drawing/2014/main" id="{68F33BC7-1293-4435-A034-312BB2A6F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87736" y="1925280"/>
            <a:ext cx="683418" cy="1079453"/>
          </a:xfrm>
          <a:custGeom xmlns:a="http://schemas.openxmlformats.org/drawingml/2006/main">
            <a:pathLst>
              <a:path w="683418" h="1079453">
                <a:moveTo>
                  <a:pt x="17859" y="0"/>
                </a:moveTo>
                <a:lnTo>
                  <a:pt x="654956" y="1014315"/>
                </a:lnTo>
                <a:lnTo>
                  <a:pt x="637098" y="1025533"/>
                </a:lnTo>
                <a:lnTo>
                  <a:pt x="0" y="11217"/>
                </a:lnTo>
                <a:lnTo>
                  <a:pt x="17859" y="0"/>
                </a:lnTo>
              </a:path>
            </a:pathLst>
          </a:custGeom>
          <a:solidFill xmlns:a="http://schemas.openxmlformats.org/drawingml/2006/main">
            <a:srgbClr val="4E95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pdf-path-80-part-1">
            <a:extLst xmlns:a="http://schemas.openxmlformats.org/drawingml/2006/main">
              <a:ext uri="{FF2B5EF4-FFF2-40B4-BE49-F238E27FC236}">
                <a16:creationId xmlns:a16="http://schemas.microsoft.com/office/drawing/2014/main" id="{E8A4B438-04E8-437C-94EC-3FAF74997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87736" y="1925280"/>
            <a:ext cx="683418" cy="1079453"/>
          </a:xfrm>
          <a:custGeom xmlns:a="http://schemas.openxmlformats.org/drawingml/2006/main">
            <a:pathLst>
              <a:path w="683418" h="1079453">
                <a:moveTo>
                  <a:pt x="674267" y="985585"/>
                </a:moveTo>
                <a:lnTo>
                  <a:pt x="683418" y="1079453"/>
                </a:lnTo>
                <a:lnTo>
                  <a:pt x="602832" y="1030452"/>
                </a:lnTo>
                <a:lnTo>
                  <a:pt x="674267" y="985585"/>
                </a:lnTo>
              </a:path>
            </a:pathLst>
          </a:custGeom>
          <a:solidFill xmlns:a="http://schemas.openxmlformats.org/drawingml/2006/main">
            <a:srgbClr val="4E95D9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0B02F434-BA21-4260-B871-9D2B81CCE6D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89fa4302614ee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20107" y="2582481"/>
            <a:ext cx="1113510" cy="932526"/>
          </a:xfrm>
          <a:prstGeom xmlns:a="http://schemas.openxmlformats.org/drawingml/2006/main" prst="rect">
            <a:avLst/>
          </a:prstGeom>
        </p:spPr>
      </p:pic>
      <p:sp>
        <p:nvSpPr>
          <p:cNvPr id="91" name="pdf-raster-7">
            <a:extLst xmlns:a="http://schemas.openxmlformats.org/drawingml/2006/main">
              <a:ext uri="{FF2B5EF4-FFF2-40B4-BE49-F238E27FC236}">
                <a16:creationId xmlns:a16="http://schemas.microsoft.com/office/drawing/2014/main" id="{BE58FE32-83F7-41AD-B294-27D562131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20107" y="2582481"/>
            <a:ext cx="1113510" cy="9325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2" name="pdf-path-82">
            <a:extLst xmlns:a="http://schemas.openxmlformats.org/drawingml/2006/main">
              <a:ext uri="{FF2B5EF4-FFF2-40B4-BE49-F238E27FC236}">
                <a16:creationId xmlns:a16="http://schemas.microsoft.com/office/drawing/2014/main" id="{CE48C131-0FC3-4645-8AB2-CCCF837CB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25525" y="2406355"/>
            <a:ext cx="1309832" cy="1205536"/>
          </a:xfrm>
          <a:custGeom xmlns:a="http://schemas.openxmlformats.org/drawingml/2006/main">
            <a:pathLst>
              <a:path w="1309832" h="1205536">
                <a:moveTo>
                  <a:pt x="0" y="200927"/>
                </a:moveTo>
                <a:cubicBezTo>
                  <a:pt x="0" y="89958"/>
                  <a:pt x="89958" y="0"/>
                  <a:pt x="200927" y="0"/>
                </a:cubicBezTo>
                <a:lnTo>
                  <a:pt x="1108905" y="0"/>
                </a:lnTo>
                <a:cubicBezTo>
                  <a:pt x="1219873" y="0"/>
                  <a:pt x="1309832" y="89958"/>
                  <a:pt x="1309832" y="200927"/>
                </a:cubicBezTo>
                <a:lnTo>
                  <a:pt x="1309832" y="1004609"/>
                </a:lnTo>
                <a:cubicBezTo>
                  <a:pt x="1309832" y="1115577"/>
                  <a:pt x="1219873" y="1205536"/>
                  <a:pt x="1108905" y="1205536"/>
                </a:cubicBezTo>
                <a:lnTo>
                  <a:pt x="200927" y="1205536"/>
                </a:lnTo>
                <a:cubicBezTo>
                  <a:pt x="89958" y="1205536"/>
                  <a:pt x="0" y="1115577"/>
                  <a:pt x="0" y="1004609"/>
                </a:cubicBezTo>
                <a:lnTo>
                  <a:pt x="0" y="200927"/>
                </a:lnTo>
              </a:path>
            </a:pathLst>
          </a:custGeom>
          <a:noFill xmlns:a="http://schemas.openxmlformats.org/drawingml/2006/main"/>
          <a:ln xmlns:a="http://schemas.openxmlformats.org/drawingml/2006/main" w="21089">
            <a:solidFill>
              <a:srgbClr val="A02B93"/>
            </a:solidFill>
            <a:prstDash val="dash"/>
          </a:ln>
        </p:spPr>
      </p:sp>
      <p:sp>
        <p:nvSpPr>
          <p:cNvPr id="93" name="pdf-path-83">
            <a:extLst xmlns:a="http://schemas.openxmlformats.org/drawingml/2006/main">
              <a:ext uri="{FF2B5EF4-FFF2-40B4-BE49-F238E27FC236}">
                <a16:creationId xmlns:a16="http://schemas.microsoft.com/office/drawing/2014/main" id="{24CA464C-CA2A-4514-A37A-8DA309608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20313" y="2236107"/>
            <a:ext cx="996943" cy="374238"/>
          </a:xfrm>
          <a:custGeom xmlns:a="http://schemas.openxmlformats.org/drawingml/2006/main">
            <a:pathLst>
              <a:path w="996943" h="374238">
                <a:moveTo>
                  <a:pt x="0" y="0"/>
                </a:moveTo>
                <a:lnTo>
                  <a:pt x="996943" y="0"/>
                </a:lnTo>
                <a:lnTo>
                  <a:pt x="996943" y="374238"/>
                </a:lnTo>
                <a:lnTo>
                  <a:pt x="0" y="374238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pdf-text-37-0">
            <a:extLst xmlns:a="http://schemas.openxmlformats.org/drawingml/2006/main">
              <a:ext uri="{FF2B5EF4-FFF2-40B4-BE49-F238E27FC236}">
                <a16:creationId xmlns:a16="http://schemas.microsoft.com/office/drawing/2014/main" id="{7FAB14AF-F05F-4FBD-9CFB-261EF6741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16973" y="2324381"/>
            <a:ext cx="604890" cy="223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42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Scene</a:t>
            </a:r>
          </a:p>
        </p:txBody>
      </p:sp>
      <p:sp>
        <p:nvSpPr>
          <p:cNvPr id="95" name="pdf-path-85-part-0">
            <a:extLst xmlns:a="http://schemas.openxmlformats.org/drawingml/2006/main">
              <a:ext uri="{FF2B5EF4-FFF2-40B4-BE49-F238E27FC236}">
                <a16:creationId xmlns:a16="http://schemas.microsoft.com/office/drawing/2014/main" id="{7A246A16-7346-43BE-98C0-CBD65D89D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76928" y="2062397"/>
            <a:ext cx="53214" cy="174211"/>
          </a:xfrm>
          <a:custGeom xmlns:a="http://schemas.openxmlformats.org/drawingml/2006/main">
            <a:pathLst>
              <a:path w="53214" h="174211">
                <a:moveTo>
                  <a:pt x="49326" y="0"/>
                </a:moveTo>
                <a:lnTo>
                  <a:pt x="53214" y="103568"/>
                </a:lnTo>
                <a:lnTo>
                  <a:pt x="32139" y="104360"/>
                </a:lnTo>
                <a:lnTo>
                  <a:pt x="28252" y="790"/>
                </a:lnTo>
                <a:lnTo>
                  <a:pt x="49326" y="0"/>
                </a:lnTo>
              </a:path>
            </a:pathLst>
          </a:custGeom>
          <a:solidFill xmlns:a="http://schemas.openxmlformats.org/drawingml/2006/main">
            <a:srgbClr val="A02B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pdf-path-85-part-1">
            <a:extLst xmlns:a="http://schemas.openxmlformats.org/drawingml/2006/main">
              <a:ext uri="{FF2B5EF4-FFF2-40B4-BE49-F238E27FC236}">
                <a16:creationId xmlns:a16="http://schemas.microsoft.com/office/drawing/2014/main" id="{C5783429-3D57-46A5-9D67-CE2E054C9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76928" y="2062397"/>
            <a:ext cx="53214" cy="174211"/>
          </a:xfrm>
          <a:custGeom xmlns:a="http://schemas.openxmlformats.org/drawingml/2006/main">
            <a:pathLst>
              <a:path w="53214" h="174211">
                <a:moveTo>
                  <a:pt x="84298" y="88333"/>
                </a:moveTo>
                <a:lnTo>
                  <a:pt x="45313" y="174211"/>
                </a:lnTo>
                <a:lnTo>
                  <a:pt x="0" y="91496"/>
                </a:lnTo>
                <a:lnTo>
                  <a:pt x="84298" y="88333"/>
                </a:lnTo>
              </a:path>
            </a:pathLst>
          </a:custGeom>
          <a:solidFill xmlns:a="http://schemas.openxmlformats.org/drawingml/2006/main">
            <a:srgbClr val="A02B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pdf-path-86-part-0">
            <a:extLst xmlns:a="http://schemas.openxmlformats.org/drawingml/2006/main">
              <a:ext uri="{FF2B5EF4-FFF2-40B4-BE49-F238E27FC236}">
                <a16:creationId xmlns:a16="http://schemas.microsoft.com/office/drawing/2014/main" id="{FA9F6477-8ED0-40C1-B3E9-84CFE38F8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94826" y="1981088"/>
            <a:ext cx="336408" cy="284214"/>
          </a:xfrm>
          <a:custGeom xmlns:a="http://schemas.openxmlformats.org/drawingml/2006/main">
            <a:pathLst>
              <a:path w="336408" h="284214">
                <a:moveTo>
                  <a:pt x="13542" y="0"/>
                </a:moveTo>
                <a:lnTo>
                  <a:pt x="289290" y="230989"/>
                </a:lnTo>
                <a:lnTo>
                  <a:pt x="275748" y="247156"/>
                </a:lnTo>
                <a:lnTo>
                  <a:pt x="0" y="16168"/>
                </a:lnTo>
                <a:lnTo>
                  <a:pt x="13542" y="0"/>
                </a:lnTo>
              </a:path>
            </a:pathLst>
          </a:custGeom>
          <a:solidFill xmlns:a="http://schemas.openxmlformats.org/drawingml/2006/main">
            <a:srgbClr val="A02B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pdf-path-86-part-1">
            <a:extLst xmlns:a="http://schemas.openxmlformats.org/drawingml/2006/main">
              <a:ext uri="{FF2B5EF4-FFF2-40B4-BE49-F238E27FC236}">
                <a16:creationId xmlns:a16="http://schemas.microsoft.com/office/drawing/2014/main" id="{EC3CFCE8-C0F3-4495-A60C-FF47D8C76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94826" y="1981088"/>
            <a:ext cx="336408" cy="284214"/>
          </a:xfrm>
          <a:custGeom xmlns:a="http://schemas.openxmlformats.org/drawingml/2006/main">
            <a:pathLst>
              <a:path w="336408" h="284214">
                <a:moveTo>
                  <a:pt x="298826" y="197711"/>
                </a:moveTo>
                <a:lnTo>
                  <a:pt x="336408" y="284214"/>
                </a:lnTo>
                <a:lnTo>
                  <a:pt x="244656" y="262377"/>
                </a:lnTo>
                <a:lnTo>
                  <a:pt x="298826" y="197711"/>
                </a:lnTo>
              </a:path>
            </a:pathLst>
          </a:custGeom>
          <a:solidFill xmlns:a="http://schemas.openxmlformats.org/drawingml/2006/main">
            <a:srgbClr val="A02B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pdf-path-87-part-0">
            <a:extLst xmlns:a="http://schemas.openxmlformats.org/drawingml/2006/main">
              <a:ext uri="{FF2B5EF4-FFF2-40B4-BE49-F238E27FC236}">
                <a16:creationId xmlns:a16="http://schemas.microsoft.com/office/drawing/2014/main" id="{5AC0687A-9830-45B2-82A4-1B9446F46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58510" y="2993977"/>
            <a:ext cx="266966" cy="55143"/>
          </a:xfrm>
          <a:custGeom xmlns:a="http://schemas.openxmlformats.org/drawingml/2006/main">
            <a:pathLst>
              <a:path w="266966" h="55143">
                <a:moveTo>
                  <a:pt x="281" y="0"/>
                </a:moveTo>
                <a:lnTo>
                  <a:pt x="196814" y="2611"/>
                </a:lnTo>
                <a:lnTo>
                  <a:pt x="196533" y="23699"/>
                </a:lnTo>
                <a:lnTo>
                  <a:pt x="0" y="21088"/>
                </a:lnTo>
                <a:lnTo>
                  <a:pt x="281" y="0"/>
                </a:lnTo>
              </a:path>
            </a:pathLst>
          </a:custGeom>
          <a:solidFill xmlns:a="http://schemas.openxmlformats.org/drawingml/2006/main">
            <a:srgbClr val="A02B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pdf-path-87-part-1">
            <a:extLst xmlns:a="http://schemas.openxmlformats.org/drawingml/2006/main">
              <a:ext uri="{FF2B5EF4-FFF2-40B4-BE49-F238E27FC236}">
                <a16:creationId xmlns:a16="http://schemas.microsoft.com/office/drawing/2014/main" id="{69A0ACBE-6835-49DE-B770-1160897FF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58510" y="2993977"/>
            <a:ext cx="266966" cy="55143"/>
          </a:xfrm>
          <a:custGeom xmlns:a="http://schemas.openxmlformats.org/drawingml/2006/main">
            <a:pathLst>
              <a:path w="266966" h="55143">
                <a:moveTo>
                  <a:pt x="183175" y="-29207"/>
                </a:moveTo>
                <a:lnTo>
                  <a:pt x="266966" y="14088"/>
                </a:lnTo>
                <a:lnTo>
                  <a:pt x="182054" y="55143"/>
                </a:lnTo>
                <a:lnTo>
                  <a:pt x="183175" y="-29207"/>
                </a:lnTo>
              </a:path>
            </a:pathLst>
          </a:custGeom>
          <a:solidFill xmlns:a="http://schemas.openxmlformats.org/drawingml/2006/main">
            <a:srgbClr val="A02B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pdf-path-88-part-0">
            <a:extLst xmlns:a="http://schemas.openxmlformats.org/drawingml/2006/main">
              <a:ext uri="{FF2B5EF4-FFF2-40B4-BE49-F238E27FC236}">
                <a16:creationId xmlns:a16="http://schemas.microsoft.com/office/drawing/2014/main" id="{4ED1C7D5-A3C1-434C-B3F7-964070012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45788" y="931644"/>
            <a:ext cx="1823729" cy="1009328"/>
          </a:xfrm>
          <a:custGeom xmlns:a="http://schemas.openxmlformats.org/drawingml/2006/main">
            <a:pathLst>
              <a:path w="1823729" h="1009328">
                <a:moveTo>
                  <a:pt x="0" y="1009328"/>
                </a:moveTo>
                <a:lnTo>
                  <a:pt x="115153" y="1009328"/>
                </a:lnTo>
                <a:lnTo>
                  <a:pt x="115153" y="42178"/>
                </a:lnTo>
                <a:lnTo>
                  <a:pt x="104609" y="52723"/>
                </a:lnTo>
                <a:lnTo>
                  <a:pt x="1753432" y="52723"/>
                </a:lnTo>
                <a:lnTo>
                  <a:pt x="1753432" y="31634"/>
                </a:lnTo>
                <a:lnTo>
                  <a:pt x="94064" y="31634"/>
                </a:lnTo>
                <a:lnTo>
                  <a:pt x="94064" y="998783"/>
                </a:lnTo>
                <a:lnTo>
                  <a:pt x="104609" y="988239"/>
                </a:lnTo>
                <a:lnTo>
                  <a:pt x="0" y="988239"/>
                </a:lnTo>
                <a:lnTo>
                  <a:pt x="0" y="1009328"/>
                </a:lnTo>
              </a:path>
            </a:pathLst>
          </a:custGeom>
          <a:solidFill xmlns:a="http://schemas.openxmlformats.org/drawingml/2006/main">
            <a:srgbClr val="A02B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pdf-path-88-part-1">
            <a:extLst xmlns:a="http://schemas.openxmlformats.org/drawingml/2006/main">
              <a:ext uri="{FF2B5EF4-FFF2-40B4-BE49-F238E27FC236}">
                <a16:creationId xmlns:a16="http://schemas.microsoft.com/office/drawing/2014/main" id="{830BE052-9747-4AEA-A06B-EE827069B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45788" y="931644"/>
            <a:ext cx="1823729" cy="1009328"/>
          </a:xfrm>
          <a:custGeom xmlns:a="http://schemas.openxmlformats.org/drawingml/2006/main">
            <a:pathLst>
              <a:path w="1823729" h="1009328">
                <a:moveTo>
                  <a:pt x="1739372" y="84357"/>
                </a:moveTo>
                <a:lnTo>
                  <a:pt x="1823729" y="42178"/>
                </a:lnTo>
                <a:lnTo>
                  <a:pt x="1739372" y="0"/>
                </a:lnTo>
                <a:lnTo>
                  <a:pt x="1739372" y="84357"/>
                </a:lnTo>
              </a:path>
            </a:pathLst>
          </a:custGeom>
          <a:solidFill xmlns:a="http://schemas.openxmlformats.org/drawingml/2006/main">
            <a:srgbClr val="A02B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pdf-path-89">
            <a:extLst xmlns:a="http://schemas.openxmlformats.org/drawingml/2006/main">
              <a:ext uri="{FF2B5EF4-FFF2-40B4-BE49-F238E27FC236}">
                <a16:creationId xmlns:a16="http://schemas.microsoft.com/office/drawing/2014/main" id="{48AD942C-216B-4E22-A2AD-C09621DFE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0968" y="3099613"/>
            <a:ext cx="592032" cy="407980"/>
          </a:xfrm>
          <a:custGeom xmlns:a="http://schemas.openxmlformats.org/drawingml/2006/main">
            <a:pathLst>
              <a:path w="592032" h="407980">
                <a:moveTo>
                  <a:pt x="0" y="0"/>
                </a:moveTo>
                <a:lnTo>
                  <a:pt x="592032" y="0"/>
                </a:lnTo>
                <a:lnTo>
                  <a:pt x="592032" y="407980"/>
                </a:lnTo>
                <a:lnTo>
                  <a:pt x="0" y="40798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089">
            <a:solidFill>
              <a:srgbClr val="042433"/>
            </a:solidFill>
            <a:prstDash val="solid"/>
          </a:ln>
        </p:spPr>
      </p:sp>
      <p:sp>
        <p:nvSpPr>
          <p:cNvPr id="104" name="pdf-text-38-0">
            <a:extLst xmlns:a="http://schemas.openxmlformats.org/drawingml/2006/main">
              <a:ext uri="{FF2B5EF4-FFF2-40B4-BE49-F238E27FC236}">
                <a16:creationId xmlns:a16="http://schemas.microsoft.com/office/drawing/2014/main" id="{6453871D-EC20-40B5-ABD8-54CBFC8BC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47876" y="3204759"/>
            <a:ext cx="282118" cy="223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42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DA</a:t>
            </a:r>
          </a:p>
        </p:txBody>
      </p:sp>
      <p:sp>
        <p:nvSpPr>
          <p:cNvPr id="105" name="pdf-text-39-0">
            <a:extLst xmlns:a="http://schemas.openxmlformats.org/drawingml/2006/main">
              <a:ext uri="{FF2B5EF4-FFF2-40B4-BE49-F238E27FC236}">
                <a16:creationId xmlns:a16="http://schemas.microsoft.com/office/drawing/2014/main" id="{160BAE39-7E31-44D7-A8C2-6780DD511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0899" y="1843730"/>
            <a:ext cx="208234" cy="2546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62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62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2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…</a:t>
            </a:r>
          </a:p>
        </p:txBody>
      </p:sp>
      <p:sp>
        <p:nvSpPr>
          <p:cNvPr id="106" name="pdf-path-92-part-0">
            <a:extLst xmlns:a="http://schemas.openxmlformats.org/drawingml/2006/main">
              <a:ext uri="{FF2B5EF4-FFF2-40B4-BE49-F238E27FC236}">
                <a16:creationId xmlns:a16="http://schemas.microsoft.com/office/drawing/2014/main" id="{41083E64-56FC-4B85-96A5-CD9715782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01026" y="2708698"/>
            <a:ext cx="578016" cy="391755"/>
          </a:xfrm>
          <a:custGeom xmlns:a="http://schemas.openxmlformats.org/drawingml/2006/main">
            <a:pathLst>
              <a:path w="578016" h="391755">
                <a:moveTo>
                  <a:pt x="0" y="0"/>
                </a:moveTo>
                <a:lnTo>
                  <a:pt x="578016" y="0"/>
                </a:lnTo>
                <a:lnTo>
                  <a:pt x="578016" y="321457"/>
                </a:lnTo>
                <a:lnTo>
                  <a:pt x="556926" y="321457"/>
                </a:lnTo>
                <a:lnTo>
                  <a:pt x="556926" y="10545"/>
                </a:lnTo>
                <a:lnTo>
                  <a:pt x="567471" y="21089"/>
                </a:lnTo>
                <a:lnTo>
                  <a:pt x="0" y="21089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pdf-path-92-part-1">
            <a:extLst xmlns:a="http://schemas.openxmlformats.org/drawingml/2006/main">
              <a:ext uri="{FF2B5EF4-FFF2-40B4-BE49-F238E27FC236}">
                <a16:creationId xmlns:a16="http://schemas.microsoft.com/office/drawing/2014/main" id="{386F3E34-50D8-4282-B99B-E061D48A8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01026" y="2708698"/>
            <a:ext cx="578016" cy="391755"/>
          </a:xfrm>
          <a:custGeom xmlns:a="http://schemas.openxmlformats.org/drawingml/2006/main">
            <a:pathLst>
              <a:path w="578016" h="391755">
                <a:moveTo>
                  <a:pt x="609650" y="307398"/>
                </a:moveTo>
                <a:lnTo>
                  <a:pt x="567471" y="391755"/>
                </a:lnTo>
                <a:lnTo>
                  <a:pt x="525293" y="307398"/>
                </a:lnTo>
                <a:lnTo>
                  <a:pt x="609650" y="307398"/>
                </a:lnTo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pdf-path-93-part-0">
            <a:extLst xmlns:a="http://schemas.openxmlformats.org/drawingml/2006/main">
              <a:ext uri="{FF2B5EF4-FFF2-40B4-BE49-F238E27FC236}">
                <a16:creationId xmlns:a16="http://schemas.microsoft.com/office/drawing/2014/main" id="{42DBF1AE-8443-4FC1-906F-804D4909D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88611" y="3264120"/>
            <a:ext cx="283374" cy="55445"/>
          </a:xfrm>
          <a:custGeom xmlns:a="http://schemas.openxmlformats.org/drawingml/2006/main">
            <a:pathLst>
              <a:path w="283374" h="55445">
                <a:moveTo>
                  <a:pt x="289" y="55445"/>
                </a:moveTo>
                <a:lnTo>
                  <a:pt x="213227" y="52525"/>
                </a:lnTo>
                <a:lnTo>
                  <a:pt x="212938" y="31438"/>
                </a:lnTo>
                <a:lnTo>
                  <a:pt x="0" y="34357"/>
                </a:lnTo>
                <a:lnTo>
                  <a:pt x="289" y="55445"/>
                </a:lnTo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" name="pdf-path-93-part-1">
            <a:extLst xmlns:a="http://schemas.openxmlformats.org/drawingml/2006/main">
              <a:ext uri="{FF2B5EF4-FFF2-40B4-BE49-F238E27FC236}">
                <a16:creationId xmlns:a16="http://schemas.microsoft.com/office/drawing/2014/main" id="{7C3531FC-F7F9-4C71-8494-134754E29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88611" y="3264120"/>
            <a:ext cx="283374" cy="55445"/>
          </a:xfrm>
          <a:custGeom xmlns:a="http://schemas.openxmlformats.org/drawingml/2006/main">
            <a:pathLst>
              <a:path w="283374" h="55445">
                <a:moveTo>
                  <a:pt x="199603" y="84349"/>
                </a:moveTo>
                <a:lnTo>
                  <a:pt x="283374" y="41018"/>
                </a:lnTo>
                <a:lnTo>
                  <a:pt x="198447" y="0"/>
                </a:lnTo>
                <a:lnTo>
                  <a:pt x="199603" y="84349"/>
                </a:lnTo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pdf-path-94">
            <a:extLst xmlns:a="http://schemas.openxmlformats.org/drawingml/2006/main">
              <a:ext uri="{FF2B5EF4-FFF2-40B4-BE49-F238E27FC236}">
                <a16:creationId xmlns:a16="http://schemas.microsoft.com/office/drawing/2014/main" id="{885EE71B-3EAD-4F49-B1AB-8AE801306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61167" y="1986103"/>
            <a:ext cx="2601258" cy="1625787"/>
          </a:xfrm>
          <a:custGeom xmlns:a="http://schemas.openxmlformats.org/drawingml/2006/main">
            <a:pathLst>
              <a:path w="2601258" h="1625787">
                <a:moveTo>
                  <a:pt x="0" y="270970"/>
                </a:moveTo>
                <a:cubicBezTo>
                  <a:pt x="0" y="121317"/>
                  <a:pt x="121317" y="0"/>
                  <a:pt x="270970" y="0"/>
                </a:cubicBezTo>
                <a:lnTo>
                  <a:pt x="2330287" y="0"/>
                </a:lnTo>
                <a:cubicBezTo>
                  <a:pt x="2479940" y="0"/>
                  <a:pt x="2601258" y="121317"/>
                  <a:pt x="2601258" y="270970"/>
                </a:cubicBezTo>
                <a:lnTo>
                  <a:pt x="2601258" y="1354816"/>
                </a:lnTo>
                <a:cubicBezTo>
                  <a:pt x="2601258" y="1504469"/>
                  <a:pt x="2479940" y="1625787"/>
                  <a:pt x="2330287" y="1625787"/>
                </a:cubicBezTo>
                <a:lnTo>
                  <a:pt x="270970" y="1625787"/>
                </a:lnTo>
                <a:cubicBezTo>
                  <a:pt x="121317" y="1625787"/>
                  <a:pt x="0" y="1504469"/>
                  <a:pt x="0" y="1354816"/>
                </a:cubicBezTo>
                <a:lnTo>
                  <a:pt x="0" y="270970"/>
                </a:lnTo>
              </a:path>
            </a:pathLst>
          </a:custGeom>
          <a:noFill xmlns:a="http://schemas.openxmlformats.org/drawingml/2006/main"/>
          <a:ln xmlns:a="http://schemas.openxmlformats.org/drawingml/2006/main" w="21089">
            <a:solidFill>
              <a:srgbClr val="196B24"/>
            </a:solidFill>
            <a:prstDash val="dash"/>
          </a:ln>
        </p:spPr>
      </p:sp>
      <p:sp>
        <p:nvSpPr>
          <p:cNvPr id="111" name="pdf-path-95">
            <a:extLst xmlns:a="http://schemas.openxmlformats.org/drawingml/2006/main">
              <a:ext uri="{FF2B5EF4-FFF2-40B4-BE49-F238E27FC236}">
                <a16:creationId xmlns:a16="http://schemas.microsoft.com/office/drawing/2014/main" id="{C61F2553-56D9-4C60-8A93-4392A5EC0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78038" y="1797452"/>
            <a:ext cx="2570583" cy="374238"/>
          </a:xfrm>
          <a:custGeom xmlns:a="http://schemas.openxmlformats.org/drawingml/2006/main">
            <a:pathLst>
              <a:path w="2570583" h="374238">
                <a:moveTo>
                  <a:pt x="0" y="0"/>
                </a:moveTo>
                <a:lnTo>
                  <a:pt x="2570583" y="0"/>
                </a:lnTo>
                <a:lnTo>
                  <a:pt x="2570583" y="374238"/>
                </a:lnTo>
                <a:lnTo>
                  <a:pt x="0" y="374238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pdf-text-40-0">
            <a:extLst xmlns:a="http://schemas.openxmlformats.org/drawingml/2006/main">
              <a:ext uri="{FF2B5EF4-FFF2-40B4-BE49-F238E27FC236}">
                <a16:creationId xmlns:a16="http://schemas.microsoft.com/office/drawing/2014/main" id="{CA425409-36F0-4FED-AAD2-036C6073B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93604" y="1882658"/>
            <a:ext cx="2339366" cy="223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42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Obs.-Action Trajectories</a:t>
            </a:r>
          </a:p>
        </p:txBody>
      </p:sp>
      <p:sp>
        <p:nvSpPr>
          <p:cNvPr id="113" name="pdf-text-44-0">
            <a:extLst xmlns:a="http://schemas.openxmlformats.org/drawingml/2006/main">
              <a:ext uri="{FF2B5EF4-FFF2-40B4-BE49-F238E27FC236}">
                <a16:creationId xmlns:a16="http://schemas.microsoft.com/office/drawing/2014/main" id="{64F4EF9D-7665-4D29-B062-95973E171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66690" y="3359086"/>
            <a:ext cx="208234" cy="2546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62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62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2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…</a:t>
            </a:r>
          </a:p>
        </p:txBody>
      </p:sp>
      <p:sp>
        <p:nvSpPr>
          <p:cNvPr id="114" name="pdf-path-101">
            <a:extLst xmlns:a="http://schemas.openxmlformats.org/drawingml/2006/main">
              <a:ext uri="{FF2B5EF4-FFF2-40B4-BE49-F238E27FC236}">
                <a16:creationId xmlns:a16="http://schemas.microsoft.com/office/drawing/2014/main" id="{15EC6B2E-96D1-4FBC-8179-F840CDCB5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51963" y="706947"/>
            <a:ext cx="2610461" cy="674855"/>
          </a:xfrm>
          <a:custGeom xmlns:a="http://schemas.openxmlformats.org/drawingml/2006/main">
            <a:pathLst>
              <a:path w="2610461" h="674855">
                <a:moveTo>
                  <a:pt x="0" y="112478"/>
                </a:moveTo>
                <a:cubicBezTo>
                  <a:pt x="0" y="50358"/>
                  <a:pt x="50358" y="0"/>
                  <a:pt x="112477" y="0"/>
                </a:cubicBezTo>
                <a:lnTo>
                  <a:pt x="2497983" y="0"/>
                </a:lnTo>
                <a:cubicBezTo>
                  <a:pt x="2560103" y="0"/>
                  <a:pt x="2610461" y="50358"/>
                  <a:pt x="2610461" y="112478"/>
                </a:cubicBezTo>
                <a:lnTo>
                  <a:pt x="2610461" y="562377"/>
                </a:lnTo>
                <a:cubicBezTo>
                  <a:pt x="2610461" y="624497"/>
                  <a:pt x="2560103" y="674855"/>
                  <a:pt x="2497983" y="674855"/>
                </a:cubicBezTo>
                <a:lnTo>
                  <a:pt x="112477" y="674855"/>
                </a:lnTo>
                <a:cubicBezTo>
                  <a:pt x="50358" y="674855"/>
                  <a:pt x="0" y="624497"/>
                  <a:pt x="0" y="562377"/>
                </a:cubicBezTo>
                <a:lnTo>
                  <a:pt x="0" y="112478"/>
                </a:lnTo>
              </a:path>
            </a:pathLst>
          </a:custGeom>
          <a:noFill xmlns:a="http://schemas.openxmlformats.org/drawingml/2006/main"/>
          <a:ln xmlns:a="http://schemas.openxmlformats.org/drawingml/2006/main" w="21089">
            <a:solidFill>
              <a:srgbClr val="196B24"/>
            </a:solidFill>
            <a:prstDash val="dash"/>
          </a:ln>
        </p:spPr>
      </p:sp>
      <p:pic>
        <p:nvPic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A50817FA-EF2E-43B3-9CC0-F4C2E68F591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cc04e3dba1407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880288" y="2220514"/>
            <a:ext cx="723935" cy="561356"/>
          </a:xfrm>
          <a:prstGeom xmlns:a="http://schemas.openxmlformats.org/drawingml/2006/main" prst="rect">
            <a:avLst/>
          </a:prstGeom>
        </p:spPr>
      </p:pic>
      <p:sp>
        <p:nvSpPr>
          <p:cNvPr id="116" name="pdf-raster-8">
            <a:extLst xmlns:a="http://schemas.openxmlformats.org/drawingml/2006/main">
              <a:ext uri="{FF2B5EF4-FFF2-40B4-BE49-F238E27FC236}">
                <a16:creationId xmlns:a16="http://schemas.microsoft.com/office/drawing/2014/main" id="{449B2D52-70B1-40CE-9F6C-6ED6DC2F9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80288" y="2220514"/>
            <a:ext cx="723935" cy="5613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39AB2012-A3C3-4F3B-B315-7D9DEBE0CFD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425ba19b79412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702384" y="2217446"/>
            <a:ext cx="754610" cy="561356"/>
          </a:xfrm>
          <a:prstGeom xmlns:a="http://schemas.openxmlformats.org/drawingml/2006/main" prst="rect">
            <a:avLst/>
          </a:prstGeom>
        </p:spPr>
      </p:pic>
      <p:sp>
        <p:nvSpPr>
          <p:cNvPr id="118" name="pdf-raster-9">
            <a:extLst xmlns:a="http://schemas.openxmlformats.org/drawingml/2006/main">
              <a:ext uri="{FF2B5EF4-FFF2-40B4-BE49-F238E27FC236}">
                <a16:creationId xmlns:a16="http://schemas.microsoft.com/office/drawing/2014/main" id="{3EBD627D-9FC7-46C0-B39C-10E702AAC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02384" y="2217446"/>
            <a:ext cx="754610" cy="5613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9CE9DF9F-3E2F-4BC8-B255-01539577F8E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3e11a857224cc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558222" y="2223582"/>
            <a:ext cx="723935" cy="561356"/>
          </a:xfrm>
          <a:prstGeom xmlns:a="http://schemas.openxmlformats.org/drawingml/2006/main" prst="rect">
            <a:avLst/>
          </a:prstGeom>
        </p:spPr>
      </p:pic>
      <p:sp>
        <p:nvSpPr>
          <p:cNvPr id="120" name="pdf-raster-10">
            <a:extLst xmlns:a="http://schemas.openxmlformats.org/drawingml/2006/main">
              <a:ext uri="{FF2B5EF4-FFF2-40B4-BE49-F238E27FC236}">
                <a16:creationId xmlns:a16="http://schemas.microsoft.com/office/drawing/2014/main" id="{F293C07C-D879-49C2-8D9B-B7ACF3570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58222" y="2223582"/>
            <a:ext cx="723935" cy="5613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9D33A299-F036-4811-BB15-C050D82591E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ae064bfec241d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880288" y="2886166"/>
            <a:ext cx="723935" cy="561356"/>
          </a:xfrm>
          <a:prstGeom xmlns:a="http://schemas.openxmlformats.org/drawingml/2006/main" prst="rect">
            <a:avLst/>
          </a:prstGeom>
        </p:spPr>
      </p:pic>
      <p:sp>
        <p:nvSpPr>
          <p:cNvPr id="122" name="pdf-raster-11">
            <a:extLst xmlns:a="http://schemas.openxmlformats.org/drawingml/2006/main">
              <a:ext uri="{FF2B5EF4-FFF2-40B4-BE49-F238E27FC236}">
                <a16:creationId xmlns:a16="http://schemas.microsoft.com/office/drawing/2014/main" id="{77E7977B-74A0-463B-BF17-383E81706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80288" y="2886166"/>
            <a:ext cx="723935" cy="5613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226C3ACE-CBDD-43E2-AC12-AE7A8C082DC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f1509c6ef042a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693181" y="2886166"/>
            <a:ext cx="763813" cy="561356"/>
          </a:xfrm>
          <a:prstGeom xmlns:a="http://schemas.openxmlformats.org/drawingml/2006/main" prst="rect">
            <a:avLst/>
          </a:prstGeom>
        </p:spPr>
      </p:pic>
      <p:sp>
        <p:nvSpPr>
          <p:cNvPr id="124" name="pdf-raster-12">
            <a:extLst xmlns:a="http://schemas.openxmlformats.org/drawingml/2006/main">
              <a:ext uri="{FF2B5EF4-FFF2-40B4-BE49-F238E27FC236}">
                <a16:creationId xmlns:a16="http://schemas.microsoft.com/office/drawing/2014/main" id="{215B7F06-76B3-4F2A-B358-B8A0E0FA0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93181" y="2886166"/>
            <a:ext cx="763813" cy="5613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C7121AB8-5370-4575-8D2E-354387CCC2C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4fad8fe19d428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545953" y="2898436"/>
            <a:ext cx="776083" cy="561356"/>
          </a:xfrm>
          <a:prstGeom xmlns:a="http://schemas.openxmlformats.org/drawingml/2006/main" prst="rect">
            <a:avLst/>
          </a:prstGeom>
        </p:spPr>
      </p:pic>
      <p:sp>
        <p:nvSpPr>
          <p:cNvPr id="126" name="pdf-raster-13">
            <a:extLst xmlns:a="http://schemas.openxmlformats.org/drawingml/2006/main">
              <a:ext uri="{FF2B5EF4-FFF2-40B4-BE49-F238E27FC236}">
                <a16:creationId xmlns:a16="http://schemas.microsoft.com/office/drawing/2014/main" id="{A147D433-661A-4AF5-883A-EAE5D8041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45953" y="2898436"/>
            <a:ext cx="776083" cy="5613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7" name="pdf-path-108">
            <a:extLst xmlns:a="http://schemas.openxmlformats.org/drawingml/2006/main">
              <a:ext uri="{FF2B5EF4-FFF2-40B4-BE49-F238E27FC236}">
                <a16:creationId xmlns:a16="http://schemas.microsoft.com/office/drawing/2014/main" id="{C12D3A0A-9E29-4F3E-934C-E44F86276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60250" y="478418"/>
            <a:ext cx="1993888" cy="377304"/>
          </a:xfrm>
          <a:custGeom xmlns:a="http://schemas.openxmlformats.org/drawingml/2006/main">
            <a:pathLst>
              <a:path w="1993888" h="377304">
                <a:moveTo>
                  <a:pt x="0" y="0"/>
                </a:moveTo>
                <a:lnTo>
                  <a:pt x="1993888" y="0"/>
                </a:lnTo>
                <a:lnTo>
                  <a:pt x="1993888" y="377304"/>
                </a:lnTo>
                <a:lnTo>
                  <a:pt x="0" y="37730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" name="pdf-text-45-0">
            <a:extLst xmlns:a="http://schemas.openxmlformats.org/drawingml/2006/main">
              <a:ext uri="{FF2B5EF4-FFF2-40B4-BE49-F238E27FC236}">
                <a16:creationId xmlns:a16="http://schemas.microsoft.com/office/drawing/2014/main" id="{81505EE4-CBA7-4E0A-8365-B55A5D444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72401" y="566691"/>
            <a:ext cx="1766633" cy="223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42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Deployable model</a:t>
            </a:r>
          </a:p>
        </p:txBody>
      </p:sp>
      <p:sp>
        <p:nvSpPr>
          <p:cNvPr id="129" name="pdf-path-110-part-0">
            <a:extLst xmlns:a="http://schemas.openxmlformats.org/drawingml/2006/main">
              <a:ext uri="{FF2B5EF4-FFF2-40B4-BE49-F238E27FC236}">
                <a16:creationId xmlns:a16="http://schemas.microsoft.com/office/drawing/2014/main" id="{9BD674F8-A365-4D68-A17C-E07BACE2B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49443" y="1381802"/>
            <a:ext cx="52965" cy="414831"/>
          </a:xfrm>
          <a:custGeom xmlns:a="http://schemas.openxmlformats.org/drawingml/2006/main">
            <a:pathLst>
              <a:path w="52965" h="414831">
                <a:moveTo>
                  <a:pt x="6158" y="414831"/>
                </a:moveTo>
                <a:lnTo>
                  <a:pt x="0" y="70476"/>
                </a:lnTo>
                <a:lnTo>
                  <a:pt x="21084" y="70098"/>
                </a:lnTo>
                <a:lnTo>
                  <a:pt x="27245" y="414454"/>
                </a:lnTo>
                <a:lnTo>
                  <a:pt x="6158" y="414831"/>
                </a:lnTo>
              </a:path>
            </a:pathLst>
          </a:custGeom>
          <a:solidFill xmlns:a="http://schemas.openxmlformats.org/drawingml/2006/main">
            <a:srgbClr val="196B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" name="pdf-path-110-part-1">
            <a:extLst xmlns:a="http://schemas.openxmlformats.org/drawingml/2006/main">
              <a:ext uri="{FF2B5EF4-FFF2-40B4-BE49-F238E27FC236}">
                <a16:creationId xmlns:a16="http://schemas.microsoft.com/office/drawing/2014/main" id="{2BB4CC2C-94AA-41C3-8ECA-5D29FC271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49443" y="1381802"/>
            <a:ext cx="52965" cy="414831"/>
          </a:xfrm>
          <a:custGeom xmlns:a="http://schemas.openxmlformats.org/drawingml/2006/main">
            <a:pathLst>
              <a:path w="52965" h="414831">
                <a:moveTo>
                  <a:pt x="-31379" y="85098"/>
                </a:moveTo>
                <a:lnTo>
                  <a:pt x="9285" y="0"/>
                </a:lnTo>
                <a:lnTo>
                  <a:pt x="52965" y="83589"/>
                </a:lnTo>
                <a:lnTo>
                  <a:pt x="-31379" y="85098"/>
                </a:lnTo>
              </a:path>
            </a:pathLst>
          </a:custGeom>
          <a:solidFill xmlns:a="http://schemas.openxmlformats.org/drawingml/2006/main">
            <a:srgbClr val="196B2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819C7A9A-EFD1-4F02-AB28-3C876F59184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835142806f4ced"/>
          <a:srcRect xmlns:a="http://schemas.openxmlformats.org/drawingml/2006/main" l="0" t="507" r="0" b="50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92153" y="775968"/>
            <a:ext cx="1779162" cy="536816"/>
          </a:xfrm>
          <a:prstGeom xmlns:a="http://schemas.openxmlformats.org/drawingml/2006/main" prst="rect">
            <a:avLst/>
          </a:prstGeom>
        </p:spPr>
      </p:pic>
      <p:sp>
        <p:nvSpPr>
          <p:cNvPr id="132" name="pdf-raster-14">
            <a:extLst xmlns:a="http://schemas.openxmlformats.org/drawingml/2006/main">
              <a:ext uri="{FF2B5EF4-FFF2-40B4-BE49-F238E27FC236}">
                <a16:creationId xmlns:a16="http://schemas.microsoft.com/office/drawing/2014/main" id="{12E30318-2F32-4265-B327-E081E0666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92153" y="775968"/>
            <a:ext cx="1779162" cy="5368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3" name="pdf-text-46-0">
            <a:extLst xmlns:a="http://schemas.openxmlformats.org/drawingml/2006/main">
              <a:ext uri="{FF2B5EF4-FFF2-40B4-BE49-F238E27FC236}">
                <a16:creationId xmlns:a16="http://schemas.microsoft.com/office/drawing/2014/main" id="{A675737B-0B9C-4728-B6D2-1E9453AE2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36607" y="1554432"/>
            <a:ext cx="681494" cy="223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428" b="0" i="0">
                <a:solidFill>
                  <a:srgbClr val="196B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8" b="0" i="0">
                <a:solidFill>
                  <a:srgbClr val="196B24"/>
                </a:solidFill>
                <a:latin typeface="Arial"/>
                <a:ea typeface="Arial"/>
                <a:cs typeface="Arial"/>
              </a:defRPr>
            </a:pPr>
            <a:r>
              <a:rPr sz="1428" b="0" i="0">
                <a:solidFill>
                  <a:srgbClr val="196B24"/>
                </a:solidFill>
                <a:latin typeface="Arial"/>
                <a:ea typeface="Arial"/>
                <a:cs typeface="Arial"/>
              </a:rPr>
              <a:t>Imitate</a:t>
            </a:r>
          </a:p>
        </p:txBody>
      </p:sp>
    </p:spTree>
    <p:extLst>
      <p:ext uri="{BB962C8B-B14F-4D97-AF65-F5344CB8AC3E}">
        <p14:creationId xmlns:p14="http://schemas.microsoft.com/office/powerpoint/2010/main" val="8027869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2026-10-09T21:00:03.6020000Z</dcterms:created>
  <dcterms:modified xsi:type="dcterms:W3CDTF">2026-10-09T21:00:03.6020000Z</dcterms:modified>
</coreProperties>
</file>