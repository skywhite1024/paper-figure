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e55ff674f40a9" /><Relationship Type="http://schemas.openxmlformats.org/officeDocument/2006/relationships/extended-properties" Target="/docProps/app.xml" Id="R22400af07cff4e6b" /><Relationship Type="http://schemas.openxmlformats.org/officeDocument/2006/relationships/officeDocument" Target="/ppt/presentation.xml" Id="R467ff5246ab9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433e4b8f94da0"/>
  </p:sldMasterIdLst>
  <p:notesMasterIdLst>
    <p:notesMasterId xmlns:r="http://schemas.openxmlformats.org/officeDocument/2006/relationships" r:id="Rd6ee68b56cef4ac1"/>
  </p:notesMasterIdLst>
  <p:sldIdLst>
    <p:sldId xmlns:r="http://schemas.openxmlformats.org/officeDocument/2006/relationships" id="256" r:id="R9f44c2cf42964ae8"/>
  </p:sldIdLst>
  <p:sldSz cx="14287500" cy="502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57e04d8db040a1" /><Relationship Type="http://schemas.openxmlformats.org/officeDocument/2006/relationships/slideMaster" Target="/ppt/slideMasters/slideMaster1.xml" Id="R2ac433e4b8f94da0" /><Relationship Type="http://schemas.openxmlformats.org/officeDocument/2006/relationships/notesMaster" Target="/ppt/notesMasters/notesMaster1.xml" Id="Rd6ee68b56cef4ac1" /><Relationship Type="http://schemas.openxmlformats.org/officeDocument/2006/relationships/presProps" Target="/ppt/presProps.xml" Id="Rd2b9104a11634735" /><Relationship Type="http://schemas.openxmlformats.org/officeDocument/2006/relationships/tableStyles" Target="/ppt/tableStyles.xml" Id="R2677f8271efb4168" /><Relationship Type="http://schemas.openxmlformats.org/officeDocument/2006/relationships/slide" Target="/ppt/slides/slide1.xml" Id="R9f44c2cf4296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f340a3cc149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36891c5984e06" /><Relationship Type="http://schemas.openxmlformats.org/officeDocument/2006/relationships/notesMaster" Target="/ppt/notesMasters/notesMaster1.xml" Id="R46375b7a91e2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"LOTUS: Continual Imitation Learning for Robot Manipulation through Unsupervised Skill Discovery",</a:t>
            </a:r>
          </a:p>
          <a:p xmlns:a="http://schemas.openxmlformats.org/drawingml/2006/main">
            <a:r>
              <a:t>  "paper_url": "https://arxiv.org/abs/2311.02058v4",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"Source-native geometry and ordinary typeable labels, source mathematical glyph outlines and separately isolated photographs/icons. Source image transforms, masks and clipping retained; no whole-figure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"150ebaa87d207930853ef55ccaa1caba82e85bd76cf9dd1de5f0564ef06a8d16",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49,</a:t>
            </a:r>
          </a:p>
          <a:p xmlns:a="http://schemas.openxmlformats.org/drawingml/2006/main">
            <a:r>
              <a:t>    562,</a:t>
            </a:r>
          </a:p>
          <a:p xmlns:a="http://schemas.openxmlformats.org/drawingml/2006/main">
            <a:r>
              <a:t>    225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"Source inspected; preview and independent editor QA pending.",</a:t>
            </a:r>
          </a:p>
          <a:p xmlns:a="http://schemas.openxmlformats.org/drawingml/2006/main">
            <a:r>
              <a:t>  "font_substitutions": "Source Helvetica-Light labels use width-fitted Arial; Computer Modern mathematical shapes retained.",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"70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"unhandled image/shading at seq 2: [483.4394836425781, 92.30516052246094, 557.7472534179688, 111.45606994628906]; requires reviewed raster region",</a:t>
            </a:r>
          </a:p>
          <a:p xmlns:a="http://schemas.openxmlformats.org/drawingml/2006/main">
            <a:r>
              <a:t>    "unhandled image/shading at seq 20: [211.68699645996094, 124.72730255126953, 250.10079956054688, 205.5306854248047]; requires reviewed raster region",</a:t>
            </a:r>
          </a:p>
          <a:p xmlns:a="http://schemas.openxmlformats.org/drawingml/2006/main">
            <a:r>
              <a:t>    "unhandled image/shading at seq 180: [84.91023254394531, 143.65423583984375, 124.66795349121094, 154.51760864257812]; requires reviewed raster region",</a:t>
            </a:r>
          </a:p>
          <a:p xmlns:a="http://schemas.openxmlformats.org/drawingml/2006/main">
            <a:r>
              <a:t>    "unhandled image/shading at seq 181: [124.61196899414062, 140.0704345703125, 128.2517547607422, 154.51760864257812]; requires reviewed raster region",</a:t>
            </a:r>
          </a:p>
          <a:p xmlns:a="http://schemas.openxmlformats.org/drawingml/2006/main">
            <a:r>
              <a:t>    "unhandled image/shading at seq 182: [84.91023254394531, 140.07044982910156, 128.2517547607422, 143.71023559570312]; requires reviewed raster region",</a:t>
            </a:r>
          </a:p>
          <a:p xmlns:a="http://schemas.openxmlformats.org/drawingml/2006/main">
            <a:r>
              <a:t>    "unhandled image/shading at seq 186: [83.69544982910156, 146.1832733154297, 94.72112274169922, 157.20892333984375]; requires reviewed raster region",</a:t>
            </a:r>
          </a:p>
          <a:p xmlns:a="http://schemas.openxmlformats.org/drawingml/2006/main">
            <a:r>
              <a:t>    "unhandled image/shading at seq 187: [97.14395141601562, 146.2064971923828, 108.16962432861328, 157.23214721679688]; requires reviewed raster region",</a:t>
            </a:r>
          </a:p>
          <a:p xmlns:a="http://schemas.openxmlformats.org/drawingml/2006/main">
            <a:r>
              <a:t>    "unhandled image/shading at seq 188: [110.59246826171875, 146.1832275390625, 121.6181411743164, 157.2088623046875]; requires reviewed raster region",</a:t>
            </a:r>
          </a:p>
          <a:p xmlns:a="http://schemas.openxmlformats.org/drawingml/2006/main">
            <a:r>
              <a:t>    "unhandled image/shading at seq 189: [151.77041625976562, 143.542236328125, 191.47215270996094, 154.40560913085938]; requires reviewed raster region",</a:t>
            </a:r>
          </a:p>
          <a:p xmlns:a="http://schemas.openxmlformats.org/drawingml/2006/main">
            <a:r>
              <a:t>    "unhandled image/shading at seq 190: [191.41615295410156, 139.95843505859375, 195.1119384765625, 154.40560913085938]; requires reviewed raster region",</a:t>
            </a:r>
          </a:p>
          <a:p xmlns:a="http://schemas.openxmlformats.org/drawingml/2006/main">
            <a:r>
              <a:t>    "unhandled image/shading at seq 191: [151.77041625976562, 139.9584503173828, 195.1119384765625, 143.59823608398438]; requires reviewed raster region",</a:t>
            </a:r>
          </a:p>
          <a:p xmlns:a="http://schemas.openxmlformats.org/drawingml/2006/main">
            <a:r>
              <a:t>    "unhandled image/shading at seq 195: [151.0292510986328, 146.2844696044922, 162.0548858642578, 157.3101043701172]; requires reviewed raster region",</a:t>
            </a:r>
          </a:p>
          <a:p xmlns:a="http://schemas.openxmlformats.org/drawingml/2006/main">
            <a:r>
              <a:t>    "unhandled image/shading at seq 196: [164.4656982421875, 146.2844696044922, 175.4913330078125, 157.3101043701172]; requires reviewed raster region",</a:t>
            </a:r>
          </a:p>
          <a:p xmlns:a="http://schemas.openxmlformats.org/drawingml/2006/main">
            <a:r>
              <a:t>    "unhandled image/shading at seq 197: [177.90213012695312, 146.2844696044922, 188.92776489257812, 157.3101043701172]; requires reviewed raster region",</a:t>
            </a:r>
          </a:p>
          <a:p xmlns:a="http://schemas.openxmlformats.org/drawingml/2006/main">
            <a:r>
              <a:t>    "unhandled image/shading at seq 198: [82.1455078125, 187.4477996826172, 97.07798767089844, 202.38027954101562]; requires reviewed raster region",</a:t>
            </a:r>
          </a:p>
          <a:p xmlns:a="http://schemas.openxmlformats.org/drawingml/2006/main">
            <a:r>
              <a:t>    "unhandled image/shading at seq 199: [101.81378173828125, 187.4477996826172, 116.74626159667969, 202.38027954101562]; requires reviewed raster region",</a:t>
            </a:r>
          </a:p>
          <a:p xmlns:a="http://schemas.openxmlformats.org/drawingml/2006/main">
            <a:r>
              <a:t>    "unhandled image/shading at seq 200: [120.51831817626953, 187.4477996826172, 135.4508056640625, 202.38027954101562]; requires reviewed raster region",</a:t>
            </a:r>
          </a:p>
          <a:p xmlns:a="http://schemas.openxmlformats.org/drawingml/2006/main">
            <a:r>
              <a:t>    "unhandled image/shading at seq 201: [141.30789184570312, 187.4477996826172, 156.24037170410156, 202.38027954101562]; requires reviewed raster region",</a:t>
            </a:r>
          </a:p>
          <a:p xmlns:a="http://schemas.openxmlformats.org/drawingml/2006/main">
            <a:r>
              <a:t>    "unhandled image/shading at seq 202: [157.88153076171875, 187.4477996826172, 172.8140106201172, 202.38027954101562]; requires reviewed raster region",</a:t>
            </a:r>
          </a:p>
          <a:p xmlns:a="http://schemas.openxmlformats.org/drawingml/2006/main">
            <a:r>
              <a:t>    "unhandled image/shading at seq 203: [173.2245330810547, 187.4477996826172, 188.15701293945312, 202.38027954101562]; requires reviewed raster region",</a:t>
            </a:r>
          </a:p>
          <a:p xmlns:a="http://schemas.openxmlformats.org/drawingml/2006/main">
            <a:r>
              <a:t>    "unhandled image/shading at seq 319: [499.1376953125, 148.73892211914062, 546.4580078125, 200.74041748046875]; requires reviewed raster region",</a:t>
            </a:r>
          </a:p>
          <a:p xmlns:a="http://schemas.openxmlformats.org/drawingml/2006/main">
            <a:r>
              <a:t>    "unhandled image/shading at seq 394: [330.29217529296875, 120.41072845458984, 340.2128601074219, 130.3314208984375]; requires reviewed raster region",</a:t>
            </a:r>
          </a:p>
          <a:p xmlns:a="http://schemas.openxmlformats.org/drawingml/2006/main">
            <a:r>
              <a:t>    "unhandled image/shading at seq 398: [330.29217529296875, 143.6665802001953, 340.2128601074219, 153.5872802734375]; requires reviewed raster region",</a:t>
            </a:r>
          </a:p>
          <a:p xmlns:a="http://schemas.openxmlformats.org/drawingml/2006/main">
            <a:r>
              <a:t>    "unhandled image/shading at seq 406: [330.29217529296875, 96.81755828857422, 340.2128601074219, 106.73825073242188]; requires reviewed raster region",</a:t>
            </a:r>
          </a:p>
          <a:p xmlns:a="http://schemas.openxmlformats.org/drawingml/2006/main">
            <a:r>
              <a:t>    "unhandled image/shading at seq 407: [330.29217529296875, 161.76182556152344, 340.2128601074219, 171.68252563476562]; requires reviewed raster region",</a:t>
            </a:r>
          </a:p>
          <a:p xmlns:a="http://schemas.openxmlformats.org/drawingml/2006/main">
            <a:r>
              <a:t>    "unhandled image/shading at seq 425: [343.1023864746094, 99.61083221435547, 349.0654296875, 105.57383728027344]; requires reviewed raster region",</a:t>
            </a:r>
          </a:p>
          <a:p xmlns:a="http://schemas.openxmlformats.org/drawingml/2006/main">
            <a:r>
              <a:t>    "unhandled image/shading at seq 432: [254.56748962402344, 185.41299438476562, 264.0801696777344, 194.92564392089844]; requires reviewed raster region",</a:t>
            </a:r>
          </a:p>
          <a:p xmlns:a="http://schemas.openxmlformats.org/drawingml/2006/main">
            <a:r>
              <a:t>    "unhandled image/shading at seq 436: [254.0660400390625, 195.04458618164062, 263.5787353515625, 204.55723571777344]; requires reviewed raster region",</a:t>
            </a:r>
          </a:p>
          <a:p xmlns:a="http://schemas.openxmlformats.org/drawingml/2006/main">
            <a:r>
              <a:t>    "unhandled image/shading at seq 438: [253.57638549804688, 203.62937927246094, 264.53131103515625, 214.5843505859375]; requires reviewed raster region",</a:t>
            </a:r>
          </a:p>
          <a:p xmlns:a="http://schemas.openxmlformats.org/drawingml/2006/main">
            <a:r>
              <a:t>    "unhandled image/shading at seq 484: [255.66278076171875, 113.49073791503906, 266.6177062988281, 124.44571685791016]; requires reviewed raster region",</a:t>
            </a:r>
          </a:p>
          <a:p xmlns:a="http://schemas.openxmlformats.org/drawingml/2006/main">
            <a:r>
              <a:t>    "unhandled image/shading at seq 513: [213.88304138183594, 135.775634765625, 223.39573669433594, 145.2882843017578]; requires reviewed raster region",</a:t>
            </a:r>
          </a:p>
          <a:p xmlns:a="http://schemas.openxmlformats.org/drawingml/2006/main">
            <a:r>
              <a:t>    "unhandled image/shading at seq 537: [213.536865234375, 154.59449768066406, 223.049560546875, 164.10714721679688]; requires reviewed raster region",</a:t>
            </a:r>
          </a:p>
          <a:p xmlns:a="http://schemas.openxmlformats.org/drawingml/2006/main">
            <a:r>
              <a:t>    "unhandled image/shading at seq 561: [213.2836151123047, 191.5330047607422, 222.7962646484375, 201.04562377929688];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8,</a:t>
            </a:r>
          </a:p>
          <a:p xmlns:a="http://schemas.openxmlformats.org/drawingml/2006/main">
            <a:r>
              <a:t>  "text_editability": "Source ordinary labels are typeable; source mathematical notation remains editable paths rather than live equations. Individual source photographs, decorative icons and source effects remain raster.",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"Every source image instance is isolated with original SVG transforms, masks and clips; no full-panel bitmap. Source custom dashed paths expanded to native editable line segments."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0e5c82d5c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9e2a7ef824a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781f68f9a43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4a5a948c6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4c9720fec42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143a0627c48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23617-D7B0-4E84-9173-26903A4324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1899920"/>
            <a:ext cx="11430000" cy="7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55C617-B7FA-4A23-89A5-3F5A1F0A46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43125" y="2766060"/>
            <a:ext cx="100012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613185-56C2-4B68-A887-135BFF10D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2095500"/>
            <a:ext cx="1143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16515A-FA35-4266-AE47-14EF20A42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91160"/>
            <a:ext cx="12680156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418B79-C370-4A89-A84B-1B66E4C6B4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397000"/>
            <a:ext cx="12680156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6506FC-9D97-4D12-AD4E-4E37568B2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91160"/>
            <a:ext cx="12680156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0687E-852B-4423-93DA-A770D0DEC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397000"/>
            <a:ext cx="5893594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4AA77F-DE34-4FE4-9EB7-CDDD78A5A3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90234" y="1397000"/>
            <a:ext cx="5893594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B5953-982E-4200-8F56-BEA562A40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91160"/>
            <a:ext cx="12680156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1634FB-9B07-4BE2-9DED-F337044D79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397000"/>
            <a:ext cx="5893594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7b2660ed4456d" /><Relationship Type="http://schemas.openxmlformats.org/officeDocument/2006/relationships/slideLayout" Target="/ppt/slideLayouts/slideLayout1.xml" Id="R5193001c13ef4319" /><Relationship Type="http://schemas.openxmlformats.org/officeDocument/2006/relationships/slideLayout" Target="/ppt/slideLayouts/slideLayout2.xml" Id="Rcec1bd0044cf4a64" /><Relationship Type="http://schemas.openxmlformats.org/officeDocument/2006/relationships/slideLayout" Target="/ppt/slideLayouts/slideLayout3.xml" Id="R721145b7becf4747" /><Relationship Type="http://schemas.openxmlformats.org/officeDocument/2006/relationships/slideLayout" Target="/ppt/slideLayouts/slideLayout4.xml" Id="R294347cbd9354044" /><Relationship Type="http://schemas.openxmlformats.org/officeDocument/2006/relationships/slideLayout" Target="/ppt/slideLayouts/slideLayout5.xml" Id="Rb8de0d1cad9442f7" /><Relationship Type="http://schemas.openxmlformats.org/officeDocument/2006/relationships/slideLayout" Target="/ppt/slideLayouts/slideLayout6.xml" Id="Rca7c7a9708d6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93001c13ef4319"/>
    <p:sldLayoutId xmlns:r="http://schemas.openxmlformats.org/officeDocument/2006/relationships" id="2147483650" r:id="Rcec1bd0044cf4a64"/>
    <p:sldLayoutId xmlns:r="http://schemas.openxmlformats.org/officeDocument/2006/relationships" id="2147483651" r:id="R721145b7becf4747"/>
    <p:sldLayoutId xmlns:r="http://schemas.openxmlformats.org/officeDocument/2006/relationships" id="2147483652" r:id="R294347cbd9354044"/>
    <p:sldLayoutId xmlns:r="http://schemas.openxmlformats.org/officeDocument/2006/relationships" id="2147483653" r:id="Rb8de0d1cad9442f7"/>
    <p:sldLayoutId xmlns:r="http://schemas.openxmlformats.org/officeDocument/2006/relationships" id="2147483654" r:id="Rca7c7a9708d6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ef9a38004477e" /><Relationship Type="http://schemas.openxmlformats.org/officeDocument/2006/relationships/image" Target="/ppt/media/image.png" Id="Rb495c7e5772e4f08" /><Relationship Type="http://schemas.openxmlformats.org/officeDocument/2006/relationships/image" Target="/ppt/media/image2.png" Id="Ra77bbb354f5c4de9" /><Relationship Type="http://schemas.openxmlformats.org/officeDocument/2006/relationships/image" Target="/ppt/media/image3.png" Id="R28be28e2ee3042b3" /><Relationship Type="http://schemas.openxmlformats.org/officeDocument/2006/relationships/image" Target="/ppt/media/image4.png" Id="R2b01788cabc74ec1" /><Relationship Type="http://schemas.openxmlformats.org/officeDocument/2006/relationships/image" Target="/ppt/media/image5.png" Id="Ra54f19c573e1421d" /><Relationship Type="http://schemas.openxmlformats.org/officeDocument/2006/relationships/image" Target="/ppt/media/image6.png" Id="Rbb236625cb6641e0" /><Relationship Type="http://schemas.openxmlformats.org/officeDocument/2006/relationships/image" Target="/ppt/media/image7.png" Id="R9643b5fe7e734416" /><Relationship Type="http://schemas.openxmlformats.org/officeDocument/2006/relationships/image" Target="/ppt/media/image8.png" Id="Rd60da89fee7b4533" /><Relationship Type="http://schemas.openxmlformats.org/officeDocument/2006/relationships/image" Target="/ppt/media/image9.png" Id="R64c6b12047174f92" /><Relationship Type="http://schemas.openxmlformats.org/officeDocument/2006/relationships/image" Target="/ppt/media/image10.png" Id="R35770a32ba1f44de" /><Relationship Type="http://schemas.openxmlformats.org/officeDocument/2006/relationships/image" Target="/ppt/media/image11.png" Id="Rbc74cd082b6a47ec" /><Relationship Type="http://schemas.openxmlformats.org/officeDocument/2006/relationships/image" Target="/ppt/media/image12.png" Id="R00209f9e8ae0484b" /><Relationship Type="http://schemas.openxmlformats.org/officeDocument/2006/relationships/image" Target="/ppt/media/image13.png" Id="Rc290d0f58035483f" /><Relationship Type="http://schemas.openxmlformats.org/officeDocument/2006/relationships/image" Target="/ppt/media/image14.png" Id="Rfa4cb758bdd84c16" /><Relationship Type="http://schemas.openxmlformats.org/officeDocument/2006/relationships/image" Target="/ppt/media/image15.png" Id="R2268d8bfc2174ea1" /><Relationship Type="http://schemas.openxmlformats.org/officeDocument/2006/relationships/image" Target="/ppt/media/image16.png" Id="R9524af6d36e84171" /><Relationship Type="http://schemas.openxmlformats.org/officeDocument/2006/relationships/image" Target="/ppt/media/image17.png" Id="Rb75434bbbc864a4d" /><Relationship Type="http://schemas.openxmlformats.org/officeDocument/2006/relationships/image" Target="/ppt/media/image18.png" Id="R13d071c6fea3468d" /><Relationship Type="http://schemas.openxmlformats.org/officeDocument/2006/relationships/image" Target="/ppt/media/image19.png" Id="R1beb52ec26254cbc" /><Relationship Type="http://schemas.openxmlformats.org/officeDocument/2006/relationships/image" Target="/ppt/media/image20.png" Id="Rc583dda160a3489e" /><Relationship Type="http://schemas.openxmlformats.org/officeDocument/2006/relationships/image" Target="/ppt/media/image21.png" Id="R26dc06c985374241" /><Relationship Type="http://schemas.openxmlformats.org/officeDocument/2006/relationships/image" Target="/ppt/media/image22.png" Id="R01486c6057494452" /><Relationship Type="http://schemas.openxmlformats.org/officeDocument/2006/relationships/image" Target="/ppt/media/image23.png" Id="R17f24fbd1e43400a" /><Relationship Type="http://schemas.openxmlformats.org/officeDocument/2006/relationships/image" Target="/ppt/media/image24.png" Id="R170873cd7b464dd1" /><Relationship Type="http://schemas.openxmlformats.org/officeDocument/2006/relationships/image" Target="/ppt/media/image25.png" Id="Rd43822e543d54f8a" /><Relationship Type="http://schemas.openxmlformats.org/officeDocument/2006/relationships/image" Target="/ppt/media/image26.png" Id="R7924d11364e745c8" /><Relationship Type="http://schemas.openxmlformats.org/officeDocument/2006/relationships/image" Target="/ppt/media/image27.png" Id="R07fd00f7c57b4651" /><Relationship Type="http://schemas.openxmlformats.org/officeDocument/2006/relationships/image" Target="/ppt/media/image28.png" Id="R023bb2cf28e54cb3" /><Relationship Type="http://schemas.openxmlformats.org/officeDocument/2006/relationships/image" Target="/ppt/media/image29.png" Id="R9a751ec1fac94d3b" /><Relationship Type="http://schemas.openxmlformats.org/officeDocument/2006/relationships/image" Target="/ppt/media/image30.png" Id="R15c54d88eedc4d7e" /><Relationship Type="http://schemas.openxmlformats.org/officeDocument/2006/relationships/image" Target="/ppt/media/image31.png" Id="Rbadbf01e015e4f90" /><Relationship Type="http://schemas.openxmlformats.org/officeDocument/2006/relationships/image" Target="/ppt/media/image32.png" Id="Ra72decc8b88a419d" /><Relationship Type="http://schemas.openxmlformats.org/officeDocument/2006/relationships/image" Target="/ppt/media/image33.png" Id="R1a7944a41b9b43b8" /><Relationship Type="http://schemas.openxmlformats.org/officeDocument/2006/relationships/notesSlide" Target="/ppt/notesSlides/notesSlide1.xml" Id="R471f12cc2ed1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4B993ED9-0DA4-4C8D-8BB7-496D4A991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5c7e5772e4f08"/>
          <a:srcRect xmlns:a="http://schemas.openxmlformats.org/drawingml/2006/main" l="411" t="0" r="4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42633" y="1237445"/>
            <a:ext cx="2123345" cy="547237"/>
          </a:xfrm>
          <a:prstGeom xmlns:a="http://schemas.openxmlformats.org/drawingml/2006/main" prst="rect">
            <a:avLst/>
          </a:prstGeom>
        </p:spPr>
      </p:pic>
      <p:sp>
        <p:nvSpPr>
          <p:cNvPr id="2" name="lotus-source-component-0">
            <a:extLst xmlns:a="http://schemas.openxmlformats.org/drawingml/2006/main">
              <a:ext uri="{FF2B5EF4-FFF2-40B4-BE49-F238E27FC236}">
                <a16:creationId xmlns:a16="http://schemas.microsoft.com/office/drawing/2014/main" id="{E86F11C7-0BA4-4BA4-AFBA-597851B1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633" y="1237445"/>
            <a:ext cx="2123345" cy="547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CCEF438B-1EAC-4489-9F69-CE06EF03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9981" y="1264026"/>
            <a:ext cx="2040519" cy="464965"/>
          </a:xfrm>
          <a:custGeom xmlns:a="http://schemas.openxmlformats.org/drawingml/2006/main">
            <a:pathLst>
              <a:path w="2040519" h="464965">
                <a:moveTo>
                  <a:pt x="1963026" y="0"/>
                </a:moveTo>
                <a:cubicBezTo>
                  <a:pt x="2005822" y="0"/>
                  <a:pt x="2040519" y="34695"/>
                  <a:pt x="2040519" y="77495"/>
                </a:cubicBezTo>
                <a:lnTo>
                  <a:pt x="2040519" y="387470"/>
                </a:lnTo>
                <a:cubicBezTo>
                  <a:pt x="2040519" y="430269"/>
                  <a:pt x="2005822" y="464965"/>
                  <a:pt x="1963026" y="464965"/>
                </a:cubicBezTo>
                <a:lnTo>
                  <a:pt x="77498" y="464965"/>
                </a:lnTo>
                <a:cubicBezTo>
                  <a:pt x="34695" y="464965"/>
                  <a:pt x="0" y="430269"/>
                  <a:pt x="0" y="387470"/>
                </a:cubicBezTo>
                <a:lnTo>
                  <a:pt x="0" y="77495"/>
                </a:lnTo>
                <a:cubicBezTo>
                  <a:pt x="0" y="34695"/>
                  <a:pt x="34695" y="0"/>
                  <a:pt x="77498" y="0"/>
                </a:cubicBezTo>
                <a:lnTo>
                  <a:pt x="1963026" y="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334F0DBF-FC59-4E65-B9CC-03DEAF55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9984" y="1264026"/>
            <a:ext cx="2040516" cy="464965"/>
          </a:xfrm>
          <a:custGeom xmlns:a="http://schemas.openxmlformats.org/drawingml/2006/main">
            <a:pathLst>
              <a:path w="2040516" h="464965">
                <a:moveTo>
                  <a:pt x="1963022" y="0"/>
                </a:moveTo>
                <a:cubicBezTo>
                  <a:pt x="2005821" y="0"/>
                  <a:pt x="2040516" y="34696"/>
                  <a:pt x="2040516" y="77495"/>
                </a:cubicBezTo>
                <a:lnTo>
                  <a:pt x="2040516" y="387470"/>
                </a:lnTo>
                <a:cubicBezTo>
                  <a:pt x="2040516" y="430269"/>
                  <a:pt x="2005821" y="464965"/>
                  <a:pt x="1963022" y="464965"/>
                </a:cubicBezTo>
                <a:lnTo>
                  <a:pt x="77495" y="464965"/>
                </a:lnTo>
                <a:cubicBezTo>
                  <a:pt x="34696" y="464965"/>
                  <a:pt x="0" y="430269"/>
                  <a:pt x="0" y="387470"/>
                </a:cubicBezTo>
                <a:lnTo>
                  <a:pt x="0" y="77495"/>
                </a:lnTo>
                <a:cubicBezTo>
                  <a:pt x="0" y="34696"/>
                  <a:pt x="34696" y="0"/>
                  <a:pt x="77495" y="0"/>
                </a:cubicBezTo>
                <a:lnTo>
                  <a:pt x="1963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D9D9D9">
                <a:alpha val="50000"/>
              </a:srgbClr>
            </a:solidFill>
            <a:prstDash val="solid"/>
          </a:ln>
        </p:spPr>
      </p:sp>
      <p:sp>
        <p:nvSpPr>
          <p:cNvPr id="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1C30BDF8-F26E-4658-A885-904F1BA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103" y="490575"/>
            <a:ext cx="2817179" cy="1822207"/>
          </a:xfrm>
          <a:custGeom xmlns:a="http://schemas.openxmlformats.org/drawingml/2006/main">
            <a:pathLst>
              <a:path w="2817179" h="1822207">
                <a:moveTo>
                  <a:pt x="0" y="167497"/>
                </a:moveTo>
                <a:cubicBezTo>
                  <a:pt x="0" y="74991"/>
                  <a:pt x="74992" y="0"/>
                  <a:pt x="167499" y="0"/>
                </a:cubicBezTo>
                <a:lnTo>
                  <a:pt x="2649681" y="0"/>
                </a:lnTo>
                <a:cubicBezTo>
                  <a:pt x="2742187" y="0"/>
                  <a:pt x="2817179" y="74991"/>
                  <a:pt x="2817179" y="167497"/>
                </a:cubicBezTo>
                <a:lnTo>
                  <a:pt x="2817179" y="1654711"/>
                </a:lnTo>
                <a:cubicBezTo>
                  <a:pt x="2817179" y="1747216"/>
                  <a:pt x="2742187" y="1822207"/>
                  <a:pt x="2649681" y="1822207"/>
                </a:cubicBezTo>
                <a:lnTo>
                  <a:pt x="167499" y="1822207"/>
                </a:lnTo>
                <a:cubicBezTo>
                  <a:pt x="74992" y="1822207"/>
                  <a:pt x="0" y="1747216"/>
                  <a:pt x="0" y="1654711"/>
                </a:cubicBezTo>
                <a:lnTo>
                  <a:pt x="0" y="167497"/>
                </a:lnTo>
              </a:path>
            </a:pathLst>
          </a:custGeom>
          <a:solidFill xmlns:a="http://schemas.openxmlformats.org/drawingml/2006/main">
            <a:srgbClr val="F2F2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19">
            <a:extLst xmlns:a="http://schemas.openxmlformats.org/drawingml/2006/main">
              <a:ext uri="{FF2B5EF4-FFF2-40B4-BE49-F238E27FC236}">
                <a16:creationId xmlns:a16="http://schemas.microsoft.com/office/drawing/2014/main" id="{24F5F2B4-A740-4E97-8203-779C542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707" y="491877"/>
            <a:ext cx="1050157" cy="1050157"/>
          </a:xfrm>
          <a:custGeom xmlns:a="http://schemas.openxmlformats.org/drawingml/2006/main">
            <a:pathLst>
              <a:path w="1050157" h="1050157">
                <a:moveTo>
                  <a:pt x="0" y="525078"/>
                </a:moveTo>
                <a:cubicBezTo>
                  <a:pt x="0" y="235086"/>
                  <a:pt x="235085" y="0"/>
                  <a:pt x="525078" y="0"/>
                </a:cubicBezTo>
                <a:cubicBezTo>
                  <a:pt x="815071" y="0"/>
                  <a:pt x="1050157" y="235086"/>
                  <a:pt x="1050157" y="525078"/>
                </a:cubicBezTo>
                <a:cubicBezTo>
                  <a:pt x="1050157" y="815071"/>
                  <a:pt x="815071" y="1050157"/>
                  <a:pt x="525078" y="1050157"/>
                </a:cubicBezTo>
                <a:cubicBezTo>
                  <a:pt x="235085" y="1050157"/>
                  <a:pt x="0" y="815071"/>
                  <a:pt x="0" y="525078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A1A7B-9609-4383-8C22-F48509C02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bbb354f5c4de9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7306" y="2163908"/>
            <a:ext cx="1097674" cy="2308957"/>
          </a:xfrm>
          <a:prstGeom xmlns:a="http://schemas.openxmlformats.org/drawingml/2006/main" prst="rect">
            <a:avLst/>
          </a:prstGeom>
        </p:spPr>
      </p:pic>
      <p:sp>
        <p:nvSpPr>
          <p:cNvPr id="8" name="lotus-source-component-1">
            <a:extLst xmlns:a="http://schemas.openxmlformats.org/drawingml/2006/main">
              <a:ext uri="{FF2B5EF4-FFF2-40B4-BE49-F238E27FC236}">
                <a16:creationId xmlns:a16="http://schemas.microsoft.com/office/drawing/2014/main" id="{46CB6103-B084-41A1-8AF6-75BD9BE4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7306" y="2163908"/>
            <a:ext cx="1097674" cy="2308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pdf-path-21">
            <a:extLst xmlns:a="http://schemas.openxmlformats.org/drawingml/2006/main">
              <a:ext uri="{FF2B5EF4-FFF2-40B4-BE49-F238E27FC236}">
                <a16:creationId xmlns:a16="http://schemas.microsoft.com/office/drawing/2014/main" id="{DF09EB5E-C997-45E8-9C26-962D6F86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4074" y="2190464"/>
            <a:ext cx="1015556" cy="2228070"/>
          </a:xfrm>
          <a:custGeom xmlns:a="http://schemas.openxmlformats.org/drawingml/2006/main">
            <a:pathLst>
              <a:path w="1015556" h="2228070">
                <a:moveTo>
                  <a:pt x="0" y="169262"/>
                </a:moveTo>
                <a:cubicBezTo>
                  <a:pt x="0" y="75781"/>
                  <a:pt x="75781" y="0"/>
                  <a:pt x="169262" y="0"/>
                </a:cubicBezTo>
                <a:lnTo>
                  <a:pt x="846295" y="0"/>
                </a:lnTo>
                <a:cubicBezTo>
                  <a:pt x="939775" y="0"/>
                  <a:pt x="1015556" y="75781"/>
                  <a:pt x="1015556" y="169262"/>
                </a:cubicBezTo>
                <a:lnTo>
                  <a:pt x="1015556" y="2058808"/>
                </a:lnTo>
                <a:cubicBezTo>
                  <a:pt x="1015556" y="2152289"/>
                  <a:pt x="939775" y="2228070"/>
                  <a:pt x="846295" y="2228070"/>
                </a:cubicBezTo>
                <a:lnTo>
                  <a:pt x="169262" y="2228070"/>
                </a:lnTo>
                <a:cubicBezTo>
                  <a:pt x="75781" y="2228070"/>
                  <a:pt x="0" y="2152289"/>
                  <a:pt x="0" y="2058808"/>
                </a:cubicBezTo>
                <a:lnTo>
                  <a:pt x="0" y="16926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22">
            <a:extLst xmlns:a="http://schemas.openxmlformats.org/drawingml/2006/main">
              <a:ext uri="{FF2B5EF4-FFF2-40B4-BE49-F238E27FC236}">
                <a16:creationId xmlns:a16="http://schemas.microsoft.com/office/drawing/2014/main" id="{B680A3B6-78BA-4B4F-87E7-1F6A897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4074" y="2190464"/>
            <a:ext cx="1015556" cy="2228070"/>
          </a:xfrm>
          <a:custGeom xmlns:a="http://schemas.openxmlformats.org/drawingml/2006/main">
            <a:pathLst>
              <a:path w="1015556" h="2228070">
                <a:moveTo>
                  <a:pt x="0" y="169262"/>
                </a:moveTo>
                <a:cubicBezTo>
                  <a:pt x="0" y="75781"/>
                  <a:pt x="75781" y="0"/>
                  <a:pt x="169262" y="0"/>
                </a:cubicBezTo>
                <a:lnTo>
                  <a:pt x="846294" y="0"/>
                </a:lnTo>
                <a:cubicBezTo>
                  <a:pt x="939775" y="0"/>
                  <a:pt x="1015556" y="75781"/>
                  <a:pt x="1015556" y="169262"/>
                </a:cubicBezTo>
                <a:lnTo>
                  <a:pt x="1015556" y="2058808"/>
                </a:lnTo>
                <a:cubicBezTo>
                  <a:pt x="1015556" y="2152289"/>
                  <a:pt x="939775" y="2228070"/>
                  <a:pt x="846294" y="2228070"/>
                </a:cubicBezTo>
                <a:lnTo>
                  <a:pt x="169262" y="2228070"/>
                </a:lnTo>
                <a:cubicBezTo>
                  <a:pt x="75781" y="2228070"/>
                  <a:pt x="0" y="2152289"/>
                  <a:pt x="0" y="2058808"/>
                </a:cubicBezTo>
                <a:lnTo>
                  <a:pt x="0" y="169262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D9D9D9">
                <a:alpha val="50000"/>
              </a:srgbClr>
            </a:solidFill>
            <a:prstDash val="solid"/>
          </a:ln>
        </p:spPr>
      </p:sp>
      <p:sp>
        <p:nvSpPr>
          <p:cNvPr id="11" name="pdf-path-23">
            <a:extLst xmlns:a="http://schemas.openxmlformats.org/drawingml/2006/main">
              <a:ext uri="{FF2B5EF4-FFF2-40B4-BE49-F238E27FC236}">
                <a16:creationId xmlns:a16="http://schemas.microsoft.com/office/drawing/2014/main" id="{1EFAD310-D733-42B2-80B1-5CC2CFF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0587" y="904178"/>
            <a:ext cx="407437" cy="1429725"/>
          </a:xfrm>
          <a:custGeom xmlns:a="http://schemas.openxmlformats.org/drawingml/2006/main">
            <a:pathLst>
              <a:path w="407437" h="1429725">
                <a:moveTo>
                  <a:pt x="182722" y="15714"/>
                </a:moveTo>
                <a:lnTo>
                  <a:pt x="146151" y="44512"/>
                </a:lnTo>
                <a:lnTo>
                  <a:pt x="146409" y="44302"/>
                </a:lnTo>
                <a:lnTo>
                  <a:pt x="128624" y="59290"/>
                </a:lnTo>
                <a:lnTo>
                  <a:pt x="128925" y="59027"/>
                </a:lnTo>
                <a:lnTo>
                  <a:pt x="111741" y="74723"/>
                </a:lnTo>
                <a:lnTo>
                  <a:pt x="112122" y="74355"/>
                </a:lnTo>
                <a:lnTo>
                  <a:pt x="95740" y="90995"/>
                </a:lnTo>
                <a:lnTo>
                  <a:pt x="96183" y="90513"/>
                </a:lnTo>
                <a:lnTo>
                  <a:pt x="80802" y="108332"/>
                </a:lnTo>
                <a:lnTo>
                  <a:pt x="81282" y="107732"/>
                </a:lnTo>
                <a:lnTo>
                  <a:pt x="67101" y="126966"/>
                </a:lnTo>
                <a:lnTo>
                  <a:pt x="67582" y="126251"/>
                </a:lnTo>
                <a:lnTo>
                  <a:pt x="54804" y="147136"/>
                </a:lnTo>
                <a:lnTo>
                  <a:pt x="55251" y="146323"/>
                </a:lnTo>
                <a:lnTo>
                  <a:pt x="44076" y="169095"/>
                </a:lnTo>
                <a:lnTo>
                  <a:pt x="44457" y="168213"/>
                </a:lnTo>
                <a:lnTo>
                  <a:pt x="35083" y="193108"/>
                </a:lnTo>
                <a:lnTo>
                  <a:pt x="35313" y="192427"/>
                </a:lnTo>
                <a:lnTo>
                  <a:pt x="31365" y="205744"/>
                </a:lnTo>
                <a:lnTo>
                  <a:pt x="31488" y="205286"/>
                </a:lnTo>
                <a:lnTo>
                  <a:pt x="28066" y="219223"/>
                </a:lnTo>
                <a:lnTo>
                  <a:pt x="28166" y="218770"/>
                </a:lnTo>
                <a:lnTo>
                  <a:pt x="25294" y="233355"/>
                </a:lnTo>
                <a:lnTo>
                  <a:pt x="25372" y="232911"/>
                </a:lnTo>
                <a:lnTo>
                  <a:pt x="23075" y="248174"/>
                </a:lnTo>
                <a:lnTo>
                  <a:pt x="23130" y="247742"/>
                </a:lnTo>
                <a:lnTo>
                  <a:pt x="21436" y="263713"/>
                </a:lnTo>
                <a:lnTo>
                  <a:pt x="21471" y="263297"/>
                </a:lnTo>
                <a:lnTo>
                  <a:pt x="20401" y="280004"/>
                </a:lnTo>
                <a:lnTo>
                  <a:pt x="20419" y="279605"/>
                </a:lnTo>
                <a:lnTo>
                  <a:pt x="20001" y="297080"/>
                </a:lnTo>
                <a:lnTo>
                  <a:pt x="20002" y="296699"/>
                </a:lnTo>
                <a:lnTo>
                  <a:pt x="20261" y="314970"/>
                </a:lnTo>
                <a:lnTo>
                  <a:pt x="20249" y="314610"/>
                </a:lnTo>
                <a:lnTo>
                  <a:pt x="21207" y="333706"/>
                </a:lnTo>
                <a:lnTo>
                  <a:pt x="21184" y="333366"/>
                </a:lnTo>
                <a:lnTo>
                  <a:pt x="22869" y="353317"/>
                </a:lnTo>
                <a:lnTo>
                  <a:pt x="22837" y="352997"/>
                </a:lnTo>
                <a:lnTo>
                  <a:pt x="25271" y="373833"/>
                </a:lnTo>
                <a:lnTo>
                  <a:pt x="25232" y="373534"/>
                </a:lnTo>
                <a:lnTo>
                  <a:pt x="28444" y="395283"/>
                </a:lnTo>
                <a:lnTo>
                  <a:pt x="28398" y="395006"/>
                </a:lnTo>
                <a:lnTo>
                  <a:pt x="32403" y="417690"/>
                </a:lnTo>
                <a:lnTo>
                  <a:pt x="32356" y="417442"/>
                </a:lnTo>
                <a:lnTo>
                  <a:pt x="37136" y="441040"/>
                </a:lnTo>
                <a:lnTo>
                  <a:pt x="37090" y="440821"/>
                </a:lnTo>
                <a:lnTo>
                  <a:pt x="42621" y="465304"/>
                </a:lnTo>
                <a:lnTo>
                  <a:pt x="42575" y="465110"/>
                </a:lnTo>
                <a:lnTo>
                  <a:pt x="48832" y="490447"/>
                </a:lnTo>
                <a:lnTo>
                  <a:pt x="48788" y="490275"/>
                </a:lnTo>
                <a:lnTo>
                  <a:pt x="55746" y="516437"/>
                </a:lnTo>
                <a:lnTo>
                  <a:pt x="55703" y="516282"/>
                </a:lnTo>
                <a:lnTo>
                  <a:pt x="63338" y="543242"/>
                </a:lnTo>
                <a:lnTo>
                  <a:pt x="63297" y="543103"/>
                </a:lnTo>
                <a:lnTo>
                  <a:pt x="71583" y="570828"/>
                </a:lnTo>
                <a:lnTo>
                  <a:pt x="71544" y="570703"/>
                </a:lnTo>
                <a:lnTo>
                  <a:pt x="80455" y="599166"/>
                </a:lnTo>
                <a:lnTo>
                  <a:pt x="80419" y="599053"/>
                </a:lnTo>
                <a:lnTo>
                  <a:pt x="89931" y="628224"/>
                </a:lnTo>
                <a:lnTo>
                  <a:pt x="89897" y="628122"/>
                </a:lnTo>
                <a:lnTo>
                  <a:pt x="99985" y="657970"/>
                </a:lnTo>
                <a:lnTo>
                  <a:pt x="99953" y="657879"/>
                </a:lnTo>
                <a:lnTo>
                  <a:pt x="110591" y="688375"/>
                </a:lnTo>
                <a:lnTo>
                  <a:pt x="110562" y="688292"/>
                </a:lnTo>
                <a:lnTo>
                  <a:pt x="121725" y="719408"/>
                </a:lnTo>
                <a:lnTo>
                  <a:pt x="121685" y="719297"/>
                </a:lnTo>
                <a:lnTo>
                  <a:pt x="145490" y="783269"/>
                </a:lnTo>
                <a:lnTo>
                  <a:pt x="145442" y="783144"/>
                </a:lnTo>
                <a:lnTo>
                  <a:pt x="171049" y="849238"/>
                </a:lnTo>
                <a:lnTo>
                  <a:pt x="171009" y="849135"/>
                </a:lnTo>
                <a:lnTo>
                  <a:pt x="198219" y="917117"/>
                </a:lnTo>
                <a:lnTo>
                  <a:pt x="198184" y="917032"/>
                </a:lnTo>
                <a:lnTo>
                  <a:pt x="226795" y="986664"/>
                </a:lnTo>
                <a:lnTo>
                  <a:pt x="226767" y="986596"/>
                </a:lnTo>
                <a:lnTo>
                  <a:pt x="256580" y="1057644"/>
                </a:lnTo>
                <a:lnTo>
                  <a:pt x="256556" y="1057589"/>
                </a:lnTo>
                <a:lnTo>
                  <a:pt x="287370" y="1129816"/>
                </a:lnTo>
                <a:lnTo>
                  <a:pt x="287352" y="1129774"/>
                </a:lnTo>
                <a:lnTo>
                  <a:pt x="318968" y="1202944"/>
                </a:lnTo>
                <a:lnTo>
                  <a:pt x="318955" y="1202913"/>
                </a:lnTo>
                <a:lnTo>
                  <a:pt x="351171" y="1276792"/>
                </a:lnTo>
                <a:lnTo>
                  <a:pt x="396481" y="1379923"/>
                </a:lnTo>
                <a:lnTo>
                  <a:pt x="378169" y="1387968"/>
                </a:lnTo>
                <a:lnTo>
                  <a:pt x="332837" y="1284787"/>
                </a:lnTo>
                <a:lnTo>
                  <a:pt x="300614" y="1210894"/>
                </a:lnTo>
                <a:lnTo>
                  <a:pt x="268982" y="1137686"/>
                </a:lnTo>
                <a:lnTo>
                  <a:pt x="238148" y="1065410"/>
                </a:lnTo>
                <a:lnTo>
                  <a:pt x="208309" y="994301"/>
                </a:lnTo>
                <a:lnTo>
                  <a:pt x="179665" y="924592"/>
                </a:lnTo>
                <a:lnTo>
                  <a:pt x="152419" y="856516"/>
                </a:lnTo>
                <a:lnTo>
                  <a:pt x="126768" y="790307"/>
                </a:lnTo>
                <a:lnTo>
                  <a:pt x="102919" y="726218"/>
                </a:lnTo>
                <a:lnTo>
                  <a:pt x="91721" y="695005"/>
                </a:lnTo>
                <a:lnTo>
                  <a:pt x="81052" y="664420"/>
                </a:lnTo>
                <a:lnTo>
                  <a:pt x="70931" y="634475"/>
                </a:lnTo>
                <a:lnTo>
                  <a:pt x="61385" y="605198"/>
                </a:lnTo>
                <a:lnTo>
                  <a:pt x="52437" y="576617"/>
                </a:lnTo>
                <a:lnTo>
                  <a:pt x="44113" y="548760"/>
                </a:lnTo>
                <a:lnTo>
                  <a:pt x="36437" y="521656"/>
                </a:lnTo>
                <a:lnTo>
                  <a:pt x="29436" y="495329"/>
                </a:lnTo>
                <a:lnTo>
                  <a:pt x="23133" y="469808"/>
                </a:lnTo>
                <a:lnTo>
                  <a:pt x="17555" y="445120"/>
                </a:lnTo>
                <a:lnTo>
                  <a:pt x="12728" y="421290"/>
                </a:lnTo>
                <a:lnTo>
                  <a:pt x="8677" y="398345"/>
                </a:lnTo>
                <a:lnTo>
                  <a:pt x="5423" y="376306"/>
                </a:lnTo>
                <a:lnTo>
                  <a:pt x="2951" y="355160"/>
                </a:lnTo>
                <a:lnTo>
                  <a:pt x="1239" y="334879"/>
                </a:lnTo>
                <a:lnTo>
                  <a:pt x="263" y="315432"/>
                </a:lnTo>
                <a:lnTo>
                  <a:pt x="0" y="296791"/>
                </a:lnTo>
                <a:lnTo>
                  <a:pt x="428" y="278926"/>
                </a:lnTo>
                <a:lnTo>
                  <a:pt x="1524" y="261810"/>
                </a:lnTo>
                <a:lnTo>
                  <a:pt x="3264" y="245415"/>
                </a:lnTo>
                <a:lnTo>
                  <a:pt x="5626" y="229713"/>
                </a:lnTo>
                <a:lnTo>
                  <a:pt x="8587" y="214678"/>
                </a:lnTo>
                <a:lnTo>
                  <a:pt x="12120" y="200286"/>
                </a:lnTo>
                <a:lnTo>
                  <a:pt x="16238" y="186397"/>
                </a:lnTo>
                <a:lnTo>
                  <a:pt x="25908" y="160715"/>
                </a:lnTo>
                <a:lnTo>
                  <a:pt x="37500" y="137094"/>
                </a:lnTo>
                <a:lnTo>
                  <a:pt x="50746" y="115445"/>
                </a:lnTo>
                <a:lnTo>
                  <a:pt x="65410" y="95553"/>
                </a:lnTo>
                <a:lnTo>
                  <a:pt x="81258" y="77195"/>
                </a:lnTo>
                <a:lnTo>
                  <a:pt x="98056" y="60133"/>
                </a:lnTo>
                <a:lnTo>
                  <a:pt x="115583" y="44124"/>
                </a:lnTo>
                <a:lnTo>
                  <a:pt x="133648" y="28900"/>
                </a:lnTo>
                <a:lnTo>
                  <a:pt x="170349" y="0"/>
                </a:lnTo>
                <a:lnTo>
                  <a:pt x="182722" y="15714"/>
                </a:lnTo>
                <a:moveTo>
                  <a:pt x="429082" y="1354677"/>
                </a:moveTo>
                <a:lnTo>
                  <a:pt x="407437" y="1429725"/>
                </a:lnTo>
                <a:lnTo>
                  <a:pt x="337522" y="1394903"/>
                </a:lnTo>
                <a:lnTo>
                  <a:pt x="429082" y="1354677"/>
                </a:lnTo>
              </a:path>
            </a:pathLst>
          </a:custGeom>
          <a:solidFill xmlns:a="http://schemas.openxmlformats.org/drawingml/2006/main">
            <a:srgbClr val="F67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24">
            <a:extLst xmlns:a="http://schemas.openxmlformats.org/drawingml/2006/main">
              <a:ext uri="{FF2B5EF4-FFF2-40B4-BE49-F238E27FC236}">
                <a16:creationId xmlns:a16="http://schemas.microsoft.com/office/drawing/2014/main" id="{BB2C7762-630D-4EB0-9595-1F16989C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103" y="2735374"/>
            <a:ext cx="2815844" cy="1855381"/>
          </a:xfrm>
          <a:custGeom xmlns:a="http://schemas.openxmlformats.org/drawingml/2006/main">
            <a:pathLst>
              <a:path w="2815844" h="1855381">
                <a:moveTo>
                  <a:pt x="0" y="170546"/>
                </a:moveTo>
                <a:cubicBezTo>
                  <a:pt x="0" y="76356"/>
                  <a:pt x="76352" y="0"/>
                  <a:pt x="170546" y="0"/>
                </a:cubicBezTo>
                <a:lnTo>
                  <a:pt x="2645300" y="0"/>
                </a:lnTo>
                <a:cubicBezTo>
                  <a:pt x="2739486" y="0"/>
                  <a:pt x="2815844" y="76356"/>
                  <a:pt x="2815844" y="170546"/>
                </a:cubicBezTo>
                <a:lnTo>
                  <a:pt x="2815844" y="1684835"/>
                </a:lnTo>
                <a:cubicBezTo>
                  <a:pt x="2815844" y="1779025"/>
                  <a:pt x="2739486" y="1855381"/>
                  <a:pt x="2645300" y="1855381"/>
                </a:cubicBezTo>
                <a:lnTo>
                  <a:pt x="170546" y="1855381"/>
                </a:lnTo>
                <a:cubicBezTo>
                  <a:pt x="76352" y="1855381"/>
                  <a:pt x="0" y="1779025"/>
                  <a:pt x="0" y="1684835"/>
                </a:cubicBezTo>
                <a:lnTo>
                  <a:pt x="0" y="170546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25">
            <a:extLst xmlns:a="http://schemas.openxmlformats.org/drawingml/2006/main">
              <a:ext uri="{FF2B5EF4-FFF2-40B4-BE49-F238E27FC236}">
                <a16:creationId xmlns:a16="http://schemas.microsoft.com/office/drawing/2014/main" id="{4DED75B5-609E-4C34-BB7A-097C76B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103" y="2735374"/>
            <a:ext cx="2815846" cy="1855381"/>
          </a:xfrm>
          <a:custGeom xmlns:a="http://schemas.openxmlformats.org/drawingml/2006/main">
            <a:pathLst>
              <a:path w="2815846" h="1855381">
                <a:moveTo>
                  <a:pt x="0" y="170546"/>
                </a:moveTo>
                <a:lnTo>
                  <a:pt x="38" y="166932"/>
                </a:lnTo>
                <a:lnTo>
                  <a:pt x="150" y="163337"/>
                </a:lnTo>
                <a:lnTo>
                  <a:pt x="336" y="159761"/>
                </a:lnTo>
                <a:lnTo>
                  <a:pt x="595" y="156204"/>
                </a:lnTo>
                <a:lnTo>
                  <a:pt x="926" y="152668"/>
                </a:lnTo>
                <a:lnTo>
                  <a:pt x="1329" y="149153"/>
                </a:lnTo>
                <a:lnTo>
                  <a:pt x="1803" y="145661"/>
                </a:lnTo>
                <a:lnTo>
                  <a:pt x="2347" y="142191"/>
                </a:lnTo>
                <a:lnTo>
                  <a:pt x="2960" y="138744"/>
                </a:lnTo>
                <a:lnTo>
                  <a:pt x="3642" y="135322"/>
                </a:lnTo>
                <a:lnTo>
                  <a:pt x="4392" y="131925"/>
                </a:lnTo>
                <a:lnTo>
                  <a:pt x="5209" y="128553"/>
                </a:lnTo>
                <a:lnTo>
                  <a:pt x="6092" y="125208"/>
                </a:lnTo>
                <a:lnTo>
                  <a:pt x="7041" y="121890"/>
                </a:lnTo>
                <a:lnTo>
                  <a:pt x="7239" y="121250"/>
                </a:lnTo>
                <a:moveTo>
                  <a:pt x="12823" y="105553"/>
                </a:moveTo>
                <a:lnTo>
                  <a:pt x="14074" y="102596"/>
                </a:lnTo>
                <a:lnTo>
                  <a:pt x="15462" y="99490"/>
                </a:lnTo>
                <a:lnTo>
                  <a:pt x="16910" y="96416"/>
                </a:lnTo>
                <a:lnTo>
                  <a:pt x="18417" y="93377"/>
                </a:lnTo>
                <a:lnTo>
                  <a:pt x="19982" y="90372"/>
                </a:lnTo>
                <a:lnTo>
                  <a:pt x="21605" y="87402"/>
                </a:lnTo>
                <a:lnTo>
                  <a:pt x="23284" y="84468"/>
                </a:lnTo>
                <a:lnTo>
                  <a:pt x="25020" y="81572"/>
                </a:lnTo>
                <a:lnTo>
                  <a:pt x="26811" y="78712"/>
                </a:lnTo>
                <a:lnTo>
                  <a:pt x="28657" y="75891"/>
                </a:lnTo>
                <a:lnTo>
                  <a:pt x="30556" y="73110"/>
                </a:lnTo>
                <a:lnTo>
                  <a:pt x="32509" y="70367"/>
                </a:lnTo>
                <a:lnTo>
                  <a:pt x="34513" y="67666"/>
                </a:lnTo>
                <a:lnTo>
                  <a:pt x="36570" y="65006"/>
                </a:lnTo>
                <a:lnTo>
                  <a:pt x="38366" y="62774"/>
                </a:lnTo>
                <a:moveTo>
                  <a:pt x="49517" y="50395"/>
                </a:moveTo>
                <a:lnTo>
                  <a:pt x="49952" y="49952"/>
                </a:lnTo>
                <a:lnTo>
                  <a:pt x="52349" y="47601"/>
                </a:lnTo>
                <a:lnTo>
                  <a:pt x="54792" y="45298"/>
                </a:lnTo>
                <a:lnTo>
                  <a:pt x="57279" y="43042"/>
                </a:lnTo>
                <a:lnTo>
                  <a:pt x="59812" y="40835"/>
                </a:lnTo>
                <a:lnTo>
                  <a:pt x="62387" y="38678"/>
                </a:lnTo>
                <a:lnTo>
                  <a:pt x="65005" y="36570"/>
                </a:lnTo>
                <a:lnTo>
                  <a:pt x="67666" y="34514"/>
                </a:lnTo>
                <a:lnTo>
                  <a:pt x="70367" y="32509"/>
                </a:lnTo>
                <a:lnTo>
                  <a:pt x="73109" y="30556"/>
                </a:lnTo>
                <a:lnTo>
                  <a:pt x="75891" y="28657"/>
                </a:lnTo>
                <a:lnTo>
                  <a:pt x="78712" y="26811"/>
                </a:lnTo>
                <a:lnTo>
                  <a:pt x="81571" y="25020"/>
                </a:lnTo>
                <a:lnTo>
                  <a:pt x="84468" y="23285"/>
                </a:lnTo>
                <a:lnTo>
                  <a:pt x="87402" y="21605"/>
                </a:lnTo>
                <a:lnTo>
                  <a:pt x="89390" y="20518"/>
                </a:lnTo>
                <a:moveTo>
                  <a:pt x="104409" y="13307"/>
                </a:moveTo>
                <a:lnTo>
                  <a:pt x="105735" y="12746"/>
                </a:lnTo>
                <a:lnTo>
                  <a:pt x="108906" y="11480"/>
                </a:lnTo>
                <a:lnTo>
                  <a:pt x="112107" y="10275"/>
                </a:lnTo>
                <a:lnTo>
                  <a:pt x="115339" y="9134"/>
                </a:lnTo>
                <a:lnTo>
                  <a:pt x="118600" y="8055"/>
                </a:lnTo>
                <a:lnTo>
                  <a:pt x="121890" y="7041"/>
                </a:lnTo>
                <a:lnTo>
                  <a:pt x="125208" y="6092"/>
                </a:lnTo>
                <a:lnTo>
                  <a:pt x="128553" y="5209"/>
                </a:lnTo>
                <a:lnTo>
                  <a:pt x="131924" y="4392"/>
                </a:lnTo>
                <a:lnTo>
                  <a:pt x="135322" y="3642"/>
                </a:lnTo>
                <a:lnTo>
                  <a:pt x="138744" y="2960"/>
                </a:lnTo>
                <a:lnTo>
                  <a:pt x="142190" y="2347"/>
                </a:lnTo>
                <a:lnTo>
                  <a:pt x="145660" y="1803"/>
                </a:lnTo>
                <a:lnTo>
                  <a:pt x="149153" y="1329"/>
                </a:lnTo>
                <a:lnTo>
                  <a:pt x="152668" y="926"/>
                </a:lnTo>
                <a:lnTo>
                  <a:pt x="152668" y="926"/>
                </a:lnTo>
                <a:moveTo>
                  <a:pt x="169305" y="13"/>
                </a:moveTo>
                <a:lnTo>
                  <a:pt x="170546" y="0"/>
                </a:lnTo>
                <a:lnTo>
                  <a:pt x="219308" y="0"/>
                </a:lnTo>
                <a:moveTo>
                  <a:pt x="235976" y="0"/>
                </a:moveTo>
                <a:lnTo>
                  <a:pt x="285979" y="0"/>
                </a:lnTo>
                <a:moveTo>
                  <a:pt x="302647" y="0"/>
                </a:moveTo>
                <a:lnTo>
                  <a:pt x="352650" y="0"/>
                </a:lnTo>
                <a:moveTo>
                  <a:pt x="369318" y="0"/>
                </a:moveTo>
                <a:lnTo>
                  <a:pt x="419321" y="0"/>
                </a:lnTo>
                <a:moveTo>
                  <a:pt x="435989" y="0"/>
                </a:moveTo>
                <a:lnTo>
                  <a:pt x="485993" y="0"/>
                </a:lnTo>
                <a:moveTo>
                  <a:pt x="502660" y="0"/>
                </a:moveTo>
                <a:lnTo>
                  <a:pt x="552664" y="0"/>
                </a:lnTo>
                <a:moveTo>
                  <a:pt x="569332" y="0"/>
                </a:moveTo>
                <a:lnTo>
                  <a:pt x="619335" y="0"/>
                </a:lnTo>
                <a:moveTo>
                  <a:pt x="636003" y="0"/>
                </a:moveTo>
                <a:lnTo>
                  <a:pt x="686006" y="0"/>
                </a:lnTo>
                <a:moveTo>
                  <a:pt x="702674" y="0"/>
                </a:moveTo>
                <a:lnTo>
                  <a:pt x="752677" y="0"/>
                </a:lnTo>
                <a:moveTo>
                  <a:pt x="769345" y="0"/>
                </a:moveTo>
                <a:lnTo>
                  <a:pt x="819349" y="0"/>
                </a:lnTo>
                <a:moveTo>
                  <a:pt x="836016" y="0"/>
                </a:moveTo>
                <a:lnTo>
                  <a:pt x="886020" y="0"/>
                </a:lnTo>
                <a:moveTo>
                  <a:pt x="902688" y="0"/>
                </a:moveTo>
                <a:lnTo>
                  <a:pt x="952691" y="0"/>
                </a:lnTo>
                <a:moveTo>
                  <a:pt x="969359" y="0"/>
                </a:moveTo>
                <a:lnTo>
                  <a:pt x="1019362" y="0"/>
                </a:lnTo>
                <a:moveTo>
                  <a:pt x="1036030" y="0"/>
                </a:moveTo>
                <a:lnTo>
                  <a:pt x="1086033" y="0"/>
                </a:lnTo>
                <a:moveTo>
                  <a:pt x="1102701" y="0"/>
                </a:moveTo>
                <a:lnTo>
                  <a:pt x="1152705" y="0"/>
                </a:lnTo>
                <a:moveTo>
                  <a:pt x="1169372" y="0"/>
                </a:moveTo>
                <a:lnTo>
                  <a:pt x="1219376" y="0"/>
                </a:lnTo>
                <a:moveTo>
                  <a:pt x="1236044" y="0"/>
                </a:moveTo>
                <a:lnTo>
                  <a:pt x="1286047" y="0"/>
                </a:lnTo>
                <a:moveTo>
                  <a:pt x="1302715" y="0"/>
                </a:moveTo>
                <a:lnTo>
                  <a:pt x="1352718" y="0"/>
                </a:lnTo>
                <a:moveTo>
                  <a:pt x="1369386" y="0"/>
                </a:moveTo>
                <a:lnTo>
                  <a:pt x="1419389" y="0"/>
                </a:lnTo>
                <a:moveTo>
                  <a:pt x="1436057" y="0"/>
                </a:moveTo>
                <a:lnTo>
                  <a:pt x="1486061" y="0"/>
                </a:lnTo>
                <a:moveTo>
                  <a:pt x="1502728" y="0"/>
                </a:moveTo>
                <a:lnTo>
                  <a:pt x="1552732" y="0"/>
                </a:lnTo>
                <a:moveTo>
                  <a:pt x="1569400" y="0"/>
                </a:moveTo>
                <a:lnTo>
                  <a:pt x="1619403" y="0"/>
                </a:lnTo>
                <a:moveTo>
                  <a:pt x="1636071" y="0"/>
                </a:moveTo>
                <a:lnTo>
                  <a:pt x="1686074" y="0"/>
                </a:lnTo>
                <a:moveTo>
                  <a:pt x="1702742" y="0"/>
                </a:moveTo>
                <a:lnTo>
                  <a:pt x="1752745" y="0"/>
                </a:lnTo>
                <a:moveTo>
                  <a:pt x="1769413" y="0"/>
                </a:moveTo>
                <a:lnTo>
                  <a:pt x="1819416" y="0"/>
                </a:lnTo>
                <a:moveTo>
                  <a:pt x="1836084" y="0"/>
                </a:moveTo>
                <a:lnTo>
                  <a:pt x="1886088" y="0"/>
                </a:lnTo>
                <a:moveTo>
                  <a:pt x="1902755" y="0"/>
                </a:moveTo>
                <a:lnTo>
                  <a:pt x="1952759" y="0"/>
                </a:lnTo>
                <a:moveTo>
                  <a:pt x="1969427" y="0"/>
                </a:moveTo>
                <a:lnTo>
                  <a:pt x="2019430" y="0"/>
                </a:lnTo>
                <a:moveTo>
                  <a:pt x="2036098" y="0"/>
                </a:moveTo>
                <a:lnTo>
                  <a:pt x="2086101" y="0"/>
                </a:lnTo>
                <a:moveTo>
                  <a:pt x="2102769" y="0"/>
                </a:moveTo>
                <a:lnTo>
                  <a:pt x="2152772" y="0"/>
                </a:lnTo>
                <a:moveTo>
                  <a:pt x="2169440" y="0"/>
                </a:moveTo>
                <a:lnTo>
                  <a:pt x="2219444" y="0"/>
                </a:lnTo>
                <a:moveTo>
                  <a:pt x="2236111" y="0"/>
                </a:moveTo>
                <a:lnTo>
                  <a:pt x="2286115" y="0"/>
                </a:lnTo>
                <a:moveTo>
                  <a:pt x="2302783" y="0"/>
                </a:moveTo>
                <a:lnTo>
                  <a:pt x="2352786" y="0"/>
                </a:lnTo>
                <a:moveTo>
                  <a:pt x="2369454" y="0"/>
                </a:moveTo>
                <a:lnTo>
                  <a:pt x="2419457" y="0"/>
                </a:lnTo>
                <a:moveTo>
                  <a:pt x="2436125" y="0"/>
                </a:moveTo>
                <a:lnTo>
                  <a:pt x="2486128" y="0"/>
                </a:lnTo>
                <a:moveTo>
                  <a:pt x="2502796" y="0"/>
                </a:moveTo>
                <a:lnTo>
                  <a:pt x="2552800" y="0"/>
                </a:lnTo>
                <a:moveTo>
                  <a:pt x="2569467" y="0"/>
                </a:moveTo>
                <a:lnTo>
                  <a:pt x="2619471" y="0"/>
                </a:lnTo>
                <a:moveTo>
                  <a:pt x="2636139" y="0"/>
                </a:moveTo>
                <a:lnTo>
                  <a:pt x="2645300" y="0"/>
                </a:lnTo>
                <a:lnTo>
                  <a:pt x="2648913" y="38"/>
                </a:lnTo>
                <a:lnTo>
                  <a:pt x="2652509" y="150"/>
                </a:lnTo>
                <a:lnTo>
                  <a:pt x="2656085" y="336"/>
                </a:lnTo>
                <a:lnTo>
                  <a:pt x="2659642" y="595"/>
                </a:lnTo>
                <a:lnTo>
                  <a:pt x="2663178" y="926"/>
                </a:lnTo>
                <a:lnTo>
                  <a:pt x="2666693" y="1329"/>
                </a:lnTo>
                <a:lnTo>
                  <a:pt x="2670185" y="1803"/>
                </a:lnTo>
                <a:lnTo>
                  <a:pt x="2673655" y="2347"/>
                </a:lnTo>
                <a:lnTo>
                  <a:pt x="2677102" y="2960"/>
                </a:lnTo>
                <a:lnTo>
                  <a:pt x="2680524" y="3642"/>
                </a:lnTo>
                <a:lnTo>
                  <a:pt x="2683921" y="4392"/>
                </a:lnTo>
                <a:lnTo>
                  <a:pt x="2685757" y="4836"/>
                </a:lnTo>
                <a:moveTo>
                  <a:pt x="2701732" y="9566"/>
                </a:moveTo>
                <a:lnTo>
                  <a:pt x="2703738" y="10275"/>
                </a:lnTo>
                <a:lnTo>
                  <a:pt x="2706940" y="11480"/>
                </a:lnTo>
                <a:lnTo>
                  <a:pt x="2710111" y="12746"/>
                </a:lnTo>
                <a:lnTo>
                  <a:pt x="2713250" y="14074"/>
                </a:lnTo>
                <a:lnTo>
                  <a:pt x="2716356" y="15462"/>
                </a:lnTo>
                <a:lnTo>
                  <a:pt x="2719430" y="16910"/>
                </a:lnTo>
                <a:lnTo>
                  <a:pt x="2722470" y="18417"/>
                </a:lnTo>
                <a:lnTo>
                  <a:pt x="2725475" y="19982"/>
                </a:lnTo>
                <a:lnTo>
                  <a:pt x="2728444" y="21605"/>
                </a:lnTo>
                <a:lnTo>
                  <a:pt x="2731378" y="23285"/>
                </a:lnTo>
                <a:lnTo>
                  <a:pt x="2734275" y="25020"/>
                </a:lnTo>
                <a:lnTo>
                  <a:pt x="2737134" y="26811"/>
                </a:lnTo>
                <a:lnTo>
                  <a:pt x="2739955" y="28657"/>
                </a:lnTo>
                <a:lnTo>
                  <a:pt x="2742737" y="30556"/>
                </a:lnTo>
                <a:lnTo>
                  <a:pt x="2745479" y="32509"/>
                </a:lnTo>
                <a:lnTo>
                  <a:pt x="2745824" y="32765"/>
                </a:lnTo>
                <a:moveTo>
                  <a:pt x="2758782" y="43237"/>
                </a:moveTo>
                <a:lnTo>
                  <a:pt x="2761054" y="45298"/>
                </a:lnTo>
                <a:lnTo>
                  <a:pt x="2763497" y="47601"/>
                </a:lnTo>
                <a:lnTo>
                  <a:pt x="2765894" y="49952"/>
                </a:lnTo>
                <a:lnTo>
                  <a:pt x="2768245" y="52349"/>
                </a:lnTo>
                <a:lnTo>
                  <a:pt x="2770549" y="54792"/>
                </a:lnTo>
                <a:lnTo>
                  <a:pt x="2772804" y="57280"/>
                </a:lnTo>
                <a:lnTo>
                  <a:pt x="2775011" y="59812"/>
                </a:lnTo>
                <a:lnTo>
                  <a:pt x="2777169" y="62387"/>
                </a:lnTo>
                <a:lnTo>
                  <a:pt x="2779276" y="65006"/>
                </a:lnTo>
                <a:lnTo>
                  <a:pt x="2781333" y="67666"/>
                </a:lnTo>
                <a:lnTo>
                  <a:pt x="2783338" y="70367"/>
                </a:lnTo>
                <a:lnTo>
                  <a:pt x="2785290" y="73110"/>
                </a:lnTo>
                <a:lnTo>
                  <a:pt x="2787189" y="75891"/>
                </a:lnTo>
                <a:lnTo>
                  <a:pt x="2789035" y="78712"/>
                </a:lnTo>
                <a:lnTo>
                  <a:pt x="2790753" y="81455"/>
                </a:lnTo>
                <a:moveTo>
                  <a:pt x="2798762" y="96064"/>
                </a:moveTo>
                <a:lnTo>
                  <a:pt x="2798936" y="96416"/>
                </a:lnTo>
                <a:lnTo>
                  <a:pt x="2800384" y="99490"/>
                </a:lnTo>
                <a:lnTo>
                  <a:pt x="2801772" y="102596"/>
                </a:lnTo>
                <a:lnTo>
                  <a:pt x="2803100" y="105735"/>
                </a:lnTo>
                <a:lnTo>
                  <a:pt x="2804366" y="108906"/>
                </a:lnTo>
                <a:lnTo>
                  <a:pt x="2805571" y="112108"/>
                </a:lnTo>
                <a:lnTo>
                  <a:pt x="2806713" y="115339"/>
                </a:lnTo>
                <a:lnTo>
                  <a:pt x="2807791" y="118601"/>
                </a:lnTo>
                <a:lnTo>
                  <a:pt x="2808805" y="121890"/>
                </a:lnTo>
                <a:lnTo>
                  <a:pt x="2809754" y="125208"/>
                </a:lnTo>
                <a:lnTo>
                  <a:pt x="2810638" y="128553"/>
                </a:lnTo>
                <a:lnTo>
                  <a:pt x="2811455" y="131925"/>
                </a:lnTo>
                <a:lnTo>
                  <a:pt x="2812204" y="135322"/>
                </a:lnTo>
                <a:lnTo>
                  <a:pt x="2812886" y="138744"/>
                </a:lnTo>
                <a:lnTo>
                  <a:pt x="2813500" y="142191"/>
                </a:lnTo>
                <a:lnTo>
                  <a:pt x="2813719" y="143587"/>
                </a:lnTo>
                <a:moveTo>
                  <a:pt x="2815531" y="160149"/>
                </a:moveTo>
                <a:lnTo>
                  <a:pt x="2815697" y="163337"/>
                </a:lnTo>
                <a:lnTo>
                  <a:pt x="2815809" y="166932"/>
                </a:lnTo>
                <a:lnTo>
                  <a:pt x="2815846" y="170546"/>
                </a:lnTo>
                <a:lnTo>
                  <a:pt x="2815846" y="210147"/>
                </a:lnTo>
                <a:moveTo>
                  <a:pt x="2815846" y="226814"/>
                </a:moveTo>
                <a:lnTo>
                  <a:pt x="2815846" y="276818"/>
                </a:lnTo>
                <a:moveTo>
                  <a:pt x="2815846" y="293486"/>
                </a:moveTo>
                <a:lnTo>
                  <a:pt x="2815846" y="343489"/>
                </a:lnTo>
                <a:moveTo>
                  <a:pt x="2815846" y="360157"/>
                </a:moveTo>
                <a:lnTo>
                  <a:pt x="2815846" y="410160"/>
                </a:lnTo>
                <a:moveTo>
                  <a:pt x="2815846" y="426828"/>
                </a:moveTo>
                <a:lnTo>
                  <a:pt x="2815846" y="476831"/>
                </a:lnTo>
                <a:moveTo>
                  <a:pt x="2815846" y="493499"/>
                </a:moveTo>
                <a:lnTo>
                  <a:pt x="2815846" y="543502"/>
                </a:lnTo>
                <a:moveTo>
                  <a:pt x="2815846" y="560170"/>
                </a:moveTo>
                <a:lnTo>
                  <a:pt x="2815846" y="610174"/>
                </a:lnTo>
                <a:moveTo>
                  <a:pt x="2815846" y="626841"/>
                </a:moveTo>
                <a:lnTo>
                  <a:pt x="2815846" y="676845"/>
                </a:lnTo>
                <a:moveTo>
                  <a:pt x="2815846" y="693513"/>
                </a:moveTo>
                <a:lnTo>
                  <a:pt x="2815846" y="743516"/>
                </a:lnTo>
                <a:moveTo>
                  <a:pt x="2815846" y="760184"/>
                </a:moveTo>
                <a:lnTo>
                  <a:pt x="2815846" y="810187"/>
                </a:lnTo>
                <a:moveTo>
                  <a:pt x="2815846" y="826855"/>
                </a:moveTo>
                <a:lnTo>
                  <a:pt x="2815846" y="876858"/>
                </a:lnTo>
                <a:moveTo>
                  <a:pt x="2815846" y="893526"/>
                </a:moveTo>
                <a:lnTo>
                  <a:pt x="2815846" y="943530"/>
                </a:lnTo>
                <a:moveTo>
                  <a:pt x="2815846" y="960197"/>
                </a:moveTo>
                <a:lnTo>
                  <a:pt x="2815846" y="1010201"/>
                </a:lnTo>
                <a:moveTo>
                  <a:pt x="2815846" y="1026869"/>
                </a:moveTo>
                <a:lnTo>
                  <a:pt x="2815846" y="1076872"/>
                </a:lnTo>
                <a:moveTo>
                  <a:pt x="2815846" y="1093540"/>
                </a:moveTo>
                <a:lnTo>
                  <a:pt x="2815846" y="1143543"/>
                </a:lnTo>
                <a:moveTo>
                  <a:pt x="2815846" y="1160211"/>
                </a:moveTo>
                <a:lnTo>
                  <a:pt x="2815846" y="1210214"/>
                </a:lnTo>
                <a:moveTo>
                  <a:pt x="2815846" y="1226882"/>
                </a:moveTo>
                <a:lnTo>
                  <a:pt x="2815846" y="1276886"/>
                </a:lnTo>
                <a:moveTo>
                  <a:pt x="2815846" y="1293553"/>
                </a:moveTo>
                <a:lnTo>
                  <a:pt x="2815846" y="1343557"/>
                </a:lnTo>
                <a:moveTo>
                  <a:pt x="2815846" y="1360225"/>
                </a:moveTo>
                <a:lnTo>
                  <a:pt x="2815846" y="1410228"/>
                </a:lnTo>
                <a:moveTo>
                  <a:pt x="2815846" y="1426896"/>
                </a:moveTo>
                <a:lnTo>
                  <a:pt x="2815846" y="1476899"/>
                </a:lnTo>
                <a:moveTo>
                  <a:pt x="2815846" y="1493567"/>
                </a:moveTo>
                <a:lnTo>
                  <a:pt x="2815846" y="1543570"/>
                </a:lnTo>
                <a:moveTo>
                  <a:pt x="2815846" y="1560238"/>
                </a:moveTo>
                <a:lnTo>
                  <a:pt x="2815846" y="1610242"/>
                </a:lnTo>
                <a:moveTo>
                  <a:pt x="2815846" y="1626909"/>
                </a:moveTo>
                <a:lnTo>
                  <a:pt x="2815846" y="1676913"/>
                </a:lnTo>
                <a:moveTo>
                  <a:pt x="2815617" y="1693577"/>
                </a:moveTo>
                <a:lnTo>
                  <a:pt x="2815511" y="1695621"/>
                </a:lnTo>
                <a:lnTo>
                  <a:pt x="2815252" y="1699177"/>
                </a:lnTo>
                <a:lnTo>
                  <a:pt x="2814920" y="1702713"/>
                </a:lnTo>
                <a:lnTo>
                  <a:pt x="2814517" y="1706228"/>
                </a:lnTo>
                <a:lnTo>
                  <a:pt x="2814044" y="1709721"/>
                </a:lnTo>
                <a:lnTo>
                  <a:pt x="2813500" y="1713191"/>
                </a:lnTo>
                <a:lnTo>
                  <a:pt x="2812886" y="1716637"/>
                </a:lnTo>
                <a:lnTo>
                  <a:pt x="2812204" y="1720059"/>
                </a:lnTo>
                <a:lnTo>
                  <a:pt x="2811455" y="1723456"/>
                </a:lnTo>
                <a:lnTo>
                  <a:pt x="2810638" y="1726828"/>
                </a:lnTo>
                <a:lnTo>
                  <a:pt x="2809754" y="1730173"/>
                </a:lnTo>
                <a:lnTo>
                  <a:pt x="2808805" y="1733491"/>
                </a:lnTo>
                <a:lnTo>
                  <a:pt x="2807791" y="1736780"/>
                </a:lnTo>
                <a:lnTo>
                  <a:pt x="2806713" y="1740042"/>
                </a:lnTo>
                <a:lnTo>
                  <a:pt x="2805867" y="1742435"/>
                </a:lnTo>
                <a:moveTo>
                  <a:pt x="2799475" y="1757821"/>
                </a:moveTo>
                <a:lnTo>
                  <a:pt x="2798936" y="1758965"/>
                </a:lnTo>
                <a:lnTo>
                  <a:pt x="2797429" y="1762004"/>
                </a:lnTo>
                <a:lnTo>
                  <a:pt x="2795864" y="1765009"/>
                </a:lnTo>
                <a:lnTo>
                  <a:pt x="2794241" y="1767979"/>
                </a:lnTo>
                <a:lnTo>
                  <a:pt x="2792562" y="1770913"/>
                </a:lnTo>
                <a:lnTo>
                  <a:pt x="2790826" y="1773809"/>
                </a:lnTo>
                <a:lnTo>
                  <a:pt x="2789035" y="1776669"/>
                </a:lnTo>
                <a:lnTo>
                  <a:pt x="2787189" y="1779490"/>
                </a:lnTo>
                <a:lnTo>
                  <a:pt x="2785290" y="1782271"/>
                </a:lnTo>
                <a:lnTo>
                  <a:pt x="2783338" y="1785013"/>
                </a:lnTo>
                <a:lnTo>
                  <a:pt x="2781333" y="1787715"/>
                </a:lnTo>
                <a:lnTo>
                  <a:pt x="2779276" y="1790375"/>
                </a:lnTo>
                <a:lnTo>
                  <a:pt x="2777169" y="1792994"/>
                </a:lnTo>
                <a:lnTo>
                  <a:pt x="2775011" y="1795569"/>
                </a:lnTo>
                <a:lnTo>
                  <a:pt x="2772804" y="1798101"/>
                </a:lnTo>
                <a:lnTo>
                  <a:pt x="2771776" y="1799235"/>
                </a:lnTo>
                <a:moveTo>
                  <a:pt x="2760010" y="1811030"/>
                </a:moveTo>
                <a:lnTo>
                  <a:pt x="2758567" y="1812339"/>
                </a:lnTo>
                <a:lnTo>
                  <a:pt x="2756034" y="1814546"/>
                </a:lnTo>
                <a:lnTo>
                  <a:pt x="2753459" y="1816703"/>
                </a:lnTo>
                <a:lnTo>
                  <a:pt x="2750841" y="1818811"/>
                </a:lnTo>
                <a:lnTo>
                  <a:pt x="2748180" y="1820867"/>
                </a:lnTo>
                <a:lnTo>
                  <a:pt x="2745479" y="1822872"/>
                </a:lnTo>
                <a:lnTo>
                  <a:pt x="2742737" y="1824825"/>
                </a:lnTo>
                <a:lnTo>
                  <a:pt x="2739955" y="1826724"/>
                </a:lnTo>
                <a:lnTo>
                  <a:pt x="2737134" y="1828570"/>
                </a:lnTo>
                <a:lnTo>
                  <a:pt x="2734275" y="1830361"/>
                </a:lnTo>
                <a:lnTo>
                  <a:pt x="2731378" y="1832096"/>
                </a:lnTo>
                <a:lnTo>
                  <a:pt x="2728444" y="1833776"/>
                </a:lnTo>
                <a:lnTo>
                  <a:pt x="2725475" y="1835399"/>
                </a:lnTo>
                <a:lnTo>
                  <a:pt x="2722470" y="1836964"/>
                </a:lnTo>
                <a:lnTo>
                  <a:pt x="2719430" y="1838471"/>
                </a:lnTo>
                <a:lnTo>
                  <a:pt x="2718664" y="1838832"/>
                </a:lnTo>
                <a:moveTo>
                  <a:pt x="2703294" y="1845262"/>
                </a:moveTo>
                <a:lnTo>
                  <a:pt x="2700507" y="1846247"/>
                </a:lnTo>
                <a:lnTo>
                  <a:pt x="2697245" y="1847325"/>
                </a:lnTo>
                <a:lnTo>
                  <a:pt x="2693956" y="1848339"/>
                </a:lnTo>
                <a:lnTo>
                  <a:pt x="2690638" y="1849289"/>
                </a:lnTo>
                <a:lnTo>
                  <a:pt x="2687293" y="1850172"/>
                </a:lnTo>
                <a:lnTo>
                  <a:pt x="2683921" y="1850989"/>
                </a:lnTo>
                <a:lnTo>
                  <a:pt x="2680524" y="1851739"/>
                </a:lnTo>
                <a:lnTo>
                  <a:pt x="2677102" y="1852421"/>
                </a:lnTo>
                <a:lnTo>
                  <a:pt x="2673655" y="1853034"/>
                </a:lnTo>
                <a:lnTo>
                  <a:pt x="2670185" y="1853578"/>
                </a:lnTo>
                <a:lnTo>
                  <a:pt x="2666693" y="1854052"/>
                </a:lnTo>
                <a:lnTo>
                  <a:pt x="2663178" y="1854455"/>
                </a:lnTo>
                <a:lnTo>
                  <a:pt x="2659642" y="1854786"/>
                </a:lnTo>
                <a:lnTo>
                  <a:pt x="2656085" y="1855045"/>
                </a:lnTo>
                <a:lnTo>
                  <a:pt x="2654459" y="1855130"/>
                </a:lnTo>
                <a:moveTo>
                  <a:pt x="2637796" y="1855381"/>
                </a:moveTo>
                <a:lnTo>
                  <a:pt x="2587792" y="1855381"/>
                </a:lnTo>
                <a:moveTo>
                  <a:pt x="2571124" y="1855381"/>
                </a:moveTo>
                <a:lnTo>
                  <a:pt x="2521121" y="1855381"/>
                </a:lnTo>
                <a:moveTo>
                  <a:pt x="2504453" y="1855381"/>
                </a:moveTo>
                <a:lnTo>
                  <a:pt x="2454450" y="1855381"/>
                </a:lnTo>
                <a:moveTo>
                  <a:pt x="2437782" y="1855381"/>
                </a:moveTo>
                <a:lnTo>
                  <a:pt x="2387779" y="1855381"/>
                </a:lnTo>
                <a:moveTo>
                  <a:pt x="2371111" y="1855381"/>
                </a:moveTo>
                <a:lnTo>
                  <a:pt x="2321108" y="1855381"/>
                </a:lnTo>
                <a:moveTo>
                  <a:pt x="2304440" y="1855381"/>
                </a:moveTo>
                <a:lnTo>
                  <a:pt x="2254436" y="1855381"/>
                </a:lnTo>
                <a:moveTo>
                  <a:pt x="2237769" y="1855381"/>
                </a:moveTo>
                <a:lnTo>
                  <a:pt x="2187765" y="1855381"/>
                </a:lnTo>
                <a:moveTo>
                  <a:pt x="2171097" y="1855381"/>
                </a:moveTo>
                <a:lnTo>
                  <a:pt x="2121094" y="1855381"/>
                </a:lnTo>
                <a:moveTo>
                  <a:pt x="2104426" y="1855381"/>
                </a:moveTo>
                <a:lnTo>
                  <a:pt x="2054423" y="1855381"/>
                </a:lnTo>
                <a:moveTo>
                  <a:pt x="2037755" y="1855381"/>
                </a:moveTo>
                <a:lnTo>
                  <a:pt x="1987752" y="1855381"/>
                </a:lnTo>
                <a:moveTo>
                  <a:pt x="1971084" y="1855381"/>
                </a:moveTo>
                <a:lnTo>
                  <a:pt x="1921080" y="1855381"/>
                </a:lnTo>
                <a:moveTo>
                  <a:pt x="1904413" y="1855381"/>
                </a:moveTo>
                <a:lnTo>
                  <a:pt x="1854409" y="1855381"/>
                </a:lnTo>
                <a:moveTo>
                  <a:pt x="1837741" y="1855381"/>
                </a:moveTo>
                <a:lnTo>
                  <a:pt x="1787738" y="1855381"/>
                </a:lnTo>
                <a:moveTo>
                  <a:pt x="1771070" y="1855381"/>
                </a:moveTo>
                <a:lnTo>
                  <a:pt x="1721067" y="1855381"/>
                </a:lnTo>
                <a:moveTo>
                  <a:pt x="1704399" y="1855381"/>
                </a:moveTo>
                <a:lnTo>
                  <a:pt x="1654396" y="1855381"/>
                </a:lnTo>
                <a:moveTo>
                  <a:pt x="1637728" y="1855381"/>
                </a:moveTo>
                <a:lnTo>
                  <a:pt x="1587724" y="1855381"/>
                </a:lnTo>
                <a:moveTo>
                  <a:pt x="1571057" y="1855381"/>
                </a:moveTo>
                <a:lnTo>
                  <a:pt x="1521053" y="1855381"/>
                </a:lnTo>
                <a:moveTo>
                  <a:pt x="1504385" y="1855381"/>
                </a:moveTo>
                <a:lnTo>
                  <a:pt x="1454382" y="1855381"/>
                </a:lnTo>
                <a:moveTo>
                  <a:pt x="1437714" y="1855381"/>
                </a:moveTo>
                <a:lnTo>
                  <a:pt x="1387711" y="1855381"/>
                </a:lnTo>
                <a:moveTo>
                  <a:pt x="1371043" y="1855381"/>
                </a:moveTo>
                <a:lnTo>
                  <a:pt x="1321040" y="1855381"/>
                </a:lnTo>
                <a:moveTo>
                  <a:pt x="1304372" y="1855381"/>
                </a:moveTo>
                <a:lnTo>
                  <a:pt x="1254368" y="1855381"/>
                </a:lnTo>
                <a:moveTo>
                  <a:pt x="1237701" y="1855381"/>
                </a:moveTo>
                <a:lnTo>
                  <a:pt x="1187697" y="1855381"/>
                </a:lnTo>
                <a:moveTo>
                  <a:pt x="1171029" y="1855381"/>
                </a:moveTo>
                <a:lnTo>
                  <a:pt x="1121026" y="1855381"/>
                </a:lnTo>
                <a:moveTo>
                  <a:pt x="1104358" y="1855381"/>
                </a:moveTo>
                <a:lnTo>
                  <a:pt x="1054355" y="1855381"/>
                </a:lnTo>
                <a:moveTo>
                  <a:pt x="1037687" y="1855381"/>
                </a:moveTo>
                <a:lnTo>
                  <a:pt x="987684" y="1855381"/>
                </a:lnTo>
                <a:moveTo>
                  <a:pt x="971016" y="1855381"/>
                </a:moveTo>
                <a:lnTo>
                  <a:pt x="921013" y="1855381"/>
                </a:lnTo>
                <a:moveTo>
                  <a:pt x="904345" y="1855381"/>
                </a:moveTo>
                <a:lnTo>
                  <a:pt x="854341" y="1855381"/>
                </a:lnTo>
                <a:moveTo>
                  <a:pt x="837674" y="1855381"/>
                </a:moveTo>
                <a:lnTo>
                  <a:pt x="787670" y="1855381"/>
                </a:lnTo>
                <a:moveTo>
                  <a:pt x="771002" y="1855381"/>
                </a:moveTo>
                <a:lnTo>
                  <a:pt x="720999" y="1855381"/>
                </a:lnTo>
                <a:moveTo>
                  <a:pt x="704331" y="1855381"/>
                </a:moveTo>
                <a:lnTo>
                  <a:pt x="654328" y="1855381"/>
                </a:lnTo>
                <a:moveTo>
                  <a:pt x="637660" y="1855381"/>
                </a:moveTo>
                <a:lnTo>
                  <a:pt x="587657" y="1855381"/>
                </a:lnTo>
                <a:moveTo>
                  <a:pt x="570989" y="1855381"/>
                </a:moveTo>
                <a:lnTo>
                  <a:pt x="520985" y="1855381"/>
                </a:lnTo>
                <a:moveTo>
                  <a:pt x="504318" y="1855381"/>
                </a:moveTo>
                <a:lnTo>
                  <a:pt x="454314" y="1855381"/>
                </a:lnTo>
                <a:moveTo>
                  <a:pt x="437646" y="1855381"/>
                </a:moveTo>
                <a:lnTo>
                  <a:pt x="387643" y="1855381"/>
                </a:lnTo>
                <a:moveTo>
                  <a:pt x="370975" y="1855381"/>
                </a:moveTo>
                <a:lnTo>
                  <a:pt x="320972" y="1855381"/>
                </a:lnTo>
                <a:moveTo>
                  <a:pt x="304304" y="1855381"/>
                </a:moveTo>
                <a:lnTo>
                  <a:pt x="254301" y="1855381"/>
                </a:lnTo>
                <a:moveTo>
                  <a:pt x="237633" y="1855381"/>
                </a:moveTo>
                <a:lnTo>
                  <a:pt x="187629" y="1855381"/>
                </a:lnTo>
                <a:moveTo>
                  <a:pt x="170962" y="1855381"/>
                </a:moveTo>
                <a:lnTo>
                  <a:pt x="170546" y="1855381"/>
                </a:lnTo>
                <a:lnTo>
                  <a:pt x="166932" y="1855343"/>
                </a:lnTo>
                <a:lnTo>
                  <a:pt x="163336" y="1855231"/>
                </a:lnTo>
                <a:lnTo>
                  <a:pt x="159760" y="1855045"/>
                </a:lnTo>
                <a:lnTo>
                  <a:pt x="156204" y="1854786"/>
                </a:lnTo>
                <a:lnTo>
                  <a:pt x="152668" y="1854455"/>
                </a:lnTo>
                <a:lnTo>
                  <a:pt x="149153" y="1854052"/>
                </a:lnTo>
                <a:lnTo>
                  <a:pt x="145660" y="1853578"/>
                </a:lnTo>
                <a:lnTo>
                  <a:pt x="142190" y="1853034"/>
                </a:lnTo>
                <a:lnTo>
                  <a:pt x="138744" y="1852421"/>
                </a:lnTo>
                <a:lnTo>
                  <a:pt x="135322" y="1851739"/>
                </a:lnTo>
                <a:lnTo>
                  <a:pt x="131924" y="1850989"/>
                </a:lnTo>
                <a:lnTo>
                  <a:pt x="128553" y="1850172"/>
                </a:lnTo>
                <a:lnTo>
                  <a:pt x="125208" y="1849289"/>
                </a:lnTo>
                <a:lnTo>
                  <a:pt x="121890" y="1848339"/>
                </a:lnTo>
                <a:lnTo>
                  <a:pt x="121647" y="1848265"/>
                </a:lnTo>
                <a:moveTo>
                  <a:pt x="105937" y="1842715"/>
                </a:moveTo>
                <a:lnTo>
                  <a:pt x="105735" y="1842635"/>
                </a:lnTo>
                <a:lnTo>
                  <a:pt x="102596" y="1841307"/>
                </a:lnTo>
                <a:lnTo>
                  <a:pt x="99489" y="1839919"/>
                </a:lnTo>
                <a:lnTo>
                  <a:pt x="96416" y="1838471"/>
                </a:lnTo>
                <a:lnTo>
                  <a:pt x="93376" y="1836964"/>
                </a:lnTo>
                <a:lnTo>
                  <a:pt x="90371" y="1835399"/>
                </a:lnTo>
                <a:lnTo>
                  <a:pt x="87402" y="1833776"/>
                </a:lnTo>
                <a:lnTo>
                  <a:pt x="84468" y="1832096"/>
                </a:lnTo>
                <a:lnTo>
                  <a:pt x="81571" y="1830361"/>
                </a:lnTo>
                <a:lnTo>
                  <a:pt x="78712" y="1828570"/>
                </a:lnTo>
                <a:lnTo>
                  <a:pt x="75891" y="1826724"/>
                </a:lnTo>
                <a:lnTo>
                  <a:pt x="73109" y="1824825"/>
                </a:lnTo>
                <a:lnTo>
                  <a:pt x="70367" y="1822872"/>
                </a:lnTo>
                <a:lnTo>
                  <a:pt x="67666" y="1820867"/>
                </a:lnTo>
                <a:lnTo>
                  <a:pt x="65005" y="1818811"/>
                </a:lnTo>
                <a:lnTo>
                  <a:pt x="63098" y="1817275"/>
                </a:lnTo>
                <a:moveTo>
                  <a:pt x="50692" y="1806155"/>
                </a:moveTo>
                <a:lnTo>
                  <a:pt x="49952" y="1805429"/>
                </a:lnTo>
                <a:lnTo>
                  <a:pt x="47601" y="1803032"/>
                </a:lnTo>
                <a:lnTo>
                  <a:pt x="45297" y="1800589"/>
                </a:lnTo>
                <a:lnTo>
                  <a:pt x="43042" y="1798101"/>
                </a:lnTo>
                <a:lnTo>
                  <a:pt x="40835" y="1795569"/>
                </a:lnTo>
                <a:lnTo>
                  <a:pt x="38677" y="1792994"/>
                </a:lnTo>
                <a:lnTo>
                  <a:pt x="36570" y="1790375"/>
                </a:lnTo>
                <a:lnTo>
                  <a:pt x="34513" y="1787715"/>
                </a:lnTo>
                <a:lnTo>
                  <a:pt x="32509" y="1785013"/>
                </a:lnTo>
                <a:lnTo>
                  <a:pt x="30556" y="1782271"/>
                </a:lnTo>
                <a:lnTo>
                  <a:pt x="28657" y="1779490"/>
                </a:lnTo>
                <a:lnTo>
                  <a:pt x="26811" y="1776669"/>
                </a:lnTo>
                <a:lnTo>
                  <a:pt x="25020" y="1773809"/>
                </a:lnTo>
                <a:lnTo>
                  <a:pt x="23284" y="1770913"/>
                </a:lnTo>
                <a:lnTo>
                  <a:pt x="21605" y="1767979"/>
                </a:lnTo>
                <a:lnTo>
                  <a:pt x="20717" y="1766355"/>
                </a:lnTo>
                <a:moveTo>
                  <a:pt x="13469" y="1751354"/>
                </a:moveTo>
                <a:lnTo>
                  <a:pt x="12746" y="1749646"/>
                </a:lnTo>
                <a:lnTo>
                  <a:pt x="11480" y="1746475"/>
                </a:lnTo>
                <a:lnTo>
                  <a:pt x="10275" y="1743273"/>
                </a:lnTo>
                <a:lnTo>
                  <a:pt x="9133" y="1740042"/>
                </a:lnTo>
                <a:lnTo>
                  <a:pt x="8055" y="1736780"/>
                </a:lnTo>
                <a:lnTo>
                  <a:pt x="7041" y="1733491"/>
                </a:lnTo>
                <a:lnTo>
                  <a:pt x="6092" y="1730173"/>
                </a:lnTo>
                <a:lnTo>
                  <a:pt x="5209" y="1726828"/>
                </a:lnTo>
                <a:lnTo>
                  <a:pt x="4392" y="1723456"/>
                </a:lnTo>
                <a:lnTo>
                  <a:pt x="3642" y="1720059"/>
                </a:lnTo>
                <a:lnTo>
                  <a:pt x="2960" y="1716637"/>
                </a:lnTo>
                <a:lnTo>
                  <a:pt x="2347" y="1713191"/>
                </a:lnTo>
                <a:lnTo>
                  <a:pt x="1803" y="1709721"/>
                </a:lnTo>
                <a:lnTo>
                  <a:pt x="1329" y="1706228"/>
                </a:lnTo>
                <a:lnTo>
                  <a:pt x="973" y="1703125"/>
                </a:lnTo>
                <a:moveTo>
                  <a:pt x="17" y="1686492"/>
                </a:moveTo>
                <a:lnTo>
                  <a:pt x="0" y="1684835"/>
                </a:lnTo>
                <a:lnTo>
                  <a:pt x="0" y="1636488"/>
                </a:lnTo>
                <a:moveTo>
                  <a:pt x="0" y="1619821"/>
                </a:moveTo>
                <a:lnTo>
                  <a:pt x="0" y="1569817"/>
                </a:lnTo>
                <a:moveTo>
                  <a:pt x="0" y="1553149"/>
                </a:moveTo>
                <a:lnTo>
                  <a:pt x="0" y="1503146"/>
                </a:lnTo>
                <a:moveTo>
                  <a:pt x="0" y="1486478"/>
                </a:moveTo>
                <a:lnTo>
                  <a:pt x="0" y="1436475"/>
                </a:lnTo>
                <a:moveTo>
                  <a:pt x="0" y="1419807"/>
                </a:moveTo>
                <a:lnTo>
                  <a:pt x="0" y="1369804"/>
                </a:lnTo>
                <a:moveTo>
                  <a:pt x="0" y="1353136"/>
                </a:moveTo>
                <a:lnTo>
                  <a:pt x="0" y="1303132"/>
                </a:lnTo>
                <a:moveTo>
                  <a:pt x="0" y="1286465"/>
                </a:moveTo>
                <a:lnTo>
                  <a:pt x="0" y="1236461"/>
                </a:lnTo>
                <a:moveTo>
                  <a:pt x="0" y="1219793"/>
                </a:moveTo>
                <a:lnTo>
                  <a:pt x="0" y="1169790"/>
                </a:lnTo>
                <a:moveTo>
                  <a:pt x="0" y="1153122"/>
                </a:moveTo>
                <a:lnTo>
                  <a:pt x="0" y="1103119"/>
                </a:lnTo>
                <a:moveTo>
                  <a:pt x="0" y="1086451"/>
                </a:moveTo>
                <a:lnTo>
                  <a:pt x="0" y="1036448"/>
                </a:lnTo>
                <a:moveTo>
                  <a:pt x="0" y="1019780"/>
                </a:moveTo>
                <a:lnTo>
                  <a:pt x="0" y="969776"/>
                </a:lnTo>
                <a:moveTo>
                  <a:pt x="0" y="953109"/>
                </a:moveTo>
                <a:lnTo>
                  <a:pt x="0" y="903105"/>
                </a:lnTo>
                <a:moveTo>
                  <a:pt x="0" y="886437"/>
                </a:moveTo>
                <a:lnTo>
                  <a:pt x="0" y="836434"/>
                </a:lnTo>
                <a:moveTo>
                  <a:pt x="0" y="819766"/>
                </a:moveTo>
                <a:lnTo>
                  <a:pt x="0" y="769763"/>
                </a:lnTo>
                <a:moveTo>
                  <a:pt x="0" y="753095"/>
                </a:moveTo>
                <a:lnTo>
                  <a:pt x="0" y="703092"/>
                </a:lnTo>
                <a:moveTo>
                  <a:pt x="0" y="686424"/>
                </a:moveTo>
                <a:lnTo>
                  <a:pt x="0" y="636421"/>
                </a:lnTo>
                <a:moveTo>
                  <a:pt x="0" y="619753"/>
                </a:moveTo>
                <a:lnTo>
                  <a:pt x="0" y="569749"/>
                </a:lnTo>
                <a:moveTo>
                  <a:pt x="0" y="553082"/>
                </a:moveTo>
                <a:lnTo>
                  <a:pt x="0" y="503078"/>
                </a:lnTo>
                <a:moveTo>
                  <a:pt x="0" y="486410"/>
                </a:moveTo>
                <a:lnTo>
                  <a:pt x="0" y="436407"/>
                </a:lnTo>
                <a:moveTo>
                  <a:pt x="0" y="419739"/>
                </a:moveTo>
                <a:lnTo>
                  <a:pt x="0" y="369736"/>
                </a:lnTo>
                <a:moveTo>
                  <a:pt x="0" y="353068"/>
                </a:moveTo>
                <a:lnTo>
                  <a:pt x="0" y="303065"/>
                </a:lnTo>
                <a:moveTo>
                  <a:pt x="0" y="286397"/>
                </a:moveTo>
                <a:lnTo>
                  <a:pt x="0" y="236393"/>
                </a:lnTo>
                <a:moveTo>
                  <a:pt x="0" y="219726"/>
                </a:moveTo>
                <a:lnTo>
                  <a:pt x="0" y="170546"/>
                </a:lnTo>
              </a:path>
            </a:pathLst>
          </a:custGeom>
          <a:noFill xmlns:a="http://schemas.openxmlformats.org/drawingml/2006/main"/>
          <a:ln xmlns:a="http://schemas.openxmlformats.org/drawingml/2006/main" w="16668">
            <a:solidFill>
              <a:srgbClr val="C00000">
                <a:alpha val="50000"/>
              </a:srgbClr>
            </a:solidFill>
            <a:prstDash val="solid"/>
          </a:ln>
        </p:spPr>
      </p:sp>
      <p:sp>
        <p:nvSpPr>
          <p:cNvPr id="14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8A2C6AF0-6BF5-48D9-866B-36A6150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2321" y="4348869"/>
            <a:ext cx="756897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Policy</a:t>
            </a:r>
          </a:p>
        </p:txBody>
      </p:sp>
      <p:sp>
        <p:nvSpPr>
          <p:cNvPr id="15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11E4D04D-DA2B-4C02-A582-58AE1ADC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5311" y="542998"/>
            <a:ext cx="1103961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Meta-Controller</a:t>
            </a:r>
          </a:p>
        </p:txBody>
      </p:sp>
      <p:sp>
        <p:nvSpPr>
          <p:cNvPr id="1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D33E5D1C-B312-4571-97F3-E30FB19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625022"/>
            <a:ext cx="26736" cy="26735"/>
          </a:xfrm>
          <a:custGeom xmlns:a="http://schemas.openxmlformats.org/drawingml/2006/main">
            <a:pathLst>
              <a:path w="26736" h="26735">
                <a:moveTo>
                  <a:pt x="13367" y="26735"/>
                </a:moveTo>
                <a:cubicBezTo>
                  <a:pt x="5985" y="26735"/>
                  <a:pt x="0" y="20750"/>
                  <a:pt x="0" y="13367"/>
                </a:cubicBezTo>
                <a:cubicBezTo>
                  <a:pt x="0" y="5984"/>
                  <a:pt x="5985" y="0"/>
                  <a:pt x="13367" y="0"/>
                </a:cubicBezTo>
                <a:cubicBezTo>
                  <a:pt x="20751" y="0"/>
                  <a:pt x="26736" y="5984"/>
                  <a:pt x="26736" y="13367"/>
                </a:cubicBezTo>
                <a:cubicBezTo>
                  <a:pt x="26736" y="20750"/>
                  <a:pt x="20751" y="26735"/>
                  <a:pt x="13367" y="267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32">
            <a:extLst xmlns:a="http://schemas.openxmlformats.org/drawingml/2006/main">
              <a:ext uri="{FF2B5EF4-FFF2-40B4-BE49-F238E27FC236}">
                <a16:creationId xmlns:a16="http://schemas.microsoft.com/office/drawing/2014/main" id="{BBC31744-3CF0-4CFD-8140-2716E20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625022"/>
            <a:ext cx="26736" cy="26735"/>
          </a:xfrm>
          <a:custGeom xmlns:a="http://schemas.openxmlformats.org/drawingml/2006/main">
            <a:pathLst>
              <a:path w="26736" h="26735">
                <a:moveTo>
                  <a:pt x="13368" y="26735"/>
                </a:moveTo>
                <a:cubicBezTo>
                  <a:pt x="5985" y="26735"/>
                  <a:pt x="0" y="20750"/>
                  <a:pt x="0" y="13367"/>
                </a:cubicBezTo>
                <a:cubicBezTo>
                  <a:pt x="0" y="5985"/>
                  <a:pt x="5985" y="0"/>
                  <a:pt x="13368" y="0"/>
                </a:cubicBezTo>
                <a:cubicBezTo>
                  <a:pt x="20751" y="0"/>
                  <a:pt x="26736" y="5985"/>
                  <a:pt x="26736" y="13367"/>
                </a:cubicBezTo>
                <a:cubicBezTo>
                  <a:pt x="26736" y="20750"/>
                  <a:pt x="20751" y="26735"/>
                  <a:pt x="13368" y="2673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1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C0DA6FDA-8ABA-4325-BC8F-D9A8092A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523774"/>
            <a:ext cx="26736" cy="26735"/>
          </a:xfrm>
          <a:custGeom xmlns:a="http://schemas.openxmlformats.org/drawingml/2006/main">
            <a:pathLst>
              <a:path w="26736" h="26735">
                <a:moveTo>
                  <a:pt x="13367" y="26735"/>
                </a:moveTo>
                <a:cubicBezTo>
                  <a:pt x="5985" y="26735"/>
                  <a:pt x="0" y="20750"/>
                  <a:pt x="0" y="13367"/>
                </a:cubicBezTo>
                <a:cubicBezTo>
                  <a:pt x="0" y="5985"/>
                  <a:pt x="5985" y="0"/>
                  <a:pt x="13367" y="0"/>
                </a:cubicBezTo>
                <a:cubicBezTo>
                  <a:pt x="20751" y="0"/>
                  <a:pt x="26736" y="5985"/>
                  <a:pt x="26736" y="13367"/>
                </a:cubicBezTo>
                <a:cubicBezTo>
                  <a:pt x="26736" y="20750"/>
                  <a:pt x="20751" y="26735"/>
                  <a:pt x="13367" y="267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B87A2C5-2E27-4DF3-B48B-1410169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523774"/>
            <a:ext cx="26736" cy="26735"/>
          </a:xfrm>
          <a:custGeom xmlns:a="http://schemas.openxmlformats.org/drawingml/2006/main">
            <a:pathLst>
              <a:path w="26736" h="26735">
                <a:moveTo>
                  <a:pt x="13368" y="26735"/>
                </a:moveTo>
                <a:cubicBezTo>
                  <a:pt x="5985" y="26735"/>
                  <a:pt x="0" y="20750"/>
                  <a:pt x="0" y="13367"/>
                </a:cubicBezTo>
                <a:cubicBezTo>
                  <a:pt x="0" y="5985"/>
                  <a:pt x="5985" y="0"/>
                  <a:pt x="13368" y="0"/>
                </a:cubicBezTo>
                <a:cubicBezTo>
                  <a:pt x="20751" y="0"/>
                  <a:pt x="26736" y="5985"/>
                  <a:pt x="26736" y="13367"/>
                </a:cubicBezTo>
                <a:cubicBezTo>
                  <a:pt x="26736" y="20750"/>
                  <a:pt x="20751" y="26735"/>
                  <a:pt x="13368" y="2673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2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82A73AE4-5060-486C-8E71-9E0D1CE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422526"/>
            <a:ext cx="26736" cy="26735"/>
          </a:xfrm>
          <a:custGeom xmlns:a="http://schemas.openxmlformats.org/drawingml/2006/main">
            <a:pathLst>
              <a:path w="26736" h="26735">
                <a:moveTo>
                  <a:pt x="13367" y="26735"/>
                </a:moveTo>
                <a:cubicBezTo>
                  <a:pt x="5985" y="26735"/>
                  <a:pt x="0" y="20751"/>
                  <a:pt x="0" y="13367"/>
                </a:cubicBezTo>
                <a:cubicBezTo>
                  <a:pt x="0" y="5985"/>
                  <a:pt x="5985" y="0"/>
                  <a:pt x="13367" y="0"/>
                </a:cubicBezTo>
                <a:cubicBezTo>
                  <a:pt x="20751" y="0"/>
                  <a:pt x="26736" y="5985"/>
                  <a:pt x="26736" y="13367"/>
                </a:cubicBezTo>
                <a:cubicBezTo>
                  <a:pt x="26736" y="20751"/>
                  <a:pt x="20751" y="26735"/>
                  <a:pt x="13367" y="267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07576AB5-FC4A-494E-AC69-5820A71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532" y="3422526"/>
            <a:ext cx="26736" cy="26735"/>
          </a:xfrm>
          <a:custGeom xmlns:a="http://schemas.openxmlformats.org/drawingml/2006/main">
            <a:pathLst>
              <a:path w="26736" h="26735">
                <a:moveTo>
                  <a:pt x="13368" y="26735"/>
                </a:moveTo>
                <a:cubicBezTo>
                  <a:pt x="5985" y="26735"/>
                  <a:pt x="0" y="20750"/>
                  <a:pt x="0" y="13367"/>
                </a:cubicBezTo>
                <a:cubicBezTo>
                  <a:pt x="0" y="5985"/>
                  <a:pt x="5985" y="0"/>
                  <a:pt x="13368" y="0"/>
                </a:cubicBezTo>
                <a:cubicBezTo>
                  <a:pt x="20751" y="0"/>
                  <a:pt x="26736" y="5985"/>
                  <a:pt x="26736" y="13367"/>
                </a:cubicBezTo>
                <a:cubicBezTo>
                  <a:pt x="26736" y="20750"/>
                  <a:pt x="20751" y="26735"/>
                  <a:pt x="13368" y="2673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22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57F47C7-3ED0-46FC-A428-B800547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3945" y="2221651"/>
            <a:ext cx="60166" cy="61252"/>
          </a:xfrm>
          <a:custGeom xmlns:a="http://schemas.openxmlformats.org/drawingml/2006/main">
            <a:pathLst>
              <a:path w="60166" h="61252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2"/>
                  <a:pt x="30083" y="61252"/>
                </a:cubicBezTo>
                <a:cubicBezTo>
                  <a:pt x="13469" y="61252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77DEE0F9-6711-4477-8284-A800E52E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3945" y="2107671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B3DB0E58-7F49-430E-B967-E1864FB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2595" y="2288369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5" name="pdf-path-40">
            <a:extLst xmlns:a="http://schemas.openxmlformats.org/drawingml/2006/main">
              <a:ext uri="{FF2B5EF4-FFF2-40B4-BE49-F238E27FC236}">
                <a16:creationId xmlns:a16="http://schemas.microsoft.com/office/drawing/2014/main" id="{EDB0D0DC-A69D-4CBC-8D45-54361C1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2595" y="2156535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6" name="pdf-path-41">
            <a:extLst xmlns:a="http://schemas.openxmlformats.org/drawingml/2006/main">
              <a:ext uri="{FF2B5EF4-FFF2-40B4-BE49-F238E27FC236}">
                <a16:creationId xmlns:a16="http://schemas.microsoft.com/office/drawing/2014/main" id="{66AA540A-C493-4F10-BA4D-3D4ADE7C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2595" y="2025599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7" name="pdf-path-42">
            <a:extLst xmlns:a="http://schemas.openxmlformats.org/drawingml/2006/main">
              <a:ext uri="{FF2B5EF4-FFF2-40B4-BE49-F238E27FC236}">
                <a16:creationId xmlns:a16="http://schemas.microsoft.com/office/drawing/2014/main" id="{2EB43A5A-695B-4F50-8628-81C1A19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0604" y="2046044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8" name="pdf-path-43">
            <a:extLst xmlns:a="http://schemas.openxmlformats.org/drawingml/2006/main">
              <a:ext uri="{FF2B5EF4-FFF2-40B4-BE49-F238E27FC236}">
                <a16:creationId xmlns:a16="http://schemas.microsoft.com/office/drawing/2014/main" id="{204EA225-2C14-4EBB-A715-3BB206C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0370" y="2257368"/>
            <a:ext cx="60166" cy="61253"/>
          </a:xfrm>
          <a:custGeom xmlns:a="http://schemas.openxmlformats.org/drawingml/2006/main">
            <a:pathLst>
              <a:path w="60166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6" y="13712"/>
                  <a:pt x="60166" y="30626"/>
                </a:cubicBezTo>
                <a:cubicBezTo>
                  <a:pt x="60166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29" name="pdf-path-44">
            <a:extLst xmlns:a="http://schemas.openxmlformats.org/drawingml/2006/main">
              <a:ext uri="{FF2B5EF4-FFF2-40B4-BE49-F238E27FC236}">
                <a16:creationId xmlns:a16="http://schemas.microsoft.com/office/drawing/2014/main" id="{E9BAA2C9-3C19-4C8E-84A6-35C4B470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5300" y="2056226"/>
            <a:ext cx="87296" cy="60416"/>
          </a:xfrm>
          <a:custGeom xmlns:a="http://schemas.openxmlformats.org/drawingml/2006/main">
            <a:pathLst>
              <a:path w="87296" h="60416">
                <a:moveTo>
                  <a:pt x="0" y="60416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0" name="pdf-path-45">
            <a:extLst xmlns:a="http://schemas.openxmlformats.org/drawingml/2006/main">
              <a:ext uri="{FF2B5EF4-FFF2-40B4-BE49-F238E27FC236}">
                <a16:creationId xmlns:a16="http://schemas.microsoft.com/office/drawing/2014/main" id="{785E0DEA-3072-48BF-89DE-D4C87FA3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110" y="2138297"/>
            <a:ext cx="87296" cy="27209"/>
          </a:xfrm>
          <a:custGeom xmlns:a="http://schemas.openxmlformats.org/drawingml/2006/main">
            <a:pathLst>
              <a:path w="87296" h="27209">
                <a:moveTo>
                  <a:pt x="0" y="0"/>
                </a:moveTo>
                <a:lnTo>
                  <a:pt x="87296" y="2720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1" name="pdf-path-46">
            <a:extLst xmlns:a="http://schemas.openxmlformats.org/drawingml/2006/main">
              <a:ext uri="{FF2B5EF4-FFF2-40B4-BE49-F238E27FC236}">
                <a16:creationId xmlns:a16="http://schemas.microsoft.com/office/drawing/2014/main" id="{AF5DCB84-00E2-4F9B-950A-45FE0DE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110" y="2208818"/>
            <a:ext cx="87296" cy="43460"/>
          </a:xfrm>
          <a:custGeom xmlns:a="http://schemas.openxmlformats.org/drawingml/2006/main">
            <a:pathLst>
              <a:path w="87296" h="43460">
                <a:moveTo>
                  <a:pt x="0" y="43460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2" name="pdf-path-47">
            <a:extLst xmlns:a="http://schemas.openxmlformats.org/drawingml/2006/main">
              <a:ext uri="{FF2B5EF4-FFF2-40B4-BE49-F238E27FC236}">
                <a16:creationId xmlns:a16="http://schemas.microsoft.com/office/drawing/2014/main" id="{6A04C973-F2FB-42F3-8C29-66B92CB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5300" y="2273934"/>
            <a:ext cx="87296" cy="45061"/>
          </a:xfrm>
          <a:custGeom xmlns:a="http://schemas.openxmlformats.org/drawingml/2006/main">
            <a:pathLst>
              <a:path w="87296" h="45061">
                <a:moveTo>
                  <a:pt x="0" y="0"/>
                </a:moveTo>
                <a:lnTo>
                  <a:pt x="87296" y="4506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3" name="pdf-path-48">
            <a:extLst xmlns:a="http://schemas.openxmlformats.org/drawingml/2006/main">
              <a:ext uri="{FF2B5EF4-FFF2-40B4-BE49-F238E27FC236}">
                <a16:creationId xmlns:a16="http://schemas.microsoft.com/office/drawing/2014/main" id="{D4CBEBB7-CCA0-41E2-8CEB-0F3AB7FE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110" y="2138297"/>
            <a:ext cx="87296" cy="159042"/>
          </a:xfrm>
          <a:custGeom xmlns:a="http://schemas.openxmlformats.org/drawingml/2006/main">
            <a:pathLst>
              <a:path w="87296" h="159042">
                <a:moveTo>
                  <a:pt x="0" y="0"/>
                </a:moveTo>
                <a:lnTo>
                  <a:pt x="87296" y="15904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4" name="pdf-path-49">
            <a:extLst xmlns:a="http://schemas.openxmlformats.org/drawingml/2006/main">
              <a:ext uri="{FF2B5EF4-FFF2-40B4-BE49-F238E27FC236}">
                <a16:creationId xmlns:a16="http://schemas.microsoft.com/office/drawing/2014/main" id="{C441E9BA-936D-4976-B819-B2B9F09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110" y="2077881"/>
            <a:ext cx="87296" cy="174397"/>
          </a:xfrm>
          <a:custGeom xmlns:a="http://schemas.openxmlformats.org/drawingml/2006/main">
            <a:pathLst>
              <a:path w="87296" h="174397">
                <a:moveTo>
                  <a:pt x="0" y="174397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5" name="pdf-path-50">
            <a:extLst xmlns:a="http://schemas.openxmlformats.org/drawingml/2006/main">
              <a:ext uri="{FF2B5EF4-FFF2-40B4-BE49-F238E27FC236}">
                <a16:creationId xmlns:a16="http://schemas.microsoft.com/office/drawing/2014/main" id="{E24FBE32-0552-4EA0-86C1-7FE444D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2761" y="2056225"/>
            <a:ext cx="87842" cy="20445"/>
          </a:xfrm>
          <a:custGeom xmlns:a="http://schemas.openxmlformats.org/drawingml/2006/main">
            <a:pathLst>
              <a:path w="87842" h="20445">
                <a:moveTo>
                  <a:pt x="0" y="0"/>
                </a:moveTo>
                <a:lnTo>
                  <a:pt x="87842" y="2044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6" name="pdf-path-51">
            <a:extLst xmlns:a="http://schemas.openxmlformats.org/drawingml/2006/main">
              <a:ext uri="{FF2B5EF4-FFF2-40B4-BE49-F238E27FC236}">
                <a16:creationId xmlns:a16="http://schemas.microsoft.com/office/drawing/2014/main" id="{31DC1A18-6C4C-4724-8552-D4A2C5D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2761" y="2287994"/>
            <a:ext cx="87609" cy="31001"/>
          </a:xfrm>
          <a:custGeom xmlns:a="http://schemas.openxmlformats.org/drawingml/2006/main">
            <a:pathLst>
              <a:path w="87609" h="31001">
                <a:moveTo>
                  <a:pt x="0" y="31001"/>
                </a:moveTo>
                <a:lnTo>
                  <a:pt x="87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7" name="pdf-path-52">
            <a:extLst xmlns:a="http://schemas.openxmlformats.org/drawingml/2006/main">
              <a:ext uri="{FF2B5EF4-FFF2-40B4-BE49-F238E27FC236}">
                <a16:creationId xmlns:a16="http://schemas.microsoft.com/office/drawing/2014/main" id="{AA949B71-5577-4593-A52E-3327769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951" y="2098326"/>
            <a:ext cx="105464" cy="67180"/>
          </a:xfrm>
          <a:custGeom xmlns:a="http://schemas.openxmlformats.org/drawingml/2006/main">
            <a:pathLst>
              <a:path w="105464" h="67180">
                <a:moveTo>
                  <a:pt x="105464" y="0"/>
                </a:moveTo>
                <a:lnTo>
                  <a:pt x="0" y="6718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8" name="pdf-path-53">
            <a:extLst xmlns:a="http://schemas.openxmlformats.org/drawingml/2006/main">
              <a:ext uri="{FF2B5EF4-FFF2-40B4-BE49-F238E27FC236}">
                <a16:creationId xmlns:a16="http://schemas.microsoft.com/office/drawing/2014/main" id="{3023D8CE-A634-43E0-B1A2-5D4F3C5E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950" y="2208818"/>
            <a:ext cx="105231" cy="57520"/>
          </a:xfrm>
          <a:custGeom xmlns:a="http://schemas.openxmlformats.org/drawingml/2006/main">
            <a:pathLst>
              <a:path w="105231" h="57520">
                <a:moveTo>
                  <a:pt x="0" y="0"/>
                </a:moveTo>
                <a:lnTo>
                  <a:pt x="105231" y="5752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39" name="pdf-path-54">
            <a:extLst xmlns:a="http://schemas.openxmlformats.org/drawingml/2006/main">
              <a:ext uri="{FF2B5EF4-FFF2-40B4-BE49-F238E27FC236}">
                <a16:creationId xmlns:a16="http://schemas.microsoft.com/office/drawing/2014/main" id="{6E61EEE4-A132-434D-A483-2C2D0F86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951" y="2098326"/>
            <a:ext cx="105464" cy="199013"/>
          </a:xfrm>
          <a:custGeom xmlns:a="http://schemas.openxmlformats.org/drawingml/2006/main">
            <a:pathLst>
              <a:path w="105464" h="199013">
                <a:moveTo>
                  <a:pt x="105464" y="0"/>
                </a:moveTo>
                <a:lnTo>
                  <a:pt x="0" y="19901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40" name="pdf-path-55">
            <a:extLst xmlns:a="http://schemas.openxmlformats.org/drawingml/2006/main">
              <a:ext uri="{FF2B5EF4-FFF2-40B4-BE49-F238E27FC236}">
                <a16:creationId xmlns:a16="http://schemas.microsoft.com/office/drawing/2014/main" id="{A1581227-248E-4CFC-9BC8-D0F614F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950" y="2077881"/>
            <a:ext cx="105231" cy="188457"/>
          </a:xfrm>
          <a:custGeom xmlns:a="http://schemas.openxmlformats.org/drawingml/2006/main">
            <a:pathLst>
              <a:path w="105231" h="188457">
                <a:moveTo>
                  <a:pt x="0" y="0"/>
                </a:moveTo>
                <a:lnTo>
                  <a:pt x="105231" y="18845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F4B183"/>
            </a:solidFill>
            <a:prstDash val="solid"/>
          </a:ln>
        </p:spPr>
      </p:sp>
      <p:sp>
        <p:nvSpPr>
          <p:cNvPr id="41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F8142741-94A2-40EC-BC30-65E6A6D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70" y="432591"/>
            <a:ext cx="1272109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Space of </a:t>
            </a:r>
          </a:p>
        </p:txBody>
      </p:sp>
      <p:sp>
        <p:nvSpPr>
          <p:cNvPr id="42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BE4FE898-6E36-4350-8BCA-E8C9148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96" y="626204"/>
            <a:ext cx="144102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Segments</a:t>
            </a:r>
          </a:p>
        </p:txBody>
      </p:sp>
      <p:sp>
        <p:nvSpPr>
          <p:cNvPr id="43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8E857CA-6C76-40FC-888A-C7EA2EB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5295" y="1124224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61">
            <a:extLst xmlns:a="http://schemas.openxmlformats.org/drawingml/2006/main">
              <a:ext uri="{FF2B5EF4-FFF2-40B4-BE49-F238E27FC236}">
                <a16:creationId xmlns:a16="http://schemas.microsoft.com/office/drawing/2014/main" id="{2080AE9F-E929-495A-BDA9-1AF617E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3168" y="1132859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2" y="8677"/>
                  <a:pt x="38762" y="19381"/>
                </a:cubicBezTo>
                <a:cubicBezTo>
                  <a:pt x="38762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62">
            <a:extLst xmlns:a="http://schemas.openxmlformats.org/drawingml/2006/main">
              <a:ext uri="{FF2B5EF4-FFF2-40B4-BE49-F238E27FC236}">
                <a16:creationId xmlns:a16="http://schemas.microsoft.com/office/drawing/2014/main" id="{E5425522-FC3E-48F3-8881-C49E219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420" y="1174184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1" y="8676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63">
            <a:extLst xmlns:a="http://schemas.openxmlformats.org/drawingml/2006/main">
              <a:ext uri="{FF2B5EF4-FFF2-40B4-BE49-F238E27FC236}">
                <a16:creationId xmlns:a16="http://schemas.microsoft.com/office/drawing/2014/main" id="{3E11ABF8-2D36-4A36-A7EF-A183E219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1382" y="1193564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0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64">
            <a:extLst xmlns:a="http://schemas.openxmlformats.org/drawingml/2006/main">
              <a:ext uri="{FF2B5EF4-FFF2-40B4-BE49-F238E27FC236}">
                <a16:creationId xmlns:a16="http://schemas.microsoft.com/office/drawing/2014/main" id="{9731B3C1-7ACE-4D04-AA45-C7B5D0E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3468" y="1232325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2"/>
                  <a:pt x="19380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65">
            <a:extLst xmlns:a="http://schemas.openxmlformats.org/drawingml/2006/main">
              <a:ext uri="{FF2B5EF4-FFF2-40B4-BE49-F238E27FC236}">
                <a16:creationId xmlns:a16="http://schemas.microsoft.com/office/drawing/2014/main" id="{D2AD69BA-535E-475A-A6B5-B46C0A15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7958" y="1295032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66">
            <a:extLst xmlns:a="http://schemas.openxmlformats.org/drawingml/2006/main">
              <a:ext uri="{FF2B5EF4-FFF2-40B4-BE49-F238E27FC236}">
                <a16:creationId xmlns:a16="http://schemas.microsoft.com/office/drawing/2014/main" id="{34D5E563-E3F1-4807-8D9F-2E9DAD9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075" y="1152240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1" y="8676"/>
                  <a:pt x="38761" y="19380"/>
                </a:cubicBezTo>
                <a:cubicBezTo>
                  <a:pt x="38761" y="30084"/>
                  <a:pt x="30085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67">
            <a:extLst xmlns:a="http://schemas.openxmlformats.org/drawingml/2006/main">
              <a:ext uri="{FF2B5EF4-FFF2-40B4-BE49-F238E27FC236}">
                <a16:creationId xmlns:a16="http://schemas.microsoft.com/office/drawing/2014/main" id="{E9651A68-20C4-49F5-B570-1B9F6A68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8598" y="1259677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68">
            <a:extLst xmlns:a="http://schemas.openxmlformats.org/drawingml/2006/main">
              <a:ext uri="{FF2B5EF4-FFF2-40B4-BE49-F238E27FC236}">
                <a16:creationId xmlns:a16="http://schemas.microsoft.com/office/drawing/2014/main" id="{55BF4B31-828B-439F-8378-83B93A7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7056" y="122810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69">
            <a:extLst xmlns:a="http://schemas.openxmlformats.org/drawingml/2006/main">
              <a:ext uri="{FF2B5EF4-FFF2-40B4-BE49-F238E27FC236}">
                <a16:creationId xmlns:a16="http://schemas.microsoft.com/office/drawing/2014/main" id="{D420D3B5-BAC7-4D75-85D2-F56372C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680" y="1271337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70">
            <a:extLst xmlns:a="http://schemas.openxmlformats.org/drawingml/2006/main">
              <a:ext uri="{FF2B5EF4-FFF2-40B4-BE49-F238E27FC236}">
                <a16:creationId xmlns:a16="http://schemas.microsoft.com/office/drawing/2014/main" id="{157F411B-5A2E-46E1-86C7-DB358DD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5874" y="109630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71">
            <a:extLst xmlns:a="http://schemas.openxmlformats.org/drawingml/2006/main">
              <a:ext uri="{FF2B5EF4-FFF2-40B4-BE49-F238E27FC236}">
                <a16:creationId xmlns:a16="http://schemas.microsoft.com/office/drawing/2014/main" id="{FE8D13EC-046B-4FBF-9D0C-5DA06E3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1734" y="1110774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8"/>
                  <a:pt x="8677" y="0"/>
                  <a:pt x="19381" y="0"/>
                </a:cubicBezTo>
                <a:cubicBezTo>
                  <a:pt x="30084" y="0"/>
                  <a:pt x="38761" y="8678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72">
            <a:extLst xmlns:a="http://schemas.openxmlformats.org/drawingml/2006/main">
              <a:ext uri="{FF2B5EF4-FFF2-40B4-BE49-F238E27FC236}">
                <a16:creationId xmlns:a16="http://schemas.microsoft.com/office/drawing/2014/main" id="{B8C32827-7440-4DF1-9AB4-1F03FB5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0332" y="1231325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2" y="8677"/>
                  <a:pt x="38762" y="19380"/>
                </a:cubicBezTo>
                <a:cubicBezTo>
                  <a:pt x="38762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A4E3BD49-4835-46C5-B91D-1ECB86FF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9738" y="117882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05B2588F-C2FB-40AC-A52B-196DA3B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5850" y="120612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4"/>
                  <a:pt x="30085" y="38761"/>
                  <a:pt x="19380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B42BA953-23F7-40CA-908A-5CFB57E7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5359" y="1306409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2" y="8677"/>
                  <a:pt x="38762" y="19381"/>
                </a:cubicBezTo>
                <a:cubicBezTo>
                  <a:pt x="38762" y="30085"/>
                  <a:pt x="30085" y="38761"/>
                  <a:pt x="19381" y="38761"/>
                </a:cubicBezTo>
                <a:cubicBezTo>
                  <a:pt x="8678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1DD4532C-33AC-4A17-9031-10F50CC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0361" y="128802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4AAA6F4A-20A9-4AB6-BA21-BDC28F1A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197" y="107976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0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78">
            <a:extLst xmlns:a="http://schemas.openxmlformats.org/drawingml/2006/main">
              <a:ext uri="{FF2B5EF4-FFF2-40B4-BE49-F238E27FC236}">
                <a16:creationId xmlns:a16="http://schemas.microsoft.com/office/drawing/2014/main" id="{6A4EC4BA-BE81-4E08-806C-B528928E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319" y="1327191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79">
            <a:extLst xmlns:a="http://schemas.openxmlformats.org/drawingml/2006/main">
              <a:ext uri="{FF2B5EF4-FFF2-40B4-BE49-F238E27FC236}">
                <a16:creationId xmlns:a16="http://schemas.microsoft.com/office/drawing/2014/main" id="{793F96AC-7660-46D0-97C3-2A67C46B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2548" y="1348140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C967B792-260C-49C6-8927-DA506C9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4058" y="115833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81">
            <a:extLst xmlns:a="http://schemas.openxmlformats.org/drawingml/2006/main">
              <a:ext uri="{FF2B5EF4-FFF2-40B4-BE49-F238E27FC236}">
                <a16:creationId xmlns:a16="http://schemas.microsoft.com/office/drawing/2014/main" id="{BFA10899-70FB-410F-8DD2-53D1162D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1242" y="107691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8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8D5D1F1E-D2DE-4DCD-AF30-9D3587C6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7649" y="105229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F489BDD8-D922-43C8-9558-D20A9F3E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958" y="1344122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BB7622D5-EE06-4AB6-AAFA-CC4A326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5729" y="1028731"/>
            <a:ext cx="269710" cy="387003"/>
          </a:xfrm>
          <a:custGeom xmlns:a="http://schemas.openxmlformats.org/drawingml/2006/main">
            <a:pathLst>
              <a:path w="269710" h="387003">
                <a:moveTo>
                  <a:pt x="0" y="193502"/>
                </a:moveTo>
                <a:cubicBezTo>
                  <a:pt x="0" y="86634"/>
                  <a:pt x="60377" y="0"/>
                  <a:pt x="134855" y="0"/>
                </a:cubicBezTo>
                <a:cubicBezTo>
                  <a:pt x="209333" y="0"/>
                  <a:pt x="269710" y="86634"/>
                  <a:pt x="269710" y="193502"/>
                </a:cubicBezTo>
                <a:cubicBezTo>
                  <a:pt x="269710" y="300370"/>
                  <a:pt x="209333" y="387003"/>
                  <a:pt x="134855" y="387003"/>
                </a:cubicBezTo>
                <a:cubicBezTo>
                  <a:pt x="60377" y="387003"/>
                  <a:pt x="0" y="300370"/>
                  <a:pt x="0" y="193502"/>
                </a:cubicBezTo>
              </a:path>
            </a:pathLst>
          </a:custGeom>
          <a:solidFill xmlns:a="http://schemas.openxmlformats.org/drawingml/2006/main">
            <a:srgbClr val="93C47D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7F625431-967E-45CA-9F8E-03F56A7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7267" y="71366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8"/>
                  <a:pt x="8677" y="0"/>
                  <a:pt x="19381" y="0"/>
                </a:cubicBezTo>
                <a:cubicBezTo>
                  <a:pt x="30085" y="0"/>
                  <a:pt x="38761" y="8678"/>
                  <a:pt x="38761" y="19381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23F18855-F91B-413B-8C09-A9E0D85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7324" y="65399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75114736-5A81-425B-BC38-4265A79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808" y="749970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DABEDA21-1C1B-4BD3-B58E-0A612F07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8770" y="769350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8"/>
                  <a:pt x="8676" y="0"/>
                  <a:pt x="19380" y="0"/>
                </a:cubicBezTo>
                <a:cubicBezTo>
                  <a:pt x="30084" y="0"/>
                  <a:pt x="38761" y="8678"/>
                  <a:pt x="38761" y="19381"/>
                </a:cubicBezTo>
                <a:cubicBezTo>
                  <a:pt x="38761" y="30085"/>
                  <a:pt x="30084" y="38761"/>
                  <a:pt x="19380" y="38761"/>
                </a:cubicBezTo>
                <a:cubicBezTo>
                  <a:pt x="8676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BAD733C8-B7FC-45D6-96CF-F9BC52BE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0856" y="808111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CE456A44-40CD-46D1-9F6E-379E036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275" y="715080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2" y="8677"/>
                  <a:pt x="38762" y="19380"/>
                </a:cubicBezTo>
                <a:cubicBezTo>
                  <a:pt x="38762" y="30085"/>
                  <a:pt x="30084" y="38761"/>
                  <a:pt x="19381" y="38761"/>
                </a:cubicBezTo>
                <a:cubicBezTo>
                  <a:pt x="8676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91">
            <a:extLst xmlns:a="http://schemas.openxmlformats.org/drawingml/2006/main">
              <a:ext uri="{FF2B5EF4-FFF2-40B4-BE49-F238E27FC236}">
                <a16:creationId xmlns:a16="http://schemas.microsoft.com/office/drawing/2014/main" id="{3250B3B8-A8D2-4FAA-85C1-3C4A320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0008" y="75461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3EDEE308-BAE8-4CDB-AA65-AA4ED84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4064" y="808111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BB9DD20E-40B7-4181-B0EC-E12209ED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0021" y="927436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8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9D42BEB0-2461-427F-A8A8-5AC1493D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1777" y="71869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E93C1B4D-7AC4-4EAE-96A5-531ADAF5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4522" y="706160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2" y="8676"/>
                  <a:pt x="38762" y="19381"/>
                </a:cubicBezTo>
                <a:cubicBezTo>
                  <a:pt x="38762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F179B0D9-B503-4617-BABC-8E5A4F81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1938" y="741880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6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E6726A92-1F9B-4FEF-96BC-7212996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9834" y="796737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2" y="8676"/>
                  <a:pt x="38762" y="19380"/>
                </a:cubicBezTo>
                <a:cubicBezTo>
                  <a:pt x="38762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98">
            <a:extLst xmlns:a="http://schemas.openxmlformats.org/drawingml/2006/main">
              <a:ext uri="{FF2B5EF4-FFF2-40B4-BE49-F238E27FC236}">
                <a16:creationId xmlns:a16="http://schemas.microsoft.com/office/drawing/2014/main" id="{F4D580A1-F8DE-4173-884B-837F096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235" y="887011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0"/>
                </a:lnTo>
                <a:lnTo>
                  <a:pt x="29337" y="19756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8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6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99">
            <a:extLst xmlns:a="http://schemas.openxmlformats.org/drawingml/2006/main">
              <a:ext uri="{FF2B5EF4-FFF2-40B4-BE49-F238E27FC236}">
                <a16:creationId xmlns:a16="http://schemas.microsoft.com/office/drawing/2014/main" id="{6807AAEA-BB32-42AD-B3F7-D34883EC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265" y="881483"/>
            <a:ext cx="39515" cy="39514"/>
          </a:xfrm>
          <a:custGeom xmlns:a="http://schemas.openxmlformats.org/drawingml/2006/main">
            <a:pathLst>
              <a:path w="39515" h="39514">
                <a:moveTo>
                  <a:pt x="0" y="9581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5" y="9581"/>
                </a:lnTo>
                <a:lnTo>
                  <a:pt x="29338" y="19758"/>
                </a:lnTo>
                <a:lnTo>
                  <a:pt x="39515" y="29934"/>
                </a:lnTo>
                <a:lnTo>
                  <a:pt x="29934" y="39514"/>
                </a:lnTo>
                <a:lnTo>
                  <a:pt x="19757" y="29338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8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97F75789-A63D-47F8-8534-73F0AC1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7361" y="835221"/>
            <a:ext cx="39515" cy="39514"/>
          </a:xfrm>
          <a:custGeom xmlns:a="http://schemas.openxmlformats.org/drawingml/2006/main">
            <a:pathLst>
              <a:path w="39515" h="39514">
                <a:moveTo>
                  <a:pt x="0" y="9580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5" y="9580"/>
                </a:lnTo>
                <a:lnTo>
                  <a:pt x="29337" y="19757"/>
                </a:lnTo>
                <a:lnTo>
                  <a:pt x="39515" y="29934"/>
                </a:lnTo>
                <a:lnTo>
                  <a:pt x="29934" y="39514"/>
                </a:lnTo>
                <a:lnTo>
                  <a:pt x="19757" y="29338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87BAB3F9-3310-43C1-AE5D-8F87AF91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037" y="778058"/>
            <a:ext cx="39514" cy="39515"/>
          </a:xfrm>
          <a:custGeom xmlns:a="http://schemas.openxmlformats.org/drawingml/2006/main">
            <a:pathLst>
              <a:path w="39514" h="39515">
                <a:moveTo>
                  <a:pt x="0" y="9581"/>
                </a:moveTo>
                <a:lnTo>
                  <a:pt x="9581" y="0"/>
                </a:lnTo>
                <a:lnTo>
                  <a:pt x="19757" y="10178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5"/>
                </a:lnTo>
                <a:lnTo>
                  <a:pt x="19757" y="29337"/>
                </a:lnTo>
                <a:lnTo>
                  <a:pt x="9581" y="39515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F923893A-5FB6-4799-95A4-A0390E58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8743" y="771952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5" y="0"/>
                  <a:pt x="38762" y="8676"/>
                  <a:pt x="38762" y="19381"/>
                </a:cubicBezTo>
                <a:cubicBezTo>
                  <a:pt x="38762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45F5CB50-BAF7-4061-88BF-84D5E9F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8250" y="812012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8"/>
                  <a:pt x="8677" y="0"/>
                  <a:pt x="19381" y="0"/>
                </a:cubicBezTo>
                <a:cubicBezTo>
                  <a:pt x="30084" y="0"/>
                  <a:pt x="38762" y="8678"/>
                  <a:pt x="38762" y="19381"/>
                </a:cubicBezTo>
                <a:cubicBezTo>
                  <a:pt x="38762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8F6CF580-D747-4424-97E7-E86977F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2251" y="664449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5" y="0"/>
                  <a:pt x="38762" y="8676"/>
                  <a:pt x="38762" y="19380"/>
                </a:cubicBezTo>
                <a:cubicBezTo>
                  <a:pt x="38762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3D28B7DE-1F47-4C65-B5E0-F8D44AE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422" y="924974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6" y="10178"/>
                </a:lnTo>
                <a:lnTo>
                  <a:pt x="29934" y="0"/>
                </a:lnTo>
                <a:lnTo>
                  <a:pt x="39514" y="9580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6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54AE1A54-4E50-496C-8ABA-64B18E21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6087" y="831393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187C99ED-53FA-434B-96A0-BA56785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925" y="83929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1"/>
                  <a:pt x="19380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BA07FC2D-D043-4456-A3E2-BDE7DE8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501" y="820596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2" y="8677"/>
                  <a:pt x="38762" y="19381"/>
                </a:cubicBezTo>
                <a:cubicBezTo>
                  <a:pt x="38762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509D1ACB-5DE5-4CFC-8225-1F79C636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6965" y="1061644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8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19297729-210D-4CFF-BE62-EDC867C7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496" y="108102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6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93638ECE-3332-4729-9730-C634B27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7812" y="1119786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0DEAEEA6-9006-4478-A027-DF7D601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773" y="1139166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8"/>
                  <a:pt x="8676" y="0"/>
                  <a:pt x="19381" y="0"/>
                </a:cubicBezTo>
                <a:cubicBezTo>
                  <a:pt x="30084" y="0"/>
                  <a:pt x="38761" y="8678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6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3B199FA6-2519-4142-99CA-5BAC7A70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860" y="117792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C0F49C6F-A2DE-4DA5-A1A9-BFCC7875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859" y="121668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D880D524-8DB3-4E4E-9B60-F22BAB7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012" y="112442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75CDACC-8F5E-4E65-A25F-A8478A3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271" y="119308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387467B1-1EF2-490E-86B7-7D93E42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4448" y="117370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BE1748F6-082E-42B3-9A4F-6CA47CC8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4447" y="122125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BF5C068B-1EC6-43C5-87E7-599D3B87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4526" y="1075976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EF1F6EDC-504D-4681-9D28-C08DEFA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1942" y="1111696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1"/>
                </a:moveTo>
                <a:cubicBezTo>
                  <a:pt x="0" y="8678"/>
                  <a:pt x="8678" y="0"/>
                  <a:pt x="19381" y="0"/>
                </a:cubicBezTo>
                <a:cubicBezTo>
                  <a:pt x="30085" y="0"/>
                  <a:pt x="38762" y="8678"/>
                  <a:pt x="38762" y="19381"/>
                </a:cubicBezTo>
                <a:cubicBezTo>
                  <a:pt x="38762" y="30085"/>
                  <a:pt x="30085" y="38761"/>
                  <a:pt x="19381" y="38761"/>
                </a:cubicBezTo>
                <a:cubicBezTo>
                  <a:pt x="8678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5124ADBB-4867-496D-8F57-9F2BD81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860" y="1165249"/>
            <a:ext cx="38760" cy="38761"/>
          </a:xfrm>
          <a:custGeom xmlns:a="http://schemas.openxmlformats.org/drawingml/2006/main">
            <a:pathLst>
              <a:path w="38760" h="38761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0" y="8676"/>
                  <a:pt x="38760" y="19380"/>
                </a:cubicBezTo>
                <a:cubicBezTo>
                  <a:pt x="38760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DFD3F6F2-2EE0-48BC-87D9-60B4D0B8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7129" y="112442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1" y="8676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423BA2F6-5DD8-4408-A494-1174C11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133" y="118443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D98E885B-EE4A-45E9-BC2B-B1E3EAD1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4401" y="114024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F25AFE40-98E4-4799-BDAD-52B6836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752" y="1233631"/>
            <a:ext cx="38762" cy="38762"/>
          </a:xfrm>
          <a:custGeom xmlns:a="http://schemas.openxmlformats.org/drawingml/2006/main">
            <a:pathLst>
              <a:path w="38762" h="38762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2" y="8677"/>
                  <a:pt x="38762" y="19381"/>
                </a:cubicBezTo>
                <a:cubicBezTo>
                  <a:pt x="38762" y="30084"/>
                  <a:pt x="30085" y="38762"/>
                  <a:pt x="19381" y="38762"/>
                </a:cubicBezTo>
                <a:cubicBezTo>
                  <a:pt x="8678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914B641B-7016-46FF-96D1-49AA458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0954" y="106647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34E535B0-E5BE-4F46-B092-9E363FBD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537" y="117799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5"/>
                  <a:pt x="30085" y="38761"/>
                  <a:pt x="19380" y="38761"/>
                </a:cubicBezTo>
                <a:cubicBezTo>
                  <a:pt x="8677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E7332D55-092C-42B2-9DC1-DAA8226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257" y="123309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DF3EAB2E-90F1-4B9F-8DB2-BA1E82B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174" y="106647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5B34DCD3-420C-4A81-A10C-3FAD662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9051" y="1036223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C0687A70-FA75-40DB-9978-0A2BCCB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4250" y="975068"/>
            <a:ext cx="479202" cy="350516"/>
          </a:xfrm>
          <a:custGeom xmlns:a="http://schemas.openxmlformats.org/drawingml/2006/main">
            <a:pathLst>
              <a:path w="479202" h="350516">
                <a:moveTo>
                  <a:pt x="29510" y="86227"/>
                </a:moveTo>
                <a:cubicBezTo>
                  <a:pt x="59020" y="16591"/>
                  <a:pt x="177004" y="0"/>
                  <a:pt x="293034" y="49171"/>
                </a:cubicBezTo>
                <a:cubicBezTo>
                  <a:pt x="409064" y="98342"/>
                  <a:pt x="479202" y="194654"/>
                  <a:pt x="449692" y="264290"/>
                </a:cubicBezTo>
                <a:cubicBezTo>
                  <a:pt x="420182" y="333926"/>
                  <a:pt x="302199" y="350516"/>
                  <a:pt x="186169" y="301346"/>
                </a:cubicBezTo>
                <a:cubicBezTo>
                  <a:pt x="70138" y="252176"/>
                  <a:pt x="0" y="155864"/>
                  <a:pt x="29510" y="86227"/>
                </a:cubicBezTo>
              </a:path>
            </a:pathLst>
          </a:custGeom>
          <a:solidFill xmlns:a="http://schemas.openxmlformats.org/drawingml/2006/main">
            <a:srgbClr val="8E7CC3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8E0B44AD-C2B0-4C8B-8211-655EE8E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511" y="623707"/>
            <a:ext cx="496233" cy="390914"/>
          </a:xfrm>
          <a:custGeom xmlns:a="http://schemas.openxmlformats.org/drawingml/2006/main">
            <a:pathLst>
              <a:path w="496233" h="390914">
                <a:moveTo>
                  <a:pt x="176093" y="62180"/>
                </a:moveTo>
                <a:cubicBezTo>
                  <a:pt x="291155" y="0"/>
                  <a:pt x="416678" y="9263"/>
                  <a:pt x="456455" y="82870"/>
                </a:cubicBezTo>
                <a:cubicBezTo>
                  <a:pt x="496233" y="156477"/>
                  <a:pt x="435202" y="266553"/>
                  <a:pt x="320140" y="328734"/>
                </a:cubicBezTo>
                <a:cubicBezTo>
                  <a:pt x="205078" y="390914"/>
                  <a:pt x="79555" y="381651"/>
                  <a:pt x="39778" y="308045"/>
                </a:cubicBezTo>
                <a:cubicBezTo>
                  <a:pt x="0" y="234438"/>
                  <a:pt x="61031" y="124361"/>
                  <a:pt x="176093" y="62180"/>
                </a:cubicBezTo>
              </a:path>
            </a:pathLst>
          </a:custGeom>
          <a:solidFill xmlns:a="http://schemas.openxmlformats.org/drawingml/2006/main">
            <a:srgbClr val="E0666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6DE3E9DD-B3F4-4611-8CE5-EBB02249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2414" y="765472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6" y="10177"/>
                </a:lnTo>
                <a:lnTo>
                  <a:pt x="29933" y="0"/>
                </a:lnTo>
                <a:lnTo>
                  <a:pt x="39514" y="9581"/>
                </a:lnTo>
                <a:lnTo>
                  <a:pt x="29337" y="19758"/>
                </a:lnTo>
                <a:lnTo>
                  <a:pt x="39514" y="29934"/>
                </a:lnTo>
                <a:lnTo>
                  <a:pt x="29933" y="39514"/>
                </a:lnTo>
                <a:lnTo>
                  <a:pt x="19756" y="29338"/>
                </a:lnTo>
                <a:lnTo>
                  <a:pt x="9580" y="39514"/>
                </a:lnTo>
                <a:lnTo>
                  <a:pt x="0" y="29934"/>
                </a:lnTo>
                <a:lnTo>
                  <a:pt x="10176" y="19758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4E76AD34-D729-4EDF-AD0B-449A782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916" y="821158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6D585788-066A-48A6-94A7-27115B1D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3422" y="766887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7" y="10178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6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5866900B-79EB-4B9D-913D-942B98B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155" y="806419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6" y="10177"/>
                </a:lnTo>
                <a:lnTo>
                  <a:pt x="29933" y="0"/>
                </a:lnTo>
                <a:lnTo>
                  <a:pt x="39514" y="9580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3" y="39514"/>
                </a:lnTo>
                <a:lnTo>
                  <a:pt x="19756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6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5C37E7EA-3E67-4521-9D02-7ED0E446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211" y="859919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7" y="10177"/>
                </a:lnTo>
                <a:lnTo>
                  <a:pt x="29933" y="0"/>
                </a:lnTo>
                <a:lnTo>
                  <a:pt x="39514" y="9580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3" y="39514"/>
                </a:lnTo>
                <a:lnTo>
                  <a:pt x="19757" y="29338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4239FD03-13F9-48EB-8B2D-D95B7B4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7085" y="793688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0"/>
                </a:lnTo>
                <a:lnTo>
                  <a:pt x="29338" y="19757"/>
                </a:lnTo>
                <a:lnTo>
                  <a:pt x="39514" y="29933"/>
                </a:lnTo>
                <a:lnTo>
                  <a:pt x="29934" y="39514"/>
                </a:lnTo>
                <a:lnTo>
                  <a:pt x="19757" y="29337"/>
                </a:lnTo>
                <a:lnTo>
                  <a:pt x="9580" y="39514"/>
                </a:lnTo>
                <a:lnTo>
                  <a:pt x="0" y="29933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77973E6B-F9B7-4D96-B438-306939F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4981" y="848544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6" y="10177"/>
                </a:lnTo>
                <a:lnTo>
                  <a:pt x="29934" y="0"/>
                </a:lnTo>
                <a:lnTo>
                  <a:pt x="39514" y="9580"/>
                </a:lnTo>
                <a:lnTo>
                  <a:pt x="29338" y="19756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6" y="29338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6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813DA54F-B98C-4A20-ADF6-AD5BAB1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397" y="716256"/>
            <a:ext cx="39514" cy="39515"/>
          </a:xfrm>
          <a:custGeom xmlns:a="http://schemas.openxmlformats.org/drawingml/2006/main">
            <a:pathLst>
              <a:path w="39514" h="39515">
                <a:moveTo>
                  <a:pt x="0" y="9581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5"/>
                </a:lnTo>
                <a:lnTo>
                  <a:pt x="19757" y="29337"/>
                </a:lnTo>
                <a:lnTo>
                  <a:pt x="9581" y="39515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3435C7CF-F733-46AC-8419-99A346F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233" y="883200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1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0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74117813-315B-45E7-9AA2-D42CDBE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937" y="900741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7" y="10177"/>
                </a:lnTo>
                <a:lnTo>
                  <a:pt x="29933" y="0"/>
                </a:lnTo>
                <a:lnTo>
                  <a:pt x="39514" y="9580"/>
                </a:lnTo>
                <a:lnTo>
                  <a:pt x="29337" y="19758"/>
                </a:lnTo>
                <a:lnTo>
                  <a:pt x="39514" y="29934"/>
                </a:lnTo>
                <a:lnTo>
                  <a:pt x="29933" y="39514"/>
                </a:lnTo>
                <a:lnTo>
                  <a:pt x="19757" y="29338"/>
                </a:lnTo>
                <a:lnTo>
                  <a:pt x="9580" y="39514"/>
                </a:lnTo>
                <a:lnTo>
                  <a:pt x="0" y="29934"/>
                </a:lnTo>
                <a:lnTo>
                  <a:pt x="10176" y="19758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BE9E0138-9C9E-4441-B8BE-DC9B1AEC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648" y="872403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8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A81A8F44-184D-490B-A095-F110FBAD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8017" y="920336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0" y="0"/>
                </a:lnTo>
                <a:lnTo>
                  <a:pt x="19756" y="10176"/>
                </a:lnTo>
                <a:lnTo>
                  <a:pt x="29933" y="0"/>
                </a:lnTo>
                <a:lnTo>
                  <a:pt x="39514" y="9580"/>
                </a:lnTo>
                <a:lnTo>
                  <a:pt x="29337" y="19756"/>
                </a:lnTo>
                <a:lnTo>
                  <a:pt x="39514" y="29934"/>
                </a:lnTo>
                <a:lnTo>
                  <a:pt x="29933" y="39514"/>
                </a:lnTo>
                <a:lnTo>
                  <a:pt x="19756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6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88810A86-F564-47ED-A36D-0B89F611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76" y="796570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1" y="0"/>
                </a:lnTo>
                <a:lnTo>
                  <a:pt x="19758" y="10177"/>
                </a:lnTo>
                <a:lnTo>
                  <a:pt x="29934" y="0"/>
                </a:lnTo>
                <a:lnTo>
                  <a:pt x="39514" y="9580"/>
                </a:lnTo>
                <a:lnTo>
                  <a:pt x="29338" y="19756"/>
                </a:lnTo>
                <a:lnTo>
                  <a:pt x="39514" y="29933"/>
                </a:lnTo>
                <a:lnTo>
                  <a:pt x="29934" y="39514"/>
                </a:lnTo>
                <a:lnTo>
                  <a:pt x="19758" y="29337"/>
                </a:lnTo>
                <a:lnTo>
                  <a:pt x="9581" y="39514"/>
                </a:lnTo>
                <a:lnTo>
                  <a:pt x="0" y="29933"/>
                </a:lnTo>
                <a:lnTo>
                  <a:pt x="10177" y="19756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55F41307-EA2B-41CA-8F85-E924EBAC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6761" y="750113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3CEA19EF-84AA-4831-A2CB-A0DC805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1255" y="691925"/>
            <a:ext cx="32929" cy="32929"/>
          </a:xfrm>
          <a:custGeom xmlns:a="http://schemas.openxmlformats.org/drawingml/2006/main">
            <a:pathLst>
              <a:path w="32929" h="32929">
                <a:moveTo>
                  <a:pt x="0" y="7984"/>
                </a:moveTo>
                <a:lnTo>
                  <a:pt x="7984" y="0"/>
                </a:lnTo>
                <a:lnTo>
                  <a:pt x="16464" y="8481"/>
                </a:lnTo>
                <a:lnTo>
                  <a:pt x="24945" y="0"/>
                </a:lnTo>
                <a:lnTo>
                  <a:pt x="32929" y="7984"/>
                </a:lnTo>
                <a:lnTo>
                  <a:pt x="24447" y="16465"/>
                </a:lnTo>
                <a:lnTo>
                  <a:pt x="32929" y="24945"/>
                </a:lnTo>
                <a:lnTo>
                  <a:pt x="24945" y="32929"/>
                </a:lnTo>
                <a:lnTo>
                  <a:pt x="16464" y="24448"/>
                </a:lnTo>
                <a:lnTo>
                  <a:pt x="7984" y="32929"/>
                </a:lnTo>
                <a:lnTo>
                  <a:pt x="0" y="24945"/>
                </a:lnTo>
                <a:lnTo>
                  <a:pt x="8481" y="16465"/>
                </a:lnTo>
                <a:lnTo>
                  <a:pt x="0" y="7984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823A7A5E-A902-46D5-A9C2-F30F954F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4278" y="941202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8" y="10178"/>
                </a:lnTo>
                <a:lnTo>
                  <a:pt x="29934" y="0"/>
                </a:lnTo>
                <a:lnTo>
                  <a:pt x="39514" y="9581"/>
                </a:lnTo>
                <a:lnTo>
                  <a:pt x="29338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8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9C4F31D3-AE3A-45BF-A3CE-17356A07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972" y="850802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1"/>
                </a:moveTo>
                <a:lnTo>
                  <a:pt x="9580" y="0"/>
                </a:lnTo>
                <a:lnTo>
                  <a:pt x="19757" y="10177"/>
                </a:lnTo>
                <a:lnTo>
                  <a:pt x="29934" y="0"/>
                </a:lnTo>
                <a:lnTo>
                  <a:pt x="39514" y="9581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0" y="39514"/>
                </a:lnTo>
                <a:lnTo>
                  <a:pt x="0" y="29934"/>
                </a:lnTo>
                <a:lnTo>
                  <a:pt x="10176" y="19757"/>
                </a:lnTo>
                <a:lnTo>
                  <a:pt x="0" y="9581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20F5321D-D7A9-46E2-B781-F858C515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074" y="791339"/>
            <a:ext cx="39514" cy="39514"/>
          </a:xfrm>
          <a:custGeom xmlns:a="http://schemas.openxmlformats.org/drawingml/2006/main">
            <a:pathLst>
              <a:path w="39514" h="39514">
                <a:moveTo>
                  <a:pt x="0" y="9580"/>
                </a:moveTo>
                <a:lnTo>
                  <a:pt x="9581" y="0"/>
                </a:lnTo>
                <a:lnTo>
                  <a:pt x="19757" y="10176"/>
                </a:lnTo>
                <a:lnTo>
                  <a:pt x="29934" y="0"/>
                </a:lnTo>
                <a:lnTo>
                  <a:pt x="39514" y="9580"/>
                </a:lnTo>
                <a:lnTo>
                  <a:pt x="29337" y="19757"/>
                </a:lnTo>
                <a:lnTo>
                  <a:pt x="39514" y="29934"/>
                </a:lnTo>
                <a:lnTo>
                  <a:pt x="29934" y="39514"/>
                </a:lnTo>
                <a:lnTo>
                  <a:pt x="19757" y="29337"/>
                </a:lnTo>
                <a:lnTo>
                  <a:pt x="9581" y="39514"/>
                </a:lnTo>
                <a:lnTo>
                  <a:pt x="0" y="29934"/>
                </a:lnTo>
                <a:lnTo>
                  <a:pt x="10177" y="19757"/>
                </a:lnTo>
                <a:lnTo>
                  <a:pt x="0" y="958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E47DDAE9-9F1A-4CBE-8158-15C16AB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5915" y="645237"/>
            <a:ext cx="320364" cy="382373"/>
          </a:xfrm>
          <a:custGeom xmlns:a="http://schemas.openxmlformats.org/drawingml/2006/main">
            <a:pathLst>
              <a:path w="320364" h="382373">
                <a:moveTo>
                  <a:pt x="94355" y="27503"/>
                </a:moveTo>
                <a:cubicBezTo>
                  <a:pt x="162742" y="0"/>
                  <a:pt x="247653" y="50988"/>
                  <a:pt x="284009" y="141388"/>
                </a:cubicBezTo>
                <a:cubicBezTo>
                  <a:pt x="320364" y="231787"/>
                  <a:pt x="294397" y="327367"/>
                  <a:pt x="226010" y="354870"/>
                </a:cubicBezTo>
                <a:cubicBezTo>
                  <a:pt x="157623" y="382373"/>
                  <a:pt x="72711" y="331385"/>
                  <a:pt x="36356" y="240986"/>
                </a:cubicBezTo>
                <a:cubicBezTo>
                  <a:pt x="0" y="150586"/>
                  <a:pt x="25967" y="55006"/>
                  <a:pt x="94355" y="27503"/>
                </a:cubicBezTo>
              </a:path>
            </a:pathLst>
          </a:custGeom>
          <a:solidFill xmlns:a="http://schemas.openxmlformats.org/drawingml/2006/main">
            <a:srgbClr val="C55A11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6273D2A2-DA3E-49FD-BE69-6E7D0B2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5915" y="645237"/>
            <a:ext cx="320364" cy="382373"/>
          </a:xfrm>
          <a:custGeom xmlns:a="http://schemas.openxmlformats.org/drawingml/2006/main">
            <a:pathLst>
              <a:path w="320364" h="382373">
                <a:moveTo>
                  <a:pt x="94355" y="27503"/>
                </a:moveTo>
                <a:lnTo>
                  <a:pt x="97254" y="26388"/>
                </a:lnTo>
                <a:lnTo>
                  <a:pt x="100172" y="25365"/>
                </a:lnTo>
                <a:lnTo>
                  <a:pt x="103107" y="24434"/>
                </a:lnTo>
                <a:lnTo>
                  <a:pt x="106059" y="23595"/>
                </a:lnTo>
                <a:lnTo>
                  <a:pt x="109026" y="22847"/>
                </a:lnTo>
                <a:lnTo>
                  <a:pt x="112007" y="22188"/>
                </a:lnTo>
                <a:lnTo>
                  <a:pt x="113424" y="21919"/>
                </a:lnTo>
                <a:moveTo>
                  <a:pt x="128234" y="20177"/>
                </a:moveTo>
                <a:lnTo>
                  <a:pt x="130132" y="20096"/>
                </a:lnTo>
                <a:lnTo>
                  <a:pt x="133182" y="20050"/>
                </a:lnTo>
                <a:lnTo>
                  <a:pt x="136238" y="20089"/>
                </a:lnTo>
                <a:lnTo>
                  <a:pt x="139298" y="20213"/>
                </a:lnTo>
                <a:lnTo>
                  <a:pt x="142361" y="20420"/>
                </a:lnTo>
                <a:lnTo>
                  <a:pt x="145427" y="20711"/>
                </a:lnTo>
                <a:lnTo>
                  <a:pt x="148090" y="21034"/>
                </a:lnTo>
                <a:moveTo>
                  <a:pt x="162731" y="23885"/>
                </a:moveTo>
                <a:lnTo>
                  <a:pt x="163805" y="24157"/>
                </a:lnTo>
                <a:lnTo>
                  <a:pt x="166856" y="25009"/>
                </a:lnTo>
                <a:lnTo>
                  <a:pt x="169900" y="25939"/>
                </a:lnTo>
                <a:lnTo>
                  <a:pt x="172936" y="26946"/>
                </a:lnTo>
                <a:lnTo>
                  <a:pt x="175964" y="28030"/>
                </a:lnTo>
                <a:lnTo>
                  <a:pt x="178982" y="29189"/>
                </a:lnTo>
                <a:lnTo>
                  <a:pt x="181567" y="30251"/>
                </a:lnTo>
                <a:moveTo>
                  <a:pt x="195014" y="36714"/>
                </a:moveTo>
                <a:lnTo>
                  <a:pt x="196822" y="37699"/>
                </a:lnTo>
                <a:lnTo>
                  <a:pt x="199741" y="39370"/>
                </a:lnTo>
                <a:lnTo>
                  <a:pt x="202642" y="41111"/>
                </a:lnTo>
                <a:lnTo>
                  <a:pt x="205522" y="42923"/>
                </a:lnTo>
                <a:lnTo>
                  <a:pt x="208382" y="44803"/>
                </a:lnTo>
                <a:lnTo>
                  <a:pt x="211220" y="46753"/>
                </a:lnTo>
                <a:lnTo>
                  <a:pt x="211893" y="47234"/>
                </a:lnTo>
                <a:moveTo>
                  <a:pt x="223694" y="56365"/>
                </a:moveTo>
                <a:lnTo>
                  <a:pt x="225046" y="57503"/>
                </a:lnTo>
                <a:lnTo>
                  <a:pt x="227731" y="59850"/>
                </a:lnTo>
                <a:lnTo>
                  <a:pt x="230386" y="62260"/>
                </a:lnTo>
                <a:lnTo>
                  <a:pt x="233011" y="64734"/>
                </a:lnTo>
                <a:lnTo>
                  <a:pt x="235604" y="67270"/>
                </a:lnTo>
                <a:lnTo>
                  <a:pt x="238164" y="69869"/>
                </a:lnTo>
                <a:lnTo>
                  <a:pt x="238233" y="69941"/>
                </a:lnTo>
                <a:moveTo>
                  <a:pt x="248201" y="81046"/>
                </a:moveTo>
                <a:lnTo>
                  <a:pt x="250437" y="83768"/>
                </a:lnTo>
                <a:lnTo>
                  <a:pt x="252778" y="86724"/>
                </a:lnTo>
                <a:lnTo>
                  <a:pt x="255079" y="89738"/>
                </a:lnTo>
                <a:lnTo>
                  <a:pt x="257338" y="92809"/>
                </a:lnTo>
                <a:lnTo>
                  <a:pt x="259555" y="95935"/>
                </a:lnTo>
                <a:lnTo>
                  <a:pt x="260215" y="96902"/>
                </a:lnTo>
                <a:moveTo>
                  <a:pt x="268258" y="109473"/>
                </a:moveTo>
                <a:lnTo>
                  <a:pt x="269963" y="112387"/>
                </a:lnTo>
                <a:lnTo>
                  <a:pt x="271902" y="115837"/>
                </a:lnTo>
                <a:lnTo>
                  <a:pt x="273791" y="119337"/>
                </a:lnTo>
                <a:lnTo>
                  <a:pt x="275628" y="122889"/>
                </a:lnTo>
                <a:lnTo>
                  <a:pt x="277414" y="126491"/>
                </a:lnTo>
                <a:lnTo>
                  <a:pt x="277658" y="127007"/>
                </a:lnTo>
                <a:moveTo>
                  <a:pt x="283705" y="140650"/>
                </a:moveTo>
                <a:lnTo>
                  <a:pt x="284009" y="141388"/>
                </a:lnTo>
                <a:lnTo>
                  <a:pt x="285508" y="145210"/>
                </a:lnTo>
                <a:lnTo>
                  <a:pt x="286933" y="149038"/>
                </a:lnTo>
                <a:lnTo>
                  <a:pt x="288285" y="152869"/>
                </a:lnTo>
                <a:lnTo>
                  <a:pt x="289564" y="156703"/>
                </a:lnTo>
                <a:lnTo>
                  <a:pt x="290406" y="159382"/>
                </a:lnTo>
                <a:moveTo>
                  <a:pt x="294368" y="173770"/>
                </a:moveTo>
                <a:lnTo>
                  <a:pt x="294871" y="175866"/>
                </a:lnTo>
                <a:lnTo>
                  <a:pt x="295717" y="179688"/>
                </a:lnTo>
                <a:lnTo>
                  <a:pt x="296493" y="183505"/>
                </a:lnTo>
                <a:lnTo>
                  <a:pt x="297198" y="187314"/>
                </a:lnTo>
                <a:lnTo>
                  <a:pt x="297833" y="191115"/>
                </a:lnTo>
                <a:lnTo>
                  <a:pt x="298158" y="193299"/>
                </a:lnTo>
                <a:moveTo>
                  <a:pt x="299826" y="208128"/>
                </a:moveTo>
                <a:lnTo>
                  <a:pt x="299967" y="209948"/>
                </a:lnTo>
                <a:lnTo>
                  <a:pt x="300188" y="213671"/>
                </a:lnTo>
                <a:lnTo>
                  <a:pt x="300341" y="217377"/>
                </a:lnTo>
                <a:lnTo>
                  <a:pt x="300426" y="221065"/>
                </a:lnTo>
                <a:lnTo>
                  <a:pt x="300445" y="224734"/>
                </a:lnTo>
                <a:lnTo>
                  <a:pt x="300401" y="228013"/>
                </a:lnTo>
                <a:moveTo>
                  <a:pt x="299523" y="242909"/>
                </a:moveTo>
                <a:lnTo>
                  <a:pt x="299164" y="246263"/>
                </a:lnTo>
                <a:lnTo>
                  <a:pt x="298721" y="249760"/>
                </a:lnTo>
                <a:lnTo>
                  <a:pt x="298214" y="253227"/>
                </a:lnTo>
                <a:lnTo>
                  <a:pt x="297643" y="256663"/>
                </a:lnTo>
                <a:lnTo>
                  <a:pt x="297008" y="260068"/>
                </a:lnTo>
                <a:lnTo>
                  <a:pt x="296490" y="262567"/>
                </a:lnTo>
                <a:moveTo>
                  <a:pt x="292747" y="277011"/>
                </a:moveTo>
                <a:lnTo>
                  <a:pt x="291877" y="279757"/>
                </a:lnTo>
                <a:lnTo>
                  <a:pt x="290804" y="282904"/>
                </a:lnTo>
                <a:lnTo>
                  <a:pt x="289670" y="286009"/>
                </a:lnTo>
                <a:lnTo>
                  <a:pt x="288476" y="289071"/>
                </a:lnTo>
                <a:lnTo>
                  <a:pt x="287221" y="292089"/>
                </a:lnTo>
                <a:lnTo>
                  <a:pt x="285906" y="295061"/>
                </a:lnTo>
                <a:lnTo>
                  <a:pt x="285657" y="295590"/>
                </a:lnTo>
                <a:moveTo>
                  <a:pt x="278688" y="308780"/>
                </a:moveTo>
                <a:lnTo>
                  <a:pt x="278439" y="309200"/>
                </a:lnTo>
                <a:lnTo>
                  <a:pt x="276770" y="311874"/>
                </a:lnTo>
                <a:lnTo>
                  <a:pt x="275043" y="314495"/>
                </a:lnTo>
                <a:lnTo>
                  <a:pt x="273259" y="317060"/>
                </a:lnTo>
                <a:lnTo>
                  <a:pt x="271417" y="319568"/>
                </a:lnTo>
                <a:lnTo>
                  <a:pt x="269519" y="322019"/>
                </a:lnTo>
                <a:lnTo>
                  <a:pt x="267564" y="324411"/>
                </a:lnTo>
                <a:lnTo>
                  <a:pt x="267109" y="324939"/>
                </a:lnTo>
                <a:moveTo>
                  <a:pt x="256726" y="335645"/>
                </a:moveTo>
                <a:lnTo>
                  <a:pt x="254667" y="337457"/>
                </a:lnTo>
                <a:lnTo>
                  <a:pt x="252326" y="339402"/>
                </a:lnTo>
                <a:lnTo>
                  <a:pt x="249931" y="341279"/>
                </a:lnTo>
                <a:lnTo>
                  <a:pt x="247482" y="343085"/>
                </a:lnTo>
                <a:lnTo>
                  <a:pt x="244981" y="344820"/>
                </a:lnTo>
                <a:lnTo>
                  <a:pt x="242426" y="346483"/>
                </a:lnTo>
                <a:lnTo>
                  <a:pt x="240772" y="347491"/>
                </a:lnTo>
                <a:moveTo>
                  <a:pt x="227481" y="354252"/>
                </a:moveTo>
                <a:lnTo>
                  <a:pt x="226010" y="354870"/>
                </a:lnTo>
                <a:lnTo>
                  <a:pt x="223110" y="355985"/>
                </a:lnTo>
                <a:lnTo>
                  <a:pt x="220192" y="357008"/>
                </a:lnTo>
                <a:lnTo>
                  <a:pt x="217257" y="357939"/>
                </a:lnTo>
                <a:lnTo>
                  <a:pt x="214305" y="358778"/>
                </a:lnTo>
                <a:lnTo>
                  <a:pt x="211338" y="359526"/>
                </a:lnTo>
                <a:lnTo>
                  <a:pt x="208508" y="360151"/>
                </a:lnTo>
                <a:moveTo>
                  <a:pt x="193725" y="362114"/>
                </a:moveTo>
                <a:lnTo>
                  <a:pt x="193276" y="362146"/>
                </a:lnTo>
                <a:lnTo>
                  <a:pt x="190232" y="362277"/>
                </a:lnTo>
                <a:lnTo>
                  <a:pt x="187182" y="362323"/>
                </a:lnTo>
                <a:lnTo>
                  <a:pt x="184127" y="362283"/>
                </a:lnTo>
                <a:lnTo>
                  <a:pt x="181067" y="362160"/>
                </a:lnTo>
                <a:lnTo>
                  <a:pt x="178003" y="361953"/>
                </a:lnTo>
                <a:lnTo>
                  <a:pt x="174938" y="361662"/>
                </a:lnTo>
                <a:lnTo>
                  <a:pt x="173859" y="361531"/>
                </a:lnTo>
                <a:moveTo>
                  <a:pt x="159180" y="358880"/>
                </a:moveTo>
                <a:lnTo>
                  <a:pt x="156559" y="358216"/>
                </a:lnTo>
                <a:lnTo>
                  <a:pt x="153508" y="357364"/>
                </a:lnTo>
                <a:lnTo>
                  <a:pt x="150464" y="356434"/>
                </a:lnTo>
                <a:lnTo>
                  <a:pt x="147428" y="355426"/>
                </a:lnTo>
                <a:lnTo>
                  <a:pt x="144400" y="354343"/>
                </a:lnTo>
                <a:lnTo>
                  <a:pt x="141383" y="353184"/>
                </a:lnTo>
                <a:lnTo>
                  <a:pt x="140273" y="352728"/>
                </a:lnTo>
                <a:moveTo>
                  <a:pt x="126755" y="346417"/>
                </a:moveTo>
                <a:lnTo>
                  <a:pt x="126478" y="346274"/>
                </a:lnTo>
                <a:lnTo>
                  <a:pt x="123542" y="344674"/>
                </a:lnTo>
                <a:lnTo>
                  <a:pt x="120623" y="343003"/>
                </a:lnTo>
                <a:lnTo>
                  <a:pt x="117723" y="341261"/>
                </a:lnTo>
                <a:lnTo>
                  <a:pt x="114842" y="339450"/>
                </a:lnTo>
                <a:lnTo>
                  <a:pt x="111982" y="337569"/>
                </a:lnTo>
                <a:lnTo>
                  <a:pt x="109778" y="336056"/>
                </a:lnTo>
                <a:moveTo>
                  <a:pt x="97892" y="327035"/>
                </a:moveTo>
                <a:lnTo>
                  <a:pt x="95318" y="324870"/>
                </a:lnTo>
                <a:lnTo>
                  <a:pt x="92633" y="322523"/>
                </a:lnTo>
                <a:lnTo>
                  <a:pt x="89978" y="320113"/>
                </a:lnTo>
                <a:lnTo>
                  <a:pt x="87354" y="317639"/>
                </a:lnTo>
                <a:lnTo>
                  <a:pt x="84761" y="315102"/>
                </a:lnTo>
                <a:lnTo>
                  <a:pt x="83251" y="313570"/>
                </a:lnTo>
                <a:moveTo>
                  <a:pt x="73195" y="302545"/>
                </a:moveTo>
                <a:lnTo>
                  <a:pt x="72308" y="301504"/>
                </a:lnTo>
                <a:lnTo>
                  <a:pt x="69928" y="298605"/>
                </a:lnTo>
                <a:lnTo>
                  <a:pt x="67587" y="295649"/>
                </a:lnTo>
                <a:lnTo>
                  <a:pt x="65286" y="292635"/>
                </a:lnTo>
                <a:lnTo>
                  <a:pt x="63026" y="289564"/>
                </a:lnTo>
                <a:lnTo>
                  <a:pt x="61055" y="286784"/>
                </a:lnTo>
                <a:moveTo>
                  <a:pt x="52928" y="274269"/>
                </a:moveTo>
                <a:lnTo>
                  <a:pt x="52389" y="273383"/>
                </a:lnTo>
                <a:lnTo>
                  <a:pt x="50401" y="269986"/>
                </a:lnTo>
                <a:lnTo>
                  <a:pt x="48462" y="266536"/>
                </a:lnTo>
                <a:lnTo>
                  <a:pt x="46573" y="263035"/>
                </a:lnTo>
                <a:lnTo>
                  <a:pt x="44736" y="259483"/>
                </a:lnTo>
                <a:lnTo>
                  <a:pt x="43406" y="256801"/>
                </a:lnTo>
                <a:moveTo>
                  <a:pt x="37268" y="243199"/>
                </a:moveTo>
                <a:lnTo>
                  <a:pt x="36355" y="240985"/>
                </a:lnTo>
                <a:lnTo>
                  <a:pt x="34856" y="237162"/>
                </a:lnTo>
                <a:lnTo>
                  <a:pt x="33431" y="233335"/>
                </a:lnTo>
                <a:lnTo>
                  <a:pt x="32079" y="229504"/>
                </a:lnTo>
                <a:lnTo>
                  <a:pt x="30801" y="225670"/>
                </a:lnTo>
                <a:lnTo>
                  <a:pt x="30437" y="224513"/>
                </a:lnTo>
                <a:moveTo>
                  <a:pt x="26368" y="210155"/>
                </a:moveTo>
                <a:lnTo>
                  <a:pt x="25494" y="206507"/>
                </a:lnTo>
                <a:lnTo>
                  <a:pt x="24647" y="202684"/>
                </a:lnTo>
                <a:lnTo>
                  <a:pt x="23872" y="198868"/>
                </a:lnTo>
                <a:lnTo>
                  <a:pt x="23166" y="195058"/>
                </a:lnTo>
                <a:lnTo>
                  <a:pt x="22531" y="191257"/>
                </a:lnTo>
                <a:lnTo>
                  <a:pt x="22441" y="190652"/>
                </a:lnTo>
                <a:moveTo>
                  <a:pt x="20661" y="175836"/>
                </a:moveTo>
                <a:lnTo>
                  <a:pt x="20397" y="172425"/>
                </a:lnTo>
                <a:lnTo>
                  <a:pt x="20177" y="168702"/>
                </a:lnTo>
                <a:lnTo>
                  <a:pt x="20023" y="164995"/>
                </a:lnTo>
                <a:lnTo>
                  <a:pt x="19938" y="161307"/>
                </a:lnTo>
                <a:lnTo>
                  <a:pt x="19919" y="157639"/>
                </a:lnTo>
                <a:lnTo>
                  <a:pt x="19942" y="155956"/>
                </a:lnTo>
                <a:moveTo>
                  <a:pt x="20698" y="141054"/>
                </a:moveTo>
                <a:lnTo>
                  <a:pt x="20823" y="139634"/>
                </a:lnTo>
                <a:lnTo>
                  <a:pt x="21201" y="136110"/>
                </a:lnTo>
                <a:lnTo>
                  <a:pt x="21643" y="132613"/>
                </a:lnTo>
                <a:lnTo>
                  <a:pt x="22150" y="129146"/>
                </a:lnTo>
                <a:lnTo>
                  <a:pt x="22721" y="125709"/>
                </a:lnTo>
                <a:lnTo>
                  <a:pt x="23356" y="122305"/>
                </a:lnTo>
                <a:lnTo>
                  <a:pt x="23550" y="121369"/>
                </a:lnTo>
                <a:moveTo>
                  <a:pt x="27157" y="106891"/>
                </a:moveTo>
                <a:lnTo>
                  <a:pt x="27477" y="105803"/>
                </a:lnTo>
                <a:lnTo>
                  <a:pt x="28488" y="102616"/>
                </a:lnTo>
                <a:lnTo>
                  <a:pt x="29560" y="99469"/>
                </a:lnTo>
                <a:lnTo>
                  <a:pt x="30694" y="96364"/>
                </a:lnTo>
                <a:lnTo>
                  <a:pt x="31888" y="93302"/>
                </a:lnTo>
                <a:lnTo>
                  <a:pt x="33143" y="90284"/>
                </a:lnTo>
                <a:lnTo>
                  <a:pt x="34049" y="88237"/>
                </a:lnTo>
                <a:moveTo>
                  <a:pt x="40865" y="74967"/>
                </a:moveTo>
                <a:lnTo>
                  <a:pt x="41925" y="73173"/>
                </a:lnTo>
                <a:lnTo>
                  <a:pt x="43594" y="70498"/>
                </a:lnTo>
                <a:lnTo>
                  <a:pt x="45321" y="67878"/>
                </a:lnTo>
                <a:lnTo>
                  <a:pt x="47105" y="65313"/>
                </a:lnTo>
                <a:lnTo>
                  <a:pt x="48947" y="62804"/>
                </a:lnTo>
                <a:lnTo>
                  <a:pt x="50845" y="60354"/>
                </a:lnTo>
                <a:lnTo>
                  <a:pt x="52231" y="58658"/>
                </a:lnTo>
                <a:moveTo>
                  <a:pt x="62465" y="47809"/>
                </a:moveTo>
                <a:lnTo>
                  <a:pt x="63411" y="46929"/>
                </a:lnTo>
                <a:lnTo>
                  <a:pt x="65698" y="44916"/>
                </a:lnTo>
                <a:lnTo>
                  <a:pt x="68039" y="42971"/>
                </a:lnTo>
                <a:lnTo>
                  <a:pt x="70434" y="41094"/>
                </a:lnTo>
                <a:lnTo>
                  <a:pt x="72882" y="39288"/>
                </a:lnTo>
                <a:lnTo>
                  <a:pt x="75383" y="37553"/>
                </a:lnTo>
                <a:lnTo>
                  <a:pt x="77938" y="35890"/>
                </a:lnTo>
                <a:lnTo>
                  <a:pt x="78229" y="35712"/>
                </a:lnTo>
                <a:moveTo>
                  <a:pt x="91412" y="28741"/>
                </a:moveTo>
                <a:lnTo>
                  <a:pt x="91490" y="28705"/>
                </a:lnTo>
                <a:lnTo>
                  <a:pt x="94355" y="27503"/>
                </a:lnTo>
              </a:path>
            </a:pathLst>
          </a:custGeom>
          <a:noFill xmlns:a="http://schemas.openxmlformats.org/drawingml/2006/main"/>
          <a:ln xmlns:a="http://schemas.openxmlformats.org/drawingml/2006/main" w="4975">
            <a:solidFill>
              <a:srgbClr val="F4B183"/>
            </a:solidFill>
            <a:prstDash val="solid"/>
          </a:ln>
        </p:spPr>
      </p:sp>
      <p:sp>
        <p:nvSpPr>
          <p:cNvPr id="136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79DE5D59-D8D0-4BB2-A585-40F087D9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939" y="685669"/>
            <a:ext cx="329180" cy="315064"/>
          </a:xfrm>
          <a:custGeom xmlns:a="http://schemas.openxmlformats.org/drawingml/2006/main">
            <a:pathLst>
              <a:path w="329180" h="315064">
                <a:moveTo>
                  <a:pt x="147404" y="309877"/>
                </a:moveTo>
                <a:lnTo>
                  <a:pt x="143418" y="309406"/>
                </a:lnTo>
                <a:lnTo>
                  <a:pt x="139472" y="308860"/>
                </a:lnTo>
                <a:lnTo>
                  <a:pt x="135569" y="308238"/>
                </a:lnTo>
                <a:lnTo>
                  <a:pt x="131708" y="307541"/>
                </a:lnTo>
                <a:lnTo>
                  <a:pt x="127893" y="306768"/>
                </a:lnTo>
                <a:lnTo>
                  <a:pt x="124123" y="305920"/>
                </a:lnTo>
                <a:lnTo>
                  <a:pt x="122445" y="305504"/>
                </a:lnTo>
                <a:moveTo>
                  <a:pt x="104282" y="299906"/>
                </a:moveTo>
                <a:lnTo>
                  <a:pt x="102558" y="299260"/>
                </a:lnTo>
                <a:lnTo>
                  <a:pt x="99153" y="297890"/>
                </a:lnTo>
                <a:lnTo>
                  <a:pt x="95805" y="296446"/>
                </a:lnTo>
                <a:lnTo>
                  <a:pt x="92517" y="294928"/>
                </a:lnTo>
                <a:lnTo>
                  <a:pt x="89290" y="293336"/>
                </a:lnTo>
                <a:lnTo>
                  <a:pt x="86125" y="291671"/>
                </a:lnTo>
                <a:lnTo>
                  <a:pt x="83024" y="289932"/>
                </a:lnTo>
                <a:lnTo>
                  <a:pt x="81436" y="288984"/>
                </a:lnTo>
                <a:moveTo>
                  <a:pt x="65914" y="278030"/>
                </a:moveTo>
                <a:lnTo>
                  <a:pt x="65839" y="277969"/>
                </a:lnTo>
                <a:lnTo>
                  <a:pt x="63225" y="275721"/>
                </a:lnTo>
                <a:lnTo>
                  <a:pt x="60687" y="273402"/>
                </a:lnTo>
                <a:lnTo>
                  <a:pt x="58225" y="271010"/>
                </a:lnTo>
                <a:lnTo>
                  <a:pt x="55842" y="268547"/>
                </a:lnTo>
                <a:lnTo>
                  <a:pt x="53539" y="266012"/>
                </a:lnTo>
                <a:lnTo>
                  <a:pt x="51317" y="263405"/>
                </a:lnTo>
                <a:lnTo>
                  <a:pt x="49179" y="260728"/>
                </a:lnTo>
                <a:lnTo>
                  <a:pt x="48436" y="259735"/>
                </a:lnTo>
                <a:moveTo>
                  <a:pt x="38390" y="243617"/>
                </a:moveTo>
                <a:lnTo>
                  <a:pt x="37154" y="241088"/>
                </a:lnTo>
                <a:lnTo>
                  <a:pt x="35957" y="238456"/>
                </a:lnTo>
                <a:lnTo>
                  <a:pt x="34834" y="235800"/>
                </a:lnTo>
                <a:lnTo>
                  <a:pt x="33786" y="233120"/>
                </a:lnTo>
                <a:lnTo>
                  <a:pt x="32813" y="230417"/>
                </a:lnTo>
                <a:lnTo>
                  <a:pt x="31914" y="227692"/>
                </a:lnTo>
                <a:lnTo>
                  <a:pt x="31088" y="224946"/>
                </a:lnTo>
                <a:lnTo>
                  <a:pt x="30336" y="222179"/>
                </a:lnTo>
                <a:lnTo>
                  <a:pt x="29765" y="219835"/>
                </a:lnTo>
                <a:moveTo>
                  <a:pt x="27011" y="201040"/>
                </a:moveTo>
                <a:lnTo>
                  <a:pt x="26909" y="199399"/>
                </a:lnTo>
                <a:lnTo>
                  <a:pt x="26798" y="196482"/>
                </a:lnTo>
                <a:lnTo>
                  <a:pt x="26757" y="193553"/>
                </a:lnTo>
                <a:lnTo>
                  <a:pt x="26785" y="190611"/>
                </a:lnTo>
                <a:lnTo>
                  <a:pt x="26881" y="187658"/>
                </a:lnTo>
                <a:lnTo>
                  <a:pt x="27046" y="184695"/>
                </a:lnTo>
                <a:lnTo>
                  <a:pt x="27278" y="181721"/>
                </a:lnTo>
                <a:lnTo>
                  <a:pt x="27578" y="178739"/>
                </a:lnTo>
                <a:lnTo>
                  <a:pt x="27944" y="175749"/>
                </a:lnTo>
                <a:lnTo>
                  <a:pt x="27945" y="175740"/>
                </a:lnTo>
                <a:moveTo>
                  <a:pt x="31684" y="157106"/>
                </a:moveTo>
                <a:lnTo>
                  <a:pt x="32353" y="154650"/>
                </a:lnTo>
                <a:lnTo>
                  <a:pt x="33241" y="151622"/>
                </a:lnTo>
                <a:lnTo>
                  <a:pt x="34192" y="148592"/>
                </a:lnTo>
                <a:lnTo>
                  <a:pt x="35207" y="145562"/>
                </a:lnTo>
                <a:lnTo>
                  <a:pt x="36285" y="142532"/>
                </a:lnTo>
                <a:lnTo>
                  <a:pt x="37424" y="139503"/>
                </a:lnTo>
                <a:lnTo>
                  <a:pt x="38626" y="136476"/>
                </a:lnTo>
                <a:lnTo>
                  <a:pt x="39889" y="133452"/>
                </a:lnTo>
                <a:lnTo>
                  <a:pt x="40009" y="133178"/>
                </a:lnTo>
                <a:moveTo>
                  <a:pt x="48357" y="116098"/>
                </a:moveTo>
                <a:lnTo>
                  <a:pt x="48735" y="115402"/>
                </a:lnTo>
                <a:lnTo>
                  <a:pt x="50417" y="112417"/>
                </a:lnTo>
                <a:lnTo>
                  <a:pt x="52158" y="109441"/>
                </a:lnTo>
                <a:lnTo>
                  <a:pt x="53956" y="106474"/>
                </a:lnTo>
                <a:lnTo>
                  <a:pt x="55812" y="103518"/>
                </a:lnTo>
                <a:lnTo>
                  <a:pt x="57725" y="100572"/>
                </a:lnTo>
                <a:lnTo>
                  <a:pt x="59695" y="97639"/>
                </a:lnTo>
                <a:lnTo>
                  <a:pt x="61721" y="94718"/>
                </a:lnTo>
                <a:lnTo>
                  <a:pt x="61797" y="94611"/>
                </a:lnTo>
                <a:moveTo>
                  <a:pt x="73359" y="79517"/>
                </a:moveTo>
                <a:lnTo>
                  <a:pt x="75040" y="77499"/>
                </a:lnTo>
                <a:lnTo>
                  <a:pt x="77450" y="74688"/>
                </a:lnTo>
                <a:lnTo>
                  <a:pt x="79913" y="71895"/>
                </a:lnTo>
                <a:lnTo>
                  <a:pt x="82428" y="69122"/>
                </a:lnTo>
                <a:lnTo>
                  <a:pt x="84996" y="66369"/>
                </a:lnTo>
                <a:lnTo>
                  <a:pt x="87617" y="63637"/>
                </a:lnTo>
                <a:lnTo>
                  <a:pt x="90288" y="60927"/>
                </a:lnTo>
                <a:lnTo>
                  <a:pt x="90435" y="60783"/>
                </a:lnTo>
                <a:moveTo>
                  <a:pt x="104329" y="47802"/>
                </a:moveTo>
                <a:lnTo>
                  <a:pt x="104408" y="47732"/>
                </a:lnTo>
                <a:lnTo>
                  <a:pt x="107381" y="45169"/>
                </a:lnTo>
                <a:lnTo>
                  <a:pt x="110403" y="42633"/>
                </a:lnTo>
                <a:lnTo>
                  <a:pt x="113474" y="40125"/>
                </a:lnTo>
                <a:lnTo>
                  <a:pt x="116593" y="37647"/>
                </a:lnTo>
                <a:lnTo>
                  <a:pt x="119759" y="35197"/>
                </a:lnTo>
                <a:lnTo>
                  <a:pt x="122973" y="32778"/>
                </a:lnTo>
                <a:lnTo>
                  <a:pt x="124109" y="31946"/>
                </a:lnTo>
                <a:moveTo>
                  <a:pt x="139761" y="21149"/>
                </a:moveTo>
                <a:lnTo>
                  <a:pt x="143227" y="18943"/>
                </a:lnTo>
                <a:lnTo>
                  <a:pt x="146760" y="16757"/>
                </a:lnTo>
                <a:lnTo>
                  <a:pt x="150338" y="14608"/>
                </a:lnTo>
                <a:lnTo>
                  <a:pt x="153960" y="12496"/>
                </a:lnTo>
                <a:lnTo>
                  <a:pt x="157625" y="10423"/>
                </a:lnTo>
                <a:lnTo>
                  <a:pt x="161333" y="8387"/>
                </a:lnTo>
                <a:lnTo>
                  <a:pt x="161595" y="8269"/>
                </a:lnTo>
                <a:moveTo>
                  <a:pt x="178912" y="407"/>
                </a:moveTo>
                <a:lnTo>
                  <a:pt x="179809" y="0"/>
                </a:lnTo>
                <a:lnTo>
                  <a:pt x="175993" y="4016"/>
                </a:lnTo>
                <a:lnTo>
                  <a:pt x="173889" y="6813"/>
                </a:lnTo>
                <a:lnTo>
                  <a:pt x="171854" y="9656"/>
                </a:lnTo>
                <a:lnTo>
                  <a:pt x="169888" y="12545"/>
                </a:lnTo>
                <a:lnTo>
                  <a:pt x="167992" y="15477"/>
                </a:lnTo>
                <a:lnTo>
                  <a:pt x="166165" y="18452"/>
                </a:lnTo>
                <a:lnTo>
                  <a:pt x="165481" y="19627"/>
                </a:lnTo>
                <a:moveTo>
                  <a:pt x="156925" y="36598"/>
                </a:moveTo>
                <a:lnTo>
                  <a:pt x="156699" y="37116"/>
                </a:lnTo>
                <a:lnTo>
                  <a:pt x="155373" y="40349"/>
                </a:lnTo>
                <a:lnTo>
                  <a:pt x="154121" y="43614"/>
                </a:lnTo>
                <a:lnTo>
                  <a:pt x="152942" y="46909"/>
                </a:lnTo>
                <a:lnTo>
                  <a:pt x="151836" y="50232"/>
                </a:lnTo>
                <a:lnTo>
                  <a:pt x="150805" y="53583"/>
                </a:lnTo>
                <a:lnTo>
                  <a:pt x="149848" y="56959"/>
                </a:lnTo>
                <a:lnTo>
                  <a:pt x="148966" y="60359"/>
                </a:lnTo>
                <a:lnTo>
                  <a:pt x="148904" y="60623"/>
                </a:lnTo>
                <a:moveTo>
                  <a:pt x="145496" y="79322"/>
                </a:moveTo>
                <a:lnTo>
                  <a:pt x="145270" y="81198"/>
                </a:lnTo>
                <a:lnTo>
                  <a:pt x="144923" y="84731"/>
                </a:lnTo>
                <a:lnTo>
                  <a:pt x="144654" y="88277"/>
                </a:lnTo>
                <a:lnTo>
                  <a:pt x="144463" y="91835"/>
                </a:lnTo>
                <a:lnTo>
                  <a:pt x="144352" y="95403"/>
                </a:lnTo>
                <a:lnTo>
                  <a:pt x="144319" y="98980"/>
                </a:lnTo>
                <a:lnTo>
                  <a:pt x="144365" y="102565"/>
                </a:lnTo>
                <a:lnTo>
                  <a:pt x="144438" y="104630"/>
                </a:lnTo>
                <a:moveTo>
                  <a:pt x="146244" y="123551"/>
                </a:moveTo>
                <a:lnTo>
                  <a:pt x="146334" y="124161"/>
                </a:lnTo>
                <a:lnTo>
                  <a:pt x="146947" y="127762"/>
                </a:lnTo>
                <a:lnTo>
                  <a:pt x="147643" y="131359"/>
                </a:lnTo>
                <a:lnTo>
                  <a:pt x="148422" y="134951"/>
                </a:lnTo>
                <a:lnTo>
                  <a:pt x="149283" y="138537"/>
                </a:lnTo>
                <a:lnTo>
                  <a:pt x="150229" y="142116"/>
                </a:lnTo>
                <a:lnTo>
                  <a:pt x="151258" y="145685"/>
                </a:lnTo>
                <a:lnTo>
                  <a:pt x="152048" y="148210"/>
                </a:lnTo>
                <a:moveTo>
                  <a:pt x="158832" y="165965"/>
                </a:moveTo>
                <a:lnTo>
                  <a:pt x="159218" y="166837"/>
                </a:lnTo>
                <a:lnTo>
                  <a:pt x="160846" y="170305"/>
                </a:lnTo>
                <a:lnTo>
                  <a:pt x="162560" y="173754"/>
                </a:lnTo>
                <a:lnTo>
                  <a:pt x="164362" y="177180"/>
                </a:lnTo>
                <a:lnTo>
                  <a:pt x="166241" y="180565"/>
                </a:lnTo>
                <a:lnTo>
                  <a:pt x="168186" y="183889"/>
                </a:lnTo>
                <a:lnTo>
                  <a:pt x="170195" y="187150"/>
                </a:lnTo>
                <a:lnTo>
                  <a:pt x="170901" y="188239"/>
                </a:lnTo>
                <a:moveTo>
                  <a:pt x="182067" y="203621"/>
                </a:moveTo>
                <a:lnTo>
                  <a:pt x="183528" y="205399"/>
                </a:lnTo>
                <a:lnTo>
                  <a:pt x="185950" y="208216"/>
                </a:lnTo>
                <a:lnTo>
                  <a:pt x="188425" y="210968"/>
                </a:lnTo>
                <a:lnTo>
                  <a:pt x="190953" y="213654"/>
                </a:lnTo>
                <a:lnTo>
                  <a:pt x="193532" y="216273"/>
                </a:lnTo>
                <a:lnTo>
                  <a:pt x="196159" y="218826"/>
                </a:lnTo>
                <a:lnTo>
                  <a:pt x="198835" y="221312"/>
                </a:lnTo>
                <a:lnTo>
                  <a:pt x="199553" y="221949"/>
                </a:lnTo>
                <a:moveTo>
                  <a:pt x="214414" y="233798"/>
                </a:moveTo>
                <a:lnTo>
                  <a:pt x="215821" y="234792"/>
                </a:lnTo>
                <a:lnTo>
                  <a:pt x="218795" y="236796"/>
                </a:lnTo>
                <a:lnTo>
                  <a:pt x="221806" y="238728"/>
                </a:lnTo>
                <a:lnTo>
                  <a:pt x="224852" y="240590"/>
                </a:lnTo>
                <a:lnTo>
                  <a:pt x="227932" y="242380"/>
                </a:lnTo>
                <a:lnTo>
                  <a:pt x="231046" y="244098"/>
                </a:lnTo>
                <a:lnTo>
                  <a:pt x="234191" y="245744"/>
                </a:lnTo>
                <a:lnTo>
                  <a:pt x="236192" y="246735"/>
                </a:lnTo>
                <a:moveTo>
                  <a:pt x="253717" y="254093"/>
                </a:moveTo>
                <a:lnTo>
                  <a:pt x="256976" y="255196"/>
                </a:lnTo>
                <a:lnTo>
                  <a:pt x="260325" y="256245"/>
                </a:lnTo>
                <a:lnTo>
                  <a:pt x="263693" y="257219"/>
                </a:lnTo>
                <a:lnTo>
                  <a:pt x="267078" y="258115"/>
                </a:lnTo>
                <a:lnTo>
                  <a:pt x="270481" y="258934"/>
                </a:lnTo>
                <a:lnTo>
                  <a:pt x="273898" y="259675"/>
                </a:lnTo>
                <a:lnTo>
                  <a:pt x="277329" y="260337"/>
                </a:lnTo>
                <a:lnTo>
                  <a:pt x="278225" y="260489"/>
                </a:lnTo>
                <a:moveTo>
                  <a:pt x="297114" y="262592"/>
                </a:moveTo>
                <a:lnTo>
                  <a:pt x="298129" y="262645"/>
                </a:lnTo>
                <a:lnTo>
                  <a:pt x="301618" y="262748"/>
                </a:lnTo>
                <a:lnTo>
                  <a:pt x="305110" y="262768"/>
                </a:lnTo>
                <a:lnTo>
                  <a:pt x="308604" y="262707"/>
                </a:lnTo>
                <a:lnTo>
                  <a:pt x="312097" y="262562"/>
                </a:lnTo>
                <a:lnTo>
                  <a:pt x="315590" y="262334"/>
                </a:lnTo>
                <a:lnTo>
                  <a:pt x="322347" y="261105"/>
                </a:lnTo>
                <a:moveTo>
                  <a:pt x="318982" y="266323"/>
                </a:moveTo>
                <a:lnTo>
                  <a:pt x="305380" y="274941"/>
                </a:lnTo>
                <a:lnTo>
                  <a:pt x="301731" y="276883"/>
                </a:lnTo>
                <a:lnTo>
                  <a:pt x="298073" y="278771"/>
                </a:lnTo>
                <a:lnTo>
                  <a:pt x="297174" y="279221"/>
                </a:lnTo>
                <a:moveTo>
                  <a:pt x="279949" y="287277"/>
                </a:moveTo>
                <a:lnTo>
                  <a:pt x="279685" y="287393"/>
                </a:lnTo>
                <a:lnTo>
                  <a:pt x="275994" y="288954"/>
                </a:lnTo>
                <a:lnTo>
                  <a:pt x="272299" y="290462"/>
                </a:lnTo>
                <a:lnTo>
                  <a:pt x="268602" y="291916"/>
                </a:lnTo>
                <a:lnTo>
                  <a:pt x="264904" y="293316"/>
                </a:lnTo>
                <a:lnTo>
                  <a:pt x="261205" y="294662"/>
                </a:lnTo>
                <a:lnTo>
                  <a:pt x="257507" y="295955"/>
                </a:lnTo>
                <a:lnTo>
                  <a:pt x="256284" y="296365"/>
                </a:lnTo>
                <a:moveTo>
                  <a:pt x="238084" y="301871"/>
                </a:moveTo>
                <a:lnTo>
                  <a:pt x="235370" y="302588"/>
                </a:lnTo>
                <a:lnTo>
                  <a:pt x="231696" y="303507"/>
                </a:lnTo>
                <a:lnTo>
                  <a:pt x="228030" y="304373"/>
                </a:lnTo>
                <a:lnTo>
                  <a:pt x="224370" y="305187"/>
                </a:lnTo>
                <a:lnTo>
                  <a:pt x="220720" y="305947"/>
                </a:lnTo>
                <a:lnTo>
                  <a:pt x="217078" y="306655"/>
                </a:lnTo>
                <a:lnTo>
                  <a:pt x="213446" y="307311"/>
                </a:lnTo>
                <a:lnTo>
                  <a:pt x="213329" y="307330"/>
                </a:lnTo>
                <a:moveTo>
                  <a:pt x="194489" y="309894"/>
                </a:moveTo>
                <a:lnTo>
                  <a:pt x="191910" y="310142"/>
                </a:lnTo>
                <a:lnTo>
                  <a:pt x="188371" y="310431"/>
                </a:lnTo>
                <a:lnTo>
                  <a:pt x="184848" y="310669"/>
                </a:lnTo>
                <a:lnTo>
                  <a:pt x="181342" y="310854"/>
                </a:lnTo>
                <a:lnTo>
                  <a:pt x="177854" y="310988"/>
                </a:lnTo>
                <a:lnTo>
                  <a:pt x="174385" y="311070"/>
                </a:lnTo>
                <a:lnTo>
                  <a:pt x="170935" y="311100"/>
                </a:lnTo>
                <a:lnTo>
                  <a:pt x="169171" y="311090"/>
                </a:lnTo>
                <a:moveTo>
                  <a:pt x="150183" y="310154"/>
                </a:moveTo>
                <a:lnTo>
                  <a:pt x="147404" y="309877"/>
                </a:lnTo>
              </a:path>
            </a:pathLst>
          </a:custGeom>
          <a:noFill xmlns:a="http://schemas.openxmlformats.org/drawingml/2006/main"/>
          <a:ln xmlns:a="http://schemas.openxmlformats.org/drawingml/2006/main" w="6339">
            <a:solidFill>
              <a:srgbClr val="F67C7E"/>
            </a:solidFill>
            <a:prstDash val="solid"/>
          </a:ln>
        </p:spPr>
      </p:sp>
      <p:sp>
        <p:nvSpPr>
          <p:cNvPr id="137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232D0513-8816-4F59-83D2-F18F50E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3903" y="1571443"/>
            <a:ext cx="1192369" cy="429020"/>
          </a:xfrm>
          <a:custGeom xmlns:a="http://schemas.openxmlformats.org/drawingml/2006/main">
            <a:pathLst>
              <a:path w="1192369" h="429020">
                <a:moveTo>
                  <a:pt x="0" y="0"/>
                </a:moveTo>
                <a:lnTo>
                  <a:pt x="1192369" y="0"/>
                </a:lnTo>
                <a:lnTo>
                  <a:pt x="1192369" y="429020"/>
                </a:lnTo>
                <a:lnTo>
                  <a:pt x="0" y="4290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F7B1B901-0140-4192-A896-63D1631D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3903" y="1571443"/>
            <a:ext cx="1192369" cy="429020"/>
          </a:xfrm>
          <a:custGeom xmlns:a="http://schemas.openxmlformats.org/drawingml/2006/main">
            <a:pathLst>
              <a:path w="1192369" h="429020">
                <a:moveTo>
                  <a:pt x="0" y="0"/>
                </a:moveTo>
                <a:lnTo>
                  <a:pt x="1192369" y="0"/>
                </a:lnTo>
                <a:lnTo>
                  <a:pt x="1192369" y="429020"/>
                </a:lnTo>
                <a:lnTo>
                  <a:pt x="0" y="4290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F67C7E"/>
            </a:solidFill>
            <a:prstDash val="solid"/>
          </a:ln>
        </p:spPr>
      </p:sp>
      <p:sp>
        <p:nvSpPr>
          <p:cNvPr id="139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57D20677-7CD7-4556-8B0D-9151052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1299" y="1591070"/>
            <a:ext cx="1182080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Existing </a:t>
            </a:r>
          </a:p>
        </p:txBody>
      </p:sp>
      <p:sp>
        <p:nvSpPr>
          <p:cNvPr id="140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1E117F77-998E-4C7C-A38F-D1A9AFD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559" y="1786469"/>
            <a:ext cx="365049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41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52BEC755-6729-42CB-AF5D-EC9F9252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185" y="725411"/>
            <a:ext cx="632507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42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A90FC7FA-C396-40C3-990E-AC3480C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415" y="919877"/>
            <a:ext cx="730073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Skills</a:t>
            </a:r>
          </a:p>
        </p:txBody>
      </p:sp>
      <p:sp>
        <p:nvSpPr>
          <p:cNvPr id="143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499A2583-B6FF-4653-A3E7-FB4BDFE6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1531" y="698358"/>
            <a:ext cx="871818" cy="444593"/>
          </a:xfrm>
          <a:custGeom xmlns:a="http://schemas.openxmlformats.org/drawingml/2006/main">
            <a:pathLst>
              <a:path w="871818" h="444593">
                <a:moveTo>
                  <a:pt x="0" y="0"/>
                </a:moveTo>
                <a:lnTo>
                  <a:pt x="871818" y="0"/>
                </a:lnTo>
                <a:lnTo>
                  <a:pt x="871818" y="444593"/>
                </a:lnTo>
                <a:lnTo>
                  <a:pt x="0" y="444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F4B183"/>
            </a:solidFill>
            <a:prstDash val="solid"/>
          </a:ln>
        </p:spPr>
      </p:sp>
      <p:sp>
        <p:nvSpPr>
          <p:cNvPr id="144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A2B25B08-1D43-4FC8-803B-93A40BB6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4343" y="995545"/>
            <a:ext cx="582365" cy="559873"/>
          </a:xfrm>
          <a:custGeom xmlns:a="http://schemas.openxmlformats.org/drawingml/2006/main">
            <a:pathLst>
              <a:path w="582365" h="559873">
                <a:moveTo>
                  <a:pt x="582365" y="559873"/>
                </a:moveTo>
                <a:lnTo>
                  <a:pt x="524690" y="504425"/>
                </a:lnTo>
                <a:moveTo>
                  <a:pt x="505465" y="485942"/>
                </a:moveTo>
                <a:lnTo>
                  <a:pt x="447789" y="430495"/>
                </a:lnTo>
                <a:moveTo>
                  <a:pt x="428564" y="412012"/>
                </a:moveTo>
                <a:lnTo>
                  <a:pt x="370889" y="356565"/>
                </a:lnTo>
                <a:moveTo>
                  <a:pt x="351664" y="338082"/>
                </a:moveTo>
                <a:lnTo>
                  <a:pt x="293989" y="282634"/>
                </a:lnTo>
                <a:moveTo>
                  <a:pt x="274764" y="264152"/>
                </a:moveTo>
                <a:lnTo>
                  <a:pt x="217089" y="208704"/>
                </a:lnTo>
                <a:moveTo>
                  <a:pt x="197864" y="190222"/>
                </a:moveTo>
                <a:lnTo>
                  <a:pt x="140188" y="134774"/>
                </a:lnTo>
                <a:moveTo>
                  <a:pt x="120963" y="116291"/>
                </a:moveTo>
                <a:lnTo>
                  <a:pt x="63288" y="60844"/>
                </a:lnTo>
                <a:moveTo>
                  <a:pt x="44063" y="42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F67C7E">
                <a:alpha val="40000"/>
              </a:srgbClr>
            </a:solidFill>
            <a:prstDash val="solid"/>
          </a:ln>
        </p:spPr>
      </p:sp>
      <p:sp>
        <p:nvSpPr>
          <p:cNvPr id="145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86AD787-777D-48BB-90F0-D6D5617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6037" y="995546"/>
            <a:ext cx="588306" cy="578392"/>
          </a:xfrm>
          <a:custGeom xmlns:a="http://schemas.openxmlformats.org/drawingml/2006/main">
            <a:pathLst>
              <a:path w="588306" h="578392">
                <a:moveTo>
                  <a:pt x="0" y="578392"/>
                </a:moveTo>
                <a:lnTo>
                  <a:pt x="57051" y="522302"/>
                </a:lnTo>
                <a:moveTo>
                  <a:pt x="76068" y="503606"/>
                </a:moveTo>
                <a:lnTo>
                  <a:pt x="133119" y="447516"/>
                </a:lnTo>
                <a:moveTo>
                  <a:pt x="152136" y="428820"/>
                </a:moveTo>
                <a:lnTo>
                  <a:pt x="209187" y="372730"/>
                </a:lnTo>
                <a:moveTo>
                  <a:pt x="228204" y="354033"/>
                </a:moveTo>
                <a:lnTo>
                  <a:pt x="285255" y="297944"/>
                </a:lnTo>
                <a:moveTo>
                  <a:pt x="304272" y="279247"/>
                </a:moveTo>
                <a:lnTo>
                  <a:pt x="361323" y="223157"/>
                </a:lnTo>
                <a:moveTo>
                  <a:pt x="380340" y="204461"/>
                </a:moveTo>
                <a:lnTo>
                  <a:pt x="437391" y="148371"/>
                </a:lnTo>
                <a:moveTo>
                  <a:pt x="456408" y="129675"/>
                </a:moveTo>
                <a:lnTo>
                  <a:pt x="513459" y="73585"/>
                </a:lnTo>
                <a:moveTo>
                  <a:pt x="532476" y="54889"/>
                </a:moveTo>
                <a:lnTo>
                  <a:pt x="588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F67C7E">
                <a:alpha val="40000"/>
              </a:srgbClr>
            </a:solidFill>
            <a:prstDash val="solid"/>
          </a:ln>
        </p:spPr>
      </p:sp>
      <p:sp>
        <p:nvSpPr>
          <p:cNvPr id="146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3603CCF1-0D42-4A93-9E8A-CB295708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925" y="689028"/>
            <a:ext cx="366572" cy="97597"/>
          </a:xfrm>
          <a:custGeom xmlns:a="http://schemas.openxmlformats.org/drawingml/2006/main">
            <a:pathLst>
              <a:path w="366572" h="97597">
                <a:moveTo>
                  <a:pt x="366572" y="0"/>
                </a:moveTo>
                <a:lnTo>
                  <a:pt x="289260" y="20584"/>
                </a:lnTo>
                <a:moveTo>
                  <a:pt x="263489" y="27445"/>
                </a:moveTo>
                <a:lnTo>
                  <a:pt x="186177" y="48029"/>
                </a:lnTo>
                <a:moveTo>
                  <a:pt x="160406" y="54890"/>
                </a:moveTo>
                <a:lnTo>
                  <a:pt x="83094" y="75474"/>
                </a:lnTo>
                <a:moveTo>
                  <a:pt x="57323" y="82335"/>
                </a:moveTo>
                <a:lnTo>
                  <a:pt x="0" y="97597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F4B183">
                <a:alpha val="40000"/>
              </a:srgbClr>
            </a:solidFill>
            <a:prstDash val="solid"/>
          </a:ln>
        </p:spPr>
      </p:sp>
      <p:sp>
        <p:nvSpPr>
          <p:cNvPr id="147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96936EA0-C2FE-4816-BB73-9A7F2ABD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925" y="786625"/>
            <a:ext cx="362156" cy="341880"/>
          </a:xfrm>
          <a:custGeom xmlns:a="http://schemas.openxmlformats.org/drawingml/2006/main">
            <a:pathLst>
              <a:path w="362156" h="341880">
                <a:moveTo>
                  <a:pt x="362156" y="341880"/>
                </a:moveTo>
                <a:lnTo>
                  <a:pt x="303979" y="286960"/>
                </a:lnTo>
                <a:moveTo>
                  <a:pt x="284586" y="268653"/>
                </a:moveTo>
                <a:lnTo>
                  <a:pt x="226409" y="213733"/>
                </a:lnTo>
                <a:moveTo>
                  <a:pt x="207016" y="195426"/>
                </a:moveTo>
                <a:lnTo>
                  <a:pt x="148839" y="140505"/>
                </a:lnTo>
                <a:moveTo>
                  <a:pt x="129446" y="122199"/>
                </a:moveTo>
                <a:lnTo>
                  <a:pt x="71269" y="67278"/>
                </a:lnTo>
                <a:moveTo>
                  <a:pt x="51876" y="48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F4B183">
                <a:alpha val="40000"/>
              </a:srgbClr>
            </a:solidFill>
            <a:prstDash val="solid"/>
          </a:ln>
        </p:spPr>
      </p:sp>
      <p:sp>
        <p:nvSpPr>
          <p:cNvPr id="148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92F47DB5-9CA6-47AE-A90C-781F9C3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15" y="1698732"/>
            <a:ext cx="2289213" cy="381064"/>
          </a:xfrm>
          <a:custGeom xmlns:a="http://schemas.openxmlformats.org/drawingml/2006/main">
            <a:pathLst>
              <a:path w="2289213" h="381064">
                <a:moveTo>
                  <a:pt x="0" y="63512"/>
                </a:moveTo>
                <a:cubicBezTo>
                  <a:pt x="0" y="28435"/>
                  <a:pt x="28435" y="0"/>
                  <a:pt x="63512" y="0"/>
                </a:cubicBezTo>
                <a:lnTo>
                  <a:pt x="2225701" y="0"/>
                </a:lnTo>
                <a:cubicBezTo>
                  <a:pt x="2260778" y="0"/>
                  <a:pt x="2289213" y="28435"/>
                  <a:pt x="2289213" y="63512"/>
                </a:cubicBezTo>
                <a:lnTo>
                  <a:pt x="2289213" y="317552"/>
                </a:lnTo>
                <a:cubicBezTo>
                  <a:pt x="2289213" y="352628"/>
                  <a:pt x="2260778" y="381064"/>
                  <a:pt x="2225701" y="381064"/>
                </a:cubicBezTo>
                <a:lnTo>
                  <a:pt x="63512" y="381064"/>
                </a:lnTo>
                <a:cubicBezTo>
                  <a:pt x="28435" y="381064"/>
                  <a:pt x="0" y="352628"/>
                  <a:pt x="0" y="317552"/>
                </a:cubicBezTo>
                <a:lnTo>
                  <a:pt x="0" y="63512"/>
                </a:lnTo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7A0073DE-DABB-4950-90F0-7A3D05A4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15" y="2262580"/>
            <a:ext cx="2277805" cy="243698"/>
          </a:xfrm>
          <a:custGeom xmlns:a="http://schemas.openxmlformats.org/drawingml/2006/main">
            <a:pathLst>
              <a:path w="2277805" h="243698">
                <a:moveTo>
                  <a:pt x="0" y="40617"/>
                </a:moveTo>
                <a:cubicBezTo>
                  <a:pt x="0" y="18185"/>
                  <a:pt x="18185" y="0"/>
                  <a:pt x="40616" y="0"/>
                </a:cubicBezTo>
                <a:lnTo>
                  <a:pt x="2237189" y="0"/>
                </a:lnTo>
                <a:cubicBezTo>
                  <a:pt x="2259620" y="0"/>
                  <a:pt x="2277805" y="18185"/>
                  <a:pt x="2277805" y="40617"/>
                </a:cubicBezTo>
                <a:lnTo>
                  <a:pt x="2277805" y="203081"/>
                </a:lnTo>
                <a:cubicBezTo>
                  <a:pt x="2277805" y="225513"/>
                  <a:pt x="2259620" y="243698"/>
                  <a:pt x="2237189" y="243698"/>
                </a:cubicBezTo>
                <a:lnTo>
                  <a:pt x="40616" y="243698"/>
                </a:lnTo>
                <a:cubicBezTo>
                  <a:pt x="18185" y="243698"/>
                  <a:pt x="0" y="225513"/>
                  <a:pt x="0" y="203081"/>
                </a:cubicBezTo>
                <a:lnTo>
                  <a:pt x="0" y="4061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F9903D95-21DC-4587-B138-9E6009C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1838581"/>
            <a:ext cx="128639" cy="128639"/>
          </a:xfrm>
          <a:custGeom xmlns:a="http://schemas.openxmlformats.org/drawingml/2006/main">
            <a:pathLst>
              <a:path w="128639" h="128639">
                <a:moveTo>
                  <a:pt x="0" y="0"/>
                </a:moveTo>
                <a:lnTo>
                  <a:pt x="128639" y="0"/>
                </a:lnTo>
                <a:lnTo>
                  <a:pt x="128639" y="128639"/>
                </a:lnTo>
                <a:lnTo>
                  <a:pt x="0" y="128639"/>
                </a:lnTo>
                <a:close/>
              </a:path>
            </a:pathLst>
          </a:custGeom>
          <a:solidFill xmlns:a="http://schemas.openxmlformats.org/drawingml/2006/main">
            <a:srgbClr val="E0666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1F28A3E5-0DC8-4896-935C-D4C78EA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221" y="1795700"/>
            <a:ext cx="42880" cy="171520"/>
          </a:xfrm>
          <a:custGeom xmlns:a="http://schemas.openxmlformats.org/drawingml/2006/main">
            <a:pathLst>
              <a:path w="42880" h="171520">
                <a:moveTo>
                  <a:pt x="0" y="42880"/>
                </a:moveTo>
                <a:lnTo>
                  <a:pt x="42880" y="0"/>
                </a:lnTo>
                <a:lnTo>
                  <a:pt x="42880" y="128640"/>
                </a:lnTo>
                <a:lnTo>
                  <a:pt x="0" y="17152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B45252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7E14F960-A65B-42CD-AD3F-4B1256C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1795700"/>
            <a:ext cx="171520" cy="42880"/>
          </a:xfrm>
          <a:custGeom xmlns:a="http://schemas.openxmlformats.org/drawingml/2006/main">
            <a:pathLst>
              <a:path w="171520" h="4288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28639" y="4288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E6848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71-part-0">
            <a:extLst xmlns:a="http://schemas.openxmlformats.org/drawingml/2006/main">
              <a:ext uri="{FF2B5EF4-FFF2-40B4-BE49-F238E27FC236}">
                <a16:creationId xmlns:a16="http://schemas.microsoft.com/office/drawing/2014/main" id="{FF7DC591-EB96-4594-BAA2-2468AC7F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1795700"/>
            <a:ext cx="171520" cy="171520"/>
          </a:xfrm>
          <a:custGeom xmlns:a="http://schemas.openxmlformats.org/drawingml/2006/main">
            <a:pathLst>
              <a:path w="171520" h="17152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71520" y="128640"/>
                </a:lnTo>
                <a:lnTo>
                  <a:pt x="128640" y="171520"/>
                </a:lnTo>
                <a:lnTo>
                  <a:pt x="0" y="171520"/>
                </a:lnTo>
                <a:lnTo>
                  <a:pt x="0" y="42880"/>
                </a:lnTo>
                <a:lnTo>
                  <a:pt x="128640" y="42880"/>
                </a:lnTo>
                <a:lnTo>
                  <a:pt x="17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54" name="pdf-path-171-part-1">
            <a:extLst xmlns:a="http://schemas.openxmlformats.org/drawingml/2006/main">
              <a:ext uri="{FF2B5EF4-FFF2-40B4-BE49-F238E27FC236}">
                <a16:creationId xmlns:a16="http://schemas.microsoft.com/office/drawing/2014/main" id="{E2B000D4-A62F-4B80-8E17-B357375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1795700"/>
            <a:ext cx="171520" cy="171520"/>
          </a:xfrm>
          <a:custGeom xmlns:a="http://schemas.openxmlformats.org/drawingml/2006/main">
            <a:pathLst>
              <a:path w="171520" h="171520">
                <a:moveTo>
                  <a:pt x="128640" y="42880"/>
                </a:moveTo>
                <a:lnTo>
                  <a:pt x="128640" y="17152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55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A47C168C-5F73-4647-ACC3-5950DAD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545" y="3943730"/>
            <a:ext cx="3056114" cy="451529"/>
          </a:xfrm>
          <a:custGeom xmlns:a="http://schemas.openxmlformats.org/drawingml/2006/main">
            <a:pathLst>
              <a:path w="3056114" h="451529">
                <a:moveTo>
                  <a:pt x="0" y="0"/>
                </a:moveTo>
                <a:lnTo>
                  <a:pt x="3056114" y="0"/>
                </a:lnTo>
                <a:lnTo>
                  <a:pt x="3056114" y="451529"/>
                </a:lnTo>
                <a:lnTo>
                  <a:pt x="0" y="45152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26668">
            <a:solidFill>
              <a:srgbClr val="595959"/>
            </a:solidFill>
            <a:prstDash val="solid"/>
          </a:ln>
        </p:spPr>
      </p:sp>
      <p:sp>
        <p:nvSpPr>
          <p:cNvPr id="156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58E4D149-2483-47A7-AF61-351760D4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741" y="4432863"/>
            <a:ext cx="1219564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Demonstration of</a:t>
            </a:r>
          </a:p>
        </p:txBody>
      </p:sp>
      <p:sp>
        <p:nvSpPr>
          <p:cNvPr id="157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BDF9F2F3-6142-4693-BB96-A8A8E26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7253" y="4627241"/>
            <a:ext cx="854227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New Task</a:t>
            </a:r>
          </a:p>
        </p:txBody>
      </p:sp>
      <p:sp>
        <p:nvSpPr>
          <p:cNvPr id="158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941F5AF2-6990-4403-B2E7-4C3CB4D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0736" y="3721493"/>
            <a:ext cx="53361" cy="234677"/>
          </a:xfrm>
          <a:custGeom xmlns:a="http://schemas.openxmlformats.org/drawingml/2006/main">
            <a:pathLst>
              <a:path w="53361" h="234677">
                <a:moveTo>
                  <a:pt x="295" y="234677"/>
                </a:moveTo>
                <a:lnTo>
                  <a:pt x="0" y="66694"/>
                </a:lnTo>
                <a:lnTo>
                  <a:pt x="26669" y="66647"/>
                </a:lnTo>
                <a:lnTo>
                  <a:pt x="26963" y="234630"/>
                </a:lnTo>
                <a:lnTo>
                  <a:pt x="295" y="234677"/>
                </a:lnTo>
                <a:moveTo>
                  <a:pt x="-26645" y="80075"/>
                </a:moveTo>
                <a:lnTo>
                  <a:pt x="13217" y="0"/>
                </a:lnTo>
                <a:lnTo>
                  <a:pt x="53361" y="79935"/>
                </a:lnTo>
                <a:lnTo>
                  <a:pt x="-26645" y="80075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989C27E-0DE9-44CB-85C2-CBE6B1379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e28e2ee3042b3"/>
          <a:srcRect xmlns:a="http://schemas.openxmlformats.org/drawingml/2006/main" l="0" t="734" r="0" b="7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660" y="2704745"/>
            <a:ext cx="1136077" cy="310421"/>
          </a:xfrm>
          <a:prstGeom xmlns:a="http://schemas.openxmlformats.org/drawingml/2006/main" prst="rect">
            <a:avLst/>
          </a:prstGeom>
        </p:spPr>
      </p:pic>
      <p:sp>
        <p:nvSpPr>
          <p:cNvPr id="160" name="lotus-source-component-2">
            <a:extLst xmlns:a="http://schemas.openxmlformats.org/drawingml/2006/main">
              <a:ext uri="{FF2B5EF4-FFF2-40B4-BE49-F238E27FC236}">
                <a16:creationId xmlns:a16="http://schemas.microsoft.com/office/drawing/2014/main" id="{7159CD14-87E9-449C-8727-12ECE2E2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660" y="2704745"/>
            <a:ext cx="1136077" cy="31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94E7F86-F38A-419A-8366-CA11C073B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1788cabc74ec1"/>
          <a:srcRect xmlns:a="http://schemas.openxmlformats.org/drawingml/2006/main" l="758" t="0" r="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9137" y="2602338"/>
            <a:ext cx="104007" cy="412828"/>
          </a:xfrm>
          <a:prstGeom xmlns:a="http://schemas.openxmlformats.org/drawingml/2006/main" prst="rect">
            <a:avLst/>
          </a:prstGeom>
        </p:spPr>
      </p:pic>
      <p:sp>
        <p:nvSpPr>
          <p:cNvPr id="162" name="lotus-source-component-3">
            <a:extLst xmlns:a="http://schemas.openxmlformats.org/drawingml/2006/main">
              <a:ext uri="{FF2B5EF4-FFF2-40B4-BE49-F238E27FC236}">
                <a16:creationId xmlns:a16="http://schemas.microsoft.com/office/drawing/2014/main" id="{2897D8FE-8DE1-4438-AF3D-4786D98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137" y="2602338"/>
            <a:ext cx="104007" cy="412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957501A-4C81-472E-A02F-1849A3990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f19c573e1421d"/>
          <a:srcRect xmlns:a="http://schemas.openxmlformats.org/drawingml/2006/main" l="0" t="376" r="0" b="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660" y="2602338"/>
            <a:ext cx="1238484" cy="104007"/>
          </a:xfrm>
          <a:prstGeom xmlns:a="http://schemas.openxmlformats.org/drawingml/2006/main" prst="rect">
            <a:avLst/>
          </a:prstGeom>
        </p:spPr>
      </p:pic>
      <p:sp>
        <p:nvSpPr>
          <p:cNvPr id="164" name="lotus-source-component-4">
            <a:extLst xmlns:a="http://schemas.openxmlformats.org/drawingml/2006/main">
              <a:ext uri="{FF2B5EF4-FFF2-40B4-BE49-F238E27FC236}">
                <a16:creationId xmlns:a16="http://schemas.microsoft.com/office/drawing/2014/main" id="{716435EC-DDA3-4733-BC27-9C0E617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660" y="2602338"/>
            <a:ext cx="1238484" cy="104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5" name="pdf-path-183-part-0">
            <a:extLst xmlns:a="http://schemas.openxmlformats.org/drawingml/2006/main">
              <a:ext uri="{FF2B5EF4-FFF2-40B4-BE49-F238E27FC236}">
                <a16:creationId xmlns:a16="http://schemas.microsoft.com/office/drawing/2014/main" id="{04D0D588-23D7-4F26-9230-4587FA1F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45" y="2602939"/>
            <a:ext cx="1236972" cy="410952"/>
          </a:xfrm>
          <a:custGeom xmlns:a="http://schemas.openxmlformats.org/drawingml/2006/main">
            <a:pathLst>
              <a:path w="1236972" h="410952">
                <a:moveTo>
                  <a:pt x="0" y="102738"/>
                </a:moveTo>
                <a:lnTo>
                  <a:pt x="102737" y="0"/>
                </a:lnTo>
                <a:lnTo>
                  <a:pt x="1236972" y="0"/>
                </a:lnTo>
                <a:lnTo>
                  <a:pt x="1236972" y="308215"/>
                </a:lnTo>
                <a:lnTo>
                  <a:pt x="1134235" y="410952"/>
                </a:lnTo>
                <a:lnTo>
                  <a:pt x="0" y="410952"/>
                </a:lnTo>
                <a:lnTo>
                  <a:pt x="0" y="102738"/>
                </a:lnTo>
                <a:lnTo>
                  <a:pt x="1134235" y="102738"/>
                </a:lnTo>
                <a:lnTo>
                  <a:pt x="1236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66" name="pdf-path-183-part-1">
            <a:extLst xmlns:a="http://schemas.openxmlformats.org/drawingml/2006/main">
              <a:ext uri="{FF2B5EF4-FFF2-40B4-BE49-F238E27FC236}">
                <a16:creationId xmlns:a16="http://schemas.microsoft.com/office/drawing/2014/main" id="{31471C1F-ECD4-4192-A234-AB3FB45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45" y="2602939"/>
            <a:ext cx="1236972" cy="410952"/>
          </a:xfrm>
          <a:custGeom xmlns:a="http://schemas.openxmlformats.org/drawingml/2006/main">
            <a:pathLst>
              <a:path w="1236972" h="410952">
                <a:moveTo>
                  <a:pt x="1134235" y="102738"/>
                </a:moveTo>
                <a:lnTo>
                  <a:pt x="1134235" y="410952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67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9C1EA6CC-CEEE-4EB0-88B2-5255E871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12" y="2763871"/>
            <a:ext cx="1104709" cy="343331"/>
          </a:xfrm>
          <a:custGeom xmlns:a="http://schemas.openxmlformats.org/drawingml/2006/main">
            <a:pathLst>
              <a:path w="1104709" h="343331">
                <a:moveTo>
                  <a:pt x="0" y="0"/>
                </a:moveTo>
                <a:lnTo>
                  <a:pt x="1104709" y="0"/>
                </a:lnTo>
                <a:lnTo>
                  <a:pt x="1104709" y="343331"/>
                </a:lnTo>
                <a:lnTo>
                  <a:pt x="0" y="34333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C37CB528-A251-487A-BCEF-DB89D94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12" y="2763871"/>
            <a:ext cx="1104709" cy="343330"/>
          </a:xfrm>
          <a:custGeom xmlns:a="http://schemas.openxmlformats.org/drawingml/2006/main">
            <a:pathLst>
              <a:path w="1104709" h="343330">
                <a:moveTo>
                  <a:pt x="0" y="0"/>
                </a:moveTo>
                <a:lnTo>
                  <a:pt x="1104709" y="0"/>
                </a:lnTo>
                <a:lnTo>
                  <a:pt x="1104709" y="343330"/>
                </a:lnTo>
                <a:lnTo>
                  <a:pt x="0" y="343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595959"/>
            </a:solidFill>
            <a:prstDash val="solid"/>
          </a:ln>
        </p:spPr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F8BB346-0D92-43C9-8A22-138F6FF82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6625cb6641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947" y="2777012"/>
            <a:ext cx="315059" cy="315058"/>
          </a:xfrm>
          <a:prstGeom xmlns:a="http://schemas.openxmlformats.org/drawingml/2006/main" prst="rect">
            <a:avLst/>
          </a:prstGeom>
        </p:spPr>
      </p:pic>
      <p:sp>
        <p:nvSpPr>
          <p:cNvPr id="170" name="lotus-source-component-5">
            <a:extLst xmlns:a="http://schemas.openxmlformats.org/drawingml/2006/main">
              <a:ext uri="{FF2B5EF4-FFF2-40B4-BE49-F238E27FC236}">
                <a16:creationId xmlns:a16="http://schemas.microsoft.com/office/drawing/2014/main" id="{5A771805-7768-4EAA-B47E-74C12EA9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947" y="2777012"/>
            <a:ext cx="315059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CFF1EC7-DAF0-4C39-ABD5-0B361AF45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3b5fe7e7344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38" y="2777676"/>
            <a:ext cx="315059" cy="315058"/>
          </a:xfrm>
          <a:prstGeom xmlns:a="http://schemas.openxmlformats.org/drawingml/2006/main" prst="rect">
            <a:avLst/>
          </a:prstGeom>
        </p:spPr>
      </p:pic>
      <p:sp>
        <p:nvSpPr>
          <p:cNvPr id="172" name="lotus-source-component-6">
            <a:extLst xmlns:a="http://schemas.openxmlformats.org/drawingml/2006/main">
              <a:ext uri="{FF2B5EF4-FFF2-40B4-BE49-F238E27FC236}">
                <a16:creationId xmlns:a16="http://schemas.microsoft.com/office/drawing/2014/main" id="{9AA54E97-49F8-47DB-B341-21AE4B10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238" y="2777676"/>
            <a:ext cx="315059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D6F2C0B-4E46-4682-A35A-D79CAE731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a89fee7b45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8530" y="2777011"/>
            <a:ext cx="315059" cy="315058"/>
          </a:xfrm>
          <a:prstGeom xmlns:a="http://schemas.openxmlformats.org/drawingml/2006/main" prst="rect">
            <a:avLst/>
          </a:prstGeom>
        </p:spPr>
      </p:pic>
      <p:sp>
        <p:nvSpPr>
          <p:cNvPr id="174" name="lotus-source-component-7">
            <a:extLst xmlns:a="http://schemas.openxmlformats.org/drawingml/2006/main">
              <a:ext uri="{FF2B5EF4-FFF2-40B4-BE49-F238E27FC236}">
                <a16:creationId xmlns:a16="http://schemas.microsoft.com/office/drawing/2014/main" id="{D2F9AE94-6B46-427A-81B9-A6F01A00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530" y="2777011"/>
            <a:ext cx="315059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6E66281-1D60-4057-ADDC-C371E6CC8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6b12047174f92"/>
          <a:srcRect xmlns:a="http://schemas.openxmlformats.org/drawingml/2006/main" l="0" t="665" r="0" b="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5190" y="2701544"/>
            <a:ext cx="1134477" cy="310421"/>
          </a:xfrm>
          <a:prstGeom xmlns:a="http://schemas.openxmlformats.org/drawingml/2006/main" prst="rect">
            <a:avLst/>
          </a:prstGeom>
        </p:spPr>
      </p:pic>
      <p:sp>
        <p:nvSpPr>
          <p:cNvPr id="176" name="lotus-source-component-8">
            <a:extLst xmlns:a="http://schemas.openxmlformats.org/drawingml/2006/main">
              <a:ext uri="{FF2B5EF4-FFF2-40B4-BE49-F238E27FC236}">
                <a16:creationId xmlns:a16="http://schemas.microsoft.com/office/drawing/2014/main" id="{D83415F9-E842-4C97-AFEC-D7B56F6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190" y="2701544"/>
            <a:ext cx="1134477" cy="31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2575B32-011F-45FE-BB8C-4A27A967A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70a32ba1f44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8067" y="2599137"/>
            <a:ext cx="105607" cy="412828"/>
          </a:xfrm>
          <a:prstGeom xmlns:a="http://schemas.openxmlformats.org/drawingml/2006/main" prst="rect">
            <a:avLst/>
          </a:prstGeom>
        </p:spPr>
      </p:pic>
      <p:sp>
        <p:nvSpPr>
          <p:cNvPr id="178" name="lotus-source-component-9">
            <a:extLst xmlns:a="http://schemas.openxmlformats.org/drawingml/2006/main">
              <a:ext uri="{FF2B5EF4-FFF2-40B4-BE49-F238E27FC236}">
                <a16:creationId xmlns:a16="http://schemas.microsoft.com/office/drawing/2014/main" id="{0E84A971-46DC-48EB-BDB7-9BF9211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8067" y="2599137"/>
            <a:ext cx="105607" cy="412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CE43A83-7F44-4276-9F3A-4BE983861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4cd082b6a47ec"/>
          <a:srcRect xmlns:a="http://schemas.openxmlformats.org/drawingml/2006/main" l="0" t="376" r="0" b="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5190" y="2599138"/>
            <a:ext cx="1238484" cy="104007"/>
          </a:xfrm>
          <a:prstGeom xmlns:a="http://schemas.openxmlformats.org/drawingml/2006/main" prst="rect">
            <a:avLst/>
          </a:prstGeom>
        </p:spPr>
      </p:pic>
      <p:sp>
        <p:nvSpPr>
          <p:cNvPr id="180" name="lotus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79689B0B-F152-4CFA-A635-081ADD3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190" y="2599138"/>
            <a:ext cx="1238484" cy="104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pdf-path-192-part-0">
            <a:extLst xmlns:a="http://schemas.openxmlformats.org/drawingml/2006/main">
              <a:ext uri="{FF2B5EF4-FFF2-40B4-BE49-F238E27FC236}">
                <a16:creationId xmlns:a16="http://schemas.microsoft.com/office/drawing/2014/main" id="{92435E62-A5E2-4936-9B64-FF7B23BE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310" y="2599786"/>
            <a:ext cx="1236972" cy="410952"/>
          </a:xfrm>
          <a:custGeom xmlns:a="http://schemas.openxmlformats.org/drawingml/2006/main">
            <a:pathLst>
              <a:path w="1236972" h="410952">
                <a:moveTo>
                  <a:pt x="0" y="102738"/>
                </a:moveTo>
                <a:lnTo>
                  <a:pt x="102738" y="0"/>
                </a:lnTo>
                <a:lnTo>
                  <a:pt x="1236972" y="0"/>
                </a:lnTo>
                <a:lnTo>
                  <a:pt x="1236972" y="308215"/>
                </a:lnTo>
                <a:lnTo>
                  <a:pt x="1134235" y="410952"/>
                </a:lnTo>
                <a:lnTo>
                  <a:pt x="0" y="410952"/>
                </a:lnTo>
                <a:lnTo>
                  <a:pt x="0" y="102738"/>
                </a:lnTo>
                <a:lnTo>
                  <a:pt x="1134235" y="102738"/>
                </a:lnTo>
                <a:lnTo>
                  <a:pt x="1236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82" name="pdf-path-192-part-1">
            <a:extLst xmlns:a="http://schemas.openxmlformats.org/drawingml/2006/main">
              <a:ext uri="{FF2B5EF4-FFF2-40B4-BE49-F238E27FC236}">
                <a16:creationId xmlns:a16="http://schemas.microsoft.com/office/drawing/2014/main" id="{2036EA23-41B7-4438-81B1-0C44B0C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310" y="2599786"/>
            <a:ext cx="1236972" cy="410952"/>
          </a:xfrm>
          <a:custGeom xmlns:a="http://schemas.openxmlformats.org/drawingml/2006/main">
            <a:pathLst>
              <a:path w="1236972" h="410952">
                <a:moveTo>
                  <a:pt x="1134235" y="102738"/>
                </a:moveTo>
                <a:lnTo>
                  <a:pt x="1134235" y="410952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183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FD913352-1C04-465B-9BB0-5F5711F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131" y="2765767"/>
            <a:ext cx="1104709" cy="343331"/>
          </a:xfrm>
          <a:custGeom xmlns:a="http://schemas.openxmlformats.org/drawingml/2006/main">
            <a:pathLst>
              <a:path w="1104709" h="343331">
                <a:moveTo>
                  <a:pt x="0" y="0"/>
                </a:moveTo>
                <a:lnTo>
                  <a:pt x="1104709" y="0"/>
                </a:lnTo>
                <a:lnTo>
                  <a:pt x="1104709" y="343331"/>
                </a:lnTo>
                <a:lnTo>
                  <a:pt x="0" y="34333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B2972FC6-2DFC-4192-B3DC-0EBF3A93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131" y="2765767"/>
            <a:ext cx="1104709" cy="343330"/>
          </a:xfrm>
          <a:custGeom xmlns:a="http://schemas.openxmlformats.org/drawingml/2006/main">
            <a:pathLst>
              <a:path w="1104709" h="343330">
                <a:moveTo>
                  <a:pt x="0" y="0"/>
                </a:moveTo>
                <a:lnTo>
                  <a:pt x="1104709" y="0"/>
                </a:lnTo>
                <a:lnTo>
                  <a:pt x="1104709" y="343330"/>
                </a:lnTo>
                <a:lnTo>
                  <a:pt x="0" y="343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68">
            <a:solidFill>
              <a:srgbClr val="595959"/>
            </a:solidFill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AD93C33-14E7-47EB-90B7-8DEDB1CC4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09f9e8ae048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44011" y="2779904"/>
            <a:ext cx="315058" cy="315058"/>
          </a:xfrm>
          <a:prstGeom xmlns:a="http://schemas.openxmlformats.org/drawingml/2006/main" prst="rect">
            <a:avLst/>
          </a:prstGeom>
        </p:spPr>
      </p:pic>
      <p:sp>
        <p:nvSpPr>
          <p:cNvPr id="186" name="lotus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69F58C03-7D4C-414D-BCC5-9A8C24B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011" y="2779904"/>
            <a:ext cx="315058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749094F-4FD6-4040-A51B-CE471758D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0d0f5803548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7957" y="2779904"/>
            <a:ext cx="315058" cy="315058"/>
          </a:xfrm>
          <a:prstGeom xmlns:a="http://schemas.openxmlformats.org/drawingml/2006/main" prst="rect">
            <a:avLst/>
          </a:prstGeom>
        </p:spPr>
      </p:pic>
      <p:sp>
        <p:nvSpPr>
          <p:cNvPr id="188" name="lotus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4EEF5AC2-A912-4F68-A280-50D61BF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957" y="2779904"/>
            <a:ext cx="315058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9305E58-FDA5-4C69-8F5D-25EE0CAC7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cb758bdd84c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1903" y="2779904"/>
            <a:ext cx="315058" cy="315058"/>
          </a:xfrm>
          <a:prstGeom xmlns:a="http://schemas.openxmlformats.org/drawingml/2006/main" prst="rect">
            <a:avLst/>
          </a:prstGeom>
        </p:spPr>
      </p:pic>
      <p:sp>
        <p:nvSpPr>
          <p:cNvPr id="190" name="lotus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D591E49C-A330-49D6-B106-F2FCE71F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1903" y="2779904"/>
            <a:ext cx="315058" cy="315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1DA3CD3-D818-47C9-B63D-CAE83F07E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8d8bfc2174e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658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192" name="lotus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48215B2E-74E6-4E58-A6CA-6D072B24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658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8BFBA80-FED7-40E5-B85C-61CE2B3125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af6d36e841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7679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194" name="lotus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C9A325AA-EC90-419B-9AFD-299B3D3C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679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D968B49-8114-4793-AA8D-24714F632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434bbbc864a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72161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196" name="lotus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EBEEAC86-A2A0-46F7-8687-3E71259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161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2E68164-133C-497E-8167-094DA3F97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071c6fea346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223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198" name="lotus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E464DB82-0EAC-40CE-AE66-A32F1AD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223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E06E364-AA8D-4CB7-B18C-FE918E5C1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52ec26254c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9815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200" name="lotus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0DC4E8D5-CA1A-4BB6-AB35-3D3D2204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9815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8B8E474-5F5C-42F9-82CB-90D345723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3dda160a348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8241" y="3956146"/>
            <a:ext cx="426696" cy="426696"/>
          </a:xfrm>
          <a:prstGeom xmlns:a="http://schemas.openxmlformats.org/drawingml/2006/main" prst="rect">
            <a:avLst/>
          </a:prstGeom>
        </p:spPr>
      </p:pic>
      <p:sp>
        <p:nvSpPr>
          <p:cNvPr id="202" name="lotus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55473423-8CF2-462C-9BF3-CADF488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8241" y="3956146"/>
            <a:ext cx="426696" cy="426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22B8750B-FDF9-40C7-8516-596602E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903" y="3301226"/>
            <a:ext cx="2974101" cy="420266"/>
          </a:xfrm>
          <a:custGeom xmlns:a="http://schemas.openxmlformats.org/drawingml/2006/main">
            <a:pathLst>
              <a:path w="2974101" h="420266">
                <a:moveTo>
                  <a:pt x="70047" y="420266"/>
                </a:moveTo>
                <a:cubicBezTo>
                  <a:pt x="31361" y="420266"/>
                  <a:pt x="0" y="388906"/>
                  <a:pt x="0" y="350221"/>
                </a:cubicBezTo>
                <a:lnTo>
                  <a:pt x="0" y="70047"/>
                </a:lnTo>
                <a:cubicBezTo>
                  <a:pt x="0" y="31361"/>
                  <a:pt x="31361" y="0"/>
                  <a:pt x="70047" y="0"/>
                </a:cubicBezTo>
                <a:lnTo>
                  <a:pt x="2904054" y="0"/>
                </a:lnTo>
                <a:cubicBezTo>
                  <a:pt x="2942740" y="0"/>
                  <a:pt x="2974101" y="31361"/>
                  <a:pt x="2974101" y="70047"/>
                </a:cubicBezTo>
                <a:lnTo>
                  <a:pt x="2974101" y="350221"/>
                </a:lnTo>
                <a:cubicBezTo>
                  <a:pt x="2974101" y="388906"/>
                  <a:pt x="2942740" y="420266"/>
                  <a:pt x="2904054" y="420266"/>
                </a:cubicBezTo>
                <a:lnTo>
                  <a:pt x="70047" y="420266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456AF352-C189-40EF-BC4C-CA15035A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33" y="3413593"/>
            <a:ext cx="2581634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Clustering with DINOv2</a:t>
            </a:r>
          </a:p>
        </p:txBody>
      </p:sp>
      <p:sp>
        <p:nvSpPr>
          <p:cNvPr id="205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0B2722AC-9188-4C9D-A180-040845C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25" y="2423893"/>
            <a:ext cx="225024" cy="246666"/>
          </a:xfrm>
          <a:custGeom xmlns:a="http://schemas.openxmlformats.org/drawingml/2006/main">
            <a:pathLst>
              <a:path w="225024" h="246666">
                <a:moveTo>
                  <a:pt x="197670" y="226481"/>
                </a:moveTo>
                <a:lnTo>
                  <a:pt x="0" y="8968"/>
                </a:lnTo>
                <a:lnTo>
                  <a:pt x="9868" y="0"/>
                </a:lnTo>
                <a:lnTo>
                  <a:pt x="207538" y="217512"/>
                </a:lnTo>
                <a:lnTo>
                  <a:pt x="197670" y="226481"/>
                </a:lnTo>
                <a:moveTo>
                  <a:pt x="212922" y="203611"/>
                </a:moveTo>
                <a:lnTo>
                  <a:pt x="225024" y="246666"/>
                </a:lnTo>
                <a:lnTo>
                  <a:pt x="183318" y="230515"/>
                </a:lnTo>
                <a:lnTo>
                  <a:pt x="212922" y="203611"/>
                </a:lnTo>
              </a:path>
            </a:pathLst>
          </a:custGeom>
          <a:solidFill xmlns:a="http://schemas.openxmlformats.org/drawingml/2006/main">
            <a:srgbClr val="3B383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A3665117-AF10-47A0-BA27-87056E0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982" y="2287116"/>
            <a:ext cx="1050529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 Pooling</a:t>
            </a:r>
          </a:p>
        </p:txBody>
      </p:sp>
      <p:sp>
        <p:nvSpPr>
          <p:cNvPr id="207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B2A78B2D-61C5-4541-AE0A-C13FCF52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450" y="2448132"/>
            <a:ext cx="500451" cy="193805"/>
          </a:xfrm>
          <a:custGeom xmlns:a="http://schemas.openxmlformats.org/drawingml/2006/main">
            <a:pathLst>
              <a:path w="500451" h="193805">
                <a:moveTo>
                  <a:pt x="500451" y="0"/>
                </a:moveTo>
                <a:lnTo>
                  <a:pt x="450714" y="19261"/>
                </a:lnTo>
                <a:moveTo>
                  <a:pt x="413410" y="33707"/>
                </a:moveTo>
                <a:lnTo>
                  <a:pt x="363673" y="52969"/>
                </a:lnTo>
                <a:moveTo>
                  <a:pt x="326370" y="67415"/>
                </a:moveTo>
                <a:lnTo>
                  <a:pt x="276632" y="86676"/>
                </a:lnTo>
                <a:moveTo>
                  <a:pt x="239329" y="101122"/>
                </a:moveTo>
                <a:lnTo>
                  <a:pt x="189591" y="120384"/>
                </a:lnTo>
                <a:moveTo>
                  <a:pt x="152288" y="134830"/>
                </a:moveTo>
                <a:lnTo>
                  <a:pt x="102550" y="154091"/>
                </a:lnTo>
                <a:moveTo>
                  <a:pt x="65247" y="168537"/>
                </a:moveTo>
                <a:lnTo>
                  <a:pt x="15510" y="18779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3B3838">
                <a:alpha val="50000"/>
              </a:srgbClr>
            </a:solidFill>
            <a:prstDash val="solid"/>
          </a:ln>
        </p:spPr>
      </p:sp>
      <p:sp>
        <p:nvSpPr>
          <p:cNvPr id="208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50B43DD5-98B9-459B-AE4C-BFA1552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900" y="2448132"/>
            <a:ext cx="609710" cy="193805"/>
          </a:xfrm>
          <a:custGeom xmlns:a="http://schemas.openxmlformats.org/drawingml/2006/main">
            <a:pathLst>
              <a:path w="609710" h="193805">
                <a:moveTo>
                  <a:pt x="0" y="0"/>
                </a:moveTo>
                <a:lnTo>
                  <a:pt x="50831" y="16157"/>
                </a:lnTo>
                <a:moveTo>
                  <a:pt x="88954" y="28275"/>
                </a:moveTo>
                <a:lnTo>
                  <a:pt x="139785" y="44433"/>
                </a:lnTo>
                <a:moveTo>
                  <a:pt x="177908" y="56551"/>
                </a:moveTo>
                <a:lnTo>
                  <a:pt x="228739" y="72708"/>
                </a:lnTo>
                <a:moveTo>
                  <a:pt x="266862" y="84826"/>
                </a:moveTo>
                <a:lnTo>
                  <a:pt x="317693" y="100983"/>
                </a:lnTo>
                <a:moveTo>
                  <a:pt x="355816" y="113101"/>
                </a:moveTo>
                <a:lnTo>
                  <a:pt x="406646" y="129259"/>
                </a:lnTo>
                <a:moveTo>
                  <a:pt x="444770" y="141377"/>
                </a:moveTo>
                <a:lnTo>
                  <a:pt x="495600" y="157534"/>
                </a:lnTo>
                <a:moveTo>
                  <a:pt x="533724" y="169652"/>
                </a:moveTo>
                <a:lnTo>
                  <a:pt x="584554" y="18580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3B3838">
                <a:alpha val="50000"/>
              </a:srgbClr>
            </a:solidFill>
            <a:prstDash val="solid"/>
          </a:ln>
        </p:spPr>
      </p:sp>
      <p:sp>
        <p:nvSpPr>
          <p:cNvPr id="209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196DEDB4-1E08-4EEF-B702-8C85FAA8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73" y="2015102"/>
            <a:ext cx="568999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210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E5B2D40E-C4E5-48A2-8289-B6F7E63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71" y="2209729"/>
            <a:ext cx="623418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11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5197DB9B-2AB9-4DFF-913F-C5901A63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1836259"/>
            <a:ext cx="128640" cy="128639"/>
          </a:xfrm>
          <a:custGeom xmlns:a="http://schemas.openxmlformats.org/drawingml/2006/main">
            <a:pathLst>
              <a:path w="128640" h="128639">
                <a:moveTo>
                  <a:pt x="0" y="0"/>
                </a:moveTo>
                <a:lnTo>
                  <a:pt x="128640" y="0"/>
                </a:lnTo>
                <a:lnTo>
                  <a:pt x="128640" y="128639"/>
                </a:lnTo>
                <a:lnTo>
                  <a:pt x="0" y="128639"/>
                </a:lnTo>
                <a:close/>
              </a:path>
            </a:pathLst>
          </a:custGeom>
          <a:solidFill xmlns:a="http://schemas.openxmlformats.org/drawingml/2006/main">
            <a:srgbClr val="C55A1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35539EFD-1174-4954-B9D9-D42A615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691" y="1793379"/>
            <a:ext cx="42880" cy="171520"/>
          </a:xfrm>
          <a:custGeom xmlns:a="http://schemas.openxmlformats.org/drawingml/2006/main">
            <a:pathLst>
              <a:path w="42880" h="171520">
                <a:moveTo>
                  <a:pt x="0" y="42880"/>
                </a:moveTo>
                <a:lnTo>
                  <a:pt x="42880" y="0"/>
                </a:lnTo>
                <a:lnTo>
                  <a:pt x="42880" y="128640"/>
                </a:lnTo>
                <a:lnTo>
                  <a:pt x="0" y="17152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9E480E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A8FCBCEC-0AA3-43CA-9F74-E72BD92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1793379"/>
            <a:ext cx="171520" cy="42880"/>
          </a:xfrm>
          <a:custGeom xmlns:a="http://schemas.openxmlformats.org/drawingml/2006/main">
            <a:pathLst>
              <a:path w="171520" h="4288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28640" y="4288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D07A4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219-part-0">
            <a:extLst xmlns:a="http://schemas.openxmlformats.org/drawingml/2006/main">
              <a:ext uri="{FF2B5EF4-FFF2-40B4-BE49-F238E27FC236}">
                <a16:creationId xmlns:a16="http://schemas.microsoft.com/office/drawing/2014/main" id="{D4DB1635-F30F-43A1-9855-2DB2F64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1793379"/>
            <a:ext cx="171520" cy="171520"/>
          </a:xfrm>
          <a:custGeom xmlns:a="http://schemas.openxmlformats.org/drawingml/2006/main">
            <a:pathLst>
              <a:path w="171520" h="17152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71520" y="128640"/>
                </a:lnTo>
                <a:lnTo>
                  <a:pt x="128640" y="171520"/>
                </a:lnTo>
                <a:lnTo>
                  <a:pt x="0" y="171520"/>
                </a:lnTo>
                <a:lnTo>
                  <a:pt x="0" y="42880"/>
                </a:lnTo>
                <a:lnTo>
                  <a:pt x="128640" y="42880"/>
                </a:lnTo>
                <a:lnTo>
                  <a:pt x="17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15" name="pdf-path-219-part-1">
            <a:extLst xmlns:a="http://schemas.openxmlformats.org/drawingml/2006/main">
              <a:ext uri="{FF2B5EF4-FFF2-40B4-BE49-F238E27FC236}">
                <a16:creationId xmlns:a16="http://schemas.microsoft.com/office/drawing/2014/main" id="{2A056123-4C45-456D-ADDB-808B0D1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1793379"/>
            <a:ext cx="171520" cy="171520"/>
          </a:xfrm>
          <a:custGeom xmlns:a="http://schemas.openxmlformats.org/drawingml/2006/main">
            <a:pathLst>
              <a:path w="171520" h="171520">
                <a:moveTo>
                  <a:pt x="128640" y="42880"/>
                </a:moveTo>
                <a:lnTo>
                  <a:pt x="128640" y="17152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16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39D1DFB4-613F-424A-BAEC-0E229AA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9134" y="2448132"/>
            <a:ext cx="510237" cy="194807"/>
          </a:xfrm>
          <a:custGeom xmlns:a="http://schemas.openxmlformats.org/drawingml/2006/main">
            <a:pathLst>
              <a:path w="510237" h="194807">
                <a:moveTo>
                  <a:pt x="510237" y="0"/>
                </a:moveTo>
                <a:lnTo>
                  <a:pt x="460408" y="19024"/>
                </a:lnTo>
                <a:moveTo>
                  <a:pt x="423036" y="33293"/>
                </a:moveTo>
                <a:lnTo>
                  <a:pt x="373208" y="52317"/>
                </a:lnTo>
                <a:moveTo>
                  <a:pt x="335836" y="66586"/>
                </a:moveTo>
                <a:lnTo>
                  <a:pt x="286007" y="85610"/>
                </a:lnTo>
                <a:moveTo>
                  <a:pt x="248636" y="99878"/>
                </a:moveTo>
                <a:lnTo>
                  <a:pt x="198807" y="118903"/>
                </a:lnTo>
                <a:moveTo>
                  <a:pt x="161436" y="133171"/>
                </a:moveTo>
                <a:lnTo>
                  <a:pt x="111607" y="152196"/>
                </a:lnTo>
                <a:moveTo>
                  <a:pt x="74235" y="166464"/>
                </a:moveTo>
                <a:lnTo>
                  <a:pt x="24407" y="185488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3B3838">
                <a:alpha val="50000"/>
              </a:srgbClr>
            </a:solidFill>
            <a:prstDash val="solid"/>
          </a:ln>
        </p:spPr>
      </p:sp>
      <p:sp>
        <p:nvSpPr>
          <p:cNvPr id="217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39D0B008-04E9-4B05-BF23-899EEEAE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9370" y="2448132"/>
            <a:ext cx="599924" cy="194807"/>
          </a:xfrm>
          <a:custGeom xmlns:a="http://schemas.openxmlformats.org/drawingml/2006/main">
            <a:pathLst>
              <a:path w="599924" h="194807">
                <a:moveTo>
                  <a:pt x="0" y="0"/>
                </a:moveTo>
                <a:lnTo>
                  <a:pt x="50729" y="16473"/>
                </a:lnTo>
                <a:moveTo>
                  <a:pt x="88777" y="28827"/>
                </a:moveTo>
                <a:lnTo>
                  <a:pt x="139506" y="45300"/>
                </a:lnTo>
                <a:moveTo>
                  <a:pt x="177553" y="57655"/>
                </a:moveTo>
                <a:lnTo>
                  <a:pt x="228283" y="74128"/>
                </a:lnTo>
                <a:moveTo>
                  <a:pt x="266330" y="86482"/>
                </a:moveTo>
                <a:lnTo>
                  <a:pt x="317059" y="102955"/>
                </a:lnTo>
                <a:moveTo>
                  <a:pt x="355106" y="115310"/>
                </a:moveTo>
                <a:lnTo>
                  <a:pt x="405836" y="131782"/>
                </a:lnTo>
                <a:moveTo>
                  <a:pt x="443883" y="144137"/>
                </a:moveTo>
                <a:lnTo>
                  <a:pt x="494612" y="160610"/>
                </a:lnTo>
                <a:moveTo>
                  <a:pt x="532659" y="172965"/>
                </a:moveTo>
                <a:lnTo>
                  <a:pt x="583389" y="18943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3B3838">
                <a:alpha val="50000"/>
              </a:srgbClr>
            </a:solidFill>
            <a:prstDash val="solid"/>
          </a:ln>
        </p:spPr>
      </p:sp>
      <p:sp>
        <p:nvSpPr>
          <p:cNvPr id="218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D10FCE42-8C31-4F86-91F0-25D310D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2319492"/>
            <a:ext cx="128639" cy="128640"/>
          </a:xfrm>
          <a:custGeom xmlns:a="http://schemas.openxmlformats.org/drawingml/2006/main">
            <a:pathLst>
              <a:path w="128639" h="128640">
                <a:moveTo>
                  <a:pt x="0" y="0"/>
                </a:moveTo>
                <a:lnTo>
                  <a:pt x="128639" y="0"/>
                </a:lnTo>
                <a:lnTo>
                  <a:pt x="128639" y="128640"/>
                </a:lnTo>
                <a:lnTo>
                  <a:pt x="0" y="128640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F23E5C47-ACB6-4E39-AC17-086209B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221" y="2276612"/>
            <a:ext cx="42880" cy="171520"/>
          </a:xfrm>
          <a:custGeom xmlns:a="http://schemas.openxmlformats.org/drawingml/2006/main">
            <a:pathLst>
              <a:path w="42880" h="171520">
                <a:moveTo>
                  <a:pt x="0" y="42880"/>
                </a:moveTo>
                <a:lnTo>
                  <a:pt x="42880" y="0"/>
                </a:lnTo>
                <a:lnTo>
                  <a:pt x="42880" y="128640"/>
                </a:lnTo>
                <a:lnTo>
                  <a:pt x="0" y="17152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666666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2BB5E03D-173B-4E86-9781-58D41CA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2276612"/>
            <a:ext cx="171520" cy="42880"/>
          </a:xfrm>
          <a:custGeom xmlns:a="http://schemas.openxmlformats.org/drawingml/2006/main">
            <a:pathLst>
              <a:path w="171520" h="4288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28639" y="4288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989898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225-part-0">
            <a:extLst xmlns:a="http://schemas.openxmlformats.org/drawingml/2006/main">
              <a:ext uri="{FF2B5EF4-FFF2-40B4-BE49-F238E27FC236}">
                <a16:creationId xmlns:a16="http://schemas.microsoft.com/office/drawing/2014/main" id="{50F937D3-85E9-464C-B212-62E966A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2276612"/>
            <a:ext cx="171520" cy="171520"/>
          </a:xfrm>
          <a:custGeom xmlns:a="http://schemas.openxmlformats.org/drawingml/2006/main">
            <a:pathLst>
              <a:path w="171520" h="17152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71520" y="128640"/>
                </a:lnTo>
                <a:lnTo>
                  <a:pt x="128640" y="171520"/>
                </a:lnTo>
                <a:lnTo>
                  <a:pt x="0" y="171520"/>
                </a:lnTo>
                <a:lnTo>
                  <a:pt x="0" y="42880"/>
                </a:lnTo>
                <a:lnTo>
                  <a:pt x="128640" y="42880"/>
                </a:lnTo>
                <a:lnTo>
                  <a:pt x="17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22" name="pdf-path-225-part-1">
            <a:extLst xmlns:a="http://schemas.openxmlformats.org/drawingml/2006/main">
              <a:ext uri="{FF2B5EF4-FFF2-40B4-BE49-F238E27FC236}">
                <a16:creationId xmlns:a16="http://schemas.microsoft.com/office/drawing/2014/main" id="{85613AA4-53D7-478B-B594-D8E64E1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1" y="2276612"/>
            <a:ext cx="171520" cy="171520"/>
          </a:xfrm>
          <a:custGeom xmlns:a="http://schemas.openxmlformats.org/drawingml/2006/main">
            <a:pathLst>
              <a:path w="171520" h="171520">
                <a:moveTo>
                  <a:pt x="128640" y="42880"/>
                </a:moveTo>
                <a:lnTo>
                  <a:pt x="128640" y="17152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23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4206104F-1DC5-40E2-A733-B403851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2319492"/>
            <a:ext cx="128640" cy="128640"/>
          </a:xfrm>
          <a:custGeom xmlns:a="http://schemas.openxmlformats.org/drawingml/2006/main">
            <a:pathLst>
              <a:path w="128640" h="128640">
                <a:moveTo>
                  <a:pt x="0" y="0"/>
                </a:moveTo>
                <a:lnTo>
                  <a:pt x="128640" y="0"/>
                </a:lnTo>
                <a:lnTo>
                  <a:pt x="128640" y="128640"/>
                </a:lnTo>
                <a:lnTo>
                  <a:pt x="0" y="128640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576ABEC8-9215-4780-9F77-6973A0F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691" y="2276612"/>
            <a:ext cx="42880" cy="171520"/>
          </a:xfrm>
          <a:custGeom xmlns:a="http://schemas.openxmlformats.org/drawingml/2006/main">
            <a:pathLst>
              <a:path w="42880" h="171520">
                <a:moveTo>
                  <a:pt x="0" y="42880"/>
                </a:moveTo>
                <a:lnTo>
                  <a:pt x="42880" y="0"/>
                </a:lnTo>
                <a:lnTo>
                  <a:pt x="42880" y="128640"/>
                </a:lnTo>
                <a:lnTo>
                  <a:pt x="0" y="17152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666666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37AD93BF-D6C9-486D-BFB9-CC32DA9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2276612"/>
            <a:ext cx="171520" cy="42880"/>
          </a:xfrm>
          <a:custGeom xmlns:a="http://schemas.openxmlformats.org/drawingml/2006/main">
            <a:pathLst>
              <a:path w="171520" h="4288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28640" y="42880"/>
                </a:lnTo>
                <a:lnTo>
                  <a:pt x="0" y="42880"/>
                </a:lnTo>
              </a:path>
            </a:pathLst>
          </a:custGeom>
          <a:solidFill xmlns:a="http://schemas.openxmlformats.org/drawingml/2006/main">
            <a:srgbClr val="989898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229-part-0">
            <a:extLst xmlns:a="http://schemas.openxmlformats.org/drawingml/2006/main">
              <a:ext uri="{FF2B5EF4-FFF2-40B4-BE49-F238E27FC236}">
                <a16:creationId xmlns:a16="http://schemas.microsoft.com/office/drawing/2014/main" id="{DDE3FD7D-CE4B-4321-9F2A-39ADF06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2276612"/>
            <a:ext cx="171520" cy="171520"/>
          </a:xfrm>
          <a:custGeom xmlns:a="http://schemas.openxmlformats.org/drawingml/2006/main">
            <a:pathLst>
              <a:path w="171520" h="171520">
                <a:moveTo>
                  <a:pt x="0" y="42880"/>
                </a:moveTo>
                <a:lnTo>
                  <a:pt x="42880" y="0"/>
                </a:lnTo>
                <a:lnTo>
                  <a:pt x="171520" y="0"/>
                </a:lnTo>
                <a:lnTo>
                  <a:pt x="171520" y="128640"/>
                </a:lnTo>
                <a:lnTo>
                  <a:pt x="128640" y="171520"/>
                </a:lnTo>
                <a:lnTo>
                  <a:pt x="0" y="171520"/>
                </a:lnTo>
                <a:lnTo>
                  <a:pt x="0" y="42880"/>
                </a:lnTo>
                <a:lnTo>
                  <a:pt x="128640" y="42880"/>
                </a:lnTo>
                <a:lnTo>
                  <a:pt x="17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27" name="pdf-path-229-part-1">
            <a:extLst xmlns:a="http://schemas.openxmlformats.org/drawingml/2006/main">
              <a:ext uri="{FF2B5EF4-FFF2-40B4-BE49-F238E27FC236}">
                <a16:creationId xmlns:a16="http://schemas.microsoft.com/office/drawing/2014/main" id="{02993DC8-2E92-4115-BCB5-7022E62E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051" y="2276612"/>
            <a:ext cx="171520" cy="171520"/>
          </a:xfrm>
          <a:custGeom xmlns:a="http://schemas.openxmlformats.org/drawingml/2006/main">
            <a:pathLst>
              <a:path w="171520" h="171520">
                <a:moveTo>
                  <a:pt x="128640" y="42880"/>
                </a:moveTo>
                <a:lnTo>
                  <a:pt x="128640" y="17152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228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36BC1305-BC31-4B03-BD67-5FED1E57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5555" y="1695076"/>
            <a:ext cx="1361310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Segment</a:t>
            </a:r>
          </a:p>
        </p:txBody>
      </p:sp>
      <p:sp>
        <p:nvSpPr>
          <p:cNvPr id="229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8A24FDD5-0842-4BD5-B2DE-AF54EFB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4313" y="1889707"/>
            <a:ext cx="623418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0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1955F261-4D58-4160-89FB-69CFDF9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338" y="2105248"/>
            <a:ext cx="53337" cy="160180"/>
          </a:xfrm>
          <a:custGeom xmlns:a="http://schemas.openxmlformats.org/drawingml/2006/main">
            <a:pathLst>
              <a:path w="53337" h="160180">
                <a:moveTo>
                  <a:pt x="53337" y="160180"/>
                </a:moveTo>
                <a:lnTo>
                  <a:pt x="53337" y="66671"/>
                </a:lnTo>
                <a:lnTo>
                  <a:pt x="26669" y="66671"/>
                </a:lnTo>
                <a:lnTo>
                  <a:pt x="26669" y="160180"/>
                </a:lnTo>
                <a:lnTo>
                  <a:pt x="53337" y="160180"/>
                </a:lnTo>
                <a:moveTo>
                  <a:pt x="80005" y="80006"/>
                </a:moveTo>
                <a:lnTo>
                  <a:pt x="40003" y="0"/>
                </a:lnTo>
                <a:lnTo>
                  <a:pt x="0" y="80006"/>
                </a:lnTo>
                <a:lnTo>
                  <a:pt x="80005" y="80006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B90E7681-A89B-40B3-8D52-8AE2525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0807" y="2105248"/>
            <a:ext cx="53337" cy="160180"/>
          </a:xfrm>
          <a:custGeom xmlns:a="http://schemas.openxmlformats.org/drawingml/2006/main">
            <a:pathLst>
              <a:path w="53337" h="160180">
                <a:moveTo>
                  <a:pt x="53337" y="160180"/>
                </a:moveTo>
                <a:lnTo>
                  <a:pt x="53337" y="66671"/>
                </a:lnTo>
                <a:lnTo>
                  <a:pt x="26669" y="66671"/>
                </a:lnTo>
                <a:lnTo>
                  <a:pt x="26669" y="160180"/>
                </a:lnTo>
                <a:lnTo>
                  <a:pt x="53337" y="160180"/>
                </a:lnTo>
                <a:moveTo>
                  <a:pt x="80005" y="80006"/>
                </a:moveTo>
                <a:lnTo>
                  <a:pt x="40004" y="0"/>
                </a:lnTo>
                <a:lnTo>
                  <a:pt x="0" y="80006"/>
                </a:lnTo>
                <a:lnTo>
                  <a:pt x="80005" y="80006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0BB4894F-B877-489D-98D1-BD81935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946" y="472610"/>
            <a:ext cx="1050157" cy="1050157"/>
          </a:xfrm>
          <a:custGeom xmlns:a="http://schemas.openxmlformats.org/drawingml/2006/main">
            <a:pathLst>
              <a:path w="1050157" h="1050157">
                <a:moveTo>
                  <a:pt x="0" y="525078"/>
                </a:moveTo>
                <a:cubicBezTo>
                  <a:pt x="0" y="235085"/>
                  <a:pt x="235086" y="0"/>
                  <a:pt x="525079" y="0"/>
                </a:cubicBezTo>
                <a:cubicBezTo>
                  <a:pt x="815071" y="0"/>
                  <a:pt x="1050157" y="235085"/>
                  <a:pt x="1050157" y="525078"/>
                </a:cubicBezTo>
                <a:cubicBezTo>
                  <a:pt x="1050157" y="815071"/>
                  <a:pt x="815071" y="1050157"/>
                  <a:pt x="525079" y="1050157"/>
                </a:cubicBezTo>
                <a:cubicBezTo>
                  <a:pt x="235086" y="1050157"/>
                  <a:pt x="0" y="815071"/>
                  <a:pt x="0" y="525078"/>
                </a:cubicBez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3229C799-D653-4494-8494-C4177B15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946" y="472610"/>
            <a:ext cx="1050157" cy="1050156"/>
          </a:xfrm>
          <a:custGeom xmlns:a="http://schemas.openxmlformats.org/drawingml/2006/main">
            <a:pathLst>
              <a:path w="1050157" h="1050156">
                <a:moveTo>
                  <a:pt x="0" y="525078"/>
                </a:moveTo>
                <a:lnTo>
                  <a:pt x="12" y="521456"/>
                </a:lnTo>
                <a:lnTo>
                  <a:pt x="49" y="517840"/>
                </a:lnTo>
                <a:lnTo>
                  <a:pt x="110" y="514229"/>
                </a:lnTo>
                <a:lnTo>
                  <a:pt x="195" y="510625"/>
                </a:lnTo>
                <a:lnTo>
                  <a:pt x="304" y="507027"/>
                </a:lnTo>
                <a:lnTo>
                  <a:pt x="438" y="503434"/>
                </a:lnTo>
                <a:lnTo>
                  <a:pt x="595" y="499848"/>
                </a:lnTo>
                <a:lnTo>
                  <a:pt x="777" y="496269"/>
                </a:lnTo>
                <a:lnTo>
                  <a:pt x="982" y="492695"/>
                </a:lnTo>
                <a:lnTo>
                  <a:pt x="1211" y="489128"/>
                </a:lnTo>
                <a:lnTo>
                  <a:pt x="1464" y="485567"/>
                </a:lnTo>
                <a:lnTo>
                  <a:pt x="1500" y="485113"/>
                </a:lnTo>
                <a:moveTo>
                  <a:pt x="2668" y="471830"/>
                </a:moveTo>
                <a:lnTo>
                  <a:pt x="2711" y="471392"/>
                </a:lnTo>
                <a:lnTo>
                  <a:pt x="3081" y="467865"/>
                </a:lnTo>
                <a:lnTo>
                  <a:pt x="3474" y="464345"/>
                </a:lnTo>
                <a:lnTo>
                  <a:pt x="3891" y="460832"/>
                </a:lnTo>
                <a:lnTo>
                  <a:pt x="4331" y="457327"/>
                </a:lnTo>
                <a:lnTo>
                  <a:pt x="4793" y="453828"/>
                </a:lnTo>
                <a:lnTo>
                  <a:pt x="5279" y="450337"/>
                </a:lnTo>
                <a:lnTo>
                  <a:pt x="5787" y="446853"/>
                </a:lnTo>
                <a:lnTo>
                  <a:pt x="6319" y="443377"/>
                </a:lnTo>
                <a:lnTo>
                  <a:pt x="6872" y="439908"/>
                </a:lnTo>
                <a:lnTo>
                  <a:pt x="7449" y="436446"/>
                </a:lnTo>
                <a:lnTo>
                  <a:pt x="8048" y="432993"/>
                </a:lnTo>
                <a:lnTo>
                  <a:pt x="8187" y="432220"/>
                </a:lnTo>
                <a:moveTo>
                  <a:pt x="10695" y="419124"/>
                </a:moveTo>
                <a:lnTo>
                  <a:pt x="11378" y="415842"/>
                </a:lnTo>
                <a:lnTo>
                  <a:pt x="12111" y="412437"/>
                </a:lnTo>
                <a:lnTo>
                  <a:pt x="12865" y="409039"/>
                </a:lnTo>
                <a:lnTo>
                  <a:pt x="13642" y="405649"/>
                </a:lnTo>
                <a:lnTo>
                  <a:pt x="14440" y="402268"/>
                </a:lnTo>
                <a:lnTo>
                  <a:pt x="15260" y="398896"/>
                </a:lnTo>
                <a:lnTo>
                  <a:pt x="16102" y="395532"/>
                </a:lnTo>
                <a:lnTo>
                  <a:pt x="16965" y="392176"/>
                </a:lnTo>
                <a:lnTo>
                  <a:pt x="17850" y="388830"/>
                </a:lnTo>
                <a:lnTo>
                  <a:pt x="18756" y="385492"/>
                </a:lnTo>
                <a:lnTo>
                  <a:pt x="19684" y="382162"/>
                </a:lnTo>
                <a:lnTo>
                  <a:pt x="20221" y="380282"/>
                </a:lnTo>
                <a:moveTo>
                  <a:pt x="24055" y="367511"/>
                </a:moveTo>
                <a:lnTo>
                  <a:pt x="24640" y="365652"/>
                </a:lnTo>
                <a:lnTo>
                  <a:pt x="25694" y="362378"/>
                </a:lnTo>
                <a:lnTo>
                  <a:pt x="26769" y="359113"/>
                </a:lnTo>
                <a:lnTo>
                  <a:pt x="27865" y="355857"/>
                </a:lnTo>
                <a:lnTo>
                  <a:pt x="28981" y="352611"/>
                </a:lnTo>
                <a:lnTo>
                  <a:pt x="30118" y="349375"/>
                </a:lnTo>
                <a:lnTo>
                  <a:pt x="31275" y="346148"/>
                </a:lnTo>
                <a:lnTo>
                  <a:pt x="32453" y="342931"/>
                </a:lnTo>
                <a:lnTo>
                  <a:pt x="33651" y="339724"/>
                </a:lnTo>
                <a:lnTo>
                  <a:pt x="34870" y="336527"/>
                </a:lnTo>
                <a:lnTo>
                  <a:pt x="36108" y="333340"/>
                </a:lnTo>
                <a:lnTo>
                  <a:pt x="37367" y="330163"/>
                </a:lnTo>
                <a:lnTo>
                  <a:pt x="37496" y="329845"/>
                </a:lnTo>
                <a:moveTo>
                  <a:pt x="42613" y="317532"/>
                </a:moveTo>
                <a:lnTo>
                  <a:pt x="43960" y="314433"/>
                </a:lnTo>
                <a:lnTo>
                  <a:pt x="45338" y="311318"/>
                </a:lnTo>
                <a:lnTo>
                  <a:pt x="46735" y="308214"/>
                </a:lnTo>
                <a:lnTo>
                  <a:pt x="48152" y="305121"/>
                </a:lnTo>
                <a:lnTo>
                  <a:pt x="49588" y="302038"/>
                </a:lnTo>
                <a:lnTo>
                  <a:pt x="51043" y="298967"/>
                </a:lnTo>
                <a:lnTo>
                  <a:pt x="52518" y="295906"/>
                </a:lnTo>
                <a:lnTo>
                  <a:pt x="54012" y="292856"/>
                </a:lnTo>
                <a:lnTo>
                  <a:pt x="55525" y="289818"/>
                </a:lnTo>
                <a:lnTo>
                  <a:pt x="57057" y="286791"/>
                </a:lnTo>
                <a:lnTo>
                  <a:pt x="58608" y="283775"/>
                </a:lnTo>
                <a:lnTo>
                  <a:pt x="59831" y="281435"/>
                </a:lnTo>
                <a:moveTo>
                  <a:pt x="66176" y="269708"/>
                </a:moveTo>
                <a:lnTo>
                  <a:pt x="66645" y="268866"/>
                </a:lnTo>
                <a:lnTo>
                  <a:pt x="68308" y="265919"/>
                </a:lnTo>
                <a:lnTo>
                  <a:pt x="69989" y="262984"/>
                </a:lnTo>
                <a:lnTo>
                  <a:pt x="71689" y="260061"/>
                </a:lnTo>
                <a:lnTo>
                  <a:pt x="73406" y="257150"/>
                </a:lnTo>
                <a:lnTo>
                  <a:pt x="75143" y="254251"/>
                </a:lnTo>
                <a:lnTo>
                  <a:pt x="76897" y="251364"/>
                </a:lnTo>
                <a:lnTo>
                  <a:pt x="78669" y="248489"/>
                </a:lnTo>
                <a:lnTo>
                  <a:pt x="80459" y="245627"/>
                </a:lnTo>
                <a:lnTo>
                  <a:pt x="82267" y="242777"/>
                </a:lnTo>
                <a:lnTo>
                  <a:pt x="84092" y="239939"/>
                </a:lnTo>
                <a:lnTo>
                  <a:pt x="85936" y="237114"/>
                </a:lnTo>
                <a:lnTo>
                  <a:pt x="86972" y="235547"/>
                </a:lnTo>
                <a:moveTo>
                  <a:pt x="94475" y="224524"/>
                </a:moveTo>
                <a:lnTo>
                  <a:pt x="95415" y="223179"/>
                </a:lnTo>
                <a:lnTo>
                  <a:pt x="97363" y="220431"/>
                </a:lnTo>
                <a:lnTo>
                  <a:pt x="99328" y="217696"/>
                </a:lnTo>
                <a:lnTo>
                  <a:pt x="101310" y="214974"/>
                </a:lnTo>
                <a:lnTo>
                  <a:pt x="103309" y="212265"/>
                </a:lnTo>
                <a:lnTo>
                  <a:pt x="105325" y="209569"/>
                </a:lnTo>
                <a:lnTo>
                  <a:pt x="107357" y="206887"/>
                </a:lnTo>
                <a:lnTo>
                  <a:pt x="109407" y="204219"/>
                </a:lnTo>
                <a:lnTo>
                  <a:pt x="111473" y="201563"/>
                </a:lnTo>
                <a:lnTo>
                  <a:pt x="113556" y="198922"/>
                </a:lnTo>
                <a:lnTo>
                  <a:pt x="115655" y="196294"/>
                </a:lnTo>
                <a:lnTo>
                  <a:pt x="117770" y="193680"/>
                </a:lnTo>
                <a:lnTo>
                  <a:pt x="118621" y="192643"/>
                </a:lnTo>
                <a:moveTo>
                  <a:pt x="127198" y="182434"/>
                </a:moveTo>
                <a:lnTo>
                  <a:pt x="128592" y="180819"/>
                </a:lnTo>
                <a:lnTo>
                  <a:pt x="130805" y="178289"/>
                </a:lnTo>
                <a:lnTo>
                  <a:pt x="133033" y="175774"/>
                </a:lnTo>
                <a:lnTo>
                  <a:pt x="135278" y="173273"/>
                </a:lnTo>
                <a:lnTo>
                  <a:pt x="137538" y="170786"/>
                </a:lnTo>
                <a:lnTo>
                  <a:pt x="139814" y="168314"/>
                </a:lnTo>
                <a:lnTo>
                  <a:pt x="142105" y="165857"/>
                </a:lnTo>
                <a:lnTo>
                  <a:pt x="144412" y="163414"/>
                </a:lnTo>
                <a:lnTo>
                  <a:pt x="146734" y="160986"/>
                </a:lnTo>
                <a:lnTo>
                  <a:pt x="149071" y="158573"/>
                </a:lnTo>
                <a:lnTo>
                  <a:pt x="151424" y="156175"/>
                </a:lnTo>
                <a:lnTo>
                  <a:pt x="153792" y="153792"/>
                </a:lnTo>
                <a:lnTo>
                  <a:pt x="154437" y="153151"/>
                </a:lnTo>
                <a:moveTo>
                  <a:pt x="163999" y="143859"/>
                </a:moveTo>
                <a:lnTo>
                  <a:pt x="165857" y="142105"/>
                </a:lnTo>
                <a:lnTo>
                  <a:pt x="168314" y="139813"/>
                </a:lnTo>
                <a:lnTo>
                  <a:pt x="170786" y="137538"/>
                </a:lnTo>
                <a:lnTo>
                  <a:pt x="173273" y="135278"/>
                </a:lnTo>
                <a:lnTo>
                  <a:pt x="175774" y="133033"/>
                </a:lnTo>
                <a:lnTo>
                  <a:pt x="178289" y="130805"/>
                </a:lnTo>
                <a:lnTo>
                  <a:pt x="180819" y="128592"/>
                </a:lnTo>
                <a:lnTo>
                  <a:pt x="183363" y="126396"/>
                </a:lnTo>
                <a:lnTo>
                  <a:pt x="185921" y="124215"/>
                </a:lnTo>
                <a:lnTo>
                  <a:pt x="188493" y="122051"/>
                </a:lnTo>
                <a:lnTo>
                  <a:pt x="191080" y="119902"/>
                </a:lnTo>
                <a:lnTo>
                  <a:pt x="193680" y="117770"/>
                </a:lnTo>
                <a:lnTo>
                  <a:pt x="194051" y="117470"/>
                </a:lnTo>
                <a:moveTo>
                  <a:pt x="204502" y="109189"/>
                </a:moveTo>
                <a:lnTo>
                  <a:pt x="206887" y="107357"/>
                </a:lnTo>
                <a:lnTo>
                  <a:pt x="209570" y="105324"/>
                </a:lnTo>
                <a:lnTo>
                  <a:pt x="212265" y="103309"/>
                </a:lnTo>
                <a:lnTo>
                  <a:pt x="214974" y="101310"/>
                </a:lnTo>
                <a:lnTo>
                  <a:pt x="217696" y="99328"/>
                </a:lnTo>
                <a:lnTo>
                  <a:pt x="220431" y="97363"/>
                </a:lnTo>
                <a:lnTo>
                  <a:pt x="223180" y="95415"/>
                </a:lnTo>
                <a:lnTo>
                  <a:pt x="225941" y="93484"/>
                </a:lnTo>
                <a:lnTo>
                  <a:pt x="228715" y="91571"/>
                </a:lnTo>
                <a:lnTo>
                  <a:pt x="231502" y="89675"/>
                </a:lnTo>
                <a:lnTo>
                  <a:pt x="234302" y="87797"/>
                </a:lnTo>
                <a:lnTo>
                  <a:pt x="237063" y="85969"/>
                </a:lnTo>
                <a:moveTo>
                  <a:pt x="248298" y="78788"/>
                </a:moveTo>
                <a:lnTo>
                  <a:pt x="248490" y="78669"/>
                </a:lnTo>
                <a:lnTo>
                  <a:pt x="251364" y="76897"/>
                </a:lnTo>
                <a:lnTo>
                  <a:pt x="254251" y="75143"/>
                </a:lnTo>
                <a:lnTo>
                  <a:pt x="257150" y="73406"/>
                </a:lnTo>
                <a:lnTo>
                  <a:pt x="260061" y="71689"/>
                </a:lnTo>
                <a:lnTo>
                  <a:pt x="262984" y="69989"/>
                </a:lnTo>
                <a:lnTo>
                  <a:pt x="265919" y="68308"/>
                </a:lnTo>
                <a:lnTo>
                  <a:pt x="268866" y="66645"/>
                </a:lnTo>
                <a:lnTo>
                  <a:pt x="271825" y="65000"/>
                </a:lnTo>
                <a:lnTo>
                  <a:pt x="274795" y="63374"/>
                </a:lnTo>
                <a:lnTo>
                  <a:pt x="277777" y="61767"/>
                </a:lnTo>
                <a:lnTo>
                  <a:pt x="280770" y="60178"/>
                </a:lnTo>
                <a:lnTo>
                  <a:pt x="283046" y="58989"/>
                </a:lnTo>
                <a:moveTo>
                  <a:pt x="294952" y="52986"/>
                </a:moveTo>
                <a:lnTo>
                  <a:pt x="295906" y="52518"/>
                </a:lnTo>
                <a:lnTo>
                  <a:pt x="298967" y="51043"/>
                </a:lnTo>
                <a:lnTo>
                  <a:pt x="302039" y="49588"/>
                </a:lnTo>
                <a:lnTo>
                  <a:pt x="305121" y="48152"/>
                </a:lnTo>
                <a:lnTo>
                  <a:pt x="308214" y="46735"/>
                </a:lnTo>
                <a:lnTo>
                  <a:pt x="311318" y="45338"/>
                </a:lnTo>
                <a:lnTo>
                  <a:pt x="314433" y="43960"/>
                </a:lnTo>
                <a:lnTo>
                  <a:pt x="317558" y="42602"/>
                </a:lnTo>
                <a:lnTo>
                  <a:pt x="320694" y="41263"/>
                </a:lnTo>
                <a:lnTo>
                  <a:pt x="323840" y="39945"/>
                </a:lnTo>
                <a:lnTo>
                  <a:pt x="326997" y="38646"/>
                </a:lnTo>
                <a:lnTo>
                  <a:pt x="330164" y="37367"/>
                </a:lnTo>
                <a:lnTo>
                  <a:pt x="331534" y="36824"/>
                </a:lnTo>
                <a:moveTo>
                  <a:pt x="343990" y="32066"/>
                </a:moveTo>
                <a:lnTo>
                  <a:pt x="346149" y="31275"/>
                </a:lnTo>
                <a:lnTo>
                  <a:pt x="349375" y="30118"/>
                </a:lnTo>
                <a:lnTo>
                  <a:pt x="352612" y="28981"/>
                </a:lnTo>
                <a:lnTo>
                  <a:pt x="355858" y="27865"/>
                </a:lnTo>
                <a:lnTo>
                  <a:pt x="359113" y="26769"/>
                </a:lnTo>
                <a:lnTo>
                  <a:pt x="362378" y="25694"/>
                </a:lnTo>
                <a:lnTo>
                  <a:pt x="365652" y="24640"/>
                </a:lnTo>
                <a:lnTo>
                  <a:pt x="368936" y="23606"/>
                </a:lnTo>
                <a:lnTo>
                  <a:pt x="372229" y="22594"/>
                </a:lnTo>
                <a:lnTo>
                  <a:pt x="375531" y="21603"/>
                </a:lnTo>
                <a:lnTo>
                  <a:pt x="378842" y="20633"/>
                </a:lnTo>
                <a:lnTo>
                  <a:pt x="382030" y="19722"/>
                </a:lnTo>
                <a:moveTo>
                  <a:pt x="394908" y="16263"/>
                </a:moveTo>
                <a:lnTo>
                  <a:pt x="395532" y="16102"/>
                </a:lnTo>
                <a:lnTo>
                  <a:pt x="398896" y="15260"/>
                </a:lnTo>
                <a:lnTo>
                  <a:pt x="402269" y="14440"/>
                </a:lnTo>
                <a:lnTo>
                  <a:pt x="405650" y="13642"/>
                </a:lnTo>
                <a:lnTo>
                  <a:pt x="409039" y="12865"/>
                </a:lnTo>
                <a:lnTo>
                  <a:pt x="412437" y="12111"/>
                </a:lnTo>
                <a:lnTo>
                  <a:pt x="415843" y="11378"/>
                </a:lnTo>
                <a:lnTo>
                  <a:pt x="419257" y="10668"/>
                </a:lnTo>
                <a:lnTo>
                  <a:pt x="422679" y="9979"/>
                </a:lnTo>
                <a:lnTo>
                  <a:pt x="426109" y="9313"/>
                </a:lnTo>
                <a:lnTo>
                  <a:pt x="429547" y="8669"/>
                </a:lnTo>
                <a:lnTo>
                  <a:pt x="432993" y="8048"/>
                </a:lnTo>
                <a:lnTo>
                  <a:pt x="434010" y="7871"/>
                </a:lnTo>
                <a:moveTo>
                  <a:pt x="447173" y="5741"/>
                </a:moveTo>
                <a:lnTo>
                  <a:pt x="450337" y="5279"/>
                </a:lnTo>
                <a:lnTo>
                  <a:pt x="453828" y="4793"/>
                </a:lnTo>
                <a:lnTo>
                  <a:pt x="457327" y="4331"/>
                </a:lnTo>
                <a:lnTo>
                  <a:pt x="460833" y="3891"/>
                </a:lnTo>
                <a:lnTo>
                  <a:pt x="464345" y="3474"/>
                </a:lnTo>
                <a:lnTo>
                  <a:pt x="467865" y="3081"/>
                </a:lnTo>
                <a:lnTo>
                  <a:pt x="471392" y="2711"/>
                </a:lnTo>
                <a:lnTo>
                  <a:pt x="474926" y="2364"/>
                </a:lnTo>
                <a:lnTo>
                  <a:pt x="478467" y="2041"/>
                </a:lnTo>
                <a:lnTo>
                  <a:pt x="482014" y="1741"/>
                </a:lnTo>
                <a:lnTo>
                  <a:pt x="485568" y="1464"/>
                </a:lnTo>
                <a:lnTo>
                  <a:pt x="486926" y="1368"/>
                </a:lnTo>
                <a:moveTo>
                  <a:pt x="500236" y="578"/>
                </a:moveTo>
                <a:lnTo>
                  <a:pt x="503435" y="438"/>
                </a:lnTo>
                <a:lnTo>
                  <a:pt x="507027" y="304"/>
                </a:lnTo>
                <a:lnTo>
                  <a:pt x="510625" y="195"/>
                </a:lnTo>
                <a:lnTo>
                  <a:pt x="514230" y="110"/>
                </a:lnTo>
                <a:lnTo>
                  <a:pt x="517840" y="49"/>
                </a:lnTo>
                <a:lnTo>
                  <a:pt x="521456" y="12"/>
                </a:lnTo>
                <a:lnTo>
                  <a:pt x="525078" y="0"/>
                </a:lnTo>
                <a:lnTo>
                  <a:pt x="528701" y="12"/>
                </a:lnTo>
                <a:lnTo>
                  <a:pt x="532317" y="49"/>
                </a:lnTo>
                <a:lnTo>
                  <a:pt x="535927" y="110"/>
                </a:lnTo>
                <a:lnTo>
                  <a:pt x="539532" y="195"/>
                </a:lnTo>
                <a:lnTo>
                  <a:pt x="540228" y="216"/>
                </a:lnTo>
                <a:moveTo>
                  <a:pt x="553551" y="760"/>
                </a:moveTo>
                <a:lnTo>
                  <a:pt x="553888" y="777"/>
                </a:lnTo>
                <a:lnTo>
                  <a:pt x="557462" y="982"/>
                </a:lnTo>
                <a:lnTo>
                  <a:pt x="561029" y="1211"/>
                </a:lnTo>
                <a:lnTo>
                  <a:pt x="564589" y="1464"/>
                </a:lnTo>
                <a:lnTo>
                  <a:pt x="568143" y="1741"/>
                </a:lnTo>
                <a:lnTo>
                  <a:pt x="571690" y="2041"/>
                </a:lnTo>
                <a:lnTo>
                  <a:pt x="575231" y="2364"/>
                </a:lnTo>
                <a:lnTo>
                  <a:pt x="578765" y="2711"/>
                </a:lnTo>
                <a:lnTo>
                  <a:pt x="582292" y="3081"/>
                </a:lnTo>
                <a:lnTo>
                  <a:pt x="585811" y="3474"/>
                </a:lnTo>
                <a:lnTo>
                  <a:pt x="589324" y="3891"/>
                </a:lnTo>
                <a:lnTo>
                  <a:pt x="592830" y="4331"/>
                </a:lnTo>
                <a:lnTo>
                  <a:pt x="593378" y="4403"/>
                </a:lnTo>
                <a:moveTo>
                  <a:pt x="606578" y="6288"/>
                </a:moveTo>
                <a:lnTo>
                  <a:pt x="606780" y="6319"/>
                </a:lnTo>
                <a:lnTo>
                  <a:pt x="610249" y="6872"/>
                </a:lnTo>
                <a:lnTo>
                  <a:pt x="613710" y="7449"/>
                </a:lnTo>
                <a:lnTo>
                  <a:pt x="617164" y="8048"/>
                </a:lnTo>
                <a:lnTo>
                  <a:pt x="620610" y="8669"/>
                </a:lnTo>
                <a:lnTo>
                  <a:pt x="624048" y="9313"/>
                </a:lnTo>
                <a:lnTo>
                  <a:pt x="627478" y="9979"/>
                </a:lnTo>
                <a:lnTo>
                  <a:pt x="630900" y="10668"/>
                </a:lnTo>
                <a:lnTo>
                  <a:pt x="634314" y="11378"/>
                </a:lnTo>
                <a:lnTo>
                  <a:pt x="637720" y="12111"/>
                </a:lnTo>
                <a:lnTo>
                  <a:pt x="641118" y="12865"/>
                </a:lnTo>
                <a:lnTo>
                  <a:pt x="644507" y="13642"/>
                </a:lnTo>
                <a:lnTo>
                  <a:pt x="645829" y="13954"/>
                </a:lnTo>
                <a:moveTo>
                  <a:pt x="658768" y="17174"/>
                </a:moveTo>
                <a:lnTo>
                  <a:pt x="661327" y="17850"/>
                </a:lnTo>
                <a:lnTo>
                  <a:pt x="664665" y="18756"/>
                </a:lnTo>
                <a:lnTo>
                  <a:pt x="667994" y="19684"/>
                </a:lnTo>
                <a:lnTo>
                  <a:pt x="671315" y="20633"/>
                </a:lnTo>
                <a:lnTo>
                  <a:pt x="674626" y="21603"/>
                </a:lnTo>
                <a:lnTo>
                  <a:pt x="677928" y="22594"/>
                </a:lnTo>
                <a:lnTo>
                  <a:pt x="681221" y="23606"/>
                </a:lnTo>
                <a:lnTo>
                  <a:pt x="684505" y="24640"/>
                </a:lnTo>
                <a:lnTo>
                  <a:pt x="687779" y="25694"/>
                </a:lnTo>
                <a:lnTo>
                  <a:pt x="691044" y="26769"/>
                </a:lnTo>
                <a:lnTo>
                  <a:pt x="694299" y="27865"/>
                </a:lnTo>
                <a:lnTo>
                  <a:pt x="697033" y="28804"/>
                </a:lnTo>
                <a:moveTo>
                  <a:pt x="709575" y="33331"/>
                </a:moveTo>
                <a:lnTo>
                  <a:pt x="710432" y="33651"/>
                </a:lnTo>
                <a:lnTo>
                  <a:pt x="713629" y="34870"/>
                </a:lnTo>
                <a:lnTo>
                  <a:pt x="716816" y="36108"/>
                </a:lnTo>
                <a:lnTo>
                  <a:pt x="719993" y="37367"/>
                </a:lnTo>
                <a:lnTo>
                  <a:pt x="723160" y="38646"/>
                </a:lnTo>
                <a:lnTo>
                  <a:pt x="726317" y="39945"/>
                </a:lnTo>
                <a:lnTo>
                  <a:pt x="729463" y="41263"/>
                </a:lnTo>
                <a:lnTo>
                  <a:pt x="732599" y="42602"/>
                </a:lnTo>
                <a:lnTo>
                  <a:pt x="735724" y="43960"/>
                </a:lnTo>
                <a:lnTo>
                  <a:pt x="738839" y="45338"/>
                </a:lnTo>
                <a:lnTo>
                  <a:pt x="741943" y="46735"/>
                </a:lnTo>
                <a:lnTo>
                  <a:pt x="745036" y="48152"/>
                </a:lnTo>
                <a:lnTo>
                  <a:pt x="746450" y="48811"/>
                </a:lnTo>
                <a:moveTo>
                  <a:pt x="758465" y="54592"/>
                </a:moveTo>
                <a:lnTo>
                  <a:pt x="760339" y="55525"/>
                </a:lnTo>
                <a:lnTo>
                  <a:pt x="763366" y="57057"/>
                </a:lnTo>
                <a:lnTo>
                  <a:pt x="766382" y="58608"/>
                </a:lnTo>
                <a:lnTo>
                  <a:pt x="769387" y="60178"/>
                </a:lnTo>
                <a:lnTo>
                  <a:pt x="772380" y="61767"/>
                </a:lnTo>
                <a:lnTo>
                  <a:pt x="775362" y="63374"/>
                </a:lnTo>
                <a:lnTo>
                  <a:pt x="778332" y="65000"/>
                </a:lnTo>
                <a:lnTo>
                  <a:pt x="781291" y="66645"/>
                </a:lnTo>
                <a:lnTo>
                  <a:pt x="784238" y="68308"/>
                </a:lnTo>
                <a:lnTo>
                  <a:pt x="787173" y="69989"/>
                </a:lnTo>
                <a:lnTo>
                  <a:pt x="790096" y="71689"/>
                </a:lnTo>
                <a:lnTo>
                  <a:pt x="793007" y="73406"/>
                </a:lnTo>
                <a:lnTo>
                  <a:pt x="793573" y="73746"/>
                </a:lnTo>
                <a:moveTo>
                  <a:pt x="804939" y="80718"/>
                </a:moveTo>
                <a:lnTo>
                  <a:pt x="807380" y="82267"/>
                </a:lnTo>
                <a:lnTo>
                  <a:pt x="810218" y="84092"/>
                </a:lnTo>
                <a:lnTo>
                  <a:pt x="813043" y="85936"/>
                </a:lnTo>
                <a:lnTo>
                  <a:pt x="815855" y="87797"/>
                </a:lnTo>
                <a:lnTo>
                  <a:pt x="818655" y="89675"/>
                </a:lnTo>
                <a:lnTo>
                  <a:pt x="821442" y="91571"/>
                </a:lnTo>
                <a:lnTo>
                  <a:pt x="824216" y="93484"/>
                </a:lnTo>
                <a:lnTo>
                  <a:pt x="826978" y="95415"/>
                </a:lnTo>
                <a:lnTo>
                  <a:pt x="829726" y="97363"/>
                </a:lnTo>
                <a:lnTo>
                  <a:pt x="832461" y="99328"/>
                </a:lnTo>
                <a:lnTo>
                  <a:pt x="835183" y="101310"/>
                </a:lnTo>
                <a:lnTo>
                  <a:pt x="837892" y="103309"/>
                </a:lnTo>
                <a:lnTo>
                  <a:pt x="837924" y="103333"/>
                </a:lnTo>
                <a:moveTo>
                  <a:pt x="848526" y="111420"/>
                </a:moveTo>
                <a:lnTo>
                  <a:pt x="848594" y="111473"/>
                </a:lnTo>
                <a:lnTo>
                  <a:pt x="851235" y="113555"/>
                </a:lnTo>
                <a:lnTo>
                  <a:pt x="853863" y="115655"/>
                </a:lnTo>
                <a:lnTo>
                  <a:pt x="856477" y="117770"/>
                </a:lnTo>
                <a:lnTo>
                  <a:pt x="859077" y="119902"/>
                </a:lnTo>
                <a:lnTo>
                  <a:pt x="861664" y="122051"/>
                </a:lnTo>
                <a:lnTo>
                  <a:pt x="864236" y="124215"/>
                </a:lnTo>
                <a:lnTo>
                  <a:pt x="866794" y="126396"/>
                </a:lnTo>
                <a:lnTo>
                  <a:pt x="869338" y="128592"/>
                </a:lnTo>
                <a:lnTo>
                  <a:pt x="871868" y="130805"/>
                </a:lnTo>
                <a:lnTo>
                  <a:pt x="874383" y="133033"/>
                </a:lnTo>
                <a:lnTo>
                  <a:pt x="876884" y="135278"/>
                </a:lnTo>
                <a:lnTo>
                  <a:pt x="879057" y="137252"/>
                </a:lnTo>
                <a:moveTo>
                  <a:pt x="888788" y="146368"/>
                </a:moveTo>
                <a:lnTo>
                  <a:pt x="889171" y="146734"/>
                </a:lnTo>
                <a:lnTo>
                  <a:pt x="891584" y="149071"/>
                </a:lnTo>
                <a:lnTo>
                  <a:pt x="893982" y="151424"/>
                </a:lnTo>
                <a:lnTo>
                  <a:pt x="896365" y="153792"/>
                </a:lnTo>
                <a:lnTo>
                  <a:pt x="898733" y="156175"/>
                </a:lnTo>
                <a:lnTo>
                  <a:pt x="901086" y="158573"/>
                </a:lnTo>
                <a:lnTo>
                  <a:pt x="903423" y="160986"/>
                </a:lnTo>
                <a:lnTo>
                  <a:pt x="905746" y="163414"/>
                </a:lnTo>
                <a:lnTo>
                  <a:pt x="908052" y="165857"/>
                </a:lnTo>
                <a:lnTo>
                  <a:pt x="910344" y="168314"/>
                </a:lnTo>
                <a:lnTo>
                  <a:pt x="912619" y="170786"/>
                </a:lnTo>
                <a:lnTo>
                  <a:pt x="914879" y="173273"/>
                </a:lnTo>
                <a:lnTo>
                  <a:pt x="916560" y="175146"/>
                </a:lnTo>
                <a:moveTo>
                  <a:pt x="925323" y="185195"/>
                </a:moveTo>
                <a:lnTo>
                  <a:pt x="925942" y="185921"/>
                </a:lnTo>
                <a:lnTo>
                  <a:pt x="928106" y="188493"/>
                </a:lnTo>
                <a:lnTo>
                  <a:pt x="930255" y="191080"/>
                </a:lnTo>
                <a:lnTo>
                  <a:pt x="932387" y="193680"/>
                </a:lnTo>
                <a:lnTo>
                  <a:pt x="934502" y="196294"/>
                </a:lnTo>
                <a:lnTo>
                  <a:pt x="936602" y="198922"/>
                </a:lnTo>
                <a:lnTo>
                  <a:pt x="938684" y="201563"/>
                </a:lnTo>
                <a:lnTo>
                  <a:pt x="940750" y="204219"/>
                </a:lnTo>
                <a:lnTo>
                  <a:pt x="942800" y="206887"/>
                </a:lnTo>
                <a:lnTo>
                  <a:pt x="944833" y="209569"/>
                </a:lnTo>
                <a:lnTo>
                  <a:pt x="946848" y="212265"/>
                </a:lnTo>
                <a:lnTo>
                  <a:pt x="948847" y="214974"/>
                </a:lnTo>
                <a:lnTo>
                  <a:pt x="950051" y="216627"/>
                </a:lnTo>
                <a:moveTo>
                  <a:pt x="957755" y="227510"/>
                </a:moveTo>
                <a:lnTo>
                  <a:pt x="958586" y="228715"/>
                </a:lnTo>
                <a:lnTo>
                  <a:pt x="960482" y="231502"/>
                </a:lnTo>
                <a:lnTo>
                  <a:pt x="962360" y="234302"/>
                </a:lnTo>
                <a:lnTo>
                  <a:pt x="964221" y="237114"/>
                </a:lnTo>
                <a:lnTo>
                  <a:pt x="966065" y="239939"/>
                </a:lnTo>
                <a:lnTo>
                  <a:pt x="967890" y="242777"/>
                </a:lnTo>
                <a:lnTo>
                  <a:pt x="969698" y="245627"/>
                </a:lnTo>
                <a:lnTo>
                  <a:pt x="971488" y="248489"/>
                </a:lnTo>
                <a:lnTo>
                  <a:pt x="973260" y="251364"/>
                </a:lnTo>
                <a:lnTo>
                  <a:pt x="975015" y="254251"/>
                </a:lnTo>
                <a:lnTo>
                  <a:pt x="976751" y="257150"/>
                </a:lnTo>
                <a:lnTo>
                  <a:pt x="978469" y="260061"/>
                </a:lnTo>
                <a:lnTo>
                  <a:pt x="979178" y="261281"/>
                </a:lnTo>
                <a:moveTo>
                  <a:pt x="985740" y="272889"/>
                </a:moveTo>
                <a:lnTo>
                  <a:pt x="986783" y="274795"/>
                </a:lnTo>
                <a:lnTo>
                  <a:pt x="988390" y="277777"/>
                </a:lnTo>
                <a:lnTo>
                  <a:pt x="989979" y="280770"/>
                </a:lnTo>
                <a:lnTo>
                  <a:pt x="991549" y="283775"/>
                </a:lnTo>
                <a:lnTo>
                  <a:pt x="993100" y="286791"/>
                </a:lnTo>
                <a:lnTo>
                  <a:pt x="994632" y="289818"/>
                </a:lnTo>
                <a:lnTo>
                  <a:pt x="996145" y="292856"/>
                </a:lnTo>
                <a:lnTo>
                  <a:pt x="997639" y="295906"/>
                </a:lnTo>
                <a:lnTo>
                  <a:pt x="999114" y="298967"/>
                </a:lnTo>
                <a:lnTo>
                  <a:pt x="1000569" y="302038"/>
                </a:lnTo>
                <a:lnTo>
                  <a:pt x="1002005" y="305121"/>
                </a:lnTo>
                <a:lnTo>
                  <a:pt x="1003422" y="308214"/>
                </a:lnTo>
                <a:lnTo>
                  <a:pt x="1003623" y="308661"/>
                </a:lnTo>
                <a:moveTo>
                  <a:pt x="1008970" y="320876"/>
                </a:moveTo>
                <a:lnTo>
                  <a:pt x="1010213" y="323840"/>
                </a:lnTo>
                <a:lnTo>
                  <a:pt x="1011511" y="326997"/>
                </a:lnTo>
                <a:lnTo>
                  <a:pt x="1012790" y="330163"/>
                </a:lnTo>
                <a:lnTo>
                  <a:pt x="1014049" y="333340"/>
                </a:lnTo>
                <a:lnTo>
                  <a:pt x="1015287" y="336527"/>
                </a:lnTo>
                <a:lnTo>
                  <a:pt x="1016506" y="339724"/>
                </a:lnTo>
                <a:lnTo>
                  <a:pt x="1017704" y="342931"/>
                </a:lnTo>
                <a:lnTo>
                  <a:pt x="1018882" y="346148"/>
                </a:lnTo>
                <a:lnTo>
                  <a:pt x="1020039" y="349375"/>
                </a:lnTo>
                <a:lnTo>
                  <a:pt x="1021176" y="352611"/>
                </a:lnTo>
                <a:lnTo>
                  <a:pt x="1022293" y="355857"/>
                </a:lnTo>
                <a:lnTo>
                  <a:pt x="1023110" y="358285"/>
                </a:lnTo>
                <a:moveTo>
                  <a:pt x="1027180" y="370983"/>
                </a:moveTo>
                <a:lnTo>
                  <a:pt x="1027563" y="372229"/>
                </a:lnTo>
                <a:lnTo>
                  <a:pt x="1028554" y="375531"/>
                </a:lnTo>
                <a:lnTo>
                  <a:pt x="1029524" y="378842"/>
                </a:lnTo>
                <a:lnTo>
                  <a:pt x="1030473" y="382162"/>
                </a:lnTo>
                <a:lnTo>
                  <a:pt x="1031401" y="385492"/>
                </a:lnTo>
                <a:lnTo>
                  <a:pt x="1032307" y="388830"/>
                </a:lnTo>
                <a:lnTo>
                  <a:pt x="1033192" y="392176"/>
                </a:lnTo>
                <a:lnTo>
                  <a:pt x="1034055" y="395532"/>
                </a:lnTo>
                <a:lnTo>
                  <a:pt x="1034897" y="398896"/>
                </a:lnTo>
                <a:lnTo>
                  <a:pt x="1035717" y="402268"/>
                </a:lnTo>
                <a:lnTo>
                  <a:pt x="1036515" y="405649"/>
                </a:lnTo>
                <a:lnTo>
                  <a:pt x="1037292" y="409039"/>
                </a:lnTo>
                <a:lnTo>
                  <a:pt x="1037426" y="409641"/>
                </a:lnTo>
                <a:moveTo>
                  <a:pt x="1040180" y="422687"/>
                </a:moveTo>
                <a:lnTo>
                  <a:pt x="1040844" y="426109"/>
                </a:lnTo>
                <a:lnTo>
                  <a:pt x="1041488" y="429547"/>
                </a:lnTo>
                <a:lnTo>
                  <a:pt x="1042109" y="432993"/>
                </a:lnTo>
                <a:lnTo>
                  <a:pt x="1042708" y="436446"/>
                </a:lnTo>
                <a:lnTo>
                  <a:pt x="1043285" y="439908"/>
                </a:lnTo>
                <a:lnTo>
                  <a:pt x="1043839" y="443377"/>
                </a:lnTo>
                <a:lnTo>
                  <a:pt x="1044370" y="446853"/>
                </a:lnTo>
                <a:lnTo>
                  <a:pt x="1044878" y="450337"/>
                </a:lnTo>
                <a:lnTo>
                  <a:pt x="1045364" y="453828"/>
                </a:lnTo>
                <a:lnTo>
                  <a:pt x="1045826" y="457327"/>
                </a:lnTo>
                <a:lnTo>
                  <a:pt x="1046266" y="460832"/>
                </a:lnTo>
                <a:lnTo>
                  <a:pt x="1046427" y="462189"/>
                </a:lnTo>
                <a:moveTo>
                  <a:pt x="1047841" y="475448"/>
                </a:moveTo>
                <a:lnTo>
                  <a:pt x="1048117" y="478466"/>
                </a:lnTo>
                <a:lnTo>
                  <a:pt x="1048417" y="482014"/>
                </a:lnTo>
                <a:lnTo>
                  <a:pt x="1048693" y="485567"/>
                </a:lnTo>
                <a:lnTo>
                  <a:pt x="1048946" y="489128"/>
                </a:lnTo>
                <a:lnTo>
                  <a:pt x="1049175" y="492695"/>
                </a:lnTo>
                <a:lnTo>
                  <a:pt x="1049380" y="496269"/>
                </a:lnTo>
                <a:lnTo>
                  <a:pt x="1049562" y="499848"/>
                </a:lnTo>
                <a:lnTo>
                  <a:pt x="1049719" y="503434"/>
                </a:lnTo>
                <a:lnTo>
                  <a:pt x="1049853" y="507027"/>
                </a:lnTo>
                <a:lnTo>
                  <a:pt x="1049962" y="510625"/>
                </a:lnTo>
                <a:lnTo>
                  <a:pt x="1050047" y="514229"/>
                </a:lnTo>
                <a:lnTo>
                  <a:pt x="1050067" y="515379"/>
                </a:lnTo>
                <a:moveTo>
                  <a:pt x="1050145" y="528713"/>
                </a:moveTo>
                <a:lnTo>
                  <a:pt x="1050108" y="532316"/>
                </a:lnTo>
                <a:lnTo>
                  <a:pt x="1050047" y="535927"/>
                </a:lnTo>
                <a:lnTo>
                  <a:pt x="1049962" y="539531"/>
                </a:lnTo>
                <a:lnTo>
                  <a:pt x="1049853" y="543129"/>
                </a:lnTo>
                <a:lnTo>
                  <a:pt x="1049719" y="546722"/>
                </a:lnTo>
                <a:lnTo>
                  <a:pt x="1049562" y="550308"/>
                </a:lnTo>
                <a:lnTo>
                  <a:pt x="1049380" y="553888"/>
                </a:lnTo>
                <a:lnTo>
                  <a:pt x="1049175" y="557461"/>
                </a:lnTo>
                <a:lnTo>
                  <a:pt x="1048946" y="561028"/>
                </a:lnTo>
                <a:lnTo>
                  <a:pt x="1048693" y="564589"/>
                </a:lnTo>
                <a:lnTo>
                  <a:pt x="1048417" y="568143"/>
                </a:lnTo>
                <a:lnTo>
                  <a:pt x="1048372" y="568667"/>
                </a:lnTo>
                <a:moveTo>
                  <a:pt x="1047113" y="581941"/>
                </a:moveTo>
                <a:lnTo>
                  <a:pt x="1047076" y="582291"/>
                </a:lnTo>
                <a:lnTo>
                  <a:pt x="1046683" y="585811"/>
                </a:lnTo>
                <a:lnTo>
                  <a:pt x="1046266" y="589324"/>
                </a:lnTo>
                <a:lnTo>
                  <a:pt x="1045826" y="592830"/>
                </a:lnTo>
                <a:lnTo>
                  <a:pt x="1045364" y="596328"/>
                </a:lnTo>
                <a:lnTo>
                  <a:pt x="1044878" y="599819"/>
                </a:lnTo>
                <a:lnTo>
                  <a:pt x="1044370" y="603303"/>
                </a:lnTo>
                <a:lnTo>
                  <a:pt x="1043839" y="606780"/>
                </a:lnTo>
                <a:lnTo>
                  <a:pt x="1043285" y="610248"/>
                </a:lnTo>
                <a:lnTo>
                  <a:pt x="1042708" y="613710"/>
                </a:lnTo>
                <a:lnTo>
                  <a:pt x="1042109" y="617163"/>
                </a:lnTo>
                <a:lnTo>
                  <a:pt x="1041488" y="620609"/>
                </a:lnTo>
                <a:lnTo>
                  <a:pt x="1041319" y="621512"/>
                </a:lnTo>
                <a:moveTo>
                  <a:pt x="1038719" y="634590"/>
                </a:moveTo>
                <a:lnTo>
                  <a:pt x="1038046" y="637720"/>
                </a:lnTo>
                <a:lnTo>
                  <a:pt x="1037292" y="641117"/>
                </a:lnTo>
                <a:lnTo>
                  <a:pt x="1036515" y="644507"/>
                </a:lnTo>
                <a:lnTo>
                  <a:pt x="1035717" y="647888"/>
                </a:lnTo>
                <a:lnTo>
                  <a:pt x="1034897" y="651260"/>
                </a:lnTo>
                <a:lnTo>
                  <a:pt x="1034055" y="654624"/>
                </a:lnTo>
                <a:lnTo>
                  <a:pt x="1033192" y="657980"/>
                </a:lnTo>
                <a:lnTo>
                  <a:pt x="1032307" y="661327"/>
                </a:lnTo>
                <a:lnTo>
                  <a:pt x="1031401" y="664665"/>
                </a:lnTo>
                <a:lnTo>
                  <a:pt x="1030473" y="667994"/>
                </a:lnTo>
                <a:lnTo>
                  <a:pt x="1029524" y="671314"/>
                </a:lnTo>
                <a:lnTo>
                  <a:pt x="1028923" y="673365"/>
                </a:lnTo>
                <a:moveTo>
                  <a:pt x="1025001" y="686109"/>
                </a:moveTo>
                <a:lnTo>
                  <a:pt x="1024463" y="687778"/>
                </a:lnTo>
                <a:lnTo>
                  <a:pt x="1023388" y="691043"/>
                </a:lnTo>
                <a:lnTo>
                  <a:pt x="1022293" y="694299"/>
                </a:lnTo>
                <a:lnTo>
                  <a:pt x="1021176" y="697545"/>
                </a:lnTo>
                <a:lnTo>
                  <a:pt x="1020039" y="700781"/>
                </a:lnTo>
                <a:lnTo>
                  <a:pt x="1018882" y="704008"/>
                </a:lnTo>
                <a:lnTo>
                  <a:pt x="1017704" y="707225"/>
                </a:lnTo>
                <a:lnTo>
                  <a:pt x="1016506" y="710432"/>
                </a:lnTo>
                <a:lnTo>
                  <a:pt x="1015287" y="713629"/>
                </a:lnTo>
                <a:lnTo>
                  <a:pt x="1014049" y="716816"/>
                </a:lnTo>
                <a:lnTo>
                  <a:pt x="1012790" y="719993"/>
                </a:lnTo>
                <a:lnTo>
                  <a:pt x="1011511" y="723159"/>
                </a:lnTo>
                <a:lnTo>
                  <a:pt x="1011297" y="723680"/>
                </a:lnTo>
                <a:moveTo>
                  <a:pt x="1006094" y="735957"/>
                </a:moveTo>
                <a:lnTo>
                  <a:pt x="1004820" y="738838"/>
                </a:lnTo>
                <a:lnTo>
                  <a:pt x="1003422" y="741942"/>
                </a:lnTo>
                <a:lnTo>
                  <a:pt x="1002005" y="745035"/>
                </a:lnTo>
                <a:lnTo>
                  <a:pt x="1000569" y="748118"/>
                </a:lnTo>
                <a:lnTo>
                  <a:pt x="999114" y="751189"/>
                </a:lnTo>
                <a:lnTo>
                  <a:pt x="997639" y="754250"/>
                </a:lnTo>
                <a:lnTo>
                  <a:pt x="996145" y="757300"/>
                </a:lnTo>
                <a:lnTo>
                  <a:pt x="994632" y="760338"/>
                </a:lnTo>
                <a:lnTo>
                  <a:pt x="993100" y="763366"/>
                </a:lnTo>
                <a:lnTo>
                  <a:pt x="991549" y="766382"/>
                </a:lnTo>
                <a:lnTo>
                  <a:pt x="989979" y="769386"/>
                </a:lnTo>
                <a:lnTo>
                  <a:pt x="988627" y="771934"/>
                </a:lnTo>
                <a:moveTo>
                  <a:pt x="982200" y="783617"/>
                </a:moveTo>
                <a:lnTo>
                  <a:pt x="981850" y="784237"/>
                </a:lnTo>
                <a:lnTo>
                  <a:pt x="980168" y="787172"/>
                </a:lnTo>
                <a:lnTo>
                  <a:pt x="978469" y="790095"/>
                </a:lnTo>
                <a:lnTo>
                  <a:pt x="976751" y="793006"/>
                </a:lnTo>
                <a:lnTo>
                  <a:pt x="975015" y="795905"/>
                </a:lnTo>
                <a:lnTo>
                  <a:pt x="973260" y="798792"/>
                </a:lnTo>
                <a:lnTo>
                  <a:pt x="971488" y="801667"/>
                </a:lnTo>
                <a:lnTo>
                  <a:pt x="969698" y="804529"/>
                </a:lnTo>
                <a:lnTo>
                  <a:pt x="967890" y="807379"/>
                </a:lnTo>
                <a:lnTo>
                  <a:pt x="966065" y="810217"/>
                </a:lnTo>
                <a:lnTo>
                  <a:pt x="964221" y="813042"/>
                </a:lnTo>
                <a:lnTo>
                  <a:pt x="962360" y="815854"/>
                </a:lnTo>
                <a:lnTo>
                  <a:pt x="961167" y="817632"/>
                </a:lnTo>
                <a:moveTo>
                  <a:pt x="953589" y="828603"/>
                </a:moveTo>
                <a:lnTo>
                  <a:pt x="952794" y="829725"/>
                </a:lnTo>
                <a:lnTo>
                  <a:pt x="950829" y="832460"/>
                </a:lnTo>
                <a:lnTo>
                  <a:pt x="948847" y="835182"/>
                </a:lnTo>
                <a:lnTo>
                  <a:pt x="946848" y="837891"/>
                </a:lnTo>
                <a:lnTo>
                  <a:pt x="944833" y="840587"/>
                </a:lnTo>
                <a:lnTo>
                  <a:pt x="942800" y="843269"/>
                </a:lnTo>
                <a:lnTo>
                  <a:pt x="940750" y="845938"/>
                </a:lnTo>
                <a:lnTo>
                  <a:pt x="938684" y="848593"/>
                </a:lnTo>
                <a:lnTo>
                  <a:pt x="936602" y="851234"/>
                </a:lnTo>
                <a:lnTo>
                  <a:pt x="934502" y="853862"/>
                </a:lnTo>
                <a:lnTo>
                  <a:pt x="932387" y="856476"/>
                </a:lnTo>
                <a:lnTo>
                  <a:pt x="930255" y="859076"/>
                </a:lnTo>
                <a:lnTo>
                  <a:pt x="929224" y="860317"/>
                </a:lnTo>
                <a:moveTo>
                  <a:pt x="920577" y="870467"/>
                </a:moveTo>
                <a:lnTo>
                  <a:pt x="919352" y="871867"/>
                </a:lnTo>
                <a:lnTo>
                  <a:pt x="917124" y="874382"/>
                </a:lnTo>
                <a:lnTo>
                  <a:pt x="914879" y="876884"/>
                </a:lnTo>
                <a:lnTo>
                  <a:pt x="912619" y="879370"/>
                </a:lnTo>
                <a:lnTo>
                  <a:pt x="910344" y="881842"/>
                </a:lnTo>
                <a:lnTo>
                  <a:pt x="908052" y="884300"/>
                </a:lnTo>
                <a:lnTo>
                  <a:pt x="905746" y="886742"/>
                </a:lnTo>
                <a:lnTo>
                  <a:pt x="903423" y="889170"/>
                </a:lnTo>
                <a:lnTo>
                  <a:pt x="901086" y="891583"/>
                </a:lnTo>
                <a:lnTo>
                  <a:pt x="898733" y="893981"/>
                </a:lnTo>
                <a:lnTo>
                  <a:pt x="896365" y="896364"/>
                </a:lnTo>
                <a:lnTo>
                  <a:pt x="893982" y="898732"/>
                </a:lnTo>
                <a:lnTo>
                  <a:pt x="893137" y="899562"/>
                </a:lnTo>
                <a:moveTo>
                  <a:pt x="883510" y="908788"/>
                </a:moveTo>
                <a:lnTo>
                  <a:pt x="881843" y="910343"/>
                </a:lnTo>
                <a:lnTo>
                  <a:pt x="879371" y="912618"/>
                </a:lnTo>
                <a:lnTo>
                  <a:pt x="876884" y="914878"/>
                </a:lnTo>
                <a:lnTo>
                  <a:pt x="874383" y="917123"/>
                </a:lnTo>
                <a:lnTo>
                  <a:pt x="871868" y="919351"/>
                </a:lnTo>
                <a:lnTo>
                  <a:pt x="869338" y="921564"/>
                </a:lnTo>
                <a:lnTo>
                  <a:pt x="866794" y="923760"/>
                </a:lnTo>
                <a:lnTo>
                  <a:pt x="864236" y="925941"/>
                </a:lnTo>
                <a:lnTo>
                  <a:pt x="861664" y="928105"/>
                </a:lnTo>
                <a:lnTo>
                  <a:pt x="859077" y="930254"/>
                </a:lnTo>
                <a:lnTo>
                  <a:pt x="856477" y="932386"/>
                </a:lnTo>
                <a:lnTo>
                  <a:pt x="853863" y="934501"/>
                </a:lnTo>
                <a:lnTo>
                  <a:pt x="853278" y="934969"/>
                </a:lnTo>
                <a:moveTo>
                  <a:pt x="842770" y="943177"/>
                </a:moveTo>
                <a:lnTo>
                  <a:pt x="840588" y="944832"/>
                </a:lnTo>
                <a:lnTo>
                  <a:pt x="837892" y="946847"/>
                </a:lnTo>
                <a:lnTo>
                  <a:pt x="835183" y="948846"/>
                </a:lnTo>
                <a:lnTo>
                  <a:pt x="832461" y="950828"/>
                </a:lnTo>
                <a:lnTo>
                  <a:pt x="829726" y="952793"/>
                </a:lnTo>
                <a:lnTo>
                  <a:pt x="826978" y="954741"/>
                </a:lnTo>
                <a:lnTo>
                  <a:pt x="824216" y="956672"/>
                </a:lnTo>
                <a:lnTo>
                  <a:pt x="821442" y="958585"/>
                </a:lnTo>
                <a:lnTo>
                  <a:pt x="818655" y="960481"/>
                </a:lnTo>
                <a:lnTo>
                  <a:pt x="815855" y="962359"/>
                </a:lnTo>
                <a:lnTo>
                  <a:pt x="813043" y="964220"/>
                </a:lnTo>
                <a:lnTo>
                  <a:pt x="810218" y="966064"/>
                </a:lnTo>
                <a:lnTo>
                  <a:pt x="810049" y="966172"/>
                </a:lnTo>
                <a:moveTo>
                  <a:pt x="798765" y="973276"/>
                </a:moveTo>
                <a:lnTo>
                  <a:pt x="795906" y="975014"/>
                </a:lnTo>
                <a:lnTo>
                  <a:pt x="793007" y="976750"/>
                </a:lnTo>
                <a:lnTo>
                  <a:pt x="790096" y="978468"/>
                </a:lnTo>
                <a:lnTo>
                  <a:pt x="787173" y="980167"/>
                </a:lnTo>
                <a:lnTo>
                  <a:pt x="784238" y="981849"/>
                </a:lnTo>
                <a:lnTo>
                  <a:pt x="781291" y="983512"/>
                </a:lnTo>
                <a:lnTo>
                  <a:pt x="778332" y="985156"/>
                </a:lnTo>
                <a:lnTo>
                  <a:pt x="775362" y="986782"/>
                </a:lnTo>
                <a:lnTo>
                  <a:pt x="772380" y="988389"/>
                </a:lnTo>
                <a:lnTo>
                  <a:pt x="769387" y="989978"/>
                </a:lnTo>
                <a:lnTo>
                  <a:pt x="766382" y="991548"/>
                </a:lnTo>
                <a:lnTo>
                  <a:pt x="763881" y="992834"/>
                </a:lnTo>
                <a:moveTo>
                  <a:pt x="751933" y="998755"/>
                </a:moveTo>
                <a:lnTo>
                  <a:pt x="751190" y="999113"/>
                </a:lnTo>
                <a:lnTo>
                  <a:pt x="748118" y="1000568"/>
                </a:lnTo>
                <a:lnTo>
                  <a:pt x="745036" y="1002004"/>
                </a:lnTo>
                <a:lnTo>
                  <a:pt x="741943" y="1003421"/>
                </a:lnTo>
                <a:lnTo>
                  <a:pt x="738839" y="1004819"/>
                </a:lnTo>
                <a:lnTo>
                  <a:pt x="735724" y="1006196"/>
                </a:lnTo>
                <a:lnTo>
                  <a:pt x="732599" y="1007554"/>
                </a:lnTo>
                <a:lnTo>
                  <a:pt x="729463" y="1008893"/>
                </a:lnTo>
                <a:lnTo>
                  <a:pt x="726317" y="1010211"/>
                </a:lnTo>
                <a:lnTo>
                  <a:pt x="723160" y="1011510"/>
                </a:lnTo>
                <a:lnTo>
                  <a:pt x="719993" y="1012789"/>
                </a:lnTo>
                <a:lnTo>
                  <a:pt x="716816" y="1014048"/>
                </a:lnTo>
                <a:lnTo>
                  <a:pt x="715240" y="1014661"/>
                </a:lnTo>
                <a:moveTo>
                  <a:pt x="702751" y="1019332"/>
                </a:moveTo>
                <a:lnTo>
                  <a:pt x="700782" y="1020038"/>
                </a:lnTo>
                <a:lnTo>
                  <a:pt x="697545" y="1021175"/>
                </a:lnTo>
                <a:lnTo>
                  <a:pt x="694299" y="1022292"/>
                </a:lnTo>
                <a:lnTo>
                  <a:pt x="691044" y="1023387"/>
                </a:lnTo>
                <a:lnTo>
                  <a:pt x="687779" y="1024462"/>
                </a:lnTo>
                <a:lnTo>
                  <a:pt x="684505" y="1025516"/>
                </a:lnTo>
                <a:lnTo>
                  <a:pt x="681221" y="1026550"/>
                </a:lnTo>
                <a:lnTo>
                  <a:pt x="677928" y="1027562"/>
                </a:lnTo>
                <a:lnTo>
                  <a:pt x="674626" y="1028553"/>
                </a:lnTo>
                <a:lnTo>
                  <a:pt x="671315" y="1029523"/>
                </a:lnTo>
                <a:lnTo>
                  <a:pt x="667994" y="1030472"/>
                </a:lnTo>
                <a:lnTo>
                  <a:pt x="664665" y="1031400"/>
                </a:lnTo>
                <a:lnTo>
                  <a:pt x="664626" y="1031411"/>
                </a:lnTo>
                <a:moveTo>
                  <a:pt x="651724" y="1034780"/>
                </a:moveTo>
                <a:lnTo>
                  <a:pt x="651261" y="1034896"/>
                </a:lnTo>
                <a:lnTo>
                  <a:pt x="647888" y="1035716"/>
                </a:lnTo>
                <a:lnTo>
                  <a:pt x="644507" y="1036514"/>
                </a:lnTo>
                <a:lnTo>
                  <a:pt x="641118" y="1037291"/>
                </a:lnTo>
                <a:lnTo>
                  <a:pt x="637720" y="1038045"/>
                </a:lnTo>
                <a:lnTo>
                  <a:pt x="634314" y="1038778"/>
                </a:lnTo>
                <a:lnTo>
                  <a:pt x="630900" y="1039488"/>
                </a:lnTo>
                <a:lnTo>
                  <a:pt x="627478" y="1040177"/>
                </a:lnTo>
                <a:lnTo>
                  <a:pt x="624048" y="1040843"/>
                </a:lnTo>
                <a:lnTo>
                  <a:pt x="620610" y="1041487"/>
                </a:lnTo>
                <a:lnTo>
                  <a:pt x="617164" y="1042108"/>
                </a:lnTo>
                <a:lnTo>
                  <a:pt x="613710" y="1042707"/>
                </a:lnTo>
                <a:lnTo>
                  <a:pt x="612564" y="1042898"/>
                </a:lnTo>
                <a:moveTo>
                  <a:pt x="599387" y="1044937"/>
                </a:moveTo>
                <a:lnTo>
                  <a:pt x="596329" y="1045363"/>
                </a:lnTo>
                <a:lnTo>
                  <a:pt x="592830" y="1045825"/>
                </a:lnTo>
                <a:lnTo>
                  <a:pt x="589324" y="1046265"/>
                </a:lnTo>
                <a:lnTo>
                  <a:pt x="585811" y="1046682"/>
                </a:lnTo>
                <a:lnTo>
                  <a:pt x="582292" y="1047075"/>
                </a:lnTo>
                <a:lnTo>
                  <a:pt x="578765" y="1047445"/>
                </a:lnTo>
                <a:lnTo>
                  <a:pt x="575231" y="1047792"/>
                </a:lnTo>
                <a:lnTo>
                  <a:pt x="571690" y="1048115"/>
                </a:lnTo>
                <a:lnTo>
                  <a:pt x="568143" y="1048415"/>
                </a:lnTo>
                <a:lnTo>
                  <a:pt x="564589" y="1048692"/>
                </a:lnTo>
                <a:lnTo>
                  <a:pt x="561029" y="1048945"/>
                </a:lnTo>
                <a:lnTo>
                  <a:pt x="559605" y="1049036"/>
                </a:lnTo>
                <a:moveTo>
                  <a:pt x="546289" y="1049734"/>
                </a:moveTo>
                <a:lnTo>
                  <a:pt x="543130" y="1049852"/>
                </a:lnTo>
                <a:lnTo>
                  <a:pt x="539532" y="1049961"/>
                </a:lnTo>
                <a:lnTo>
                  <a:pt x="535927" y="1050046"/>
                </a:lnTo>
                <a:lnTo>
                  <a:pt x="532317" y="1050107"/>
                </a:lnTo>
                <a:lnTo>
                  <a:pt x="528701" y="1050144"/>
                </a:lnTo>
                <a:lnTo>
                  <a:pt x="525078" y="1050156"/>
                </a:lnTo>
                <a:lnTo>
                  <a:pt x="521456" y="1050144"/>
                </a:lnTo>
                <a:lnTo>
                  <a:pt x="517840" y="1050107"/>
                </a:lnTo>
                <a:lnTo>
                  <a:pt x="514230" y="1050046"/>
                </a:lnTo>
                <a:lnTo>
                  <a:pt x="510625" y="1049961"/>
                </a:lnTo>
                <a:lnTo>
                  <a:pt x="507027" y="1049852"/>
                </a:lnTo>
                <a:lnTo>
                  <a:pt x="506296" y="1049824"/>
                </a:lnTo>
                <a:moveTo>
                  <a:pt x="492977" y="1049190"/>
                </a:moveTo>
                <a:lnTo>
                  <a:pt x="492695" y="1049174"/>
                </a:lnTo>
                <a:lnTo>
                  <a:pt x="489128" y="1048945"/>
                </a:lnTo>
                <a:lnTo>
                  <a:pt x="485568" y="1048692"/>
                </a:lnTo>
                <a:lnTo>
                  <a:pt x="482014" y="1048415"/>
                </a:lnTo>
                <a:lnTo>
                  <a:pt x="478467" y="1048115"/>
                </a:lnTo>
                <a:lnTo>
                  <a:pt x="474926" y="1047792"/>
                </a:lnTo>
                <a:lnTo>
                  <a:pt x="471392" y="1047445"/>
                </a:lnTo>
                <a:lnTo>
                  <a:pt x="467865" y="1047075"/>
                </a:lnTo>
                <a:lnTo>
                  <a:pt x="464345" y="1046682"/>
                </a:lnTo>
                <a:lnTo>
                  <a:pt x="460833" y="1046265"/>
                </a:lnTo>
                <a:lnTo>
                  <a:pt x="457327" y="1045825"/>
                </a:lnTo>
                <a:lnTo>
                  <a:pt x="453828" y="1045363"/>
                </a:lnTo>
                <a:lnTo>
                  <a:pt x="453176" y="1045272"/>
                </a:lnTo>
                <a:moveTo>
                  <a:pt x="439990" y="1043297"/>
                </a:moveTo>
                <a:lnTo>
                  <a:pt x="439908" y="1043284"/>
                </a:lnTo>
                <a:lnTo>
                  <a:pt x="436447" y="1042707"/>
                </a:lnTo>
                <a:lnTo>
                  <a:pt x="432993" y="1042108"/>
                </a:lnTo>
                <a:lnTo>
                  <a:pt x="429547" y="1041487"/>
                </a:lnTo>
                <a:lnTo>
                  <a:pt x="426109" y="1040843"/>
                </a:lnTo>
                <a:lnTo>
                  <a:pt x="422679" y="1040177"/>
                </a:lnTo>
                <a:lnTo>
                  <a:pt x="419257" y="1039488"/>
                </a:lnTo>
                <a:lnTo>
                  <a:pt x="415843" y="1038778"/>
                </a:lnTo>
                <a:lnTo>
                  <a:pt x="412437" y="1038045"/>
                </a:lnTo>
                <a:lnTo>
                  <a:pt x="409039" y="1037291"/>
                </a:lnTo>
                <a:lnTo>
                  <a:pt x="405650" y="1036514"/>
                </a:lnTo>
                <a:lnTo>
                  <a:pt x="402269" y="1035716"/>
                </a:lnTo>
                <a:lnTo>
                  <a:pt x="400793" y="1035357"/>
                </a:lnTo>
                <a:moveTo>
                  <a:pt x="387876" y="1032047"/>
                </a:moveTo>
                <a:lnTo>
                  <a:pt x="385492" y="1031400"/>
                </a:lnTo>
                <a:lnTo>
                  <a:pt x="382163" y="1030472"/>
                </a:lnTo>
                <a:lnTo>
                  <a:pt x="378842" y="1029523"/>
                </a:lnTo>
                <a:lnTo>
                  <a:pt x="375531" y="1028553"/>
                </a:lnTo>
                <a:lnTo>
                  <a:pt x="372229" y="1027562"/>
                </a:lnTo>
                <a:lnTo>
                  <a:pt x="368936" y="1026550"/>
                </a:lnTo>
                <a:lnTo>
                  <a:pt x="365652" y="1025516"/>
                </a:lnTo>
                <a:lnTo>
                  <a:pt x="362378" y="1024462"/>
                </a:lnTo>
                <a:lnTo>
                  <a:pt x="359113" y="1023387"/>
                </a:lnTo>
                <a:lnTo>
                  <a:pt x="355858" y="1022292"/>
                </a:lnTo>
                <a:lnTo>
                  <a:pt x="352612" y="1021175"/>
                </a:lnTo>
                <a:lnTo>
                  <a:pt x="349694" y="1020150"/>
                </a:lnTo>
                <a:moveTo>
                  <a:pt x="337184" y="1015536"/>
                </a:moveTo>
                <a:lnTo>
                  <a:pt x="336528" y="1015286"/>
                </a:lnTo>
                <a:lnTo>
                  <a:pt x="333341" y="1014048"/>
                </a:lnTo>
                <a:lnTo>
                  <a:pt x="330164" y="1012789"/>
                </a:lnTo>
                <a:lnTo>
                  <a:pt x="326997" y="1011510"/>
                </a:lnTo>
                <a:lnTo>
                  <a:pt x="323840" y="1010211"/>
                </a:lnTo>
                <a:lnTo>
                  <a:pt x="320694" y="1008893"/>
                </a:lnTo>
                <a:lnTo>
                  <a:pt x="317558" y="1007554"/>
                </a:lnTo>
                <a:lnTo>
                  <a:pt x="314433" y="1006196"/>
                </a:lnTo>
                <a:lnTo>
                  <a:pt x="311318" y="1004819"/>
                </a:lnTo>
                <a:lnTo>
                  <a:pt x="308214" y="1003421"/>
                </a:lnTo>
                <a:lnTo>
                  <a:pt x="305121" y="1002004"/>
                </a:lnTo>
                <a:lnTo>
                  <a:pt x="302039" y="1000568"/>
                </a:lnTo>
                <a:lnTo>
                  <a:pt x="300417" y="999800"/>
                </a:lnTo>
                <a:moveTo>
                  <a:pt x="288443" y="993935"/>
                </a:moveTo>
                <a:lnTo>
                  <a:pt x="286791" y="993099"/>
                </a:lnTo>
                <a:lnTo>
                  <a:pt x="283775" y="991548"/>
                </a:lnTo>
                <a:lnTo>
                  <a:pt x="280770" y="989978"/>
                </a:lnTo>
                <a:lnTo>
                  <a:pt x="277777" y="988389"/>
                </a:lnTo>
                <a:lnTo>
                  <a:pt x="274795" y="986782"/>
                </a:lnTo>
                <a:lnTo>
                  <a:pt x="271825" y="985156"/>
                </a:lnTo>
                <a:lnTo>
                  <a:pt x="268866" y="983512"/>
                </a:lnTo>
                <a:lnTo>
                  <a:pt x="265919" y="981849"/>
                </a:lnTo>
                <a:lnTo>
                  <a:pt x="262984" y="980167"/>
                </a:lnTo>
                <a:lnTo>
                  <a:pt x="260061" y="978468"/>
                </a:lnTo>
                <a:lnTo>
                  <a:pt x="257150" y="976750"/>
                </a:lnTo>
                <a:lnTo>
                  <a:pt x="254251" y="975014"/>
                </a:lnTo>
                <a:lnTo>
                  <a:pt x="253468" y="974538"/>
                </a:lnTo>
                <a:moveTo>
                  <a:pt x="242151" y="967487"/>
                </a:moveTo>
                <a:lnTo>
                  <a:pt x="239939" y="966064"/>
                </a:lnTo>
                <a:lnTo>
                  <a:pt x="237114" y="964220"/>
                </a:lnTo>
                <a:lnTo>
                  <a:pt x="234302" y="962359"/>
                </a:lnTo>
                <a:lnTo>
                  <a:pt x="231502" y="960481"/>
                </a:lnTo>
                <a:lnTo>
                  <a:pt x="228715" y="958585"/>
                </a:lnTo>
                <a:lnTo>
                  <a:pt x="225941" y="956672"/>
                </a:lnTo>
                <a:lnTo>
                  <a:pt x="223180" y="954741"/>
                </a:lnTo>
                <a:lnTo>
                  <a:pt x="220431" y="952793"/>
                </a:lnTo>
                <a:lnTo>
                  <a:pt x="217696" y="950828"/>
                </a:lnTo>
                <a:lnTo>
                  <a:pt x="214974" y="948846"/>
                </a:lnTo>
                <a:lnTo>
                  <a:pt x="212265" y="946847"/>
                </a:lnTo>
                <a:lnTo>
                  <a:pt x="209570" y="944832"/>
                </a:lnTo>
                <a:lnTo>
                  <a:pt x="209323" y="944645"/>
                </a:lnTo>
                <a:moveTo>
                  <a:pt x="198777" y="936485"/>
                </a:moveTo>
                <a:lnTo>
                  <a:pt x="196294" y="934501"/>
                </a:lnTo>
                <a:lnTo>
                  <a:pt x="193680" y="932386"/>
                </a:lnTo>
                <a:lnTo>
                  <a:pt x="191080" y="930254"/>
                </a:lnTo>
                <a:lnTo>
                  <a:pt x="188493" y="928105"/>
                </a:lnTo>
                <a:lnTo>
                  <a:pt x="185921" y="925941"/>
                </a:lnTo>
                <a:lnTo>
                  <a:pt x="183363" y="923760"/>
                </a:lnTo>
                <a:lnTo>
                  <a:pt x="180819" y="921564"/>
                </a:lnTo>
                <a:lnTo>
                  <a:pt x="178289" y="919351"/>
                </a:lnTo>
                <a:lnTo>
                  <a:pt x="175774" y="917123"/>
                </a:lnTo>
                <a:lnTo>
                  <a:pt x="173273" y="914878"/>
                </a:lnTo>
                <a:lnTo>
                  <a:pt x="170786" y="912618"/>
                </a:lnTo>
                <a:lnTo>
                  <a:pt x="168424" y="910444"/>
                </a:lnTo>
                <a:moveTo>
                  <a:pt x="158756" y="901262"/>
                </a:moveTo>
                <a:lnTo>
                  <a:pt x="158573" y="901085"/>
                </a:lnTo>
                <a:lnTo>
                  <a:pt x="156175" y="898732"/>
                </a:lnTo>
                <a:lnTo>
                  <a:pt x="153792" y="896364"/>
                </a:lnTo>
                <a:lnTo>
                  <a:pt x="151424" y="893981"/>
                </a:lnTo>
                <a:lnTo>
                  <a:pt x="149071" y="891583"/>
                </a:lnTo>
                <a:lnTo>
                  <a:pt x="146734" y="889170"/>
                </a:lnTo>
                <a:lnTo>
                  <a:pt x="144412" y="886742"/>
                </a:lnTo>
                <a:lnTo>
                  <a:pt x="142105" y="884300"/>
                </a:lnTo>
                <a:lnTo>
                  <a:pt x="139814" y="881842"/>
                </a:lnTo>
                <a:lnTo>
                  <a:pt x="137538" y="879370"/>
                </a:lnTo>
                <a:lnTo>
                  <a:pt x="135278" y="876884"/>
                </a:lnTo>
                <a:lnTo>
                  <a:pt x="133033" y="874382"/>
                </a:lnTo>
                <a:lnTo>
                  <a:pt x="131183" y="872293"/>
                </a:lnTo>
                <a:moveTo>
                  <a:pt x="122489" y="862184"/>
                </a:moveTo>
                <a:lnTo>
                  <a:pt x="122051" y="861663"/>
                </a:lnTo>
                <a:lnTo>
                  <a:pt x="119902" y="859076"/>
                </a:lnTo>
                <a:lnTo>
                  <a:pt x="117770" y="856476"/>
                </a:lnTo>
                <a:lnTo>
                  <a:pt x="115655" y="853862"/>
                </a:lnTo>
                <a:lnTo>
                  <a:pt x="113556" y="851234"/>
                </a:lnTo>
                <a:lnTo>
                  <a:pt x="111473" y="848593"/>
                </a:lnTo>
                <a:lnTo>
                  <a:pt x="109407" y="845938"/>
                </a:lnTo>
                <a:lnTo>
                  <a:pt x="107357" y="843269"/>
                </a:lnTo>
                <a:lnTo>
                  <a:pt x="105325" y="840587"/>
                </a:lnTo>
                <a:lnTo>
                  <a:pt x="103309" y="837891"/>
                </a:lnTo>
                <a:lnTo>
                  <a:pt x="101310" y="835182"/>
                </a:lnTo>
                <a:lnTo>
                  <a:pt x="99328" y="832460"/>
                </a:lnTo>
                <a:lnTo>
                  <a:pt x="97978" y="830582"/>
                </a:lnTo>
                <a:moveTo>
                  <a:pt x="90350" y="819646"/>
                </a:moveTo>
                <a:lnTo>
                  <a:pt x="89675" y="818654"/>
                </a:lnTo>
                <a:lnTo>
                  <a:pt x="87797" y="815854"/>
                </a:lnTo>
                <a:lnTo>
                  <a:pt x="85936" y="813042"/>
                </a:lnTo>
                <a:lnTo>
                  <a:pt x="84092" y="810217"/>
                </a:lnTo>
                <a:lnTo>
                  <a:pt x="82267" y="807379"/>
                </a:lnTo>
                <a:lnTo>
                  <a:pt x="80459" y="804529"/>
                </a:lnTo>
                <a:lnTo>
                  <a:pt x="78669" y="801667"/>
                </a:lnTo>
                <a:lnTo>
                  <a:pt x="76897" y="798792"/>
                </a:lnTo>
                <a:lnTo>
                  <a:pt x="75143" y="795905"/>
                </a:lnTo>
                <a:lnTo>
                  <a:pt x="73406" y="793006"/>
                </a:lnTo>
                <a:lnTo>
                  <a:pt x="71689" y="790095"/>
                </a:lnTo>
                <a:lnTo>
                  <a:pt x="69989" y="787172"/>
                </a:lnTo>
                <a:lnTo>
                  <a:pt x="69161" y="785727"/>
                </a:lnTo>
                <a:moveTo>
                  <a:pt x="62680" y="774074"/>
                </a:moveTo>
                <a:lnTo>
                  <a:pt x="61767" y="772380"/>
                </a:lnTo>
                <a:lnTo>
                  <a:pt x="60178" y="769386"/>
                </a:lnTo>
                <a:lnTo>
                  <a:pt x="58608" y="766382"/>
                </a:lnTo>
                <a:lnTo>
                  <a:pt x="57057" y="763366"/>
                </a:lnTo>
                <a:lnTo>
                  <a:pt x="55525" y="760338"/>
                </a:lnTo>
                <a:lnTo>
                  <a:pt x="54012" y="757300"/>
                </a:lnTo>
                <a:lnTo>
                  <a:pt x="52518" y="754250"/>
                </a:lnTo>
                <a:lnTo>
                  <a:pt x="51043" y="751189"/>
                </a:lnTo>
                <a:lnTo>
                  <a:pt x="49588" y="748118"/>
                </a:lnTo>
                <a:lnTo>
                  <a:pt x="48152" y="745035"/>
                </a:lnTo>
                <a:lnTo>
                  <a:pt x="46735" y="741942"/>
                </a:lnTo>
                <a:lnTo>
                  <a:pt x="45338" y="738838"/>
                </a:lnTo>
                <a:lnTo>
                  <a:pt x="45046" y="738179"/>
                </a:lnTo>
                <a:moveTo>
                  <a:pt x="39785" y="725927"/>
                </a:moveTo>
                <a:lnTo>
                  <a:pt x="38646" y="723159"/>
                </a:lnTo>
                <a:lnTo>
                  <a:pt x="37367" y="719993"/>
                </a:lnTo>
                <a:lnTo>
                  <a:pt x="36108" y="716816"/>
                </a:lnTo>
                <a:lnTo>
                  <a:pt x="34870" y="713629"/>
                </a:lnTo>
                <a:lnTo>
                  <a:pt x="33651" y="710432"/>
                </a:lnTo>
                <a:lnTo>
                  <a:pt x="32453" y="707225"/>
                </a:lnTo>
                <a:lnTo>
                  <a:pt x="31275" y="704008"/>
                </a:lnTo>
                <a:lnTo>
                  <a:pt x="30118" y="700781"/>
                </a:lnTo>
                <a:lnTo>
                  <a:pt x="28981" y="697545"/>
                </a:lnTo>
                <a:lnTo>
                  <a:pt x="27865" y="694299"/>
                </a:lnTo>
                <a:lnTo>
                  <a:pt x="26769" y="691043"/>
                </a:lnTo>
                <a:lnTo>
                  <a:pt x="25905" y="688420"/>
                </a:lnTo>
                <a:moveTo>
                  <a:pt x="21924" y="675694"/>
                </a:moveTo>
                <a:lnTo>
                  <a:pt x="21603" y="674625"/>
                </a:lnTo>
                <a:lnTo>
                  <a:pt x="20633" y="671314"/>
                </a:lnTo>
                <a:lnTo>
                  <a:pt x="19684" y="667994"/>
                </a:lnTo>
                <a:lnTo>
                  <a:pt x="18756" y="664665"/>
                </a:lnTo>
                <a:lnTo>
                  <a:pt x="17850" y="661327"/>
                </a:lnTo>
                <a:lnTo>
                  <a:pt x="16965" y="657980"/>
                </a:lnTo>
                <a:lnTo>
                  <a:pt x="16102" y="654624"/>
                </a:lnTo>
                <a:lnTo>
                  <a:pt x="15260" y="651260"/>
                </a:lnTo>
                <a:lnTo>
                  <a:pt x="14440" y="647888"/>
                </a:lnTo>
                <a:lnTo>
                  <a:pt x="13642" y="644507"/>
                </a:lnTo>
                <a:lnTo>
                  <a:pt x="12865" y="641117"/>
                </a:lnTo>
                <a:lnTo>
                  <a:pt x="12111" y="637720"/>
                </a:lnTo>
                <a:lnTo>
                  <a:pt x="11949" y="636966"/>
                </a:lnTo>
                <a:moveTo>
                  <a:pt x="9286" y="623900"/>
                </a:moveTo>
                <a:lnTo>
                  <a:pt x="8669" y="620609"/>
                </a:lnTo>
                <a:lnTo>
                  <a:pt x="8048" y="617163"/>
                </a:lnTo>
                <a:lnTo>
                  <a:pt x="7449" y="613710"/>
                </a:lnTo>
                <a:lnTo>
                  <a:pt x="6872" y="610248"/>
                </a:lnTo>
                <a:lnTo>
                  <a:pt x="6319" y="606780"/>
                </a:lnTo>
                <a:lnTo>
                  <a:pt x="5787" y="603303"/>
                </a:lnTo>
                <a:lnTo>
                  <a:pt x="5279" y="599819"/>
                </a:lnTo>
                <a:lnTo>
                  <a:pt x="4793" y="596328"/>
                </a:lnTo>
                <a:lnTo>
                  <a:pt x="4331" y="592830"/>
                </a:lnTo>
                <a:lnTo>
                  <a:pt x="3891" y="589324"/>
                </a:lnTo>
                <a:lnTo>
                  <a:pt x="3474" y="585811"/>
                </a:lnTo>
                <a:lnTo>
                  <a:pt x="3312" y="584356"/>
                </a:lnTo>
                <a:moveTo>
                  <a:pt x="1990" y="571088"/>
                </a:moveTo>
                <a:lnTo>
                  <a:pt x="1741" y="568143"/>
                </a:lnTo>
                <a:lnTo>
                  <a:pt x="1464" y="564589"/>
                </a:lnTo>
                <a:lnTo>
                  <a:pt x="1211" y="561028"/>
                </a:lnTo>
                <a:lnTo>
                  <a:pt x="982" y="557461"/>
                </a:lnTo>
                <a:lnTo>
                  <a:pt x="777" y="553888"/>
                </a:lnTo>
                <a:lnTo>
                  <a:pt x="595" y="550308"/>
                </a:lnTo>
                <a:lnTo>
                  <a:pt x="438" y="546722"/>
                </a:lnTo>
                <a:lnTo>
                  <a:pt x="304" y="543129"/>
                </a:lnTo>
                <a:lnTo>
                  <a:pt x="195" y="539531"/>
                </a:lnTo>
                <a:lnTo>
                  <a:pt x="110" y="535927"/>
                </a:lnTo>
                <a:lnTo>
                  <a:pt x="49" y="532316"/>
                </a:lnTo>
                <a:lnTo>
                  <a:pt x="37" y="53114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A6A6A6"/>
            </a:solidFill>
            <a:prstDash val="solid"/>
          </a:ln>
        </p:spPr>
      </p:sp>
      <p:sp>
        <p:nvSpPr>
          <p:cNvPr id="234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F60BD06D-24EF-4D4F-954E-50AA545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3094" y="1104956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8"/>
                  <a:pt x="8677" y="0"/>
                  <a:pt x="19380" y="0"/>
                </a:cubicBezTo>
                <a:cubicBezTo>
                  <a:pt x="30084" y="0"/>
                  <a:pt x="38761" y="8678"/>
                  <a:pt x="38761" y="19381"/>
                </a:cubicBezTo>
                <a:cubicBezTo>
                  <a:pt x="38761" y="30085"/>
                  <a:pt x="30084" y="38762"/>
                  <a:pt x="19380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10C8180F-DA8B-456D-BBAF-C110D52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0966" y="1113591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B4A8A431-41F9-45D8-8BA2-F2233C5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8219" y="115491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6" y="0"/>
                  <a:pt x="19380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8884DDB8-5032-405F-BEBD-52B0CB0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9181" y="117429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F0CB1230-7086-4707-BE08-C04FA4DA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1266" y="1213058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6AD38090-34C7-4659-AAA2-EAC81DD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757" y="1275765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16892177-1CDF-45C2-A1FD-040BAE1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4874" y="1132973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6" y="0"/>
                  <a:pt x="19380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0" y="38760"/>
                </a:cubicBezTo>
                <a:cubicBezTo>
                  <a:pt x="8676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69A8EC7F-F17D-4A2B-87DC-17BF185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6396" y="124040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0933D159-9DCC-4748-BDBA-C1BFF8E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855" y="120883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60C6222B-8BB5-4DDF-A6F6-F518002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478" y="125206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1"/>
                  <a:pt x="19380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39224CBF-7896-4AAD-8D64-873588FC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3671" y="1077040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0ECFBC2F-C701-447D-8517-2E125B1D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9533" y="1091507"/>
            <a:ext cx="38760" cy="38761"/>
          </a:xfrm>
          <a:custGeom xmlns:a="http://schemas.openxmlformats.org/drawingml/2006/main">
            <a:pathLst>
              <a:path w="38760" h="38761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0" y="8677"/>
                  <a:pt x="38760" y="19381"/>
                </a:cubicBezTo>
                <a:cubicBezTo>
                  <a:pt x="38760" y="30085"/>
                  <a:pt x="30084" y="38761"/>
                  <a:pt x="19380" y="38761"/>
                </a:cubicBezTo>
                <a:cubicBezTo>
                  <a:pt x="8676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A7E1F6F7-0A66-4579-973D-663921B8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130" y="121205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EF79EC2E-B325-4536-8AFF-8467D142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7536" y="1159558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8A00D7A3-C7E6-4D6A-995B-933EC15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3651" y="118685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FD681D95-89F7-4CF0-8919-5E10B2A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3160" y="128714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BD4C6940-477A-42B6-8342-BBBE0718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62" y="1268761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A3215A18-EC28-4C49-B82B-54CE333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6997" y="1060498"/>
            <a:ext cx="38762" cy="38760"/>
          </a:xfrm>
          <a:custGeom xmlns:a="http://schemas.openxmlformats.org/drawingml/2006/main">
            <a:pathLst>
              <a:path w="38762" h="38760">
                <a:moveTo>
                  <a:pt x="0" y="19381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5" y="0"/>
                  <a:pt x="38762" y="8676"/>
                  <a:pt x="38762" y="19381"/>
                </a:cubicBezTo>
                <a:cubicBezTo>
                  <a:pt x="38762" y="30084"/>
                  <a:pt x="30085" y="38760"/>
                  <a:pt x="19381" y="38760"/>
                </a:cubicBezTo>
                <a:cubicBezTo>
                  <a:pt x="8678" y="38760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A59E6DBA-87DC-4DE2-BE5F-075862CE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119" y="1307924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2" y="8677"/>
                  <a:pt x="38762" y="19380"/>
                </a:cubicBezTo>
                <a:cubicBezTo>
                  <a:pt x="38762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98518AFF-C250-4994-9962-4B93D11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0348" y="1328873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72FF0142-27C6-4AD8-AA23-D7430C2B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859" y="1139070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A9134B0F-95A3-466D-BD7D-1C21B76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043" y="1057649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375404BE-9F1F-472A-86E1-0BDB920F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449" y="1033030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8"/>
                  <a:pt x="8678" y="0"/>
                  <a:pt x="19381" y="0"/>
                </a:cubicBezTo>
                <a:cubicBezTo>
                  <a:pt x="30085" y="0"/>
                  <a:pt x="38761" y="8678"/>
                  <a:pt x="38761" y="19381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8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1D964B8F-7395-44CE-A3DD-141D2D4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3754" y="1324848"/>
            <a:ext cx="38760" cy="38761"/>
          </a:xfrm>
          <a:custGeom xmlns:a="http://schemas.openxmlformats.org/drawingml/2006/main">
            <a:pathLst>
              <a:path w="38760" h="38761">
                <a:moveTo>
                  <a:pt x="0" y="19380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0" y="8677"/>
                  <a:pt x="38760" y="19380"/>
                </a:cubicBezTo>
                <a:cubicBezTo>
                  <a:pt x="38760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A6476C4F-FDD7-4137-97A8-450E4507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3527" y="1009463"/>
            <a:ext cx="269710" cy="387003"/>
          </a:xfrm>
          <a:custGeom xmlns:a="http://schemas.openxmlformats.org/drawingml/2006/main">
            <a:pathLst>
              <a:path w="269710" h="387003">
                <a:moveTo>
                  <a:pt x="0" y="193502"/>
                </a:moveTo>
                <a:cubicBezTo>
                  <a:pt x="0" y="86634"/>
                  <a:pt x="60377" y="0"/>
                  <a:pt x="134855" y="0"/>
                </a:cubicBezTo>
                <a:cubicBezTo>
                  <a:pt x="209334" y="0"/>
                  <a:pt x="269710" y="86634"/>
                  <a:pt x="269710" y="193502"/>
                </a:cubicBezTo>
                <a:cubicBezTo>
                  <a:pt x="269710" y="300369"/>
                  <a:pt x="209334" y="387003"/>
                  <a:pt x="134855" y="387003"/>
                </a:cubicBezTo>
                <a:cubicBezTo>
                  <a:pt x="60377" y="387003"/>
                  <a:pt x="0" y="300369"/>
                  <a:pt x="0" y="193502"/>
                </a:cubicBezTo>
              </a:path>
            </a:pathLst>
          </a:custGeom>
          <a:solidFill xmlns:a="http://schemas.openxmlformats.org/drawingml/2006/main">
            <a:srgbClr val="93C47D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FF113FC0-89F5-42BC-BD06-50C796E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065" y="694398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2" y="8677"/>
                  <a:pt x="38762" y="19380"/>
                </a:cubicBezTo>
                <a:cubicBezTo>
                  <a:pt x="38762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5B450B0A-8EE4-4307-A0FA-45032CB3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122" y="634727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C8C95011-1682-48D9-A4B5-591A72B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606" y="730703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4" y="0"/>
                  <a:pt x="38761" y="8676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8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E353F511-F197-44A5-B198-F3291DDD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567" y="75008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8"/>
                  <a:pt x="8677" y="0"/>
                  <a:pt x="19381" y="0"/>
                </a:cubicBezTo>
                <a:cubicBezTo>
                  <a:pt x="30085" y="0"/>
                  <a:pt x="38761" y="8678"/>
                  <a:pt x="38761" y="19381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0FDB1F24-68E6-47C0-93E4-CE32356F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8654" y="788844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0" y="38762"/>
                </a:cubicBezTo>
                <a:cubicBezTo>
                  <a:pt x="8676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5454D77D-D2C2-43EA-B11E-FC31EE2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6073" y="69581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694A83D0-6DA6-446F-99E4-DEA83B59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7806" y="73534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A68E18AB-655E-4AF0-8096-1520A8D0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1862" y="788844"/>
            <a:ext cx="38762" cy="38762"/>
          </a:xfrm>
          <a:custGeom xmlns:a="http://schemas.openxmlformats.org/drawingml/2006/main">
            <a:pathLst>
              <a:path w="38762" h="38762">
                <a:moveTo>
                  <a:pt x="0" y="19381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2" y="8677"/>
                  <a:pt x="38762" y="19381"/>
                </a:cubicBezTo>
                <a:cubicBezTo>
                  <a:pt x="38762" y="30085"/>
                  <a:pt x="30084" y="38762"/>
                  <a:pt x="19381" y="38762"/>
                </a:cubicBezTo>
                <a:cubicBezTo>
                  <a:pt x="8676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F94051AA-277C-4B70-A8BC-D830CF2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9574" y="69942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4"/>
                  <a:pt x="30085" y="38761"/>
                  <a:pt x="19380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43F7378D-BE69-443E-9049-A30FC8A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320" y="686893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6" y="0"/>
                  <a:pt x="19380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0" y="38760"/>
                </a:cubicBezTo>
                <a:cubicBezTo>
                  <a:pt x="8676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FDCCE608-1C07-434B-A79F-4E9BE462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9736" y="722613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86902A71-22A7-4C04-A2A3-C52C785D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7633" y="777469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0"/>
                  <a:pt x="19380" y="38760"/>
                </a:cubicBezTo>
                <a:cubicBezTo>
                  <a:pt x="8676" y="38760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326EB504-52BF-486E-972B-8F9988FB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6541" y="752685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A3FA9D8C-EE2D-4528-9388-B717DE9F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6048" y="79274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6A856B59-AC95-4762-BD76-2FA72C2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0048" y="645182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8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0A2C6AAE-4C58-4ADC-9BA3-07EA454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3884" y="812125"/>
            <a:ext cx="38762" cy="38762"/>
          </a:xfrm>
          <a:custGeom xmlns:a="http://schemas.openxmlformats.org/drawingml/2006/main">
            <a:pathLst>
              <a:path w="38762" h="38762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2" y="8676"/>
                  <a:pt x="38762" y="19381"/>
                </a:cubicBezTo>
                <a:cubicBezTo>
                  <a:pt x="38762" y="30084"/>
                  <a:pt x="30085" y="38762"/>
                  <a:pt x="19381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236930D7-1F48-45EE-86A5-9DACB4E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0723" y="82002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9719F74E-F29C-43CA-9E3C-6E531B5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9299" y="801328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8"/>
                  <a:pt x="8678" y="0"/>
                  <a:pt x="19381" y="0"/>
                </a:cubicBezTo>
                <a:cubicBezTo>
                  <a:pt x="30085" y="0"/>
                  <a:pt x="38761" y="8678"/>
                  <a:pt x="38761" y="19381"/>
                </a:cubicBezTo>
                <a:cubicBezTo>
                  <a:pt x="38761" y="30085"/>
                  <a:pt x="30085" y="38762"/>
                  <a:pt x="19381" y="38762"/>
                </a:cubicBezTo>
                <a:cubicBezTo>
                  <a:pt x="8678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ABFAC9AE-9827-4087-8B0F-5598782E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763" y="1042377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2"/>
                  <a:pt x="19380" y="38762"/>
                </a:cubicBezTo>
                <a:cubicBezTo>
                  <a:pt x="8676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C2311EBE-EC91-4953-A608-F6F8DA2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293" y="106175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F150F932-49C4-4D99-BFB5-DBE1559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5610" y="1100519"/>
            <a:ext cx="38762" cy="38761"/>
          </a:xfrm>
          <a:custGeom xmlns:a="http://schemas.openxmlformats.org/drawingml/2006/main">
            <a:pathLst>
              <a:path w="38762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2" y="8677"/>
                  <a:pt x="38762" y="19380"/>
                </a:cubicBezTo>
                <a:cubicBezTo>
                  <a:pt x="38762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5149520F-975E-4AB5-B398-B072920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570" y="1119899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1" y="38762"/>
                </a:cubicBezTo>
                <a:cubicBezTo>
                  <a:pt x="8678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62FD250F-F035-4F4E-AB58-68859573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8657" y="1158661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5" y="0"/>
                  <a:pt x="38761" y="8677"/>
                  <a:pt x="38761" y="19380"/>
                </a:cubicBezTo>
                <a:cubicBezTo>
                  <a:pt x="38761" y="30085"/>
                  <a:pt x="30085" y="38761"/>
                  <a:pt x="19381" y="38761"/>
                </a:cubicBezTo>
                <a:cubicBezTo>
                  <a:pt x="8677" y="38761"/>
                  <a:pt x="0" y="30085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F120C3EF-B24D-44F0-BBC0-DC44973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8657" y="1197421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2"/>
                  <a:pt x="19381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AF6A1FD1-7AED-4E73-8FBA-05319F0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7809" y="1105161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5" y="0"/>
                  <a:pt x="38761" y="8676"/>
                  <a:pt x="38761" y="19380"/>
                </a:cubicBezTo>
                <a:cubicBezTo>
                  <a:pt x="38761" y="30084"/>
                  <a:pt x="30085" y="38760"/>
                  <a:pt x="19381" y="38760"/>
                </a:cubicBezTo>
                <a:cubicBezTo>
                  <a:pt x="8678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BF6E43A0-102E-47E5-A3E9-6D626892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5068" y="1173820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8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2"/>
                  <a:pt x="19381" y="38762"/>
                </a:cubicBezTo>
                <a:cubicBezTo>
                  <a:pt x="8678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2CCB65B0-0F43-45DA-AA73-7B3D6E3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2246" y="1154439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CF9E0919-DF54-4A87-8FA9-6784C1FA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2245" y="1201987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5"/>
                  <a:pt x="30084" y="38761"/>
                  <a:pt x="19381" y="38761"/>
                </a:cubicBezTo>
                <a:cubicBezTo>
                  <a:pt x="8677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EEA250F4-FF6C-4EBC-B7C5-EEE0D91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2325" y="1056709"/>
            <a:ext cx="38760" cy="38762"/>
          </a:xfrm>
          <a:custGeom xmlns:a="http://schemas.openxmlformats.org/drawingml/2006/main">
            <a:pathLst>
              <a:path w="38760" h="38762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4" y="0"/>
                  <a:pt x="38760" y="8677"/>
                  <a:pt x="38760" y="19381"/>
                </a:cubicBezTo>
                <a:cubicBezTo>
                  <a:pt x="38760" y="30084"/>
                  <a:pt x="30084" y="38762"/>
                  <a:pt x="19380" y="38762"/>
                </a:cubicBezTo>
                <a:cubicBezTo>
                  <a:pt x="8677" y="38762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BED7F84D-E06A-4CF4-822F-779F98C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740" y="1092429"/>
            <a:ext cx="38760" cy="38761"/>
          </a:xfrm>
          <a:custGeom xmlns:a="http://schemas.openxmlformats.org/drawingml/2006/main">
            <a:pathLst>
              <a:path w="38760" h="38761">
                <a:moveTo>
                  <a:pt x="0" y="19381"/>
                </a:moveTo>
                <a:cubicBezTo>
                  <a:pt x="0" y="8678"/>
                  <a:pt x="8676" y="0"/>
                  <a:pt x="19380" y="0"/>
                </a:cubicBezTo>
                <a:cubicBezTo>
                  <a:pt x="30084" y="0"/>
                  <a:pt x="38760" y="8678"/>
                  <a:pt x="38760" y="19381"/>
                </a:cubicBezTo>
                <a:cubicBezTo>
                  <a:pt x="38760" y="30085"/>
                  <a:pt x="30084" y="38761"/>
                  <a:pt x="19380" y="38761"/>
                </a:cubicBezTo>
                <a:cubicBezTo>
                  <a:pt x="8676" y="38761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497F3F09-9AEE-42A6-A8AD-303F359F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9657" y="1145981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0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9DC35153-46FF-46D0-A1B2-84B699B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4927" y="1105161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1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523A6CCB-1EED-47C0-8E39-622DB678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4931" y="1165165"/>
            <a:ext cx="38761" cy="38760"/>
          </a:xfrm>
          <a:custGeom xmlns:a="http://schemas.openxmlformats.org/drawingml/2006/main">
            <a:pathLst>
              <a:path w="38761" h="38760">
                <a:moveTo>
                  <a:pt x="0" y="19380"/>
                </a:moveTo>
                <a:cubicBezTo>
                  <a:pt x="0" y="8676"/>
                  <a:pt x="8677" y="0"/>
                  <a:pt x="19380" y="0"/>
                </a:cubicBezTo>
                <a:cubicBezTo>
                  <a:pt x="30084" y="0"/>
                  <a:pt x="38761" y="8676"/>
                  <a:pt x="38761" y="19380"/>
                </a:cubicBezTo>
                <a:cubicBezTo>
                  <a:pt x="38761" y="30084"/>
                  <a:pt x="30084" y="38760"/>
                  <a:pt x="19380" y="38760"/>
                </a:cubicBezTo>
                <a:cubicBezTo>
                  <a:pt x="8677" y="38760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FEACA6AE-6C48-4716-99CA-D011C79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2199" y="1120981"/>
            <a:ext cx="38761" cy="38762"/>
          </a:xfrm>
          <a:custGeom xmlns:a="http://schemas.openxmlformats.org/drawingml/2006/main">
            <a:pathLst>
              <a:path w="38761" h="38762">
                <a:moveTo>
                  <a:pt x="0" y="19381"/>
                </a:moveTo>
                <a:cubicBezTo>
                  <a:pt x="0" y="8677"/>
                  <a:pt x="8677" y="0"/>
                  <a:pt x="19380" y="0"/>
                </a:cubicBezTo>
                <a:cubicBezTo>
                  <a:pt x="30085" y="0"/>
                  <a:pt x="38761" y="8677"/>
                  <a:pt x="38761" y="19381"/>
                </a:cubicBezTo>
                <a:cubicBezTo>
                  <a:pt x="38761" y="30085"/>
                  <a:pt x="30085" y="38762"/>
                  <a:pt x="19380" y="38762"/>
                </a:cubicBezTo>
                <a:cubicBezTo>
                  <a:pt x="8677" y="38762"/>
                  <a:pt x="0" y="30085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E72202DB-51BE-468B-B460-321D0FF9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5550" y="1214363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6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6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41BCA259-32CA-4F02-8AD3-F6F29D8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751" y="104720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8" y="0"/>
                  <a:pt x="19381" y="0"/>
                </a:cubicBezTo>
                <a:cubicBezTo>
                  <a:pt x="30085" y="0"/>
                  <a:pt x="38761" y="8676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8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F0DF59AA-7E1C-4FC5-93EE-E845373F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335" y="1158731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0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0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0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212AEB5B-8125-422F-A0CB-9ABD85F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055" y="1213829"/>
            <a:ext cx="38760" cy="38761"/>
          </a:xfrm>
          <a:custGeom xmlns:a="http://schemas.openxmlformats.org/drawingml/2006/main">
            <a:pathLst>
              <a:path w="38760" h="38761">
                <a:moveTo>
                  <a:pt x="0" y="19381"/>
                </a:moveTo>
                <a:cubicBezTo>
                  <a:pt x="0" y="8677"/>
                  <a:pt x="8676" y="0"/>
                  <a:pt x="19380" y="0"/>
                </a:cubicBezTo>
                <a:cubicBezTo>
                  <a:pt x="30084" y="0"/>
                  <a:pt x="38760" y="8677"/>
                  <a:pt x="38760" y="19381"/>
                </a:cubicBezTo>
                <a:cubicBezTo>
                  <a:pt x="38760" y="30084"/>
                  <a:pt x="30084" y="38761"/>
                  <a:pt x="19380" y="38761"/>
                </a:cubicBezTo>
                <a:cubicBezTo>
                  <a:pt x="8676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F4319244-5A3A-4EC2-9317-46386F31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9972" y="1047208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6"/>
                  <a:pt x="8677" y="0"/>
                  <a:pt x="19381" y="0"/>
                </a:cubicBezTo>
                <a:cubicBezTo>
                  <a:pt x="30085" y="0"/>
                  <a:pt x="38761" y="8676"/>
                  <a:pt x="38761" y="19381"/>
                </a:cubicBezTo>
                <a:cubicBezTo>
                  <a:pt x="38761" y="30084"/>
                  <a:pt x="30085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03CEC1C7-D8FA-4022-BBD8-929152F6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849" y="1016955"/>
            <a:ext cx="38761" cy="38761"/>
          </a:xfrm>
          <a:custGeom xmlns:a="http://schemas.openxmlformats.org/drawingml/2006/main">
            <a:pathLst>
              <a:path w="38761" h="38761">
                <a:moveTo>
                  <a:pt x="0" y="19381"/>
                </a:moveTo>
                <a:cubicBezTo>
                  <a:pt x="0" y="8677"/>
                  <a:pt x="8677" y="0"/>
                  <a:pt x="19381" y="0"/>
                </a:cubicBezTo>
                <a:cubicBezTo>
                  <a:pt x="30084" y="0"/>
                  <a:pt x="38761" y="8677"/>
                  <a:pt x="38761" y="19381"/>
                </a:cubicBezTo>
                <a:cubicBezTo>
                  <a:pt x="38761" y="30084"/>
                  <a:pt x="30084" y="38761"/>
                  <a:pt x="19381" y="38761"/>
                </a:cubicBezTo>
                <a:cubicBezTo>
                  <a:pt x="8677" y="38761"/>
                  <a:pt x="0" y="30084"/>
                  <a:pt x="0" y="19381"/>
                </a:cubicBez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FE23E885-DDF2-42C2-9447-1825E6DF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2048" y="955801"/>
            <a:ext cx="479203" cy="350517"/>
          </a:xfrm>
          <a:custGeom xmlns:a="http://schemas.openxmlformats.org/drawingml/2006/main">
            <a:pathLst>
              <a:path w="479203" h="350517">
                <a:moveTo>
                  <a:pt x="29510" y="86227"/>
                </a:moveTo>
                <a:cubicBezTo>
                  <a:pt x="59020" y="16591"/>
                  <a:pt x="177004" y="0"/>
                  <a:pt x="293034" y="49171"/>
                </a:cubicBezTo>
                <a:cubicBezTo>
                  <a:pt x="409064" y="98341"/>
                  <a:pt x="479203" y="194653"/>
                  <a:pt x="449693" y="264289"/>
                </a:cubicBezTo>
                <a:cubicBezTo>
                  <a:pt x="420182" y="333925"/>
                  <a:pt x="302199" y="350517"/>
                  <a:pt x="186169" y="301346"/>
                </a:cubicBezTo>
                <a:cubicBezTo>
                  <a:pt x="70139" y="252175"/>
                  <a:pt x="0" y="155864"/>
                  <a:pt x="29510" y="86227"/>
                </a:cubicBezTo>
              </a:path>
            </a:pathLst>
          </a:custGeom>
          <a:solidFill xmlns:a="http://schemas.openxmlformats.org/drawingml/2006/main">
            <a:srgbClr val="8E7CC3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E31BB989-C5A3-4166-8648-E7149EE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6281" y="589386"/>
            <a:ext cx="351051" cy="340523"/>
          </a:xfrm>
          <a:custGeom xmlns:a="http://schemas.openxmlformats.org/drawingml/2006/main">
            <a:pathLst>
              <a:path w="351051" h="340523">
                <a:moveTo>
                  <a:pt x="105596" y="40860"/>
                </a:moveTo>
                <a:cubicBezTo>
                  <a:pt x="181207" y="0"/>
                  <a:pt x="273809" y="24811"/>
                  <a:pt x="312431" y="96278"/>
                </a:cubicBezTo>
                <a:cubicBezTo>
                  <a:pt x="351051" y="167743"/>
                  <a:pt x="321065" y="258802"/>
                  <a:pt x="245455" y="299663"/>
                </a:cubicBezTo>
                <a:cubicBezTo>
                  <a:pt x="169844" y="340523"/>
                  <a:pt x="77242" y="315712"/>
                  <a:pt x="38621" y="244246"/>
                </a:cubicBezTo>
                <a:cubicBezTo>
                  <a:pt x="0" y="172779"/>
                  <a:pt x="29986" y="81720"/>
                  <a:pt x="105596" y="40860"/>
                </a:cubicBezTo>
              </a:path>
            </a:pathLst>
          </a:custGeom>
          <a:solidFill xmlns:a="http://schemas.openxmlformats.org/drawingml/2006/main">
            <a:srgbClr val="E0666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063C2935-BC1A-4708-B769-5474ABB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140" y="873499"/>
            <a:ext cx="98785" cy="98784"/>
          </a:xfrm>
          <a:custGeom xmlns:a="http://schemas.openxmlformats.org/drawingml/2006/main">
            <a:pathLst>
              <a:path w="98785" h="98784">
                <a:moveTo>
                  <a:pt x="0" y="23950"/>
                </a:moveTo>
                <a:lnTo>
                  <a:pt x="23951" y="0"/>
                </a:lnTo>
                <a:lnTo>
                  <a:pt x="49393" y="25442"/>
                </a:lnTo>
                <a:lnTo>
                  <a:pt x="74835" y="0"/>
                </a:lnTo>
                <a:lnTo>
                  <a:pt x="98785" y="23950"/>
                </a:lnTo>
                <a:lnTo>
                  <a:pt x="73343" y="49392"/>
                </a:lnTo>
                <a:lnTo>
                  <a:pt x="98785" y="74834"/>
                </a:lnTo>
                <a:lnTo>
                  <a:pt x="74835" y="98784"/>
                </a:lnTo>
                <a:lnTo>
                  <a:pt x="49393" y="73343"/>
                </a:lnTo>
                <a:lnTo>
                  <a:pt x="23951" y="98784"/>
                </a:lnTo>
                <a:lnTo>
                  <a:pt x="0" y="74834"/>
                </a:lnTo>
                <a:lnTo>
                  <a:pt x="25442" y="49392"/>
                </a:lnTo>
                <a:lnTo>
                  <a:pt x="0" y="2395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35703A9F-831E-4DB4-B719-7365E986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965" y="683293"/>
            <a:ext cx="98785" cy="98785"/>
          </a:xfrm>
          <a:custGeom xmlns:a="http://schemas.openxmlformats.org/drawingml/2006/main">
            <a:pathLst>
              <a:path w="98785" h="98785">
                <a:moveTo>
                  <a:pt x="0" y="23950"/>
                </a:moveTo>
                <a:lnTo>
                  <a:pt x="23950" y="0"/>
                </a:lnTo>
                <a:lnTo>
                  <a:pt x="49392" y="25442"/>
                </a:lnTo>
                <a:lnTo>
                  <a:pt x="74834" y="0"/>
                </a:lnTo>
                <a:lnTo>
                  <a:pt x="98785" y="23950"/>
                </a:lnTo>
                <a:lnTo>
                  <a:pt x="73343" y="49393"/>
                </a:lnTo>
                <a:lnTo>
                  <a:pt x="98785" y="74835"/>
                </a:lnTo>
                <a:lnTo>
                  <a:pt x="74834" y="98785"/>
                </a:lnTo>
                <a:lnTo>
                  <a:pt x="49392" y="73343"/>
                </a:lnTo>
                <a:lnTo>
                  <a:pt x="23950" y="98785"/>
                </a:lnTo>
                <a:lnTo>
                  <a:pt x="0" y="74835"/>
                </a:lnTo>
                <a:lnTo>
                  <a:pt x="25441" y="49393"/>
                </a:lnTo>
                <a:lnTo>
                  <a:pt x="0" y="23950"/>
                </a:lnTo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7426ABC9-03F7-4596-9EE9-231A321F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8032" y="777435"/>
            <a:ext cx="83274" cy="205409"/>
          </a:xfrm>
          <a:custGeom xmlns:a="http://schemas.openxmlformats.org/drawingml/2006/main">
            <a:pathLst>
              <a:path w="83274" h="205409">
                <a:moveTo>
                  <a:pt x="64483" y="7633"/>
                </a:moveTo>
                <a:lnTo>
                  <a:pt x="9200" y="194945"/>
                </a:lnTo>
                <a:lnTo>
                  <a:pt x="18791" y="197776"/>
                </a:lnTo>
                <a:lnTo>
                  <a:pt x="74075" y="10464"/>
                </a:lnTo>
                <a:lnTo>
                  <a:pt x="64483" y="7633"/>
                </a:lnTo>
                <a:moveTo>
                  <a:pt x="82533" y="38003"/>
                </a:moveTo>
                <a:lnTo>
                  <a:pt x="71950" y="0"/>
                </a:lnTo>
                <a:lnTo>
                  <a:pt x="42428" y="26166"/>
                </a:lnTo>
                <a:cubicBezTo>
                  <a:pt x="40361" y="27998"/>
                  <a:pt x="40170" y="31158"/>
                  <a:pt x="42001" y="33225"/>
                </a:cubicBezTo>
                <a:cubicBezTo>
                  <a:pt x="43834" y="35291"/>
                  <a:pt x="46994" y="35482"/>
                  <a:pt x="49061" y="33650"/>
                </a:cubicBezTo>
                <a:lnTo>
                  <a:pt x="72596" y="12791"/>
                </a:lnTo>
                <a:lnTo>
                  <a:pt x="64462" y="10390"/>
                </a:lnTo>
                <a:lnTo>
                  <a:pt x="72899" y="40686"/>
                </a:lnTo>
                <a:cubicBezTo>
                  <a:pt x="73640" y="43346"/>
                  <a:pt x="76397" y="44903"/>
                  <a:pt x="79058" y="44161"/>
                </a:cubicBezTo>
                <a:cubicBezTo>
                  <a:pt x="81718" y="43421"/>
                  <a:pt x="83274" y="40664"/>
                  <a:pt x="82533" y="38003"/>
                </a:cubicBezTo>
                <a:moveTo>
                  <a:pt x="741" y="167406"/>
                </a:moveTo>
                <a:lnTo>
                  <a:pt x="11324" y="205409"/>
                </a:lnTo>
                <a:lnTo>
                  <a:pt x="40847" y="179243"/>
                </a:lnTo>
                <a:cubicBezTo>
                  <a:pt x="42914" y="177411"/>
                  <a:pt x="43104" y="174251"/>
                  <a:pt x="41272" y="172184"/>
                </a:cubicBezTo>
                <a:cubicBezTo>
                  <a:pt x="39441" y="170118"/>
                  <a:pt x="36281" y="169927"/>
                  <a:pt x="34214" y="171759"/>
                </a:cubicBezTo>
                <a:lnTo>
                  <a:pt x="10678" y="192618"/>
                </a:lnTo>
                <a:lnTo>
                  <a:pt x="18812" y="195019"/>
                </a:lnTo>
                <a:lnTo>
                  <a:pt x="10376" y="164723"/>
                </a:lnTo>
                <a:cubicBezTo>
                  <a:pt x="9634" y="162063"/>
                  <a:pt x="6877" y="160507"/>
                  <a:pt x="4217" y="161248"/>
                </a:cubicBezTo>
                <a:cubicBezTo>
                  <a:pt x="1556" y="161988"/>
                  <a:pt x="0" y="164746"/>
                  <a:pt x="741" y="167406"/>
                </a:cubicBezTo>
              </a:path>
            </a:pathLst>
          </a:custGeom>
          <a:solidFill xmlns:a="http://schemas.openxmlformats.org/drawingml/2006/main">
            <a:srgbClr val="F4B183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E2923F3A-40EA-4A84-BD24-A17EC57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9810" y="732730"/>
            <a:ext cx="248973" cy="46601"/>
          </a:xfrm>
          <a:custGeom xmlns:a="http://schemas.openxmlformats.org/drawingml/2006/main">
            <a:pathLst>
              <a:path w="248973" h="46601">
                <a:moveTo>
                  <a:pt x="9486" y="17094"/>
                </a:moveTo>
                <a:lnTo>
                  <a:pt x="239591" y="19507"/>
                </a:lnTo>
                <a:lnTo>
                  <a:pt x="239485" y="29507"/>
                </a:lnTo>
                <a:lnTo>
                  <a:pt x="9381" y="27093"/>
                </a:lnTo>
                <a:lnTo>
                  <a:pt x="9486" y="17094"/>
                </a:lnTo>
                <a:moveTo>
                  <a:pt x="33232" y="43252"/>
                </a:moveTo>
                <a:lnTo>
                  <a:pt x="0" y="21995"/>
                </a:lnTo>
                <a:lnTo>
                  <a:pt x="33670" y="1438"/>
                </a:lnTo>
                <a:cubicBezTo>
                  <a:pt x="36027" y="0"/>
                  <a:pt x="39104" y="744"/>
                  <a:pt x="40543" y="3101"/>
                </a:cubicBezTo>
                <a:cubicBezTo>
                  <a:pt x="41983" y="5458"/>
                  <a:pt x="41238" y="8535"/>
                  <a:pt x="38881" y="9974"/>
                </a:cubicBezTo>
                <a:lnTo>
                  <a:pt x="12039" y="26361"/>
                </a:lnTo>
                <a:lnTo>
                  <a:pt x="12128" y="17881"/>
                </a:lnTo>
                <a:lnTo>
                  <a:pt x="38620" y="34828"/>
                </a:lnTo>
                <a:cubicBezTo>
                  <a:pt x="40947" y="36316"/>
                  <a:pt x="41627" y="39408"/>
                  <a:pt x="40139" y="41735"/>
                </a:cubicBezTo>
                <a:cubicBezTo>
                  <a:pt x="38650" y="44061"/>
                  <a:pt x="35558" y="44741"/>
                  <a:pt x="33232" y="43252"/>
                </a:cubicBezTo>
                <a:moveTo>
                  <a:pt x="215741" y="3348"/>
                </a:moveTo>
                <a:lnTo>
                  <a:pt x="248973" y="24606"/>
                </a:lnTo>
                <a:lnTo>
                  <a:pt x="215303" y="45162"/>
                </a:lnTo>
                <a:cubicBezTo>
                  <a:pt x="212946" y="46601"/>
                  <a:pt x="209868" y="45857"/>
                  <a:pt x="208429" y="43500"/>
                </a:cubicBezTo>
                <a:cubicBezTo>
                  <a:pt x="206990" y="41142"/>
                  <a:pt x="207734" y="38065"/>
                  <a:pt x="210091" y="36626"/>
                </a:cubicBezTo>
                <a:lnTo>
                  <a:pt x="236934" y="20239"/>
                </a:lnTo>
                <a:lnTo>
                  <a:pt x="236844" y="28719"/>
                </a:lnTo>
                <a:lnTo>
                  <a:pt x="210352" y="11773"/>
                </a:lnTo>
                <a:cubicBezTo>
                  <a:pt x="208026" y="10284"/>
                  <a:pt x="207346" y="7192"/>
                  <a:pt x="208834" y="4866"/>
                </a:cubicBezTo>
                <a:cubicBezTo>
                  <a:pt x="210322" y="2539"/>
                  <a:pt x="213414" y="1860"/>
                  <a:pt x="215741" y="3348"/>
                </a:cubicBezTo>
              </a:path>
            </a:pathLst>
          </a:custGeom>
          <a:solidFill xmlns:a="http://schemas.openxmlformats.org/drawingml/2006/main">
            <a:srgbClr val="F4B183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FF699BCC-46FB-4DAD-93A2-6BFBD436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566" y="829393"/>
            <a:ext cx="103663" cy="62029"/>
          </a:xfrm>
          <a:custGeom xmlns:a="http://schemas.openxmlformats.org/drawingml/2006/main">
            <a:pathLst>
              <a:path w="103663" h="62029">
                <a:moveTo>
                  <a:pt x="10675" y="59703"/>
                </a:moveTo>
                <a:lnTo>
                  <a:pt x="97861" y="11060"/>
                </a:lnTo>
                <a:lnTo>
                  <a:pt x="92988" y="2327"/>
                </a:lnTo>
                <a:lnTo>
                  <a:pt x="5803" y="50969"/>
                </a:lnTo>
                <a:lnTo>
                  <a:pt x="10675" y="59703"/>
                </a:lnTo>
                <a:moveTo>
                  <a:pt x="19027" y="25375"/>
                </a:moveTo>
                <a:lnTo>
                  <a:pt x="0" y="59933"/>
                </a:lnTo>
                <a:lnTo>
                  <a:pt x="39401" y="61892"/>
                </a:lnTo>
                <a:cubicBezTo>
                  <a:pt x="42159" y="62029"/>
                  <a:pt x="44507" y="59905"/>
                  <a:pt x="44643" y="57147"/>
                </a:cubicBezTo>
                <a:cubicBezTo>
                  <a:pt x="44781" y="54388"/>
                  <a:pt x="42656" y="52042"/>
                  <a:pt x="39897" y="51904"/>
                </a:cubicBezTo>
                <a:lnTo>
                  <a:pt x="8487" y="50342"/>
                </a:lnTo>
                <a:lnTo>
                  <a:pt x="12620" y="57748"/>
                </a:lnTo>
                <a:lnTo>
                  <a:pt x="27787" y="30199"/>
                </a:lnTo>
                <a:cubicBezTo>
                  <a:pt x="29119" y="27780"/>
                  <a:pt x="28238" y="24739"/>
                  <a:pt x="25819" y="23407"/>
                </a:cubicBezTo>
                <a:cubicBezTo>
                  <a:pt x="23400" y="22075"/>
                  <a:pt x="20359" y="22956"/>
                  <a:pt x="19027" y="25375"/>
                </a:cubicBezTo>
                <a:moveTo>
                  <a:pt x="84636" y="36654"/>
                </a:moveTo>
                <a:lnTo>
                  <a:pt x="103663" y="2096"/>
                </a:lnTo>
                <a:lnTo>
                  <a:pt x="64263" y="137"/>
                </a:lnTo>
                <a:cubicBezTo>
                  <a:pt x="61505" y="0"/>
                  <a:pt x="59157" y="2125"/>
                  <a:pt x="59020" y="4883"/>
                </a:cubicBezTo>
                <a:cubicBezTo>
                  <a:pt x="58883" y="7641"/>
                  <a:pt x="61007" y="9988"/>
                  <a:pt x="63766" y="10126"/>
                </a:cubicBezTo>
                <a:lnTo>
                  <a:pt x="95176" y="11688"/>
                </a:lnTo>
                <a:lnTo>
                  <a:pt x="91044" y="4282"/>
                </a:lnTo>
                <a:lnTo>
                  <a:pt x="75876" y="31831"/>
                </a:lnTo>
                <a:cubicBezTo>
                  <a:pt x="74544" y="34249"/>
                  <a:pt x="75425" y="37291"/>
                  <a:pt x="77845" y="38623"/>
                </a:cubicBezTo>
                <a:cubicBezTo>
                  <a:pt x="80263" y="39955"/>
                  <a:pt x="83304" y="39073"/>
                  <a:pt x="84636" y="36654"/>
                </a:cubicBezTo>
              </a:path>
            </a:pathLst>
          </a:custGeom>
          <a:solidFill xmlns:a="http://schemas.openxmlformats.org/drawingml/2006/main">
            <a:srgbClr val="F67C7E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9CB49D36-A9F8-47C1-A6F3-F7F581AF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4001" y="700189"/>
            <a:ext cx="675885" cy="1100704"/>
          </a:xfrm>
          <a:custGeom xmlns:a="http://schemas.openxmlformats.org/drawingml/2006/main">
            <a:pathLst>
              <a:path w="675885" h="1100704">
                <a:moveTo>
                  <a:pt x="640220" y="1096538"/>
                </a:moveTo>
                <a:lnTo>
                  <a:pt x="644873" y="1074693"/>
                </a:lnTo>
                <a:lnTo>
                  <a:pt x="644805" y="1075047"/>
                </a:lnTo>
                <a:lnTo>
                  <a:pt x="648623" y="1053297"/>
                </a:lnTo>
                <a:lnTo>
                  <a:pt x="648567" y="1053650"/>
                </a:lnTo>
                <a:lnTo>
                  <a:pt x="651575" y="1031998"/>
                </a:lnTo>
                <a:lnTo>
                  <a:pt x="651533" y="1032349"/>
                </a:lnTo>
                <a:lnTo>
                  <a:pt x="653754" y="1010801"/>
                </a:lnTo>
                <a:lnTo>
                  <a:pt x="653725" y="1011148"/>
                </a:lnTo>
                <a:lnTo>
                  <a:pt x="655183" y="989707"/>
                </a:lnTo>
                <a:lnTo>
                  <a:pt x="655165" y="990049"/>
                </a:lnTo>
                <a:lnTo>
                  <a:pt x="655885" y="968719"/>
                </a:lnTo>
                <a:lnTo>
                  <a:pt x="655879" y="969054"/>
                </a:lnTo>
                <a:lnTo>
                  <a:pt x="655884" y="947840"/>
                </a:lnTo>
                <a:lnTo>
                  <a:pt x="655889" y="948168"/>
                </a:lnTo>
                <a:lnTo>
                  <a:pt x="655202" y="927073"/>
                </a:lnTo>
                <a:lnTo>
                  <a:pt x="655218" y="927392"/>
                </a:lnTo>
                <a:lnTo>
                  <a:pt x="653863" y="906421"/>
                </a:lnTo>
                <a:lnTo>
                  <a:pt x="653888" y="906731"/>
                </a:lnTo>
                <a:lnTo>
                  <a:pt x="651891" y="885887"/>
                </a:lnTo>
                <a:lnTo>
                  <a:pt x="651924" y="886188"/>
                </a:lnTo>
                <a:lnTo>
                  <a:pt x="649308" y="865476"/>
                </a:lnTo>
                <a:lnTo>
                  <a:pt x="649348" y="865765"/>
                </a:lnTo>
                <a:lnTo>
                  <a:pt x="646136" y="845190"/>
                </a:lnTo>
                <a:lnTo>
                  <a:pt x="646209" y="845602"/>
                </a:lnTo>
                <a:lnTo>
                  <a:pt x="638093" y="804877"/>
                </a:lnTo>
                <a:lnTo>
                  <a:pt x="638209" y="805388"/>
                </a:lnTo>
                <a:lnTo>
                  <a:pt x="627998" y="765256"/>
                </a:lnTo>
                <a:lnTo>
                  <a:pt x="628129" y="765722"/>
                </a:lnTo>
                <a:lnTo>
                  <a:pt x="616013" y="726217"/>
                </a:lnTo>
                <a:lnTo>
                  <a:pt x="616153" y="726639"/>
                </a:lnTo>
                <a:lnTo>
                  <a:pt x="602324" y="687794"/>
                </a:lnTo>
                <a:lnTo>
                  <a:pt x="602468" y="688173"/>
                </a:lnTo>
                <a:lnTo>
                  <a:pt x="587117" y="650020"/>
                </a:lnTo>
                <a:lnTo>
                  <a:pt x="587261" y="650359"/>
                </a:lnTo>
                <a:lnTo>
                  <a:pt x="570580" y="612932"/>
                </a:lnTo>
                <a:lnTo>
                  <a:pt x="570719" y="613232"/>
                </a:lnTo>
                <a:lnTo>
                  <a:pt x="552899" y="576564"/>
                </a:lnTo>
                <a:lnTo>
                  <a:pt x="553032" y="576829"/>
                </a:lnTo>
                <a:lnTo>
                  <a:pt x="534262" y="540953"/>
                </a:lnTo>
                <a:lnTo>
                  <a:pt x="534386" y="541184"/>
                </a:lnTo>
                <a:lnTo>
                  <a:pt x="514860" y="506133"/>
                </a:lnTo>
                <a:lnTo>
                  <a:pt x="514974" y="506332"/>
                </a:lnTo>
                <a:lnTo>
                  <a:pt x="494881" y="472138"/>
                </a:lnTo>
                <a:lnTo>
                  <a:pt x="494989" y="472319"/>
                </a:lnTo>
                <a:lnTo>
                  <a:pt x="474458" y="439006"/>
                </a:lnTo>
                <a:lnTo>
                  <a:pt x="474587" y="439209"/>
                </a:lnTo>
                <a:lnTo>
                  <a:pt x="453489" y="406754"/>
                </a:lnTo>
                <a:lnTo>
                  <a:pt x="453645" y="406988"/>
                </a:lnTo>
                <a:lnTo>
                  <a:pt x="431790" y="375357"/>
                </a:lnTo>
                <a:lnTo>
                  <a:pt x="431976" y="375618"/>
                </a:lnTo>
                <a:lnTo>
                  <a:pt x="409172" y="344778"/>
                </a:lnTo>
                <a:lnTo>
                  <a:pt x="409389" y="345061"/>
                </a:lnTo>
                <a:lnTo>
                  <a:pt x="385445" y="314980"/>
                </a:lnTo>
                <a:lnTo>
                  <a:pt x="385691" y="315277"/>
                </a:lnTo>
                <a:lnTo>
                  <a:pt x="360417" y="285923"/>
                </a:lnTo>
                <a:lnTo>
                  <a:pt x="360690" y="286227"/>
                </a:lnTo>
                <a:lnTo>
                  <a:pt x="333894" y="257565"/>
                </a:lnTo>
                <a:lnTo>
                  <a:pt x="334191" y="257870"/>
                </a:lnTo>
                <a:lnTo>
                  <a:pt x="305682" y="229868"/>
                </a:lnTo>
                <a:lnTo>
                  <a:pt x="305999" y="230166"/>
                </a:lnTo>
                <a:lnTo>
                  <a:pt x="275585" y="202791"/>
                </a:lnTo>
                <a:lnTo>
                  <a:pt x="275916" y="203077"/>
                </a:lnTo>
                <a:lnTo>
                  <a:pt x="243407" y="176295"/>
                </a:lnTo>
                <a:lnTo>
                  <a:pt x="243662" y="176497"/>
                </a:lnTo>
                <a:lnTo>
                  <a:pt x="226561" y="163319"/>
                </a:lnTo>
                <a:lnTo>
                  <a:pt x="226732" y="163448"/>
                </a:lnTo>
                <a:lnTo>
                  <a:pt x="209037" y="150405"/>
                </a:lnTo>
                <a:lnTo>
                  <a:pt x="209208" y="150529"/>
                </a:lnTo>
                <a:lnTo>
                  <a:pt x="190893" y="137618"/>
                </a:lnTo>
                <a:lnTo>
                  <a:pt x="191064" y="137737"/>
                </a:lnTo>
                <a:lnTo>
                  <a:pt x="172105" y="124955"/>
                </a:lnTo>
                <a:lnTo>
                  <a:pt x="172275" y="125066"/>
                </a:lnTo>
                <a:lnTo>
                  <a:pt x="152650" y="112408"/>
                </a:lnTo>
                <a:lnTo>
                  <a:pt x="152818" y="112514"/>
                </a:lnTo>
                <a:lnTo>
                  <a:pt x="132501" y="99974"/>
                </a:lnTo>
                <a:lnTo>
                  <a:pt x="132667" y="100074"/>
                </a:lnTo>
                <a:lnTo>
                  <a:pt x="111635" y="87650"/>
                </a:lnTo>
                <a:lnTo>
                  <a:pt x="111799" y="87744"/>
                </a:lnTo>
                <a:lnTo>
                  <a:pt x="90028" y="75432"/>
                </a:lnTo>
                <a:lnTo>
                  <a:pt x="90188" y="75521"/>
                </a:lnTo>
                <a:lnTo>
                  <a:pt x="67654" y="63316"/>
                </a:lnTo>
                <a:lnTo>
                  <a:pt x="67878" y="63433"/>
                </a:lnTo>
                <a:lnTo>
                  <a:pt x="40365" y="49416"/>
                </a:lnTo>
                <a:lnTo>
                  <a:pt x="49445" y="31594"/>
                </a:lnTo>
                <a:lnTo>
                  <a:pt x="77069" y="45668"/>
                </a:lnTo>
                <a:lnTo>
                  <a:pt x="99794" y="57977"/>
                </a:lnTo>
                <a:lnTo>
                  <a:pt x="121727" y="70381"/>
                </a:lnTo>
                <a:lnTo>
                  <a:pt x="142923" y="82903"/>
                </a:lnTo>
                <a:lnTo>
                  <a:pt x="163407" y="95545"/>
                </a:lnTo>
                <a:lnTo>
                  <a:pt x="183202" y="108313"/>
                </a:lnTo>
                <a:lnTo>
                  <a:pt x="202332" y="121210"/>
                </a:lnTo>
                <a:lnTo>
                  <a:pt x="220819" y="134243"/>
                </a:lnTo>
                <a:lnTo>
                  <a:pt x="238685" y="147411"/>
                </a:lnTo>
                <a:lnTo>
                  <a:pt x="255999" y="160754"/>
                </a:lnTo>
                <a:lnTo>
                  <a:pt x="288803" y="187778"/>
                </a:lnTo>
                <a:lnTo>
                  <a:pt x="319542" y="215446"/>
                </a:lnTo>
                <a:lnTo>
                  <a:pt x="348359" y="243750"/>
                </a:lnTo>
                <a:lnTo>
                  <a:pt x="375440" y="272717"/>
                </a:lnTo>
                <a:lnTo>
                  <a:pt x="400974" y="302372"/>
                </a:lnTo>
                <a:lnTo>
                  <a:pt x="425149" y="332743"/>
                </a:lnTo>
                <a:lnTo>
                  <a:pt x="448154" y="363854"/>
                </a:lnTo>
                <a:lnTo>
                  <a:pt x="470181" y="395733"/>
                </a:lnTo>
                <a:lnTo>
                  <a:pt x="491421" y="428409"/>
                </a:lnTo>
                <a:lnTo>
                  <a:pt x="512071" y="461915"/>
                </a:lnTo>
                <a:lnTo>
                  <a:pt x="532277" y="496298"/>
                </a:lnTo>
                <a:lnTo>
                  <a:pt x="551924" y="531565"/>
                </a:lnTo>
                <a:lnTo>
                  <a:pt x="570822" y="567688"/>
                </a:lnTo>
                <a:lnTo>
                  <a:pt x="588781" y="604638"/>
                </a:lnTo>
                <a:lnTo>
                  <a:pt x="605605" y="642384"/>
                </a:lnTo>
                <a:lnTo>
                  <a:pt x="621100" y="680895"/>
                </a:lnTo>
                <a:lnTo>
                  <a:pt x="635071" y="720141"/>
                </a:lnTo>
                <a:lnTo>
                  <a:pt x="647322" y="760090"/>
                </a:lnTo>
                <a:lnTo>
                  <a:pt x="657658" y="800710"/>
                </a:lnTo>
                <a:lnTo>
                  <a:pt x="665865" y="841898"/>
                </a:lnTo>
                <a:lnTo>
                  <a:pt x="669132" y="862824"/>
                </a:lnTo>
                <a:lnTo>
                  <a:pt x="671787" y="883829"/>
                </a:lnTo>
                <a:lnTo>
                  <a:pt x="673813" y="904977"/>
                </a:lnTo>
                <a:lnTo>
                  <a:pt x="675187" y="926263"/>
                </a:lnTo>
                <a:lnTo>
                  <a:pt x="675885" y="947680"/>
                </a:lnTo>
                <a:lnTo>
                  <a:pt x="675880" y="969226"/>
                </a:lnTo>
                <a:lnTo>
                  <a:pt x="675150" y="990894"/>
                </a:lnTo>
                <a:lnTo>
                  <a:pt x="673668" y="1012679"/>
                </a:lnTo>
                <a:lnTo>
                  <a:pt x="671410" y="1034576"/>
                </a:lnTo>
                <a:lnTo>
                  <a:pt x="668354" y="1056579"/>
                </a:lnTo>
                <a:lnTo>
                  <a:pt x="664473" y="1078683"/>
                </a:lnTo>
                <a:lnTo>
                  <a:pt x="659783" y="1100704"/>
                </a:lnTo>
                <a:lnTo>
                  <a:pt x="640220" y="1096538"/>
                </a:lnTo>
                <a:moveTo>
                  <a:pt x="31888" y="89809"/>
                </a:moveTo>
                <a:lnTo>
                  <a:pt x="0" y="18507"/>
                </a:lnTo>
                <a:lnTo>
                  <a:pt x="75884" y="0"/>
                </a:lnTo>
                <a:lnTo>
                  <a:pt x="31888" y="89809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E3927DA2-FD55-4960-B17A-AB0FE1E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753" y="949300"/>
            <a:ext cx="492455" cy="856038"/>
          </a:xfrm>
          <a:custGeom xmlns:a="http://schemas.openxmlformats.org/drawingml/2006/main">
            <a:pathLst>
              <a:path w="492455" h="856038">
                <a:moveTo>
                  <a:pt x="10175" y="856038"/>
                </a:moveTo>
                <a:lnTo>
                  <a:pt x="6935" y="834548"/>
                </a:lnTo>
                <a:lnTo>
                  <a:pt x="4326" y="813037"/>
                </a:lnTo>
                <a:lnTo>
                  <a:pt x="2349" y="791660"/>
                </a:lnTo>
                <a:lnTo>
                  <a:pt x="979" y="770359"/>
                </a:lnTo>
                <a:lnTo>
                  <a:pt x="0" y="728427"/>
                </a:lnTo>
                <a:lnTo>
                  <a:pt x="1217" y="687106"/>
                </a:lnTo>
                <a:lnTo>
                  <a:pt x="4468" y="646538"/>
                </a:lnTo>
                <a:lnTo>
                  <a:pt x="9589" y="606794"/>
                </a:lnTo>
                <a:lnTo>
                  <a:pt x="16414" y="567944"/>
                </a:lnTo>
                <a:lnTo>
                  <a:pt x="24781" y="530058"/>
                </a:lnTo>
                <a:lnTo>
                  <a:pt x="34524" y="493204"/>
                </a:lnTo>
                <a:lnTo>
                  <a:pt x="45480" y="457452"/>
                </a:lnTo>
                <a:lnTo>
                  <a:pt x="57488" y="422868"/>
                </a:lnTo>
                <a:lnTo>
                  <a:pt x="70383" y="389522"/>
                </a:lnTo>
                <a:lnTo>
                  <a:pt x="84004" y="357481"/>
                </a:lnTo>
                <a:lnTo>
                  <a:pt x="98189" y="326813"/>
                </a:lnTo>
                <a:lnTo>
                  <a:pt x="112774" y="297587"/>
                </a:lnTo>
                <a:lnTo>
                  <a:pt x="127604" y="269863"/>
                </a:lnTo>
                <a:lnTo>
                  <a:pt x="142584" y="243662"/>
                </a:lnTo>
                <a:lnTo>
                  <a:pt x="157842" y="218913"/>
                </a:lnTo>
                <a:lnTo>
                  <a:pt x="173546" y="195544"/>
                </a:lnTo>
                <a:lnTo>
                  <a:pt x="189861" y="173492"/>
                </a:lnTo>
                <a:lnTo>
                  <a:pt x="206952" y="152700"/>
                </a:lnTo>
                <a:lnTo>
                  <a:pt x="224978" y="133112"/>
                </a:lnTo>
                <a:lnTo>
                  <a:pt x="244093" y="114671"/>
                </a:lnTo>
                <a:lnTo>
                  <a:pt x="264448" y="97327"/>
                </a:lnTo>
                <a:lnTo>
                  <a:pt x="286191" y="81021"/>
                </a:lnTo>
                <a:lnTo>
                  <a:pt x="309468" y="65693"/>
                </a:lnTo>
                <a:lnTo>
                  <a:pt x="334422" y="51279"/>
                </a:lnTo>
                <a:lnTo>
                  <a:pt x="361204" y="37707"/>
                </a:lnTo>
                <a:lnTo>
                  <a:pt x="389962" y="24908"/>
                </a:lnTo>
                <a:lnTo>
                  <a:pt x="420880" y="12796"/>
                </a:lnTo>
                <a:lnTo>
                  <a:pt x="441611" y="5758"/>
                </a:lnTo>
                <a:lnTo>
                  <a:pt x="448041" y="24697"/>
                </a:lnTo>
                <a:lnTo>
                  <a:pt x="427530" y="31662"/>
                </a:lnTo>
                <a:lnTo>
                  <a:pt x="427962" y="31503"/>
                </a:lnTo>
                <a:lnTo>
                  <a:pt x="397470" y="43449"/>
                </a:lnTo>
                <a:lnTo>
                  <a:pt x="397888" y="43274"/>
                </a:lnTo>
                <a:lnTo>
                  <a:pt x="369566" y="55879"/>
                </a:lnTo>
                <a:lnTo>
                  <a:pt x="370020" y="55663"/>
                </a:lnTo>
                <a:lnTo>
                  <a:pt x="343707" y="68996"/>
                </a:lnTo>
                <a:lnTo>
                  <a:pt x="344189" y="68735"/>
                </a:lnTo>
                <a:lnTo>
                  <a:pt x="319725" y="82866"/>
                </a:lnTo>
                <a:lnTo>
                  <a:pt x="320223" y="82559"/>
                </a:lnTo>
                <a:lnTo>
                  <a:pt x="297447" y="97558"/>
                </a:lnTo>
                <a:lnTo>
                  <a:pt x="297947" y="97206"/>
                </a:lnTo>
                <a:lnTo>
                  <a:pt x="276697" y="113142"/>
                </a:lnTo>
                <a:lnTo>
                  <a:pt x="277183" y="112753"/>
                </a:lnTo>
                <a:lnTo>
                  <a:pt x="257300" y="129696"/>
                </a:lnTo>
                <a:lnTo>
                  <a:pt x="257758" y="129281"/>
                </a:lnTo>
                <a:lnTo>
                  <a:pt x="239079" y="147300"/>
                </a:lnTo>
                <a:lnTo>
                  <a:pt x="239494" y="146874"/>
                </a:lnTo>
                <a:lnTo>
                  <a:pt x="221860" y="166039"/>
                </a:lnTo>
                <a:lnTo>
                  <a:pt x="222226" y="165617"/>
                </a:lnTo>
                <a:lnTo>
                  <a:pt x="205474" y="185996"/>
                </a:lnTo>
                <a:lnTo>
                  <a:pt x="205789" y="185594"/>
                </a:lnTo>
                <a:lnTo>
                  <a:pt x="189759" y="207258"/>
                </a:lnTo>
                <a:lnTo>
                  <a:pt x="190020" y="206888"/>
                </a:lnTo>
                <a:lnTo>
                  <a:pt x="174552" y="229906"/>
                </a:lnTo>
                <a:lnTo>
                  <a:pt x="174765" y="229576"/>
                </a:lnTo>
                <a:lnTo>
                  <a:pt x="159697" y="254018"/>
                </a:lnTo>
                <a:lnTo>
                  <a:pt x="159866" y="253734"/>
                </a:lnTo>
                <a:lnTo>
                  <a:pt x="145038" y="279668"/>
                </a:lnTo>
                <a:lnTo>
                  <a:pt x="145175" y="279422"/>
                </a:lnTo>
                <a:lnTo>
                  <a:pt x="130478" y="306896"/>
                </a:lnTo>
                <a:lnTo>
                  <a:pt x="130608" y="306645"/>
                </a:lnTo>
                <a:lnTo>
                  <a:pt x="116151" y="335612"/>
                </a:lnTo>
                <a:lnTo>
                  <a:pt x="116280" y="335344"/>
                </a:lnTo>
                <a:lnTo>
                  <a:pt x="102224" y="365736"/>
                </a:lnTo>
                <a:lnTo>
                  <a:pt x="102350" y="365450"/>
                </a:lnTo>
                <a:lnTo>
                  <a:pt x="88855" y="397196"/>
                </a:lnTo>
                <a:lnTo>
                  <a:pt x="88979" y="396890"/>
                </a:lnTo>
                <a:lnTo>
                  <a:pt x="76206" y="429920"/>
                </a:lnTo>
                <a:lnTo>
                  <a:pt x="76326" y="429593"/>
                </a:lnTo>
                <a:lnTo>
                  <a:pt x="64436" y="463838"/>
                </a:lnTo>
                <a:lnTo>
                  <a:pt x="64550" y="463488"/>
                </a:lnTo>
                <a:lnTo>
                  <a:pt x="53704" y="498878"/>
                </a:lnTo>
                <a:lnTo>
                  <a:pt x="53811" y="498504"/>
                </a:lnTo>
                <a:lnTo>
                  <a:pt x="44170" y="534972"/>
                </a:lnTo>
                <a:lnTo>
                  <a:pt x="44267" y="534572"/>
                </a:lnTo>
                <a:lnTo>
                  <a:pt x="35992" y="572045"/>
                </a:lnTo>
                <a:lnTo>
                  <a:pt x="36076" y="571619"/>
                </a:lnTo>
                <a:lnTo>
                  <a:pt x="29328" y="610029"/>
                </a:lnTo>
                <a:lnTo>
                  <a:pt x="29397" y="609577"/>
                </a:lnTo>
                <a:lnTo>
                  <a:pt x="24337" y="648855"/>
                </a:lnTo>
                <a:lnTo>
                  <a:pt x="24387" y="648376"/>
                </a:lnTo>
                <a:lnTo>
                  <a:pt x="21175" y="688452"/>
                </a:lnTo>
                <a:lnTo>
                  <a:pt x="21203" y="687947"/>
                </a:lnTo>
                <a:lnTo>
                  <a:pt x="20000" y="728752"/>
                </a:lnTo>
                <a:lnTo>
                  <a:pt x="20002" y="728224"/>
                </a:lnTo>
                <a:lnTo>
                  <a:pt x="20970" y="769687"/>
                </a:lnTo>
                <a:lnTo>
                  <a:pt x="20952" y="769279"/>
                </a:lnTo>
                <a:lnTo>
                  <a:pt x="22300" y="790236"/>
                </a:lnTo>
                <a:lnTo>
                  <a:pt x="22278" y="789958"/>
                </a:lnTo>
                <a:lnTo>
                  <a:pt x="24230" y="811053"/>
                </a:lnTo>
                <a:lnTo>
                  <a:pt x="24200" y="810770"/>
                </a:lnTo>
                <a:lnTo>
                  <a:pt x="26774" y="831996"/>
                </a:lnTo>
                <a:lnTo>
                  <a:pt x="26735" y="831709"/>
                </a:lnTo>
                <a:lnTo>
                  <a:pt x="29953" y="853057"/>
                </a:lnTo>
                <a:lnTo>
                  <a:pt x="10175" y="856038"/>
                </a:lnTo>
                <a:moveTo>
                  <a:pt x="420073" y="-29356"/>
                </a:moveTo>
                <a:lnTo>
                  <a:pt x="492455" y="0"/>
                </a:lnTo>
                <a:lnTo>
                  <a:pt x="450528" y="65901"/>
                </a:lnTo>
                <a:lnTo>
                  <a:pt x="420073" y="-29356"/>
                </a:lnTo>
              </a:path>
            </a:pathLst>
          </a:custGeom>
          <a:solidFill xmlns:a="http://schemas.openxmlformats.org/drawingml/2006/main">
            <a:srgbClr val="F67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5E848297-15E0-4735-93B3-F050014C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9198" y="802683"/>
            <a:ext cx="305456" cy="324388"/>
          </a:xfrm>
          <a:custGeom xmlns:a="http://schemas.openxmlformats.org/drawingml/2006/main">
            <a:pathLst>
              <a:path w="305456" h="324388">
                <a:moveTo>
                  <a:pt x="152728" y="324388"/>
                </a:moveTo>
                <a:lnTo>
                  <a:pt x="152728" y="304387"/>
                </a:lnTo>
                <a:moveTo>
                  <a:pt x="152728" y="284385"/>
                </a:moveTo>
                <a:lnTo>
                  <a:pt x="152728" y="264384"/>
                </a:lnTo>
                <a:moveTo>
                  <a:pt x="152728" y="244382"/>
                </a:moveTo>
                <a:lnTo>
                  <a:pt x="152728" y="224381"/>
                </a:lnTo>
                <a:moveTo>
                  <a:pt x="135888" y="221219"/>
                </a:moveTo>
                <a:lnTo>
                  <a:pt x="115887" y="221219"/>
                </a:lnTo>
                <a:moveTo>
                  <a:pt x="95886" y="221219"/>
                </a:moveTo>
                <a:lnTo>
                  <a:pt x="75884" y="221219"/>
                </a:lnTo>
                <a:moveTo>
                  <a:pt x="55883" y="221219"/>
                </a:moveTo>
                <a:lnTo>
                  <a:pt x="35882" y="221219"/>
                </a:lnTo>
                <a:moveTo>
                  <a:pt x="15880" y="221219"/>
                </a:moveTo>
                <a:lnTo>
                  <a:pt x="0" y="221219"/>
                </a:lnTo>
                <a:lnTo>
                  <a:pt x="0" y="217098"/>
                </a:lnTo>
                <a:moveTo>
                  <a:pt x="0" y="197097"/>
                </a:moveTo>
                <a:lnTo>
                  <a:pt x="0" y="177096"/>
                </a:lnTo>
                <a:moveTo>
                  <a:pt x="0" y="157094"/>
                </a:moveTo>
                <a:lnTo>
                  <a:pt x="0" y="137093"/>
                </a:lnTo>
                <a:moveTo>
                  <a:pt x="0" y="117092"/>
                </a:moveTo>
                <a:lnTo>
                  <a:pt x="0" y="103168"/>
                </a:lnTo>
                <a:lnTo>
                  <a:pt x="6078" y="103168"/>
                </a:lnTo>
                <a:moveTo>
                  <a:pt x="26079" y="103168"/>
                </a:moveTo>
                <a:lnTo>
                  <a:pt x="46081" y="103168"/>
                </a:lnTo>
                <a:moveTo>
                  <a:pt x="66082" y="103168"/>
                </a:moveTo>
                <a:lnTo>
                  <a:pt x="86084" y="103168"/>
                </a:lnTo>
                <a:moveTo>
                  <a:pt x="106085" y="103168"/>
                </a:moveTo>
                <a:lnTo>
                  <a:pt x="126086" y="103168"/>
                </a:lnTo>
                <a:moveTo>
                  <a:pt x="146088" y="103168"/>
                </a:moveTo>
                <a:lnTo>
                  <a:pt x="152728" y="103168"/>
                </a:lnTo>
                <a:lnTo>
                  <a:pt x="152728" y="89808"/>
                </a:lnTo>
                <a:moveTo>
                  <a:pt x="152728" y="69806"/>
                </a:moveTo>
                <a:lnTo>
                  <a:pt x="152728" y="49805"/>
                </a:lnTo>
                <a:moveTo>
                  <a:pt x="152728" y="29804"/>
                </a:moveTo>
                <a:lnTo>
                  <a:pt x="152728" y="9802"/>
                </a:lnTo>
                <a:moveTo>
                  <a:pt x="159720" y="7425"/>
                </a:moveTo>
                <a:lnTo>
                  <a:pt x="173432" y="21987"/>
                </a:lnTo>
                <a:moveTo>
                  <a:pt x="187144" y="36549"/>
                </a:moveTo>
                <a:lnTo>
                  <a:pt x="200856" y="51110"/>
                </a:lnTo>
                <a:moveTo>
                  <a:pt x="214567" y="65672"/>
                </a:moveTo>
                <a:lnTo>
                  <a:pt x="228279" y="80233"/>
                </a:lnTo>
                <a:moveTo>
                  <a:pt x="241991" y="94795"/>
                </a:moveTo>
                <a:lnTo>
                  <a:pt x="255703" y="109357"/>
                </a:lnTo>
                <a:moveTo>
                  <a:pt x="269415" y="123918"/>
                </a:moveTo>
                <a:lnTo>
                  <a:pt x="283126" y="138480"/>
                </a:lnTo>
                <a:moveTo>
                  <a:pt x="296838" y="153042"/>
                </a:moveTo>
                <a:lnTo>
                  <a:pt x="305456" y="162194"/>
                </a:lnTo>
                <a:lnTo>
                  <a:pt x="300363" y="167603"/>
                </a:lnTo>
                <a:moveTo>
                  <a:pt x="286651" y="182165"/>
                </a:moveTo>
                <a:lnTo>
                  <a:pt x="272939" y="196726"/>
                </a:lnTo>
                <a:moveTo>
                  <a:pt x="259227" y="211288"/>
                </a:moveTo>
                <a:lnTo>
                  <a:pt x="245516" y="225850"/>
                </a:lnTo>
                <a:moveTo>
                  <a:pt x="231804" y="240411"/>
                </a:moveTo>
                <a:lnTo>
                  <a:pt x="218092" y="254973"/>
                </a:lnTo>
                <a:moveTo>
                  <a:pt x="204380" y="269535"/>
                </a:moveTo>
                <a:lnTo>
                  <a:pt x="190668" y="284096"/>
                </a:lnTo>
                <a:moveTo>
                  <a:pt x="176957" y="298658"/>
                </a:moveTo>
                <a:lnTo>
                  <a:pt x="163245" y="313219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A6A6A6"/>
            </a:solidFill>
            <a:prstDash val="solid"/>
          </a:ln>
        </p:spPr>
      </p:sp>
      <p:sp>
        <p:nvSpPr>
          <p:cNvPr id="309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6889B161-A48F-42EB-9371-69A76DFF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1890" y="1691263"/>
            <a:ext cx="544031" cy="456089"/>
          </a:xfrm>
          <a:custGeom xmlns:a="http://schemas.openxmlformats.org/drawingml/2006/main">
            <a:pathLst>
              <a:path w="544031" h="456089">
                <a:moveTo>
                  <a:pt x="544031" y="456089"/>
                </a:moveTo>
                <a:lnTo>
                  <a:pt x="0" y="317684"/>
                </a:lnTo>
                <a:lnTo>
                  <a:pt x="0" y="138405"/>
                </a:lnTo>
                <a:lnTo>
                  <a:pt x="544031" y="0"/>
                </a:lnTo>
                <a:lnTo>
                  <a:pt x="544031" y="456089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13479674-F6CE-4AEA-ADCC-0D9F3D7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1890" y="1691262"/>
            <a:ext cx="544026" cy="456090"/>
          </a:xfrm>
          <a:custGeom xmlns:a="http://schemas.openxmlformats.org/drawingml/2006/main">
            <a:pathLst>
              <a:path w="544026" h="456090">
                <a:moveTo>
                  <a:pt x="544026" y="456090"/>
                </a:moveTo>
                <a:lnTo>
                  <a:pt x="0" y="317685"/>
                </a:lnTo>
                <a:lnTo>
                  <a:pt x="0" y="138406"/>
                </a:lnTo>
                <a:lnTo>
                  <a:pt x="544026" y="0"/>
                </a:lnTo>
                <a:lnTo>
                  <a:pt x="544026" y="45609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FBE5D6"/>
            </a:solidFill>
            <a:prstDash val="solid"/>
          </a:ln>
        </p:spPr>
      </p:sp>
      <p:sp>
        <p:nvSpPr>
          <p:cNvPr id="311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75777B07-4DCE-4138-B997-4048F36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0456" y="1818511"/>
            <a:ext cx="391051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cVAE</a:t>
            </a:r>
          </a:p>
        </p:txBody>
      </p:sp>
      <p:sp>
        <p:nvSpPr>
          <p:cNvPr id="312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F366ECFD-F452-43C7-8665-F975B503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9661" y="755813"/>
            <a:ext cx="445470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313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6FE5E697-740F-435F-9D37-7A1AC62E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7595" y="951078"/>
            <a:ext cx="409212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k</a:t>
            </a:r>
          </a:p>
        </p:txBody>
      </p:sp>
      <p:sp>
        <p:nvSpPr>
          <p:cNvPr id="31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52F9434A-5F52-4FE7-AAFE-F950CA8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3179" y="2325548"/>
            <a:ext cx="1102570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Subgoal Param</a:t>
            </a:r>
          </a:p>
        </p:txBody>
      </p:sp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C78BD54-6207-47D0-A903-53A77BE02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c06c985374241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91210" y="2850040"/>
            <a:ext cx="1352178" cy="1485943"/>
          </a:xfrm>
          <a:prstGeom xmlns:a="http://schemas.openxmlformats.org/drawingml/2006/main" prst="rect">
            <a:avLst/>
          </a:prstGeom>
        </p:spPr>
      </p:pic>
      <p:sp>
        <p:nvSpPr>
          <p:cNvPr id="316" name="lotus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4EE6132B-8710-4252-B82D-E939FF6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1210" y="2850040"/>
            <a:ext cx="1352178" cy="1485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B9E154DD-BB27-42B7-9EF9-6D21D56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8994" y="3111221"/>
            <a:ext cx="40003" cy="497278"/>
          </a:xfrm>
          <a:custGeom xmlns:a="http://schemas.openxmlformats.org/drawingml/2006/main">
            <a:pathLst>
              <a:path w="40003" h="497278">
                <a:moveTo>
                  <a:pt x="40003" y="497278"/>
                </a:moveTo>
                <a:lnTo>
                  <a:pt x="40003" y="50004"/>
                </a:lnTo>
                <a:lnTo>
                  <a:pt x="20002" y="50004"/>
                </a:lnTo>
                <a:lnTo>
                  <a:pt x="20002" y="497278"/>
                </a:lnTo>
                <a:lnTo>
                  <a:pt x="40003" y="497278"/>
                </a:lnTo>
                <a:moveTo>
                  <a:pt x="60004" y="60004"/>
                </a:moveTo>
                <a:lnTo>
                  <a:pt x="30003" y="0"/>
                </a:lnTo>
                <a:lnTo>
                  <a:pt x="0" y="60004"/>
                </a:lnTo>
                <a:lnTo>
                  <a:pt x="60004" y="60004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97F88494-A067-48CD-8B7F-1566EC20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401" y="3609858"/>
            <a:ext cx="240976" cy="263421"/>
          </a:xfrm>
          <a:custGeom xmlns:a="http://schemas.openxmlformats.org/drawingml/2006/main">
            <a:pathLst>
              <a:path w="240976" h="263421">
                <a:moveTo>
                  <a:pt x="226182" y="0"/>
                </a:moveTo>
                <a:lnTo>
                  <a:pt x="26255" y="219707"/>
                </a:lnTo>
                <a:lnTo>
                  <a:pt x="41050" y="233169"/>
                </a:lnTo>
                <a:lnTo>
                  <a:pt x="240976" y="13462"/>
                </a:lnTo>
                <a:lnTo>
                  <a:pt x="226182" y="0"/>
                </a:lnTo>
                <a:moveTo>
                  <a:pt x="18194" y="198849"/>
                </a:moveTo>
                <a:lnTo>
                  <a:pt x="0" y="263421"/>
                </a:lnTo>
                <a:lnTo>
                  <a:pt x="62571" y="239233"/>
                </a:lnTo>
                <a:lnTo>
                  <a:pt x="18194" y="198849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406902A9-E833-4877-9A40-39D82B56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8997" y="3606589"/>
            <a:ext cx="359958" cy="40003"/>
          </a:xfrm>
          <a:custGeom xmlns:a="http://schemas.openxmlformats.org/drawingml/2006/main">
            <a:pathLst>
              <a:path w="359958" h="40003">
                <a:moveTo>
                  <a:pt x="0" y="0"/>
                </a:moveTo>
                <a:lnTo>
                  <a:pt x="309955" y="0"/>
                </a:lnTo>
                <a:lnTo>
                  <a:pt x="309955" y="20001"/>
                </a:lnTo>
                <a:lnTo>
                  <a:pt x="0" y="20001"/>
                </a:lnTo>
                <a:close/>
                <a:moveTo>
                  <a:pt x="299955" y="-20002"/>
                </a:moveTo>
                <a:lnTo>
                  <a:pt x="359958" y="10001"/>
                </a:lnTo>
                <a:lnTo>
                  <a:pt x="299955" y="40003"/>
                </a:lnTo>
                <a:lnTo>
                  <a:pt x="299955" y="-20002"/>
                </a:lnTo>
              </a:path>
            </a:pathLst>
          </a:custGeom>
          <a:solidFill xmlns:a="http://schemas.openxmlformats.org/drawingml/2006/main">
            <a:srgbClr val="93C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A95224B8-9EA0-44BD-95D5-2B119C7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1125" y="3884853"/>
            <a:ext cx="169705" cy="50004"/>
          </a:xfrm>
          <a:custGeom xmlns:a="http://schemas.openxmlformats.org/drawingml/2006/main">
            <a:pathLst>
              <a:path w="169705" h="50004">
                <a:moveTo>
                  <a:pt x="41670" y="16668"/>
                </a:moveTo>
                <a:lnTo>
                  <a:pt x="128035" y="16669"/>
                </a:lnTo>
                <a:lnTo>
                  <a:pt x="128035" y="33336"/>
                </a:lnTo>
                <a:lnTo>
                  <a:pt x="41670" y="33336"/>
                </a:lnTo>
                <a:lnTo>
                  <a:pt x="41670" y="16668"/>
                </a:lnTo>
                <a:moveTo>
                  <a:pt x="50003" y="50004"/>
                </a:moveTo>
                <a:lnTo>
                  <a:pt x="0" y="25002"/>
                </a:lnTo>
                <a:lnTo>
                  <a:pt x="50003" y="0"/>
                </a:lnTo>
                <a:lnTo>
                  <a:pt x="50003" y="50004"/>
                </a:lnTo>
                <a:moveTo>
                  <a:pt x="119701" y="1"/>
                </a:moveTo>
                <a:lnTo>
                  <a:pt x="169705" y="25003"/>
                </a:lnTo>
                <a:lnTo>
                  <a:pt x="119701" y="50004"/>
                </a:lnTo>
                <a:lnTo>
                  <a:pt x="119701" y="1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D02E9754-B4AA-4248-928D-D3D70B0F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4133" y="3557316"/>
            <a:ext cx="56937" cy="150398"/>
          </a:xfrm>
          <a:custGeom xmlns:a="http://schemas.openxmlformats.org/drawingml/2006/main">
            <a:pathLst>
              <a:path w="56937" h="150398">
                <a:moveTo>
                  <a:pt x="12741" y="0"/>
                </a:moveTo>
                <a:lnTo>
                  <a:pt x="8694" y="8702"/>
                </a:lnTo>
                <a:lnTo>
                  <a:pt x="5260" y="19854"/>
                </a:lnTo>
                <a:lnTo>
                  <a:pt x="2702" y="32296"/>
                </a:lnTo>
                <a:lnTo>
                  <a:pt x="968" y="45766"/>
                </a:lnTo>
                <a:lnTo>
                  <a:pt x="61" y="59950"/>
                </a:lnTo>
                <a:lnTo>
                  <a:pt x="0" y="74508"/>
                </a:lnTo>
                <a:lnTo>
                  <a:pt x="841" y="89097"/>
                </a:lnTo>
                <a:lnTo>
                  <a:pt x="2621" y="103368"/>
                </a:lnTo>
                <a:lnTo>
                  <a:pt x="5286" y="116415"/>
                </a:lnTo>
                <a:lnTo>
                  <a:pt x="8673" y="127365"/>
                </a:lnTo>
                <a:lnTo>
                  <a:pt x="10747" y="132343"/>
                </a:lnTo>
                <a:lnTo>
                  <a:pt x="13002" y="136725"/>
                </a:lnTo>
                <a:lnTo>
                  <a:pt x="15562" y="140666"/>
                </a:lnTo>
                <a:lnTo>
                  <a:pt x="18534" y="144167"/>
                </a:lnTo>
                <a:lnTo>
                  <a:pt x="22115" y="147161"/>
                </a:lnTo>
                <a:lnTo>
                  <a:pt x="26470" y="149398"/>
                </a:lnTo>
                <a:lnTo>
                  <a:pt x="31535" y="150398"/>
                </a:lnTo>
                <a:lnTo>
                  <a:pt x="36736" y="149788"/>
                </a:lnTo>
                <a:lnTo>
                  <a:pt x="41384" y="147752"/>
                </a:lnTo>
                <a:lnTo>
                  <a:pt x="45243" y="144779"/>
                </a:lnTo>
                <a:lnTo>
                  <a:pt x="48444" y="141177"/>
                </a:lnTo>
                <a:lnTo>
                  <a:pt x="51250" y="136955"/>
                </a:lnTo>
                <a:lnTo>
                  <a:pt x="54857" y="129695"/>
                </a:lnTo>
                <a:lnTo>
                  <a:pt x="56937" y="117363"/>
                </a:lnTo>
                <a:lnTo>
                  <a:pt x="37217" y="114032"/>
                </a:lnTo>
                <a:lnTo>
                  <a:pt x="35382" y="124906"/>
                </a:lnTo>
                <a:lnTo>
                  <a:pt x="36282" y="122122"/>
                </a:lnTo>
                <a:lnTo>
                  <a:pt x="33617" y="127495"/>
                </a:lnTo>
                <a:lnTo>
                  <a:pt x="34242" y="126411"/>
                </a:lnTo>
                <a:lnTo>
                  <a:pt x="32177" y="129523"/>
                </a:lnTo>
                <a:lnTo>
                  <a:pt x="33035" y="128409"/>
                </a:lnTo>
                <a:lnTo>
                  <a:pt x="30923" y="130784"/>
                </a:lnTo>
                <a:lnTo>
                  <a:pt x="32281" y="129511"/>
                </a:lnTo>
                <a:lnTo>
                  <a:pt x="30143" y="131164"/>
                </a:lnTo>
                <a:lnTo>
                  <a:pt x="32236" y="129923"/>
                </a:lnTo>
                <a:lnTo>
                  <a:pt x="30077" y="130868"/>
                </a:lnTo>
                <a:lnTo>
                  <a:pt x="32923" y="130096"/>
                </a:lnTo>
                <a:lnTo>
                  <a:pt x="30769" y="130350"/>
                </a:lnTo>
                <a:lnTo>
                  <a:pt x="33868" y="130471"/>
                </a:lnTo>
                <a:lnTo>
                  <a:pt x="31723" y="130048"/>
                </a:lnTo>
                <a:lnTo>
                  <a:pt x="34357" y="130962"/>
                </a:lnTo>
                <a:lnTo>
                  <a:pt x="32243" y="129877"/>
                </a:lnTo>
                <a:lnTo>
                  <a:pt x="34095" y="131105"/>
                </a:lnTo>
                <a:lnTo>
                  <a:pt x="32023" y="129374"/>
                </a:lnTo>
                <a:lnTo>
                  <a:pt x="33223" y="130566"/>
                </a:lnTo>
                <a:lnTo>
                  <a:pt x="31216" y="128203"/>
                </a:lnTo>
                <a:lnTo>
                  <a:pt x="31988" y="129236"/>
                </a:lnTo>
                <a:lnTo>
                  <a:pt x="30056" y="126258"/>
                </a:lnTo>
                <a:lnTo>
                  <a:pt x="30556" y="127125"/>
                </a:lnTo>
                <a:lnTo>
                  <a:pt x="28716" y="123546"/>
                </a:lnTo>
                <a:lnTo>
                  <a:pt x="29056" y="124274"/>
                </a:lnTo>
                <a:lnTo>
                  <a:pt x="27314" y="120109"/>
                </a:lnTo>
                <a:lnTo>
                  <a:pt x="27642" y="121007"/>
                </a:lnTo>
                <a:lnTo>
                  <a:pt x="24543" y="110980"/>
                </a:lnTo>
                <a:lnTo>
                  <a:pt x="24789" y="111928"/>
                </a:lnTo>
                <a:lnTo>
                  <a:pt x="22295" y="99741"/>
                </a:lnTo>
                <a:lnTo>
                  <a:pt x="22420" y="100506"/>
                </a:lnTo>
                <a:lnTo>
                  <a:pt x="20728" y="86951"/>
                </a:lnTo>
                <a:lnTo>
                  <a:pt x="20788" y="87616"/>
                </a:lnTo>
                <a:lnTo>
                  <a:pt x="19989" y="73667"/>
                </a:lnTo>
                <a:lnTo>
                  <a:pt x="20003" y="74278"/>
                </a:lnTo>
                <a:lnTo>
                  <a:pt x="20055" y="60326"/>
                </a:lnTo>
                <a:lnTo>
                  <a:pt x="20034" y="60928"/>
                </a:lnTo>
                <a:lnTo>
                  <a:pt x="20908" y="47365"/>
                </a:lnTo>
                <a:lnTo>
                  <a:pt x="20842" y="48005"/>
                </a:lnTo>
                <a:lnTo>
                  <a:pt x="22488" y="35224"/>
                </a:lnTo>
                <a:lnTo>
                  <a:pt x="22368" y="35961"/>
                </a:lnTo>
                <a:lnTo>
                  <a:pt x="24755" y="24354"/>
                </a:lnTo>
                <a:lnTo>
                  <a:pt x="24517" y="25283"/>
                </a:lnTo>
                <a:lnTo>
                  <a:pt x="27609" y="15242"/>
                </a:lnTo>
                <a:lnTo>
                  <a:pt x="27122" y="16516"/>
                </a:lnTo>
                <a:lnTo>
                  <a:pt x="30875" y="8434"/>
                </a:lnTo>
                <a:lnTo>
                  <a:pt x="12741" y="0"/>
                </a:lnTo>
                <a:moveTo>
                  <a:pt x="75280" y="130011"/>
                </a:moveTo>
                <a:lnTo>
                  <a:pt x="54445" y="66241"/>
                </a:lnTo>
                <a:lnTo>
                  <a:pt x="15929" y="121168"/>
                </a:lnTo>
                <a:lnTo>
                  <a:pt x="75280" y="130011"/>
                </a:lnTo>
              </a:path>
            </a:pathLst>
          </a:custGeom>
          <a:solidFill xmlns:a="http://schemas.openxmlformats.org/drawingml/2006/main">
            <a:srgbClr val="93C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F6EE875B-A507-4A9B-9910-35CED854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0870" y="3700558"/>
            <a:ext cx="124275" cy="144894"/>
          </a:xfrm>
          <a:custGeom xmlns:a="http://schemas.openxmlformats.org/drawingml/2006/main">
            <a:pathLst>
              <a:path w="124275" h="144894">
                <a:moveTo>
                  <a:pt x="54651" y="0"/>
                </a:moveTo>
                <a:lnTo>
                  <a:pt x="48417" y="1595"/>
                </a:lnTo>
                <a:lnTo>
                  <a:pt x="41716" y="4116"/>
                </a:lnTo>
                <a:lnTo>
                  <a:pt x="30149" y="10728"/>
                </a:lnTo>
                <a:lnTo>
                  <a:pt x="20027" y="19658"/>
                </a:lnTo>
                <a:lnTo>
                  <a:pt x="11774" y="30385"/>
                </a:lnTo>
                <a:lnTo>
                  <a:pt x="5560" y="42561"/>
                </a:lnTo>
                <a:lnTo>
                  <a:pt x="1567" y="55863"/>
                </a:lnTo>
                <a:lnTo>
                  <a:pt x="0" y="69740"/>
                </a:lnTo>
                <a:lnTo>
                  <a:pt x="180" y="77213"/>
                </a:lnTo>
                <a:lnTo>
                  <a:pt x="1053" y="84763"/>
                </a:lnTo>
                <a:lnTo>
                  <a:pt x="4633" y="98627"/>
                </a:lnTo>
                <a:lnTo>
                  <a:pt x="10614" y="111335"/>
                </a:lnTo>
                <a:lnTo>
                  <a:pt x="18635" y="122398"/>
                </a:lnTo>
                <a:lnTo>
                  <a:pt x="28428" y="131559"/>
                </a:lnTo>
                <a:lnTo>
                  <a:pt x="39709" y="138558"/>
                </a:lnTo>
                <a:lnTo>
                  <a:pt x="51924" y="143021"/>
                </a:lnTo>
                <a:lnTo>
                  <a:pt x="58757" y="144340"/>
                </a:lnTo>
                <a:lnTo>
                  <a:pt x="65498" y="144894"/>
                </a:lnTo>
                <a:lnTo>
                  <a:pt x="72351" y="144698"/>
                </a:lnTo>
                <a:lnTo>
                  <a:pt x="79492" y="143693"/>
                </a:lnTo>
                <a:lnTo>
                  <a:pt x="91606" y="139979"/>
                </a:lnTo>
                <a:lnTo>
                  <a:pt x="104233" y="133116"/>
                </a:lnTo>
                <a:lnTo>
                  <a:pt x="113381" y="118471"/>
                </a:lnTo>
                <a:lnTo>
                  <a:pt x="96420" y="107874"/>
                </a:lnTo>
                <a:lnTo>
                  <a:pt x="88659" y="120288"/>
                </a:lnTo>
                <a:lnTo>
                  <a:pt x="92366" y="116801"/>
                </a:lnTo>
                <a:lnTo>
                  <a:pt x="82939" y="121927"/>
                </a:lnTo>
                <a:lnTo>
                  <a:pt x="84786" y="121152"/>
                </a:lnTo>
                <a:lnTo>
                  <a:pt x="74385" y="124338"/>
                </a:lnTo>
                <a:lnTo>
                  <a:pt x="75925" y="123997"/>
                </a:lnTo>
                <a:lnTo>
                  <a:pt x="70111" y="124815"/>
                </a:lnTo>
                <a:lnTo>
                  <a:pt x="71225" y="124721"/>
                </a:lnTo>
                <a:lnTo>
                  <a:pt x="65477" y="124885"/>
                </a:lnTo>
                <a:lnTo>
                  <a:pt x="66585" y="124914"/>
                </a:lnTo>
                <a:lnTo>
                  <a:pt x="60938" y="124451"/>
                </a:lnTo>
                <a:lnTo>
                  <a:pt x="62018" y="124599"/>
                </a:lnTo>
                <a:lnTo>
                  <a:pt x="56504" y="123534"/>
                </a:lnTo>
                <a:lnTo>
                  <a:pt x="58037" y="123959"/>
                </a:lnTo>
                <a:lnTo>
                  <a:pt x="47537" y="120124"/>
                </a:lnTo>
                <a:lnTo>
                  <a:pt x="49377" y="121020"/>
                </a:lnTo>
                <a:lnTo>
                  <a:pt x="39809" y="115084"/>
                </a:lnTo>
                <a:lnTo>
                  <a:pt x="41370" y="116280"/>
                </a:lnTo>
                <a:lnTo>
                  <a:pt x="33002" y="108447"/>
                </a:lnTo>
                <a:lnTo>
                  <a:pt x="34262" y="109878"/>
                </a:lnTo>
                <a:lnTo>
                  <a:pt x="27355" y="100355"/>
                </a:lnTo>
                <a:lnTo>
                  <a:pt x="28308" y="101971"/>
                </a:lnTo>
                <a:lnTo>
                  <a:pt x="23135" y="90962"/>
                </a:lnTo>
                <a:lnTo>
                  <a:pt x="23768" y="92713"/>
                </a:lnTo>
                <a:lnTo>
                  <a:pt x="20588" y="80423"/>
                </a:lnTo>
                <a:lnTo>
                  <a:pt x="20842" y="81778"/>
                </a:lnTo>
                <a:lnTo>
                  <a:pt x="20101" y="75370"/>
                </a:lnTo>
                <a:lnTo>
                  <a:pt x="20161" y="76285"/>
                </a:lnTo>
                <a:lnTo>
                  <a:pt x="20014" y="69949"/>
                </a:lnTo>
                <a:lnTo>
                  <a:pt x="19954" y="71305"/>
                </a:lnTo>
                <a:lnTo>
                  <a:pt x="21341" y="58998"/>
                </a:lnTo>
                <a:lnTo>
                  <a:pt x="20981" y="60755"/>
                </a:lnTo>
                <a:lnTo>
                  <a:pt x="24455" y="49180"/>
                </a:lnTo>
                <a:lnTo>
                  <a:pt x="23788" y="50847"/>
                </a:lnTo>
                <a:lnTo>
                  <a:pt x="29169" y="40296"/>
                </a:lnTo>
                <a:lnTo>
                  <a:pt x="28188" y="41850"/>
                </a:lnTo>
                <a:lnTo>
                  <a:pt x="35289" y="32618"/>
                </a:lnTo>
                <a:lnTo>
                  <a:pt x="33982" y="34020"/>
                </a:lnTo>
                <a:lnTo>
                  <a:pt x="42617" y="26403"/>
                </a:lnTo>
                <a:lnTo>
                  <a:pt x="40962" y="27585"/>
                </a:lnTo>
                <a:lnTo>
                  <a:pt x="50950" y="21876"/>
                </a:lnTo>
                <a:lnTo>
                  <a:pt x="49503" y="22554"/>
                </a:lnTo>
                <a:lnTo>
                  <a:pt x="54944" y="20508"/>
                </a:lnTo>
                <a:lnTo>
                  <a:pt x="53897" y="20837"/>
                </a:lnTo>
                <a:lnTo>
                  <a:pt x="59604" y="19378"/>
                </a:lnTo>
                <a:lnTo>
                  <a:pt x="54651" y="0"/>
                </a:lnTo>
                <a:moveTo>
                  <a:pt x="128682" y="134019"/>
                </a:moveTo>
                <a:lnTo>
                  <a:pt x="124275" y="67077"/>
                </a:lnTo>
                <a:lnTo>
                  <a:pt x="73365" y="110765"/>
                </a:lnTo>
                <a:lnTo>
                  <a:pt x="128682" y="134019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8CB5F35F-F72A-490C-B239-BF64EF3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921" y="3163897"/>
            <a:ext cx="121776" cy="50951"/>
          </a:xfrm>
          <a:custGeom xmlns:a="http://schemas.openxmlformats.org/drawingml/2006/main">
            <a:pathLst>
              <a:path w="121776" h="50951">
                <a:moveTo>
                  <a:pt x="0" y="39274"/>
                </a:moveTo>
                <a:lnTo>
                  <a:pt x="7234" y="43037"/>
                </a:lnTo>
                <a:lnTo>
                  <a:pt x="16535" y="46250"/>
                </a:lnTo>
                <a:lnTo>
                  <a:pt x="26775" y="48607"/>
                </a:lnTo>
                <a:lnTo>
                  <a:pt x="37763" y="50171"/>
                </a:lnTo>
                <a:lnTo>
                  <a:pt x="49264" y="50951"/>
                </a:lnTo>
                <a:lnTo>
                  <a:pt x="61031" y="50927"/>
                </a:lnTo>
                <a:lnTo>
                  <a:pt x="72792" y="50062"/>
                </a:lnTo>
                <a:lnTo>
                  <a:pt x="84292" y="48305"/>
                </a:lnTo>
                <a:lnTo>
                  <a:pt x="94826" y="45699"/>
                </a:lnTo>
                <a:lnTo>
                  <a:pt x="103882" y="42327"/>
                </a:lnTo>
                <a:lnTo>
                  <a:pt x="111514" y="38062"/>
                </a:lnTo>
                <a:lnTo>
                  <a:pt x="117716" y="32454"/>
                </a:lnTo>
                <a:lnTo>
                  <a:pt x="121776" y="24752"/>
                </a:lnTo>
                <a:lnTo>
                  <a:pt x="121568" y="11939"/>
                </a:lnTo>
                <a:lnTo>
                  <a:pt x="104834" y="4222"/>
                </a:lnTo>
                <a:lnTo>
                  <a:pt x="96454" y="22386"/>
                </a:lnTo>
                <a:lnTo>
                  <a:pt x="107482" y="27470"/>
                </a:lnTo>
                <a:lnTo>
                  <a:pt x="101667" y="18550"/>
                </a:lnTo>
                <a:lnTo>
                  <a:pt x="101733" y="22517"/>
                </a:lnTo>
                <a:lnTo>
                  <a:pt x="102888" y="17694"/>
                </a:lnTo>
                <a:lnTo>
                  <a:pt x="100847" y="21563"/>
                </a:lnTo>
                <a:lnTo>
                  <a:pt x="102987" y="18804"/>
                </a:lnTo>
                <a:lnTo>
                  <a:pt x="98939" y="22465"/>
                </a:lnTo>
                <a:lnTo>
                  <a:pt x="100760" y="21155"/>
                </a:lnTo>
                <a:lnTo>
                  <a:pt x="94793" y="24494"/>
                </a:lnTo>
                <a:lnTo>
                  <a:pt x="96180" y="23851"/>
                </a:lnTo>
                <a:lnTo>
                  <a:pt x="88379" y="26756"/>
                </a:lnTo>
                <a:lnTo>
                  <a:pt x="89473" y="26420"/>
                </a:lnTo>
                <a:lnTo>
                  <a:pt x="79932" y="28780"/>
                </a:lnTo>
                <a:lnTo>
                  <a:pt x="80819" y="28602"/>
                </a:lnTo>
                <a:lnTo>
                  <a:pt x="70158" y="30231"/>
                </a:lnTo>
                <a:lnTo>
                  <a:pt x="70932" y="30143"/>
                </a:lnTo>
                <a:lnTo>
                  <a:pt x="59918" y="30953"/>
                </a:lnTo>
                <a:lnTo>
                  <a:pt x="60631" y="30926"/>
                </a:lnTo>
                <a:lnTo>
                  <a:pt x="49571" y="30949"/>
                </a:lnTo>
                <a:lnTo>
                  <a:pt x="50270" y="30972"/>
                </a:lnTo>
                <a:lnTo>
                  <a:pt x="39483" y="30241"/>
                </a:lnTo>
                <a:lnTo>
                  <a:pt x="40216" y="30318"/>
                </a:lnTo>
                <a:lnTo>
                  <a:pt x="30016" y="28865"/>
                </a:lnTo>
                <a:lnTo>
                  <a:pt x="30848" y="29020"/>
                </a:lnTo>
                <a:lnTo>
                  <a:pt x="21541" y="26878"/>
                </a:lnTo>
                <a:lnTo>
                  <a:pt x="22562" y="27172"/>
                </a:lnTo>
                <a:lnTo>
                  <a:pt x="14461" y="24373"/>
                </a:lnTo>
                <a:lnTo>
                  <a:pt x="15814" y="24953"/>
                </a:lnTo>
                <a:lnTo>
                  <a:pt x="9234" y="21531"/>
                </a:lnTo>
                <a:lnTo>
                  <a:pt x="0" y="39274"/>
                </a:lnTo>
                <a:moveTo>
                  <a:pt x="118269" y="-12955"/>
                </a:moveTo>
                <a:lnTo>
                  <a:pt x="52444" y="0"/>
                </a:lnTo>
                <a:lnTo>
                  <a:pt x="102302" y="44886"/>
                </a:lnTo>
                <a:lnTo>
                  <a:pt x="118269" y="-12955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5F0EE5EE-10B6-40E4-BA1F-B1E2F5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8868" y="3967230"/>
            <a:ext cx="854060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Task-Space</a:t>
            </a:r>
          </a:p>
        </p:txBody>
      </p:sp>
      <p:sp>
        <p:nvSpPr>
          <p:cNvPr id="325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75FBF764-C0BF-4A32-85C1-55946EE4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2204" y="4159244"/>
            <a:ext cx="747571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326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CBE729ED-6E28-436C-BF0A-21D0EF0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1565" y="1347576"/>
            <a:ext cx="256214" cy="283089"/>
          </a:xfrm>
          <a:custGeom xmlns:a="http://schemas.openxmlformats.org/drawingml/2006/main">
            <a:pathLst>
              <a:path w="256214" h="283089">
                <a:moveTo>
                  <a:pt x="0" y="42703"/>
                </a:moveTo>
                <a:lnTo>
                  <a:pt x="142" y="39201"/>
                </a:lnTo>
                <a:lnTo>
                  <a:pt x="559" y="35776"/>
                </a:lnTo>
                <a:lnTo>
                  <a:pt x="1241" y="32441"/>
                </a:lnTo>
                <a:lnTo>
                  <a:pt x="2177" y="29206"/>
                </a:lnTo>
                <a:lnTo>
                  <a:pt x="3356" y="26081"/>
                </a:lnTo>
                <a:lnTo>
                  <a:pt x="4766" y="23079"/>
                </a:lnTo>
                <a:lnTo>
                  <a:pt x="6398" y="20209"/>
                </a:lnTo>
                <a:lnTo>
                  <a:pt x="8239" y="17483"/>
                </a:lnTo>
                <a:lnTo>
                  <a:pt x="10279" y="14912"/>
                </a:lnTo>
                <a:lnTo>
                  <a:pt x="12507" y="12507"/>
                </a:lnTo>
                <a:lnTo>
                  <a:pt x="14912" y="10279"/>
                </a:lnTo>
                <a:lnTo>
                  <a:pt x="17483" y="8239"/>
                </a:lnTo>
                <a:lnTo>
                  <a:pt x="20209" y="6398"/>
                </a:lnTo>
                <a:lnTo>
                  <a:pt x="23079" y="4766"/>
                </a:lnTo>
                <a:lnTo>
                  <a:pt x="26081" y="3356"/>
                </a:lnTo>
                <a:lnTo>
                  <a:pt x="26081" y="3356"/>
                </a:lnTo>
                <a:moveTo>
                  <a:pt x="42305" y="16"/>
                </a:moveTo>
                <a:lnTo>
                  <a:pt x="42704" y="0"/>
                </a:lnTo>
                <a:lnTo>
                  <a:pt x="92308" y="0"/>
                </a:lnTo>
                <a:moveTo>
                  <a:pt x="108975" y="0"/>
                </a:moveTo>
                <a:lnTo>
                  <a:pt x="158979" y="0"/>
                </a:lnTo>
                <a:moveTo>
                  <a:pt x="175647" y="0"/>
                </a:moveTo>
                <a:lnTo>
                  <a:pt x="213510" y="0"/>
                </a:lnTo>
                <a:lnTo>
                  <a:pt x="217013" y="142"/>
                </a:lnTo>
                <a:lnTo>
                  <a:pt x="220437" y="559"/>
                </a:lnTo>
                <a:lnTo>
                  <a:pt x="223773" y="1241"/>
                </a:lnTo>
                <a:lnTo>
                  <a:pt x="225483" y="1736"/>
                </a:lnTo>
                <a:moveTo>
                  <a:pt x="240166" y="9378"/>
                </a:moveTo>
                <a:lnTo>
                  <a:pt x="241302" y="10279"/>
                </a:lnTo>
                <a:lnTo>
                  <a:pt x="243707" y="12507"/>
                </a:lnTo>
                <a:lnTo>
                  <a:pt x="245935" y="14912"/>
                </a:lnTo>
                <a:lnTo>
                  <a:pt x="247975" y="17483"/>
                </a:lnTo>
                <a:lnTo>
                  <a:pt x="249816" y="20209"/>
                </a:lnTo>
                <a:lnTo>
                  <a:pt x="251448" y="23079"/>
                </a:lnTo>
                <a:lnTo>
                  <a:pt x="252858" y="26081"/>
                </a:lnTo>
                <a:lnTo>
                  <a:pt x="254037" y="29206"/>
                </a:lnTo>
                <a:lnTo>
                  <a:pt x="254973" y="32441"/>
                </a:lnTo>
                <a:lnTo>
                  <a:pt x="255655" y="35776"/>
                </a:lnTo>
                <a:lnTo>
                  <a:pt x="256072" y="39201"/>
                </a:lnTo>
                <a:lnTo>
                  <a:pt x="256214" y="42703"/>
                </a:lnTo>
                <a:lnTo>
                  <a:pt x="256214" y="54443"/>
                </a:lnTo>
                <a:moveTo>
                  <a:pt x="256214" y="71111"/>
                </a:moveTo>
                <a:lnTo>
                  <a:pt x="256214" y="121115"/>
                </a:lnTo>
                <a:moveTo>
                  <a:pt x="256214" y="137782"/>
                </a:moveTo>
                <a:lnTo>
                  <a:pt x="256214" y="187786"/>
                </a:lnTo>
                <a:moveTo>
                  <a:pt x="256214" y="204454"/>
                </a:moveTo>
                <a:lnTo>
                  <a:pt x="256214" y="240385"/>
                </a:lnTo>
                <a:lnTo>
                  <a:pt x="256072" y="243888"/>
                </a:lnTo>
                <a:lnTo>
                  <a:pt x="255655" y="247312"/>
                </a:lnTo>
                <a:lnTo>
                  <a:pt x="254973" y="250647"/>
                </a:lnTo>
                <a:lnTo>
                  <a:pt x="254037" y="253883"/>
                </a:lnTo>
                <a:lnTo>
                  <a:pt x="253915" y="254205"/>
                </a:lnTo>
                <a:moveTo>
                  <a:pt x="245607" y="268530"/>
                </a:moveTo>
                <a:lnTo>
                  <a:pt x="243707" y="270581"/>
                </a:lnTo>
                <a:lnTo>
                  <a:pt x="241302" y="272809"/>
                </a:lnTo>
                <a:lnTo>
                  <a:pt x="238731" y="274849"/>
                </a:lnTo>
                <a:lnTo>
                  <a:pt x="236005" y="276691"/>
                </a:lnTo>
                <a:lnTo>
                  <a:pt x="233135" y="278322"/>
                </a:lnTo>
                <a:lnTo>
                  <a:pt x="230133" y="279733"/>
                </a:lnTo>
                <a:lnTo>
                  <a:pt x="227008" y="280912"/>
                </a:lnTo>
                <a:lnTo>
                  <a:pt x="223773" y="281847"/>
                </a:lnTo>
                <a:lnTo>
                  <a:pt x="220437" y="282530"/>
                </a:lnTo>
                <a:lnTo>
                  <a:pt x="217013" y="282947"/>
                </a:lnTo>
                <a:lnTo>
                  <a:pt x="213510" y="283089"/>
                </a:lnTo>
                <a:lnTo>
                  <a:pt x="199838" y="283089"/>
                </a:lnTo>
                <a:moveTo>
                  <a:pt x="183170" y="283089"/>
                </a:moveTo>
                <a:lnTo>
                  <a:pt x="133167" y="283089"/>
                </a:lnTo>
                <a:moveTo>
                  <a:pt x="116499" y="283089"/>
                </a:moveTo>
                <a:lnTo>
                  <a:pt x="66496" y="283089"/>
                </a:lnTo>
                <a:moveTo>
                  <a:pt x="49828" y="283089"/>
                </a:moveTo>
                <a:lnTo>
                  <a:pt x="42704" y="283089"/>
                </a:lnTo>
                <a:lnTo>
                  <a:pt x="39201" y="282947"/>
                </a:lnTo>
                <a:lnTo>
                  <a:pt x="35777" y="282530"/>
                </a:lnTo>
                <a:lnTo>
                  <a:pt x="32441" y="281847"/>
                </a:lnTo>
                <a:lnTo>
                  <a:pt x="29206" y="280912"/>
                </a:lnTo>
                <a:lnTo>
                  <a:pt x="26081" y="279733"/>
                </a:lnTo>
                <a:lnTo>
                  <a:pt x="23079" y="278322"/>
                </a:lnTo>
                <a:lnTo>
                  <a:pt x="20209" y="276691"/>
                </a:lnTo>
                <a:lnTo>
                  <a:pt x="17483" y="274849"/>
                </a:lnTo>
                <a:lnTo>
                  <a:pt x="14912" y="272809"/>
                </a:lnTo>
                <a:lnTo>
                  <a:pt x="12507" y="270581"/>
                </a:lnTo>
                <a:lnTo>
                  <a:pt x="10279" y="268176"/>
                </a:lnTo>
                <a:lnTo>
                  <a:pt x="8239" y="265605"/>
                </a:lnTo>
                <a:lnTo>
                  <a:pt x="6681" y="263299"/>
                </a:lnTo>
                <a:moveTo>
                  <a:pt x="673" y="247869"/>
                </a:moveTo>
                <a:lnTo>
                  <a:pt x="559" y="247312"/>
                </a:lnTo>
                <a:lnTo>
                  <a:pt x="142" y="243888"/>
                </a:lnTo>
                <a:lnTo>
                  <a:pt x="0" y="240385"/>
                </a:lnTo>
                <a:lnTo>
                  <a:pt x="0" y="197906"/>
                </a:lnTo>
                <a:moveTo>
                  <a:pt x="0" y="181238"/>
                </a:moveTo>
                <a:lnTo>
                  <a:pt x="0" y="131235"/>
                </a:lnTo>
                <a:moveTo>
                  <a:pt x="0" y="114567"/>
                </a:moveTo>
                <a:lnTo>
                  <a:pt x="0" y="64563"/>
                </a:lnTo>
                <a:moveTo>
                  <a:pt x="0" y="47896"/>
                </a:moveTo>
                <a:lnTo>
                  <a:pt x="0" y="42703"/>
                </a:lnTo>
              </a:path>
            </a:pathLst>
          </a:custGeom>
          <a:noFill xmlns:a="http://schemas.openxmlformats.org/drawingml/2006/main"/>
          <a:ln xmlns:a="http://schemas.openxmlformats.org/drawingml/2006/main" w="16668">
            <a:solidFill>
              <a:srgbClr val="C00000">
                <a:alpha val="50000"/>
              </a:srgbClr>
            </a:solidFill>
            <a:prstDash val="solid"/>
          </a:ln>
        </p:spPr>
      </p:sp>
      <p:sp>
        <p:nvSpPr>
          <p:cNvPr id="327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D4496DB0-1D7E-45ED-81CF-7B2BACB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674" y="1132859"/>
            <a:ext cx="40002" cy="214717"/>
          </a:xfrm>
          <a:custGeom xmlns:a="http://schemas.openxmlformats.org/drawingml/2006/main">
            <a:pathLst>
              <a:path w="40002" h="214717">
                <a:moveTo>
                  <a:pt x="20001" y="164714"/>
                </a:moveTo>
                <a:lnTo>
                  <a:pt x="20001" y="0"/>
                </a:lnTo>
                <a:lnTo>
                  <a:pt x="0" y="0"/>
                </a:lnTo>
                <a:lnTo>
                  <a:pt x="0" y="164714"/>
                </a:lnTo>
                <a:lnTo>
                  <a:pt x="20001" y="164714"/>
                </a:lnTo>
                <a:moveTo>
                  <a:pt x="-20001" y="154713"/>
                </a:moveTo>
                <a:lnTo>
                  <a:pt x="10001" y="214717"/>
                </a:lnTo>
                <a:lnTo>
                  <a:pt x="40002" y="154713"/>
                </a:lnTo>
                <a:lnTo>
                  <a:pt x="-20001" y="154713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CB25ADB9-56FE-48A5-B912-F5B10E1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6462" y="1805483"/>
            <a:ext cx="82757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Library</a:t>
            </a:r>
          </a:p>
        </p:txBody>
      </p:sp>
      <p:sp>
        <p:nvSpPr>
          <p:cNvPr id="329" name="pdf-path-342">
            <a:extLst xmlns:a="http://schemas.openxmlformats.org/drawingml/2006/main">
              <a:ext uri="{FF2B5EF4-FFF2-40B4-BE49-F238E27FC236}">
                <a16:creationId xmlns:a16="http://schemas.microsoft.com/office/drawing/2014/main" id="{8215A24D-87B0-442A-AF05-5110D24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046" y="548938"/>
            <a:ext cx="486787" cy="1639056"/>
          </a:xfrm>
          <a:custGeom xmlns:a="http://schemas.openxmlformats.org/drawingml/2006/main">
            <a:pathLst>
              <a:path w="486787" h="1639056">
                <a:moveTo>
                  <a:pt x="486787" y="1557924"/>
                </a:moveTo>
                <a:cubicBezTo>
                  <a:pt x="486787" y="1602732"/>
                  <a:pt x="450457" y="1639056"/>
                  <a:pt x="405654" y="1639056"/>
                </a:cubicBezTo>
                <a:lnTo>
                  <a:pt x="81132" y="1639056"/>
                </a:lnTo>
                <a:cubicBezTo>
                  <a:pt x="36322" y="1639056"/>
                  <a:pt x="0" y="1602732"/>
                  <a:pt x="0" y="1557924"/>
                </a:cubicBezTo>
                <a:lnTo>
                  <a:pt x="0" y="81132"/>
                </a:lnTo>
                <a:cubicBezTo>
                  <a:pt x="0" y="36324"/>
                  <a:pt x="36322" y="0"/>
                  <a:pt x="81132" y="0"/>
                </a:cubicBezTo>
                <a:lnTo>
                  <a:pt x="405654" y="0"/>
                </a:lnTo>
                <a:cubicBezTo>
                  <a:pt x="450457" y="0"/>
                  <a:pt x="486787" y="36324"/>
                  <a:pt x="486787" y="81132"/>
                </a:cubicBezTo>
                <a:lnTo>
                  <a:pt x="486787" y="1557924"/>
                </a:lnTo>
              </a:path>
            </a:pathLst>
          </a:custGeom>
          <a:solidFill xmlns:a="http://schemas.openxmlformats.org/drawingml/2006/main">
            <a:srgbClr val="B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lotus-rotated-label-343">
            <a:extLst xmlns:a="http://schemas.openxmlformats.org/drawingml/2006/main">
              <a:ext uri="{FF2B5EF4-FFF2-40B4-BE49-F238E27FC236}">
                <a16:creationId xmlns:a16="http://schemas.microsoft.com/office/drawing/2014/main" id="{EBD6C783-2413-4FA6-B117-BAB5BEE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385248" y="1289016"/>
            <a:ext cx="863322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331" name="lotus-rotated-label-344">
            <a:extLst xmlns:a="http://schemas.openxmlformats.org/drawingml/2006/main">
              <a:ext uri="{FF2B5EF4-FFF2-40B4-BE49-F238E27FC236}">
                <a16:creationId xmlns:a16="http://schemas.microsoft.com/office/drawing/2014/main" id="{4226A76A-4A43-4C78-AFB1-2734B898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707721" y="1288536"/>
            <a:ext cx="60506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32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E74DE32B-4F02-4C6D-8064-CC7A8388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2173" y="3261180"/>
            <a:ext cx="560764" cy="703835"/>
          </a:xfrm>
          <a:custGeom xmlns:a="http://schemas.openxmlformats.org/drawingml/2006/main">
            <a:pathLst>
              <a:path w="560764" h="703835">
                <a:moveTo>
                  <a:pt x="0" y="93463"/>
                </a:moveTo>
                <a:cubicBezTo>
                  <a:pt x="0" y="41845"/>
                  <a:pt x="41842" y="0"/>
                  <a:pt x="93460" y="0"/>
                </a:cubicBezTo>
                <a:lnTo>
                  <a:pt x="467305" y="0"/>
                </a:lnTo>
                <a:cubicBezTo>
                  <a:pt x="518921" y="0"/>
                  <a:pt x="560764" y="41845"/>
                  <a:pt x="560764" y="93463"/>
                </a:cubicBezTo>
                <a:lnTo>
                  <a:pt x="560764" y="610373"/>
                </a:lnTo>
                <a:cubicBezTo>
                  <a:pt x="560764" y="661991"/>
                  <a:pt x="518921" y="703835"/>
                  <a:pt x="467305" y="703835"/>
                </a:cubicBezTo>
                <a:lnTo>
                  <a:pt x="93460" y="703835"/>
                </a:lnTo>
                <a:cubicBezTo>
                  <a:pt x="41842" y="703835"/>
                  <a:pt x="0" y="661991"/>
                  <a:pt x="0" y="610373"/>
                </a:cubicBezTo>
                <a:lnTo>
                  <a:pt x="0" y="934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df-path-346">
            <a:extLst xmlns:a="http://schemas.openxmlformats.org/drawingml/2006/main">
              <a:ext uri="{FF2B5EF4-FFF2-40B4-BE49-F238E27FC236}">
                <a16:creationId xmlns:a16="http://schemas.microsoft.com/office/drawing/2014/main" id="{3A7F5F14-9D6B-4F84-8239-1ABA5BFB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2173" y="3261180"/>
            <a:ext cx="560768" cy="703836"/>
          </a:xfrm>
          <a:custGeom xmlns:a="http://schemas.openxmlformats.org/drawingml/2006/main">
            <a:pathLst>
              <a:path w="560768" h="703836">
                <a:moveTo>
                  <a:pt x="0" y="93463"/>
                </a:moveTo>
                <a:cubicBezTo>
                  <a:pt x="0" y="41845"/>
                  <a:pt x="41845" y="0"/>
                  <a:pt x="93463" y="0"/>
                </a:cubicBezTo>
                <a:lnTo>
                  <a:pt x="467305" y="0"/>
                </a:lnTo>
                <a:cubicBezTo>
                  <a:pt x="518923" y="0"/>
                  <a:pt x="560768" y="41845"/>
                  <a:pt x="560768" y="93463"/>
                </a:cubicBezTo>
                <a:lnTo>
                  <a:pt x="560768" y="610372"/>
                </a:lnTo>
                <a:cubicBezTo>
                  <a:pt x="560768" y="661991"/>
                  <a:pt x="518923" y="703836"/>
                  <a:pt x="467305" y="703836"/>
                </a:cubicBezTo>
                <a:lnTo>
                  <a:pt x="93463" y="703836"/>
                </a:lnTo>
                <a:cubicBezTo>
                  <a:pt x="41845" y="703836"/>
                  <a:pt x="0" y="661991"/>
                  <a:pt x="0" y="610372"/>
                </a:cubicBezTo>
                <a:lnTo>
                  <a:pt x="0" y="93463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B4C7E7"/>
            </a:solidFill>
            <a:prstDash val="solid"/>
          </a:ln>
        </p:spPr>
      </p:sp>
      <p:sp>
        <p:nvSpPr>
          <p:cNvPr id="334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E2368798-B333-43BB-B81D-F7F227C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7125" y="3594466"/>
            <a:ext cx="39074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GMM</a:t>
            </a:r>
          </a:p>
        </p:txBody>
      </p:sp>
      <p:sp>
        <p:nvSpPr>
          <p:cNvPr id="335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9E656E52-DDEF-4EA0-A762-FD4660F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2560" y="3790141"/>
            <a:ext cx="320278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336" name="pdf-path-349">
            <a:extLst xmlns:a="http://schemas.openxmlformats.org/drawingml/2006/main">
              <a:ext uri="{FF2B5EF4-FFF2-40B4-BE49-F238E27FC236}">
                <a16:creationId xmlns:a16="http://schemas.microsoft.com/office/drawing/2014/main" id="{155FF8A9-AE82-481B-AF55-5918E0D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936" y="3465720"/>
            <a:ext cx="48451" cy="49501"/>
          </a:xfrm>
          <a:custGeom xmlns:a="http://schemas.openxmlformats.org/drawingml/2006/main">
            <a:pathLst>
              <a:path w="48451" h="49501">
                <a:moveTo>
                  <a:pt x="0" y="24750"/>
                </a:moveTo>
                <a:cubicBezTo>
                  <a:pt x="0" y="11081"/>
                  <a:pt x="10848" y="0"/>
                  <a:pt x="24222" y="0"/>
                </a:cubicBezTo>
                <a:cubicBezTo>
                  <a:pt x="37602" y="0"/>
                  <a:pt x="48451" y="11081"/>
                  <a:pt x="48451" y="24750"/>
                </a:cubicBezTo>
                <a:cubicBezTo>
                  <a:pt x="48451" y="38420"/>
                  <a:pt x="37602" y="49501"/>
                  <a:pt x="24222" y="49501"/>
                </a:cubicBezTo>
                <a:cubicBezTo>
                  <a:pt x="10848" y="49501"/>
                  <a:pt x="0" y="38420"/>
                  <a:pt x="0" y="247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df-path-350">
            <a:extLst xmlns:a="http://schemas.openxmlformats.org/drawingml/2006/main">
              <a:ext uri="{FF2B5EF4-FFF2-40B4-BE49-F238E27FC236}">
                <a16:creationId xmlns:a16="http://schemas.microsoft.com/office/drawing/2014/main" id="{92EF2630-F4D0-4A78-AD23-742A607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936" y="3465720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38" name="pdf-path-351">
            <a:extLst xmlns:a="http://schemas.openxmlformats.org/drawingml/2006/main">
              <a:ext uri="{FF2B5EF4-FFF2-40B4-BE49-F238E27FC236}">
                <a16:creationId xmlns:a16="http://schemas.microsoft.com/office/drawing/2014/main" id="{137DDDEB-B131-40F2-87C8-62FAA01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936" y="3373605"/>
            <a:ext cx="48451" cy="49501"/>
          </a:xfrm>
          <a:custGeom xmlns:a="http://schemas.openxmlformats.org/drawingml/2006/main">
            <a:pathLst>
              <a:path w="48451" h="49501">
                <a:moveTo>
                  <a:pt x="0" y="24750"/>
                </a:moveTo>
                <a:cubicBezTo>
                  <a:pt x="0" y="11081"/>
                  <a:pt x="10848" y="0"/>
                  <a:pt x="24222" y="0"/>
                </a:cubicBezTo>
                <a:cubicBezTo>
                  <a:pt x="37602" y="0"/>
                  <a:pt x="48451" y="11081"/>
                  <a:pt x="48451" y="24750"/>
                </a:cubicBezTo>
                <a:cubicBezTo>
                  <a:pt x="48451" y="38420"/>
                  <a:pt x="37602" y="49501"/>
                  <a:pt x="24222" y="49501"/>
                </a:cubicBezTo>
                <a:cubicBezTo>
                  <a:pt x="10848" y="49501"/>
                  <a:pt x="0" y="38420"/>
                  <a:pt x="0" y="247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df-path-352">
            <a:extLst xmlns:a="http://schemas.openxmlformats.org/drawingml/2006/main">
              <a:ext uri="{FF2B5EF4-FFF2-40B4-BE49-F238E27FC236}">
                <a16:creationId xmlns:a16="http://schemas.microsoft.com/office/drawing/2014/main" id="{CF93FE80-2626-42AE-BA95-322ED536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936" y="3373605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40" name="pdf-path-353">
            <a:extLst xmlns:a="http://schemas.openxmlformats.org/drawingml/2006/main">
              <a:ext uri="{FF2B5EF4-FFF2-40B4-BE49-F238E27FC236}">
                <a16:creationId xmlns:a16="http://schemas.microsoft.com/office/drawing/2014/main" id="{353328F2-4154-444D-8390-1516828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519639"/>
            <a:ext cx="48458" cy="49501"/>
          </a:xfrm>
          <a:custGeom xmlns:a="http://schemas.openxmlformats.org/drawingml/2006/main">
            <a:pathLst>
              <a:path w="48458" h="49501">
                <a:moveTo>
                  <a:pt x="0" y="24751"/>
                </a:moveTo>
                <a:cubicBezTo>
                  <a:pt x="0" y="11081"/>
                  <a:pt x="10847" y="0"/>
                  <a:pt x="24229" y="0"/>
                </a:cubicBezTo>
                <a:cubicBezTo>
                  <a:pt x="37609" y="0"/>
                  <a:pt x="48458" y="11081"/>
                  <a:pt x="48458" y="24751"/>
                </a:cubicBezTo>
                <a:cubicBezTo>
                  <a:pt x="48458" y="38420"/>
                  <a:pt x="37609" y="49501"/>
                  <a:pt x="24229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df-path-354">
            <a:extLst xmlns:a="http://schemas.openxmlformats.org/drawingml/2006/main">
              <a:ext uri="{FF2B5EF4-FFF2-40B4-BE49-F238E27FC236}">
                <a16:creationId xmlns:a16="http://schemas.microsoft.com/office/drawing/2014/main" id="{D00FED1A-3FCA-4AC5-AF41-3CDBAFBB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519639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42" name="pdf-path-355">
            <a:extLst xmlns:a="http://schemas.openxmlformats.org/drawingml/2006/main">
              <a:ext uri="{FF2B5EF4-FFF2-40B4-BE49-F238E27FC236}">
                <a16:creationId xmlns:a16="http://schemas.microsoft.com/office/drawing/2014/main" id="{CD95D510-CDBE-4627-86F6-4DB9C98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413096"/>
            <a:ext cx="48458" cy="49501"/>
          </a:xfrm>
          <a:custGeom xmlns:a="http://schemas.openxmlformats.org/drawingml/2006/main">
            <a:pathLst>
              <a:path w="48458" h="49501">
                <a:moveTo>
                  <a:pt x="0" y="24751"/>
                </a:moveTo>
                <a:cubicBezTo>
                  <a:pt x="0" y="11082"/>
                  <a:pt x="10847" y="0"/>
                  <a:pt x="24229" y="0"/>
                </a:cubicBezTo>
                <a:cubicBezTo>
                  <a:pt x="37609" y="0"/>
                  <a:pt x="48458" y="11082"/>
                  <a:pt x="48458" y="24751"/>
                </a:cubicBezTo>
                <a:cubicBezTo>
                  <a:pt x="48458" y="38421"/>
                  <a:pt x="37609" y="49501"/>
                  <a:pt x="24229" y="49501"/>
                </a:cubicBezTo>
                <a:cubicBezTo>
                  <a:pt x="10847" y="49501"/>
                  <a:pt x="0" y="38421"/>
                  <a:pt x="0" y="2475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df-path-356">
            <a:extLst xmlns:a="http://schemas.openxmlformats.org/drawingml/2006/main">
              <a:ext uri="{FF2B5EF4-FFF2-40B4-BE49-F238E27FC236}">
                <a16:creationId xmlns:a16="http://schemas.microsoft.com/office/drawing/2014/main" id="{4F223CF7-04A7-4B8E-9B53-CEA9BE0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413096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44" name="pdf-path-357">
            <a:extLst xmlns:a="http://schemas.openxmlformats.org/drawingml/2006/main">
              <a:ext uri="{FF2B5EF4-FFF2-40B4-BE49-F238E27FC236}">
                <a16:creationId xmlns:a16="http://schemas.microsoft.com/office/drawing/2014/main" id="{33BB757C-CD6D-4AA1-9303-DEB9F4E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307278"/>
            <a:ext cx="48458" cy="49502"/>
          </a:xfrm>
          <a:custGeom xmlns:a="http://schemas.openxmlformats.org/drawingml/2006/main">
            <a:pathLst>
              <a:path w="48458" h="49502">
                <a:moveTo>
                  <a:pt x="0" y="24751"/>
                </a:moveTo>
                <a:cubicBezTo>
                  <a:pt x="0" y="11081"/>
                  <a:pt x="10847" y="0"/>
                  <a:pt x="24229" y="0"/>
                </a:cubicBezTo>
                <a:cubicBezTo>
                  <a:pt x="37609" y="0"/>
                  <a:pt x="48458" y="11081"/>
                  <a:pt x="48458" y="24751"/>
                </a:cubicBezTo>
                <a:cubicBezTo>
                  <a:pt x="48458" y="38421"/>
                  <a:pt x="37609" y="49502"/>
                  <a:pt x="24229" y="49502"/>
                </a:cubicBezTo>
                <a:cubicBezTo>
                  <a:pt x="10847" y="49502"/>
                  <a:pt x="0" y="38421"/>
                  <a:pt x="0" y="2475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df-path-358">
            <a:extLst xmlns:a="http://schemas.openxmlformats.org/drawingml/2006/main">
              <a:ext uri="{FF2B5EF4-FFF2-40B4-BE49-F238E27FC236}">
                <a16:creationId xmlns:a16="http://schemas.microsoft.com/office/drawing/2014/main" id="{0B1ACEDB-3C9B-4981-9D27-5B3723E0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6597" y="3307278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46" name="pdf-path-359">
            <a:extLst xmlns:a="http://schemas.openxmlformats.org/drawingml/2006/main">
              <a:ext uri="{FF2B5EF4-FFF2-40B4-BE49-F238E27FC236}">
                <a16:creationId xmlns:a16="http://schemas.microsoft.com/office/drawing/2014/main" id="{BD7C032C-320E-4236-98DB-4017768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799" y="3323801"/>
            <a:ext cx="48450" cy="49501"/>
          </a:xfrm>
          <a:custGeom xmlns:a="http://schemas.openxmlformats.org/drawingml/2006/main">
            <a:pathLst>
              <a:path w="48450" h="49501">
                <a:moveTo>
                  <a:pt x="0" y="24751"/>
                </a:moveTo>
                <a:cubicBezTo>
                  <a:pt x="0" y="11081"/>
                  <a:pt x="10847" y="0"/>
                  <a:pt x="24229" y="0"/>
                </a:cubicBezTo>
                <a:cubicBezTo>
                  <a:pt x="37609" y="0"/>
                  <a:pt x="48450" y="11081"/>
                  <a:pt x="48450" y="24751"/>
                </a:cubicBezTo>
                <a:cubicBezTo>
                  <a:pt x="48450" y="38420"/>
                  <a:pt x="37609" y="49501"/>
                  <a:pt x="24229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df-path-360">
            <a:extLst xmlns:a="http://schemas.openxmlformats.org/drawingml/2006/main">
              <a:ext uri="{FF2B5EF4-FFF2-40B4-BE49-F238E27FC236}">
                <a16:creationId xmlns:a16="http://schemas.microsoft.com/office/drawing/2014/main" id="{61190DC2-A641-49B3-A348-78FE067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799" y="3323801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48" name="pdf-path-361">
            <a:extLst xmlns:a="http://schemas.openxmlformats.org/drawingml/2006/main">
              <a:ext uri="{FF2B5EF4-FFF2-40B4-BE49-F238E27FC236}">
                <a16:creationId xmlns:a16="http://schemas.microsoft.com/office/drawing/2014/main" id="{6BB6AFA3-CF53-4708-9FCB-6A571ED1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611" y="3494585"/>
            <a:ext cx="48451" cy="49501"/>
          </a:xfrm>
          <a:custGeom xmlns:a="http://schemas.openxmlformats.org/drawingml/2006/main">
            <a:pathLst>
              <a:path w="48451" h="49501">
                <a:moveTo>
                  <a:pt x="0" y="24751"/>
                </a:moveTo>
                <a:cubicBezTo>
                  <a:pt x="0" y="11081"/>
                  <a:pt x="10842" y="0"/>
                  <a:pt x="24223" y="0"/>
                </a:cubicBezTo>
                <a:cubicBezTo>
                  <a:pt x="37603" y="0"/>
                  <a:pt x="48451" y="11081"/>
                  <a:pt x="48451" y="24751"/>
                </a:cubicBezTo>
                <a:cubicBezTo>
                  <a:pt x="48451" y="38420"/>
                  <a:pt x="37603" y="49501"/>
                  <a:pt x="24223" y="49501"/>
                </a:cubicBezTo>
                <a:cubicBezTo>
                  <a:pt x="10842" y="49501"/>
                  <a:pt x="0" y="38420"/>
                  <a:pt x="0" y="2475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df-path-362">
            <a:extLst xmlns:a="http://schemas.openxmlformats.org/drawingml/2006/main">
              <a:ext uri="{FF2B5EF4-FFF2-40B4-BE49-F238E27FC236}">
                <a16:creationId xmlns:a16="http://schemas.microsoft.com/office/drawing/2014/main" id="{37DB404B-CEB3-475A-851C-B1CB0ADD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611" y="3494585"/>
            <a:ext cx="48455" cy="49501"/>
          </a:xfrm>
          <a:custGeom xmlns:a="http://schemas.openxmlformats.org/drawingml/2006/main">
            <a:pathLst>
              <a:path w="48455" h="49501">
                <a:moveTo>
                  <a:pt x="0" y="24751"/>
                </a:moveTo>
                <a:cubicBezTo>
                  <a:pt x="0" y="11081"/>
                  <a:pt x="10847" y="0"/>
                  <a:pt x="24227" y="0"/>
                </a:cubicBezTo>
                <a:cubicBezTo>
                  <a:pt x="37608" y="0"/>
                  <a:pt x="48455" y="11081"/>
                  <a:pt x="48455" y="24751"/>
                </a:cubicBezTo>
                <a:cubicBezTo>
                  <a:pt x="48455" y="38420"/>
                  <a:pt x="37608" y="49501"/>
                  <a:pt x="24227" y="49501"/>
                </a:cubicBezTo>
                <a:cubicBezTo>
                  <a:pt x="10847" y="49501"/>
                  <a:pt x="0" y="38420"/>
                  <a:pt x="0" y="24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0" name="pdf-path-363">
            <a:extLst xmlns:a="http://schemas.openxmlformats.org/drawingml/2006/main">
              <a:ext uri="{FF2B5EF4-FFF2-40B4-BE49-F238E27FC236}">
                <a16:creationId xmlns:a16="http://schemas.microsoft.com/office/drawing/2014/main" id="{0DA14E5F-8D03-4CDF-814F-FA39314D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6292" y="3332029"/>
            <a:ext cx="70305" cy="48826"/>
          </a:xfrm>
          <a:custGeom xmlns:a="http://schemas.openxmlformats.org/drawingml/2006/main">
            <a:pathLst>
              <a:path w="70305" h="48826">
                <a:moveTo>
                  <a:pt x="0" y="48826"/>
                </a:moveTo>
                <a:lnTo>
                  <a:pt x="7030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1" name="pdf-path-365">
            <a:extLst xmlns:a="http://schemas.openxmlformats.org/drawingml/2006/main">
              <a:ext uri="{FF2B5EF4-FFF2-40B4-BE49-F238E27FC236}">
                <a16:creationId xmlns:a16="http://schemas.microsoft.com/office/drawing/2014/main" id="{D6DBA93E-6B54-4769-8BD4-6FF1DF94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86" y="3398357"/>
            <a:ext cx="70305" cy="21989"/>
          </a:xfrm>
          <a:custGeom xmlns:a="http://schemas.openxmlformats.org/drawingml/2006/main">
            <a:pathLst>
              <a:path w="70305" h="21989">
                <a:moveTo>
                  <a:pt x="0" y="0"/>
                </a:moveTo>
                <a:lnTo>
                  <a:pt x="70305" y="219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2" name="pdf-path-367">
            <a:extLst xmlns:a="http://schemas.openxmlformats.org/drawingml/2006/main">
              <a:ext uri="{FF2B5EF4-FFF2-40B4-BE49-F238E27FC236}">
                <a16:creationId xmlns:a16="http://schemas.microsoft.com/office/drawing/2014/main" id="{60D1C5D0-7201-4452-88FA-F72DE3BB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86" y="3455349"/>
            <a:ext cx="70305" cy="35123"/>
          </a:xfrm>
          <a:custGeom xmlns:a="http://schemas.openxmlformats.org/drawingml/2006/main">
            <a:pathLst>
              <a:path w="70305" h="35123">
                <a:moveTo>
                  <a:pt x="0" y="35123"/>
                </a:moveTo>
                <a:lnTo>
                  <a:pt x="7030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3" name="pdf-path-369">
            <a:extLst xmlns:a="http://schemas.openxmlformats.org/drawingml/2006/main">
              <a:ext uri="{FF2B5EF4-FFF2-40B4-BE49-F238E27FC236}">
                <a16:creationId xmlns:a16="http://schemas.microsoft.com/office/drawing/2014/main" id="{ED0B5B18-32F5-4CC5-9513-DB933ADF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6292" y="3507972"/>
            <a:ext cx="70305" cy="36418"/>
          </a:xfrm>
          <a:custGeom xmlns:a="http://schemas.openxmlformats.org/drawingml/2006/main">
            <a:pathLst>
              <a:path w="70305" h="36418">
                <a:moveTo>
                  <a:pt x="0" y="0"/>
                </a:moveTo>
                <a:lnTo>
                  <a:pt x="70305" y="364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8D77EE72-D654-44C2-9158-B12D637B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6292" y="3507972"/>
            <a:ext cx="70305" cy="36417"/>
          </a:xfrm>
          <a:custGeom xmlns:a="http://schemas.openxmlformats.org/drawingml/2006/main">
            <a:pathLst>
              <a:path w="70305" h="36417">
                <a:moveTo>
                  <a:pt x="0" y="0"/>
                </a:moveTo>
                <a:lnTo>
                  <a:pt x="70305" y="3641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5" name="pdf-path-371">
            <a:extLst xmlns:a="http://schemas.openxmlformats.org/drawingml/2006/main">
              <a:ext uri="{FF2B5EF4-FFF2-40B4-BE49-F238E27FC236}">
                <a16:creationId xmlns:a16="http://schemas.microsoft.com/office/drawing/2014/main" id="{B779E335-1D5D-4CDB-B9F9-42D0D03D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86" y="3398357"/>
            <a:ext cx="70305" cy="128531"/>
          </a:xfrm>
          <a:custGeom xmlns:a="http://schemas.openxmlformats.org/drawingml/2006/main">
            <a:pathLst>
              <a:path w="70305" h="128531">
                <a:moveTo>
                  <a:pt x="0" y="0"/>
                </a:moveTo>
                <a:lnTo>
                  <a:pt x="70305" y="1285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D73CAE21-0B93-4A20-A5C0-11CD502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86" y="3398357"/>
            <a:ext cx="70305" cy="128532"/>
          </a:xfrm>
          <a:custGeom xmlns:a="http://schemas.openxmlformats.org/drawingml/2006/main">
            <a:pathLst>
              <a:path w="70305" h="128532">
                <a:moveTo>
                  <a:pt x="0" y="0"/>
                </a:moveTo>
                <a:lnTo>
                  <a:pt x="70305" y="12853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7" name="pdf-path-373">
            <a:extLst xmlns:a="http://schemas.openxmlformats.org/drawingml/2006/main">
              <a:ext uri="{FF2B5EF4-FFF2-40B4-BE49-F238E27FC236}">
                <a16:creationId xmlns:a16="http://schemas.microsoft.com/office/drawing/2014/main" id="{7C9DF4FE-AFDE-4A90-9EE3-F625CA58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3386" y="3349530"/>
            <a:ext cx="70305" cy="140940"/>
          </a:xfrm>
          <a:custGeom xmlns:a="http://schemas.openxmlformats.org/drawingml/2006/main">
            <a:pathLst>
              <a:path w="70305" h="140940">
                <a:moveTo>
                  <a:pt x="0" y="140940"/>
                </a:moveTo>
                <a:lnTo>
                  <a:pt x="7030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58" name="pdf-path-375">
            <a:extLst xmlns:a="http://schemas.openxmlformats.org/drawingml/2006/main">
              <a:ext uri="{FF2B5EF4-FFF2-40B4-BE49-F238E27FC236}">
                <a16:creationId xmlns:a16="http://schemas.microsoft.com/office/drawing/2014/main" id="{49DFEE82-5FDE-452D-9C01-0EC830F3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5055" y="3332029"/>
            <a:ext cx="70744" cy="16523"/>
          </a:xfrm>
          <a:custGeom xmlns:a="http://schemas.openxmlformats.org/drawingml/2006/main">
            <a:pathLst>
              <a:path w="70744" h="16523">
                <a:moveTo>
                  <a:pt x="0" y="0"/>
                </a:moveTo>
                <a:lnTo>
                  <a:pt x="70744" y="1652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df-path-376">
            <a:extLst xmlns:a="http://schemas.openxmlformats.org/drawingml/2006/main">
              <a:ext uri="{FF2B5EF4-FFF2-40B4-BE49-F238E27FC236}">
                <a16:creationId xmlns:a16="http://schemas.microsoft.com/office/drawing/2014/main" id="{9F486EB7-80DC-4937-AD3E-A1BE92C5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5055" y="3332029"/>
            <a:ext cx="70745" cy="16523"/>
          </a:xfrm>
          <a:custGeom xmlns:a="http://schemas.openxmlformats.org/drawingml/2006/main">
            <a:pathLst>
              <a:path w="70745" h="16523">
                <a:moveTo>
                  <a:pt x="0" y="0"/>
                </a:moveTo>
                <a:lnTo>
                  <a:pt x="70745" y="1652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0" name="pdf-path-377">
            <a:extLst xmlns:a="http://schemas.openxmlformats.org/drawingml/2006/main">
              <a:ext uri="{FF2B5EF4-FFF2-40B4-BE49-F238E27FC236}">
                <a16:creationId xmlns:a16="http://schemas.microsoft.com/office/drawing/2014/main" id="{ACC504D4-44AC-47BD-B6DA-C95B87C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5055" y="3519336"/>
            <a:ext cx="70557" cy="25054"/>
          </a:xfrm>
          <a:custGeom xmlns:a="http://schemas.openxmlformats.org/drawingml/2006/main">
            <a:pathLst>
              <a:path w="70557" h="25054">
                <a:moveTo>
                  <a:pt x="0" y="25054"/>
                </a:moveTo>
                <a:lnTo>
                  <a:pt x="7055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1" name="pdf-path-379">
            <a:extLst xmlns:a="http://schemas.openxmlformats.org/drawingml/2006/main">
              <a:ext uri="{FF2B5EF4-FFF2-40B4-BE49-F238E27FC236}">
                <a16:creationId xmlns:a16="http://schemas.microsoft.com/office/drawing/2014/main" id="{FFB220AF-FA68-4A7F-A76F-1559EAD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366054"/>
            <a:ext cx="84938" cy="54292"/>
          </a:xfrm>
          <a:custGeom xmlns:a="http://schemas.openxmlformats.org/drawingml/2006/main">
            <a:pathLst>
              <a:path w="84938" h="54292">
                <a:moveTo>
                  <a:pt x="84938" y="0"/>
                </a:moveTo>
                <a:lnTo>
                  <a:pt x="0" y="5429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df-path-380">
            <a:extLst xmlns:a="http://schemas.openxmlformats.org/drawingml/2006/main">
              <a:ext uri="{FF2B5EF4-FFF2-40B4-BE49-F238E27FC236}">
                <a16:creationId xmlns:a16="http://schemas.microsoft.com/office/drawing/2014/main" id="{7277D36F-69DC-49B5-9354-504F554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5" y="3366054"/>
            <a:ext cx="84937" cy="54292"/>
          </a:xfrm>
          <a:custGeom xmlns:a="http://schemas.openxmlformats.org/drawingml/2006/main">
            <a:pathLst>
              <a:path w="84937" h="54292">
                <a:moveTo>
                  <a:pt x="84937" y="0"/>
                </a:moveTo>
                <a:lnTo>
                  <a:pt x="0" y="5429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3" name="pdf-path-381">
            <a:extLst xmlns:a="http://schemas.openxmlformats.org/drawingml/2006/main">
              <a:ext uri="{FF2B5EF4-FFF2-40B4-BE49-F238E27FC236}">
                <a16:creationId xmlns:a16="http://schemas.microsoft.com/office/drawing/2014/main" id="{0E99899F-2F4C-4F08-B64B-FC82817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455349"/>
            <a:ext cx="84753" cy="46485"/>
          </a:xfrm>
          <a:custGeom xmlns:a="http://schemas.openxmlformats.org/drawingml/2006/main">
            <a:pathLst>
              <a:path w="84753" h="46485">
                <a:moveTo>
                  <a:pt x="0" y="0"/>
                </a:moveTo>
                <a:lnTo>
                  <a:pt x="84753" y="464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df-path-382">
            <a:extLst xmlns:a="http://schemas.openxmlformats.org/drawingml/2006/main">
              <a:ext uri="{FF2B5EF4-FFF2-40B4-BE49-F238E27FC236}">
                <a16:creationId xmlns:a16="http://schemas.microsoft.com/office/drawing/2014/main" id="{FDFB80F2-B33D-4E01-980E-D052369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455349"/>
            <a:ext cx="84749" cy="46485"/>
          </a:xfrm>
          <a:custGeom xmlns:a="http://schemas.openxmlformats.org/drawingml/2006/main">
            <a:pathLst>
              <a:path w="84749" h="46485">
                <a:moveTo>
                  <a:pt x="0" y="0"/>
                </a:moveTo>
                <a:lnTo>
                  <a:pt x="84749" y="4648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5" name="pdf-path-383">
            <a:extLst xmlns:a="http://schemas.openxmlformats.org/drawingml/2006/main">
              <a:ext uri="{FF2B5EF4-FFF2-40B4-BE49-F238E27FC236}">
                <a16:creationId xmlns:a16="http://schemas.microsoft.com/office/drawing/2014/main" id="{107C18E5-FA01-4253-9C93-3C9D648B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366054"/>
            <a:ext cx="84938" cy="160834"/>
          </a:xfrm>
          <a:custGeom xmlns:a="http://schemas.openxmlformats.org/drawingml/2006/main">
            <a:pathLst>
              <a:path w="84938" h="160834">
                <a:moveTo>
                  <a:pt x="84938" y="0"/>
                </a:moveTo>
                <a:lnTo>
                  <a:pt x="0" y="1608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df-path-384">
            <a:extLst xmlns:a="http://schemas.openxmlformats.org/drawingml/2006/main">
              <a:ext uri="{FF2B5EF4-FFF2-40B4-BE49-F238E27FC236}">
                <a16:creationId xmlns:a16="http://schemas.microsoft.com/office/drawing/2014/main" id="{F6E12C5D-6A78-44FE-98F1-D2E2A7C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5" y="3366054"/>
            <a:ext cx="84937" cy="160835"/>
          </a:xfrm>
          <a:custGeom xmlns:a="http://schemas.openxmlformats.org/drawingml/2006/main">
            <a:pathLst>
              <a:path w="84937" h="160835">
                <a:moveTo>
                  <a:pt x="84937" y="0"/>
                </a:moveTo>
                <a:lnTo>
                  <a:pt x="0" y="16083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7" name="pdf-path-385">
            <a:extLst xmlns:a="http://schemas.openxmlformats.org/drawingml/2006/main">
              <a:ext uri="{FF2B5EF4-FFF2-40B4-BE49-F238E27FC236}">
                <a16:creationId xmlns:a16="http://schemas.microsoft.com/office/drawing/2014/main" id="{685020CA-24D8-4AFC-8999-B31FDFC4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349530"/>
            <a:ext cx="84753" cy="152304"/>
          </a:xfrm>
          <a:custGeom xmlns:a="http://schemas.openxmlformats.org/drawingml/2006/main">
            <a:pathLst>
              <a:path w="84753" h="152304">
                <a:moveTo>
                  <a:pt x="0" y="0"/>
                </a:moveTo>
                <a:lnTo>
                  <a:pt x="84753" y="15230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df-path-386">
            <a:extLst xmlns:a="http://schemas.openxmlformats.org/drawingml/2006/main">
              <a:ext uri="{FF2B5EF4-FFF2-40B4-BE49-F238E27FC236}">
                <a16:creationId xmlns:a16="http://schemas.microsoft.com/office/drawing/2014/main" id="{8406CC2E-62C2-44FE-A7BE-B4B518F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7953" y="3349530"/>
            <a:ext cx="84749" cy="152303"/>
          </a:xfrm>
          <a:custGeom xmlns:a="http://schemas.openxmlformats.org/drawingml/2006/main">
            <a:pathLst>
              <a:path w="84749" h="152303">
                <a:moveTo>
                  <a:pt x="0" y="0"/>
                </a:moveTo>
                <a:lnTo>
                  <a:pt x="84749" y="15230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B4C7E7"/>
            </a:solidFill>
            <a:prstDash val="solid"/>
          </a:ln>
        </p:spPr>
      </p:sp>
      <p:sp>
        <p:nvSpPr>
          <p:cNvPr id="369" name="pdf-path-387">
            <a:extLst xmlns:a="http://schemas.openxmlformats.org/drawingml/2006/main">
              <a:ext uri="{FF2B5EF4-FFF2-40B4-BE49-F238E27FC236}">
                <a16:creationId xmlns:a16="http://schemas.microsoft.com/office/drawing/2014/main" id="{B58C641C-CE8B-438F-AE80-9710AB4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2931" y="3582215"/>
            <a:ext cx="768272" cy="40884"/>
          </a:xfrm>
          <a:custGeom xmlns:a="http://schemas.openxmlformats.org/drawingml/2006/main">
            <a:pathLst>
              <a:path w="768272" h="40884">
                <a:moveTo>
                  <a:pt x="718255" y="19989"/>
                </a:moveTo>
                <a:lnTo>
                  <a:pt x="0" y="20883"/>
                </a:lnTo>
                <a:lnTo>
                  <a:pt x="20" y="40884"/>
                </a:lnTo>
                <a:lnTo>
                  <a:pt x="718282" y="39990"/>
                </a:lnTo>
                <a:lnTo>
                  <a:pt x="718255" y="19989"/>
                </a:lnTo>
                <a:moveTo>
                  <a:pt x="708308" y="60004"/>
                </a:moveTo>
                <a:lnTo>
                  <a:pt x="768272" y="29928"/>
                </a:lnTo>
                <a:lnTo>
                  <a:pt x="708235" y="0"/>
                </a:lnTo>
                <a:lnTo>
                  <a:pt x="708308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df-path-388">
            <a:extLst xmlns:a="http://schemas.openxmlformats.org/drawingml/2006/main">
              <a:ext uri="{FF2B5EF4-FFF2-40B4-BE49-F238E27FC236}">
                <a16:creationId xmlns:a16="http://schemas.microsoft.com/office/drawing/2014/main" id="{41CF997F-2719-4238-A512-009A6E4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9383" y="1005505"/>
            <a:ext cx="1142357" cy="2648150"/>
          </a:xfrm>
          <a:custGeom xmlns:a="http://schemas.openxmlformats.org/drawingml/2006/main">
            <a:pathLst>
              <a:path w="1142357" h="2648150">
                <a:moveTo>
                  <a:pt x="0" y="105005"/>
                </a:moveTo>
                <a:cubicBezTo>
                  <a:pt x="0" y="47013"/>
                  <a:pt x="47010" y="0"/>
                  <a:pt x="105007" y="0"/>
                </a:cubicBezTo>
                <a:lnTo>
                  <a:pt x="1037357" y="0"/>
                </a:lnTo>
                <a:cubicBezTo>
                  <a:pt x="1095347" y="0"/>
                  <a:pt x="1142357" y="47013"/>
                  <a:pt x="1142357" y="105005"/>
                </a:cubicBezTo>
                <a:lnTo>
                  <a:pt x="1142357" y="2543145"/>
                </a:lnTo>
                <a:cubicBezTo>
                  <a:pt x="1142357" y="2601138"/>
                  <a:pt x="1095347" y="2648150"/>
                  <a:pt x="1037357" y="2648150"/>
                </a:cubicBezTo>
                <a:lnTo>
                  <a:pt x="105007" y="2648150"/>
                </a:lnTo>
                <a:cubicBezTo>
                  <a:pt x="47010" y="2648150"/>
                  <a:pt x="0" y="2601138"/>
                  <a:pt x="0" y="2543145"/>
                </a:cubicBezTo>
                <a:lnTo>
                  <a:pt x="0" y="105005"/>
                </a:lnTo>
              </a:path>
            </a:pathLst>
          </a:custGeom>
          <a:solidFill xmlns:a="http://schemas.openxmlformats.org/drawingml/2006/main">
            <a:srgbClr val="F2F2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03D905FA-D479-4B28-A806-9673F98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4838" y="1747880"/>
            <a:ext cx="640088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Workspace </a:t>
            </a:r>
          </a:p>
        </p:txBody>
      </p:sp>
      <p:sp>
        <p:nvSpPr>
          <p:cNvPr id="372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90B547C0-B2AE-45CE-9896-A7BAFE9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8180" y="1888690"/>
            <a:ext cx="340127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73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2140C88B-48CA-4AE3-A6F9-3ADDB24A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4458" y="2042613"/>
            <a:ext cx="172204" cy="283484"/>
          </a:xfrm>
          <a:custGeom xmlns:a="http://schemas.openxmlformats.org/drawingml/2006/main">
            <a:pathLst>
              <a:path w="172204" h="283484">
                <a:moveTo>
                  <a:pt x="0" y="0"/>
                </a:moveTo>
                <a:lnTo>
                  <a:pt x="172204" y="74157"/>
                </a:lnTo>
                <a:lnTo>
                  <a:pt x="172204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FD75436E-E31F-4974-9C1F-71892987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4454" y="2042613"/>
            <a:ext cx="172208" cy="283484"/>
          </a:xfrm>
          <a:custGeom xmlns:a="http://schemas.openxmlformats.org/drawingml/2006/main">
            <a:pathLst>
              <a:path w="172208" h="283484">
                <a:moveTo>
                  <a:pt x="0" y="0"/>
                </a:moveTo>
                <a:lnTo>
                  <a:pt x="172208" y="74156"/>
                </a:lnTo>
                <a:lnTo>
                  <a:pt x="172208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DEEBF7"/>
            </a:solidFill>
            <a:prstDash val="solid"/>
          </a:ln>
        </p:spPr>
      </p:sp>
      <p:sp>
        <p:nvSpPr>
          <p:cNvPr id="375" name="pdf-path-393">
            <a:extLst xmlns:a="http://schemas.openxmlformats.org/drawingml/2006/main">
              <a:ext uri="{FF2B5EF4-FFF2-40B4-BE49-F238E27FC236}">
                <a16:creationId xmlns:a16="http://schemas.microsoft.com/office/drawing/2014/main" id="{D989BB1A-A6E3-4D46-9402-193B774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8013" y="2100348"/>
            <a:ext cx="172211" cy="172098"/>
          </a:xfrm>
          <a:custGeom xmlns:a="http://schemas.openxmlformats.org/drawingml/2006/main">
            <a:pathLst>
              <a:path w="172211" h="172098">
                <a:moveTo>
                  <a:pt x="0" y="28683"/>
                </a:moveTo>
                <a:cubicBezTo>
                  <a:pt x="0" y="12842"/>
                  <a:pt x="12847" y="0"/>
                  <a:pt x="28688" y="0"/>
                </a:cubicBezTo>
                <a:lnTo>
                  <a:pt x="143529" y="0"/>
                </a:lnTo>
                <a:cubicBezTo>
                  <a:pt x="159371" y="0"/>
                  <a:pt x="172211" y="12842"/>
                  <a:pt x="172211" y="28683"/>
                </a:cubicBezTo>
                <a:lnTo>
                  <a:pt x="172211" y="143414"/>
                </a:lnTo>
                <a:cubicBezTo>
                  <a:pt x="172211" y="159256"/>
                  <a:pt x="159371" y="172098"/>
                  <a:pt x="143529" y="172098"/>
                </a:cubicBezTo>
                <a:lnTo>
                  <a:pt x="28688" y="172098"/>
                </a:lnTo>
                <a:cubicBezTo>
                  <a:pt x="12847" y="172098"/>
                  <a:pt x="0" y="159256"/>
                  <a:pt x="0" y="143414"/>
                </a:cubicBezTo>
                <a:lnTo>
                  <a:pt x="0" y="28683"/>
                </a:lnTo>
              </a:path>
            </a:pathLst>
          </a:custGeom>
          <a:solidFill xmlns:a="http://schemas.openxmlformats.org/drawingml/2006/main">
            <a:srgbClr val="F248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4CFFFBEA-8336-4736-B840-C85A68E3E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86c60574944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6449" y="2040562"/>
            <a:ext cx="283484" cy="283484"/>
          </a:xfrm>
          <a:prstGeom xmlns:a="http://schemas.openxmlformats.org/drawingml/2006/main" prst="rect">
            <a:avLst/>
          </a:prstGeom>
        </p:spPr>
      </p:pic>
      <p:sp>
        <p:nvSpPr>
          <p:cNvPr id="377" name="lotus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25746FD2-B3D0-40ED-B19D-4BC4AD1A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449" y="2040562"/>
            <a:ext cx="283484" cy="283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8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96328FFD-50E0-433F-8DC2-E8F7C47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849" y="2418005"/>
            <a:ext cx="300044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Wrist </a:t>
            </a:r>
          </a:p>
        </p:txBody>
      </p:sp>
      <p:sp>
        <p:nvSpPr>
          <p:cNvPr id="379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29A52841-2778-48AE-BB54-22013E69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8180" y="2555935"/>
            <a:ext cx="340127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80" name="pdf-path-397">
            <a:extLst xmlns:a="http://schemas.openxmlformats.org/drawingml/2006/main">
              <a:ext uri="{FF2B5EF4-FFF2-40B4-BE49-F238E27FC236}">
                <a16:creationId xmlns:a16="http://schemas.microsoft.com/office/drawing/2014/main" id="{81E884CC-11A5-4BB0-BE14-599AD4EA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8013" y="2762833"/>
            <a:ext cx="172211" cy="172098"/>
          </a:xfrm>
          <a:custGeom xmlns:a="http://schemas.openxmlformats.org/drawingml/2006/main">
            <a:pathLst>
              <a:path w="172211" h="172098">
                <a:moveTo>
                  <a:pt x="0" y="28684"/>
                </a:moveTo>
                <a:cubicBezTo>
                  <a:pt x="0" y="12843"/>
                  <a:pt x="12847" y="0"/>
                  <a:pt x="28688" y="0"/>
                </a:cubicBezTo>
                <a:lnTo>
                  <a:pt x="143529" y="0"/>
                </a:lnTo>
                <a:cubicBezTo>
                  <a:pt x="159371" y="0"/>
                  <a:pt x="172211" y="12843"/>
                  <a:pt x="172211" y="28684"/>
                </a:cubicBezTo>
                <a:lnTo>
                  <a:pt x="172211" y="143414"/>
                </a:lnTo>
                <a:cubicBezTo>
                  <a:pt x="172211" y="159256"/>
                  <a:pt x="159371" y="172098"/>
                  <a:pt x="143529" y="172098"/>
                </a:cubicBezTo>
                <a:lnTo>
                  <a:pt x="28688" y="172098"/>
                </a:lnTo>
                <a:cubicBezTo>
                  <a:pt x="12847" y="172098"/>
                  <a:pt x="0" y="159256"/>
                  <a:pt x="0" y="143414"/>
                </a:cubicBezTo>
                <a:lnTo>
                  <a:pt x="0" y="28684"/>
                </a:lnTo>
              </a:path>
            </a:pathLst>
          </a:custGeom>
          <a:solidFill xmlns:a="http://schemas.openxmlformats.org/drawingml/2006/main">
            <a:srgbClr val="FFC7C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2E8E0295-CBA8-4917-AB5E-C8EA992D5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24fbd1e4340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6449" y="2705098"/>
            <a:ext cx="283484" cy="283484"/>
          </a:xfrm>
          <a:prstGeom xmlns:a="http://schemas.openxmlformats.org/drawingml/2006/main" prst="rect">
            <a:avLst/>
          </a:prstGeom>
        </p:spPr>
      </p:pic>
      <p:sp>
        <p:nvSpPr>
          <p:cNvPr id="382" name="lotus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1C223A32-A4F8-429A-BAF0-19A65B9C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449" y="2705098"/>
            <a:ext cx="283484" cy="283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628F4B95-04C7-413D-8332-8720F76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71" y="2705098"/>
            <a:ext cx="172205" cy="283484"/>
          </a:xfrm>
          <a:custGeom xmlns:a="http://schemas.openxmlformats.org/drawingml/2006/main">
            <a:pathLst>
              <a:path w="172205" h="283484">
                <a:moveTo>
                  <a:pt x="0" y="0"/>
                </a:moveTo>
                <a:lnTo>
                  <a:pt x="172205" y="74157"/>
                </a:lnTo>
                <a:lnTo>
                  <a:pt x="172205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df-path-400">
            <a:extLst xmlns:a="http://schemas.openxmlformats.org/drawingml/2006/main">
              <a:ext uri="{FF2B5EF4-FFF2-40B4-BE49-F238E27FC236}">
                <a16:creationId xmlns:a16="http://schemas.microsoft.com/office/drawing/2014/main" id="{8132AAA6-B651-4F6F-A98F-4BCBFB4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68" y="2705098"/>
            <a:ext cx="172208" cy="283484"/>
          </a:xfrm>
          <a:custGeom xmlns:a="http://schemas.openxmlformats.org/drawingml/2006/main">
            <a:pathLst>
              <a:path w="172208" h="283484">
                <a:moveTo>
                  <a:pt x="0" y="0"/>
                </a:moveTo>
                <a:lnTo>
                  <a:pt x="172208" y="74156"/>
                </a:lnTo>
                <a:lnTo>
                  <a:pt x="172208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DEEBF7"/>
            </a:solidFill>
            <a:prstDash val="solid"/>
          </a:ln>
        </p:spPr>
      </p:sp>
      <p:sp>
        <p:nvSpPr>
          <p:cNvPr id="385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CF2B3E63-DB49-46E0-996B-ACEC84B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517" y="1077199"/>
            <a:ext cx="286724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</a:t>
            </a:r>
          </a:p>
        </p:txBody>
      </p:sp>
      <p:sp>
        <p:nvSpPr>
          <p:cNvPr id="386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35881A18-7B0F-4212-8F00-1AEEAF6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1504" y="1216644"/>
            <a:ext cx="613433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387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CB5AA837-7B85-4248-A698-5E55C3F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8013" y="1435811"/>
            <a:ext cx="172211" cy="172098"/>
          </a:xfrm>
          <a:custGeom xmlns:a="http://schemas.openxmlformats.org/drawingml/2006/main">
            <a:pathLst>
              <a:path w="172211" h="172098">
                <a:moveTo>
                  <a:pt x="0" y="28683"/>
                </a:moveTo>
                <a:cubicBezTo>
                  <a:pt x="0" y="12842"/>
                  <a:pt x="12847" y="0"/>
                  <a:pt x="28688" y="0"/>
                </a:cubicBezTo>
                <a:lnTo>
                  <a:pt x="143529" y="0"/>
                </a:lnTo>
                <a:cubicBezTo>
                  <a:pt x="159371" y="0"/>
                  <a:pt x="172211" y="12842"/>
                  <a:pt x="172211" y="28683"/>
                </a:cubicBezTo>
                <a:lnTo>
                  <a:pt x="172211" y="143414"/>
                </a:lnTo>
                <a:cubicBezTo>
                  <a:pt x="172211" y="159256"/>
                  <a:pt x="159371" y="172098"/>
                  <a:pt x="143529" y="172098"/>
                </a:cubicBezTo>
                <a:lnTo>
                  <a:pt x="28688" y="172098"/>
                </a:lnTo>
                <a:cubicBezTo>
                  <a:pt x="12847" y="172098"/>
                  <a:pt x="0" y="159256"/>
                  <a:pt x="0" y="143414"/>
                </a:cubicBezTo>
                <a:lnTo>
                  <a:pt x="0" y="28683"/>
                </a:lnTo>
              </a:path>
            </a:pathLst>
          </a:custGeom>
          <a:solidFill xmlns:a="http://schemas.openxmlformats.org/drawingml/2006/main">
            <a:srgbClr val="E4C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df-path-404">
            <a:extLst xmlns:a="http://schemas.openxmlformats.org/drawingml/2006/main">
              <a:ext uri="{FF2B5EF4-FFF2-40B4-BE49-F238E27FC236}">
                <a16:creationId xmlns:a16="http://schemas.microsoft.com/office/drawing/2014/main" id="{5793771B-DF03-4097-8A19-40B40BA2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71" y="1378076"/>
            <a:ext cx="172205" cy="283484"/>
          </a:xfrm>
          <a:custGeom xmlns:a="http://schemas.openxmlformats.org/drawingml/2006/main">
            <a:pathLst>
              <a:path w="172205" h="283484">
                <a:moveTo>
                  <a:pt x="0" y="0"/>
                </a:moveTo>
                <a:lnTo>
                  <a:pt x="172205" y="74156"/>
                </a:lnTo>
                <a:lnTo>
                  <a:pt x="172205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df-path-405">
            <a:extLst xmlns:a="http://schemas.openxmlformats.org/drawingml/2006/main">
              <a:ext uri="{FF2B5EF4-FFF2-40B4-BE49-F238E27FC236}">
                <a16:creationId xmlns:a16="http://schemas.microsoft.com/office/drawing/2014/main" id="{21880351-3D0E-4A7E-93A3-E2DFD71D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68" y="1378076"/>
            <a:ext cx="172208" cy="283484"/>
          </a:xfrm>
          <a:custGeom xmlns:a="http://schemas.openxmlformats.org/drawingml/2006/main">
            <a:pathLst>
              <a:path w="172208" h="283484">
                <a:moveTo>
                  <a:pt x="0" y="0"/>
                </a:moveTo>
                <a:lnTo>
                  <a:pt x="172208" y="74156"/>
                </a:lnTo>
                <a:lnTo>
                  <a:pt x="172208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DEEBF7"/>
            </a:solidFill>
            <a:prstDash val="solid"/>
          </a:ln>
        </p:spPr>
      </p:sp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B792825-E1C2-4A29-952F-F85752CE6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873cd7b464d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6449" y="1366387"/>
            <a:ext cx="283484" cy="283484"/>
          </a:xfrm>
          <a:prstGeom xmlns:a="http://schemas.openxmlformats.org/drawingml/2006/main" prst="rect">
            <a:avLst/>
          </a:prstGeom>
        </p:spPr>
      </p:pic>
      <p:sp>
        <p:nvSpPr>
          <p:cNvPr id="391" name="lotus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FF508D1F-B262-408D-91D1-0DADCC9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449" y="1366387"/>
            <a:ext cx="283484" cy="283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4CE9BCA-C95F-45A8-8F28-2B80D7932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822e543d54f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6449" y="3222169"/>
            <a:ext cx="283484" cy="283484"/>
          </a:xfrm>
          <a:prstGeom xmlns:a="http://schemas.openxmlformats.org/drawingml/2006/main" prst="rect">
            <a:avLst/>
          </a:prstGeom>
        </p:spPr>
      </p:pic>
      <p:sp>
        <p:nvSpPr>
          <p:cNvPr id="393" name="lotus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B1028B9C-5D30-462E-9010-7DB7549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449" y="3222169"/>
            <a:ext cx="283484" cy="283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4" name="pdf-path-408">
            <a:extLst xmlns:a="http://schemas.openxmlformats.org/drawingml/2006/main">
              <a:ext uri="{FF2B5EF4-FFF2-40B4-BE49-F238E27FC236}">
                <a16:creationId xmlns:a16="http://schemas.microsoft.com/office/drawing/2014/main" id="{88E6878D-11F5-4405-8315-AAB4AC07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8013" y="3281671"/>
            <a:ext cx="172211" cy="172098"/>
          </a:xfrm>
          <a:custGeom xmlns:a="http://schemas.openxmlformats.org/drawingml/2006/main">
            <a:pathLst>
              <a:path w="172211" h="172098">
                <a:moveTo>
                  <a:pt x="0" y="28684"/>
                </a:moveTo>
                <a:cubicBezTo>
                  <a:pt x="0" y="12843"/>
                  <a:pt x="12847" y="0"/>
                  <a:pt x="28688" y="0"/>
                </a:cubicBezTo>
                <a:lnTo>
                  <a:pt x="143529" y="0"/>
                </a:lnTo>
                <a:cubicBezTo>
                  <a:pt x="159371" y="0"/>
                  <a:pt x="172211" y="12843"/>
                  <a:pt x="172211" y="28684"/>
                </a:cubicBezTo>
                <a:lnTo>
                  <a:pt x="172211" y="143415"/>
                </a:lnTo>
                <a:cubicBezTo>
                  <a:pt x="172211" y="159256"/>
                  <a:pt x="159371" y="172098"/>
                  <a:pt x="143529" y="172098"/>
                </a:cubicBezTo>
                <a:lnTo>
                  <a:pt x="28688" y="172098"/>
                </a:lnTo>
                <a:cubicBezTo>
                  <a:pt x="12847" y="172098"/>
                  <a:pt x="0" y="159256"/>
                  <a:pt x="0" y="143415"/>
                </a:cubicBezTo>
                <a:lnTo>
                  <a:pt x="0" y="28684"/>
                </a:lnTo>
              </a:path>
            </a:pathLst>
          </a:custGeom>
          <a:solidFill xmlns:a="http://schemas.openxmlformats.org/drawingml/2006/main">
            <a:srgbClr val="AFF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df-path-409">
            <a:extLst xmlns:a="http://schemas.openxmlformats.org/drawingml/2006/main">
              <a:ext uri="{FF2B5EF4-FFF2-40B4-BE49-F238E27FC236}">
                <a16:creationId xmlns:a16="http://schemas.microsoft.com/office/drawing/2014/main" id="{12854A5C-41FB-401C-A438-081C4BE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71" y="3223936"/>
            <a:ext cx="172205" cy="283484"/>
          </a:xfrm>
          <a:custGeom xmlns:a="http://schemas.openxmlformats.org/drawingml/2006/main">
            <a:pathLst>
              <a:path w="172205" h="283484">
                <a:moveTo>
                  <a:pt x="0" y="0"/>
                </a:moveTo>
                <a:lnTo>
                  <a:pt x="172205" y="74157"/>
                </a:lnTo>
                <a:lnTo>
                  <a:pt x="172205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df-path-410">
            <a:extLst xmlns:a="http://schemas.openxmlformats.org/drawingml/2006/main">
              <a:ext uri="{FF2B5EF4-FFF2-40B4-BE49-F238E27FC236}">
                <a16:creationId xmlns:a16="http://schemas.microsoft.com/office/drawing/2014/main" id="{F00F5D26-DE46-4D25-9954-D5EF201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68" y="3223936"/>
            <a:ext cx="172208" cy="283484"/>
          </a:xfrm>
          <a:custGeom xmlns:a="http://schemas.openxmlformats.org/drawingml/2006/main">
            <a:pathLst>
              <a:path w="172208" h="283484">
                <a:moveTo>
                  <a:pt x="0" y="0"/>
                </a:moveTo>
                <a:lnTo>
                  <a:pt x="172208" y="74156"/>
                </a:lnTo>
                <a:lnTo>
                  <a:pt x="172208" y="209328"/>
                </a:lnTo>
                <a:lnTo>
                  <a:pt x="0" y="28348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DEEBF7"/>
            </a:solidFill>
            <a:prstDash val="solid"/>
          </a:ln>
        </p:spPr>
      </p:sp>
      <p:sp>
        <p:nvSpPr>
          <p:cNvPr id="397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5DB7A85A-E428-461F-A54F-5224B2DA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832" y="3067969"/>
            <a:ext cx="786449" cy="12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Proprioception</a:t>
            </a:r>
          </a:p>
        </p:txBody>
      </p:sp>
      <p:sp>
        <p:nvSpPr>
          <p:cNvPr id="398" name="pdf-path-412">
            <a:extLst xmlns:a="http://schemas.openxmlformats.org/drawingml/2006/main">
              <a:ext uri="{FF2B5EF4-FFF2-40B4-BE49-F238E27FC236}">
                <a16:creationId xmlns:a16="http://schemas.microsoft.com/office/drawing/2014/main" id="{332FF3A2-A694-4AF3-ACA7-E4BA82E9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1451" y="57630"/>
            <a:ext cx="3893244" cy="334050"/>
          </a:xfrm>
          <a:custGeom xmlns:a="http://schemas.openxmlformats.org/drawingml/2006/main">
            <a:pathLst>
              <a:path w="3893244" h="334050">
                <a:moveTo>
                  <a:pt x="0" y="55675"/>
                </a:moveTo>
                <a:cubicBezTo>
                  <a:pt x="0" y="24926"/>
                  <a:pt x="24928" y="0"/>
                  <a:pt x="55677" y="0"/>
                </a:cubicBezTo>
                <a:lnTo>
                  <a:pt x="3837573" y="0"/>
                </a:lnTo>
                <a:cubicBezTo>
                  <a:pt x="3868322" y="0"/>
                  <a:pt x="3893244" y="24926"/>
                  <a:pt x="3893244" y="55675"/>
                </a:cubicBezTo>
                <a:lnTo>
                  <a:pt x="3893244" y="278375"/>
                </a:lnTo>
                <a:cubicBezTo>
                  <a:pt x="3893244" y="309123"/>
                  <a:pt x="3868322" y="334050"/>
                  <a:pt x="3837573" y="334050"/>
                </a:cubicBezTo>
                <a:lnTo>
                  <a:pt x="55677" y="334050"/>
                </a:lnTo>
                <a:cubicBezTo>
                  <a:pt x="24928" y="334050"/>
                  <a:pt x="0" y="309123"/>
                  <a:pt x="0" y="278375"/>
                </a:cubicBezTo>
                <a:lnTo>
                  <a:pt x="0" y="55675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0D53BE23-5D0C-49A0-AC7E-742D3F1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2181" y="96218"/>
            <a:ext cx="1847279" cy="2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0" b="0" i="0">
                <a:solidFill>
                  <a:srgbClr val="445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80" b="0" i="0">
                <a:solidFill>
                  <a:srgbClr val="44546A"/>
                </a:solidFill>
                <a:latin typeface="Arial"/>
                <a:ea typeface="Arial"/>
                <a:cs typeface="Arial"/>
              </a:defRPr>
            </a:pPr>
            <a:r>
              <a:rPr sz="1680" b="0" i="0">
                <a:solidFill>
                  <a:srgbClr val="44546A"/>
                </a:solidFill>
                <a:latin typeface="Arial"/>
                <a:ea typeface="Arial"/>
                <a:cs typeface="Arial"/>
              </a:rPr>
              <a:t>Hierarchical Policy</a:t>
            </a:r>
          </a:p>
        </p:txBody>
      </p:sp>
      <p:sp>
        <p:nvSpPr>
          <p:cNvPr id="400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7D9321DB-16FB-4479-AFE8-423DCE8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8996" y="3671211"/>
            <a:ext cx="87151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401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48E6D101-AB1C-4A5C-86D0-1F2B76F4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36" y="3864824"/>
            <a:ext cx="685455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Encoding</a:t>
            </a:r>
          </a:p>
        </p:txBody>
      </p:sp>
      <p:sp>
        <p:nvSpPr>
          <p:cNvPr id="402" name="pdf-path-419">
            <a:extLst xmlns:a="http://schemas.openxmlformats.org/drawingml/2006/main">
              <a:ext uri="{FF2B5EF4-FFF2-40B4-BE49-F238E27FC236}">
                <a16:creationId xmlns:a16="http://schemas.microsoft.com/office/drawing/2014/main" id="{21CAC0EE-13F7-4772-B636-21740FD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7527" y="296606"/>
            <a:ext cx="95" cy="4013969"/>
          </a:xfrm>
          <a:custGeom xmlns:a="http://schemas.openxmlformats.org/drawingml/2006/main">
            <a:pathLst>
              <a:path w="95" h="4013969">
                <a:moveTo>
                  <a:pt x="0" y="0"/>
                </a:moveTo>
                <a:lnTo>
                  <a:pt x="1" y="401396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80000"/>
              </a:srgbClr>
            </a:solidFill>
            <a:prstDash val="solid"/>
          </a:ln>
        </p:spPr>
      </p:sp>
      <p:sp>
        <p:nvSpPr>
          <p:cNvPr id="403" name="pdf-path-420">
            <a:extLst xmlns:a="http://schemas.openxmlformats.org/drawingml/2006/main">
              <a:ext uri="{FF2B5EF4-FFF2-40B4-BE49-F238E27FC236}">
                <a16:creationId xmlns:a16="http://schemas.microsoft.com/office/drawing/2014/main" id="{33942901-946B-4375-9641-E395BB34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0695" y="296380"/>
            <a:ext cx="95" cy="4013969"/>
          </a:xfrm>
          <a:custGeom xmlns:a="http://schemas.openxmlformats.org/drawingml/2006/main">
            <a:pathLst>
              <a:path w="95" h="4013969">
                <a:moveTo>
                  <a:pt x="0" y="0"/>
                </a:moveTo>
                <a:lnTo>
                  <a:pt x="1" y="401396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80000"/>
              </a:srgbClr>
            </a:solidFill>
            <a:prstDash val="solid"/>
          </a:ln>
        </p:spPr>
      </p:sp>
      <p:sp>
        <p:nvSpPr>
          <p:cNvPr id="404" name="pdf-path-421">
            <a:extLst xmlns:a="http://schemas.openxmlformats.org/drawingml/2006/main">
              <a:ext uri="{FF2B5EF4-FFF2-40B4-BE49-F238E27FC236}">
                <a16:creationId xmlns:a16="http://schemas.microsoft.com/office/drawing/2014/main" id="{98B3F55A-2750-4079-B5B6-A1F90A9A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038" y="3139684"/>
            <a:ext cx="53337" cy="160181"/>
          </a:xfrm>
          <a:custGeom xmlns:a="http://schemas.openxmlformats.org/drawingml/2006/main">
            <a:pathLst>
              <a:path w="53337" h="160181">
                <a:moveTo>
                  <a:pt x="53337" y="160181"/>
                </a:moveTo>
                <a:lnTo>
                  <a:pt x="53337" y="66671"/>
                </a:lnTo>
                <a:lnTo>
                  <a:pt x="26668" y="66671"/>
                </a:lnTo>
                <a:lnTo>
                  <a:pt x="26668" y="160181"/>
                </a:lnTo>
                <a:lnTo>
                  <a:pt x="53337" y="160181"/>
                </a:lnTo>
                <a:moveTo>
                  <a:pt x="80005" y="80006"/>
                </a:moveTo>
                <a:lnTo>
                  <a:pt x="40003" y="0"/>
                </a:lnTo>
                <a:lnTo>
                  <a:pt x="0" y="80005"/>
                </a:lnTo>
                <a:lnTo>
                  <a:pt x="80005" y="80006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df-path-422">
            <a:extLst xmlns:a="http://schemas.openxmlformats.org/drawingml/2006/main">
              <a:ext uri="{FF2B5EF4-FFF2-40B4-BE49-F238E27FC236}">
                <a16:creationId xmlns:a16="http://schemas.microsoft.com/office/drawing/2014/main" id="{35B65259-54FA-4532-B8F3-45CB96D5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6508" y="3139684"/>
            <a:ext cx="53337" cy="160181"/>
          </a:xfrm>
          <a:custGeom xmlns:a="http://schemas.openxmlformats.org/drawingml/2006/main">
            <a:pathLst>
              <a:path w="53337" h="160181">
                <a:moveTo>
                  <a:pt x="53337" y="160181"/>
                </a:moveTo>
                <a:lnTo>
                  <a:pt x="53337" y="66671"/>
                </a:lnTo>
                <a:lnTo>
                  <a:pt x="26668" y="66671"/>
                </a:lnTo>
                <a:lnTo>
                  <a:pt x="26668" y="160181"/>
                </a:lnTo>
                <a:lnTo>
                  <a:pt x="53337" y="160181"/>
                </a:lnTo>
                <a:moveTo>
                  <a:pt x="80006" y="80006"/>
                </a:moveTo>
                <a:lnTo>
                  <a:pt x="40003" y="0"/>
                </a:lnTo>
                <a:lnTo>
                  <a:pt x="0" y="80005"/>
                </a:lnTo>
                <a:lnTo>
                  <a:pt x="80006" y="80006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df-path-423">
            <a:extLst xmlns:a="http://schemas.openxmlformats.org/drawingml/2006/main">
              <a:ext uri="{FF2B5EF4-FFF2-40B4-BE49-F238E27FC236}">
                <a16:creationId xmlns:a16="http://schemas.microsoft.com/office/drawing/2014/main" id="{A6799A84-870A-42A0-8197-C32F6CE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606" y="948057"/>
            <a:ext cx="550765" cy="1045571"/>
          </a:xfrm>
          <a:custGeom xmlns:a="http://schemas.openxmlformats.org/drawingml/2006/main">
            <a:pathLst>
              <a:path w="550765" h="1045571">
                <a:moveTo>
                  <a:pt x="15178" y="0"/>
                </a:moveTo>
                <a:lnTo>
                  <a:pt x="73365" y="67797"/>
                </a:lnTo>
                <a:lnTo>
                  <a:pt x="130825" y="135551"/>
                </a:lnTo>
                <a:lnTo>
                  <a:pt x="186777" y="203155"/>
                </a:lnTo>
                <a:lnTo>
                  <a:pt x="213974" y="236909"/>
                </a:lnTo>
                <a:lnTo>
                  <a:pt x="240500" y="270584"/>
                </a:lnTo>
                <a:lnTo>
                  <a:pt x="266273" y="304187"/>
                </a:lnTo>
                <a:lnTo>
                  <a:pt x="291194" y="337708"/>
                </a:lnTo>
                <a:lnTo>
                  <a:pt x="315170" y="371138"/>
                </a:lnTo>
                <a:lnTo>
                  <a:pt x="338104" y="404467"/>
                </a:lnTo>
                <a:lnTo>
                  <a:pt x="359900" y="437688"/>
                </a:lnTo>
                <a:lnTo>
                  <a:pt x="380464" y="470792"/>
                </a:lnTo>
                <a:lnTo>
                  <a:pt x="399697" y="503772"/>
                </a:lnTo>
                <a:lnTo>
                  <a:pt x="417503" y="536617"/>
                </a:lnTo>
                <a:lnTo>
                  <a:pt x="433805" y="569306"/>
                </a:lnTo>
                <a:lnTo>
                  <a:pt x="448660" y="601829"/>
                </a:lnTo>
                <a:lnTo>
                  <a:pt x="462161" y="634191"/>
                </a:lnTo>
                <a:lnTo>
                  <a:pt x="474404" y="666399"/>
                </a:lnTo>
                <a:lnTo>
                  <a:pt x="485484" y="698462"/>
                </a:lnTo>
                <a:lnTo>
                  <a:pt x="495498" y="730388"/>
                </a:lnTo>
                <a:lnTo>
                  <a:pt x="504543" y="762184"/>
                </a:lnTo>
                <a:lnTo>
                  <a:pt x="512714" y="793861"/>
                </a:lnTo>
                <a:lnTo>
                  <a:pt x="520109" y="825425"/>
                </a:lnTo>
                <a:lnTo>
                  <a:pt x="526833" y="856923"/>
                </a:lnTo>
                <a:lnTo>
                  <a:pt x="538606" y="919534"/>
                </a:lnTo>
                <a:lnTo>
                  <a:pt x="548833" y="981904"/>
                </a:lnTo>
                <a:lnTo>
                  <a:pt x="550765" y="994633"/>
                </a:lnTo>
                <a:lnTo>
                  <a:pt x="530991" y="997636"/>
                </a:lnTo>
                <a:lnTo>
                  <a:pt x="529066" y="984965"/>
                </a:lnTo>
                <a:lnTo>
                  <a:pt x="529084" y="985081"/>
                </a:lnTo>
                <a:lnTo>
                  <a:pt x="518887" y="922885"/>
                </a:lnTo>
                <a:lnTo>
                  <a:pt x="518927" y="923115"/>
                </a:lnTo>
                <a:lnTo>
                  <a:pt x="507198" y="860740"/>
                </a:lnTo>
                <a:lnTo>
                  <a:pt x="507247" y="860980"/>
                </a:lnTo>
                <a:lnTo>
                  <a:pt x="500570" y="829697"/>
                </a:lnTo>
                <a:lnTo>
                  <a:pt x="500612" y="829891"/>
                </a:lnTo>
                <a:lnTo>
                  <a:pt x="493266" y="798531"/>
                </a:lnTo>
                <a:lnTo>
                  <a:pt x="493319" y="798748"/>
                </a:lnTo>
                <a:lnTo>
                  <a:pt x="485205" y="767299"/>
                </a:lnTo>
                <a:lnTo>
                  <a:pt x="485271" y="767537"/>
                </a:lnTo>
                <a:lnTo>
                  <a:pt x="476296" y="735989"/>
                </a:lnTo>
                <a:lnTo>
                  <a:pt x="476373" y="736246"/>
                </a:lnTo>
                <a:lnTo>
                  <a:pt x="466442" y="704585"/>
                </a:lnTo>
                <a:lnTo>
                  <a:pt x="466533" y="704858"/>
                </a:lnTo>
                <a:lnTo>
                  <a:pt x="455549" y="673076"/>
                </a:lnTo>
                <a:lnTo>
                  <a:pt x="455653" y="673363"/>
                </a:lnTo>
                <a:lnTo>
                  <a:pt x="443522" y="641447"/>
                </a:lnTo>
                <a:lnTo>
                  <a:pt x="443640" y="641744"/>
                </a:lnTo>
                <a:lnTo>
                  <a:pt x="430265" y="609683"/>
                </a:lnTo>
                <a:lnTo>
                  <a:pt x="430397" y="609988"/>
                </a:lnTo>
                <a:lnTo>
                  <a:pt x="415683" y="577771"/>
                </a:lnTo>
                <a:lnTo>
                  <a:pt x="415829" y="578080"/>
                </a:lnTo>
                <a:lnTo>
                  <a:pt x="399679" y="545696"/>
                </a:lnTo>
                <a:lnTo>
                  <a:pt x="399838" y="545999"/>
                </a:lnTo>
                <a:lnTo>
                  <a:pt x="382188" y="513442"/>
                </a:lnTo>
                <a:lnTo>
                  <a:pt x="382341" y="513713"/>
                </a:lnTo>
                <a:lnTo>
                  <a:pt x="363256" y="480989"/>
                </a:lnTo>
                <a:lnTo>
                  <a:pt x="363399" y="481228"/>
                </a:lnTo>
                <a:lnTo>
                  <a:pt x="342975" y="448348"/>
                </a:lnTo>
                <a:lnTo>
                  <a:pt x="343108" y="448557"/>
                </a:lnTo>
                <a:lnTo>
                  <a:pt x="321440" y="415531"/>
                </a:lnTo>
                <a:lnTo>
                  <a:pt x="321564" y="415715"/>
                </a:lnTo>
                <a:lnTo>
                  <a:pt x="298747" y="382556"/>
                </a:lnTo>
                <a:lnTo>
                  <a:pt x="298859" y="382715"/>
                </a:lnTo>
                <a:lnTo>
                  <a:pt x="274990" y="349434"/>
                </a:lnTo>
                <a:lnTo>
                  <a:pt x="275091" y="349573"/>
                </a:lnTo>
                <a:lnTo>
                  <a:pt x="250265" y="316180"/>
                </a:lnTo>
                <a:lnTo>
                  <a:pt x="250356" y="316300"/>
                </a:lnTo>
                <a:lnTo>
                  <a:pt x="224669" y="282808"/>
                </a:lnTo>
                <a:lnTo>
                  <a:pt x="224748" y="282910"/>
                </a:lnTo>
                <a:lnTo>
                  <a:pt x="198296" y="249329"/>
                </a:lnTo>
                <a:lnTo>
                  <a:pt x="198365" y="249415"/>
                </a:lnTo>
                <a:lnTo>
                  <a:pt x="171242" y="215756"/>
                </a:lnTo>
                <a:lnTo>
                  <a:pt x="171326" y="215857"/>
                </a:lnTo>
                <a:lnTo>
                  <a:pt x="115455" y="148350"/>
                </a:lnTo>
                <a:lnTo>
                  <a:pt x="115531" y="148442"/>
                </a:lnTo>
                <a:lnTo>
                  <a:pt x="58129" y="80756"/>
                </a:lnTo>
                <a:lnTo>
                  <a:pt x="58167" y="80801"/>
                </a:lnTo>
                <a:lnTo>
                  <a:pt x="0" y="13027"/>
                </a:lnTo>
                <a:lnTo>
                  <a:pt x="15178" y="0"/>
                </a:lnTo>
                <a:moveTo>
                  <a:pt x="588813" y="978740"/>
                </a:moveTo>
                <a:lnTo>
                  <a:pt x="548385" y="1045571"/>
                </a:lnTo>
                <a:lnTo>
                  <a:pt x="489939" y="993755"/>
                </a:lnTo>
                <a:lnTo>
                  <a:pt x="588813" y="978740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df-path-424">
            <a:extLst xmlns:a="http://schemas.openxmlformats.org/drawingml/2006/main">
              <a:ext uri="{FF2B5EF4-FFF2-40B4-BE49-F238E27FC236}">
                <a16:creationId xmlns:a16="http://schemas.microsoft.com/office/drawing/2014/main" id="{939817B3-5B42-4533-A5A3-651840DE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9727" y="2349442"/>
            <a:ext cx="562951" cy="958838"/>
          </a:xfrm>
          <a:custGeom xmlns:a="http://schemas.openxmlformats.org/drawingml/2006/main">
            <a:pathLst>
              <a:path w="562951" h="958838">
                <a:moveTo>
                  <a:pt x="562951" y="359"/>
                </a:moveTo>
                <a:lnTo>
                  <a:pt x="562146" y="45280"/>
                </a:lnTo>
                <a:lnTo>
                  <a:pt x="560267" y="80658"/>
                </a:lnTo>
                <a:lnTo>
                  <a:pt x="540294" y="79598"/>
                </a:lnTo>
                <a:lnTo>
                  <a:pt x="542163" y="44394"/>
                </a:lnTo>
                <a:lnTo>
                  <a:pt x="542151" y="44746"/>
                </a:lnTo>
                <a:lnTo>
                  <a:pt x="542952" y="0"/>
                </a:lnTo>
                <a:lnTo>
                  <a:pt x="562951" y="359"/>
                </a:lnTo>
                <a:moveTo>
                  <a:pt x="555110" y="141110"/>
                </a:moveTo>
                <a:lnTo>
                  <a:pt x="550440" y="179652"/>
                </a:lnTo>
                <a:lnTo>
                  <a:pt x="544105" y="220673"/>
                </a:lnTo>
                <a:lnTo>
                  <a:pt x="524337" y="217620"/>
                </a:lnTo>
                <a:lnTo>
                  <a:pt x="530648" y="176760"/>
                </a:lnTo>
                <a:lnTo>
                  <a:pt x="530603" y="177084"/>
                </a:lnTo>
                <a:lnTo>
                  <a:pt x="535254" y="138704"/>
                </a:lnTo>
                <a:lnTo>
                  <a:pt x="555110" y="141110"/>
                </a:lnTo>
                <a:moveTo>
                  <a:pt x="532631" y="280212"/>
                </a:moveTo>
                <a:lnTo>
                  <a:pt x="525889" y="310807"/>
                </a:lnTo>
                <a:lnTo>
                  <a:pt x="515088" y="353408"/>
                </a:lnTo>
                <a:lnTo>
                  <a:pt x="513611" y="358553"/>
                </a:lnTo>
                <a:lnTo>
                  <a:pt x="494386" y="353035"/>
                </a:lnTo>
                <a:lnTo>
                  <a:pt x="495819" y="348040"/>
                </a:lnTo>
                <a:lnTo>
                  <a:pt x="495738" y="348341"/>
                </a:lnTo>
                <a:lnTo>
                  <a:pt x="506462" y="306043"/>
                </a:lnTo>
                <a:lnTo>
                  <a:pt x="506390" y="306348"/>
                </a:lnTo>
                <a:lnTo>
                  <a:pt x="513099" y="275907"/>
                </a:lnTo>
                <a:lnTo>
                  <a:pt x="532631" y="280212"/>
                </a:lnTo>
                <a:moveTo>
                  <a:pt x="496313" y="416328"/>
                </a:moveTo>
                <a:lnTo>
                  <a:pt x="489863" y="436415"/>
                </a:lnTo>
                <a:lnTo>
                  <a:pt x="475542" y="476648"/>
                </a:lnTo>
                <a:lnTo>
                  <a:pt x="469398" y="492319"/>
                </a:lnTo>
                <a:lnTo>
                  <a:pt x="450777" y="485018"/>
                </a:lnTo>
                <a:lnTo>
                  <a:pt x="456862" y="469495"/>
                </a:lnTo>
                <a:lnTo>
                  <a:pt x="456752" y="469792"/>
                </a:lnTo>
                <a:lnTo>
                  <a:pt x="470969" y="429855"/>
                </a:lnTo>
                <a:lnTo>
                  <a:pt x="470868" y="430151"/>
                </a:lnTo>
                <a:lnTo>
                  <a:pt x="477269" y="410214"/>
                </a:lnTo>
                <a:lnTo>
                  <a:pt x="496313" y="416328"/>
                </a:lnTo>
                <a:moveTo>
                  <a:pt x="446340" y="548055"/>
                </a:moveTo>
                <a:lnTo>
                  <a:pt x="443723" y="554146"/>
                </a:lnTo>
                <a:lnTo>
                  <a:pt x="426329" y="591236"/>
                </a:lnTo>
                <a:lnTo>
                  <a:pt x="411284" y="620692"/>
                </a:lnTo>
                <a:lnTo>
                  <a:pt x="393472" y="611593"/>
                </a:lnTo>
                <a:lnTo>
                  <a:pt x="408440" y="582289"/>
                </a:lnTo>
                <a:lnTo>
                  <a:pt x="408292" y="582591"/>
                </a:lnTo>
                <a:lnTo>
                  <a:pt x="425547" y="545801"/>
                </a:lnTo>
                <a:lnTo>
                  <a:pt x="425412" y="546101"/>
                </a:lnTo>
                <a:lnTo>
                  <a:pt x="427963" y="540161"/>
                </a:lnTo>
                <a:lnTo>
                  <a:pt x="446340" y="548055"/>
                </a:lnTo>
                <a:moveTo>
                  <a:pt x="381589" y="673632"/>
                </a:moveTo>
                <a:lnTo>
                  <a:pt x="368782" y="694845"/>
                </a:lnTo>
                <a:lnTo>
                  <a:pt x="347974" y="726540"/>
                </a:lnTo>
                <a:lnTo>
                  <a:pt x="337453" y="741252"/>
                </a:lnTo>
                <a:lnTo>
                  <a:pt x="321183" y="729619"/>
                </a:lnTo>
                <a:lnTo>
                  <a:pt x="331587" y="715067"/>
                </a:lnTo>
                <a:lnTo>
                  <a:pt x="331363" y="715395"/>
                </a:lnTo>
                <a:lnTo>
                  <a:pt x="351958" y="684026"/>
                </a:lnTo>
                <a:lnTo>
                  <a:pt x="351756" y="684346"/>
                </a:lnTo>
                <a:lnTo>
                  <a:pt x="364466" y="663294"/>
                </a:lnTo>
                <a:lnTo>
                  <a:pt x="381589" y="673632"/>
                </a:lnTo>
                <a:moveTo>
                  <a:pt x="300433" y="789550"/>
                </a:moveTo>
                <a:lnTo>
                  <a:pt x="281329" y="811885"/>
                </a:lnTo>
                <a:lnTo>
                  <a:pt x="257861" y="836798"/>
                </a:lnTo>
                <a:lnTo>
                  <a:pt x="245305" y="848821"/>
                </a:lnTo>
                <a:lnTo>
                  <a:pt x="231472" y="834374"/>
                </a:lnTo>
                <a:lnTo>
                  <a:pt x="243842" y="822530"/>
                </a:lnTo>
                <a:lnTo>
                  <a:pt x="243479" y="822896"/>
                </a:lnTo>
                <a:lnTo>
                  <a:pt x="266606" y="798345"/>
                </a:lnTo>
                <a:lnTo>
                  <a:pt x="266285" y="798702"/>
                </a:lnTo>
                <a:lnTo>
                  <a:pt x="285234" y="776549"/>
                </a:lnTo>
                <a:lnTo>
                  <a:pt x="300433" y="789550"/>
                </a:lnTo>
                <a:moveTo>
                  <a:pt x="198935" y="888637"/>
                </a:moveTo>
                <a:lnTo>
                  <a:pt x="184312" y="899693"/>
                </a:lnTo>
                <a:lnTo>
                  <a:pt x="158889" y="916404"/>
                </a:lnTo>
                <a:lnTo>
                  <a:pt x="133171" y="930781"/>
                </a:lnTo>
                <a:lnTo>
                  <a:pt x="129804" y="932415"/>
                </a:lnTo>
                <a:lnTo>
                  <a:pt x="121072" y="914421"/>
                </a:lnTo>
                <a:lnTo>
                  <a:pt x="124177" y="912913"/>
                </a:lnTo>
                <a:lnTo>
                  <a:pt x="123664" y="913181"/>
                </a:lnTo>
                <a:lnTo>
                  <a:pt x="148816" y="899121"/>
                </a:lnTo>
                <a:lnTo>
                  <a:pt x="148202" y="899493"/>
                </a:lnTo>
                <a:lnTo>
                  <a:pt x="173050" y="883160"/>
                </a:lnTo>
                <a:lnTo>
                  <a:pt x="172512" y="883539"/>
                </a:lnTo>
                <a:lnTo>
                  <a:pt x="186872" y="872682"/>
                </a:lnTo>
                <a:lnTo>
                  <a:pt x="198935" y="888637"/>
                </a:lnTo>
                <a:moveTo>
                  <a:pt x="72354" y="954746"/>
                </a:moveTo>
                <a:lnTo>
                  <a:pt x="66846" y="956322"/>
                </a:lnTo>
                <a:lnTo>
                  <a:pt x="51221" y="958838"/>
                </a:lnTo>
                <a:lnTo>
                  <a:pt x="48041" y="939092"/>
                </a:lnTo>
                <a:lnTo>
                  <a:pt x="63077" y="936670"/>
                </a:lnTo>
                <a:lnTo>
                  <a:pt x="61916" y="936928"/>
                </a:lnTo>
                <a:lnTo>
                  <a:pt x="66851" y="935516"/>
                </a:lnTo>
                <a:lnTo>
                  <a:pt x="72354" y="954746"/>
                </a:lnTo>
                <a:moveTo>
                  <a:pt x="65650" y="997377"/>
                </a:moveTo>
                <a:lnTo>
                  <a:pt x="0" y="955058"/>
                </a:lnTo>
                <a:lnTo>
                  <a:pt x="53464" y="898116"/>
                </a:lnTo>
                <a:lnTo>
                  <a:pt x="65650" y="997377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ACFD33B-A561-491F-8956-0DD2CB9AE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4d11364e745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2501" y="1446205"/>
            <a:ext cx="170394" cy="170393"/>
          </a:xfrm>
          <a:prstGeom xmlns:a="http://schemas.openxmlformats.org/drawingml/2006/main" prst="rect">
            <a:avLst/>
          </a:prstGeom>
        </p:spPr>
      </p:pic>
      <p:sp>
        <p:nvSpPr>
          <p:cNvPr id="409" name="lotus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8167EF4C-3A25-4E69-8F1D-D1A005A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501" y="1446205"/>
            <a:ext cx="170394" cy="170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pdf-path-426">
            <a:extLst xmlns:a="http://schemas.openxmlformats.org/drawingml/2006/main">
              <a:ext uri="{FF2B5EF4-FFF2-40B4-BE49-F238E27FC236}">
                <a16:creationId xmlns:a16="http://schemas.microsoft.com/office/drawing/2014/main" id="{CBEC22A3-E91A-4824-94F7-3E206CC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0427" y="1142952"/>
            <a:ext cx="1888474" cy="691598"/>
          </a:xfrm>
          <a:custGeom xmlns:a="http://schemas.openxmlformats.org/drawingml/2006/main">
            <a:pathLst>
              <a:path w="1888474" h="691598">
                <a:moveTo>
                  <a:pt x="0" y="691598"/>
                </a:moveTo>
                <a:lnTo>
                  <a:pt x="775804" y="691598"/>
                </a:lnTo>
                <a:lnTo>
                  <a:pt x="775804" y="0"/>
                </a:lnTo>
                <a:lnTo>
                  <a:pt x="1888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411" name="pdf-path-427">
            <a:extLst xmlns:a="http://schemas.openxmlformats.org/drawingml/2006/main">
              <a:ext uri="{FF2B5EF4-FFF2-40B4-BE49-F238E27FC236}">
                <a16:creationId xmlns:a16="http://schemas.microsoft.com/office/drawing/2014/main" id="{61C872B4-7E88-43F8-B0A8-E44175A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020" y="2023647"/>
            <a:ext cx="425531" cy="95"/>
          </a:xfrm>
          <a:custGeom xmlns:a="http://schemas.openxmlformats.org/drawingml/2006/main">
            <a:pathLst>
              <a:path w="425531" h="95">
                <a:moveTo>
                  <a:pt x="0" y="0"/>
                </a:moveTo>
                <a:lnTo>
                  <a:pt x="425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412" name="pdf-path-428">
            <a:extLst xmlns:a="http://schemas.openxmlformats.org/drawingml/2006/main">
              <a:ext uri="{FF2B5EF4-FFF2-40B4-BE49-F238E27FC236}">
                <a16:creationId xmlns:a16="http://schemas.microsoft.com/office/drawing/2014/main" id="{3FF73FA1-443E-4AA6-96A4-E47FE325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9549" y="2013590"/>
            <a:ext cx="95" cy="385063"/>
          </a:xfrm>
          <a:custGeom xmlns:a="http://schemas.openxmlformats.org/drawingml/2006/main">
            <a:pathLst>
              <a:path w="95" h="385063">
                <a:moveTo>
                  <a:pt x="0" y="38506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413" name="pdf-path-429">
            <a:extLst xmlns:a="http://schemas.openxmlformats.org/drawingml/2006/main">
              <a:ext uri="{FF2B5EF4-FFF2-40B4-BE49-F238E27FC236}">
                <a16:creationId xmlns:a16="http://schemas.microsoft.com/office/drawing/2014/main" id="{EDAEB84E-2009-4D92-9CF9-3DB1A9B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188" y="57630"/>
            <a:ext cx="3893244" cy="334050"/>
          </a:xfrm>
          <a:custGeom xmlns:a="http://schemas.openxmlformats.org/drawingml/2006/main">
            <a:pathLst>
              <a:path w="3893244" h="334050">
                <a:moveTo>
                  <a:pt x="0" y="55675"/>
                </a:moveTo>
                <a:cubicBezTo>
                  <a:pt x="0" y="24926"/>
                  <a:pt x="24926" y="0"/>
                  <a:pt x="55674" y="0"/>
                </a:cubicBezTo>
                <a:lnTo>
                  <a:pt x="3837571" y="0"/>
                </a:lnTo>
                <a:cubicBezTo>
                  <a:pt x="3868318" y="0"/>
                  <a:pt x="3893244" y="24926"/>
                  <a:pt x="3893244" y="55675"/>
                </a:cubicBezTo>
                <a:lnTo>
                  <a:pt x="3893244" y="278375"/>
                </a:lnTo>
                <a:cubicBezTo>
                  <a:pt x="3893244" y="309123"/>
                  <a:pt x="3868318" y="334050"/>
                  <a:pt x="3837571" y="334050"/>
                </a:cubicBezTo>
                <a:lnTo>
                  <a:pt x="55674" y="334050"/>
                </a:lnTo>
                <a:cubicBezTo>
                  <a:pt x="24926" y="334050"/>
                  <a:pt x="0" y="309123"/>
                  <a:pt x="0" y="278375"/>
                </a:cubicBezTo>
                <a:lnTo>
                  <a:pt x="0" y="55675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ABF44460-6C46-4401-B8F1-EDB1DD6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3894" y="96218"/>
            <a:ext cx="2437455" cy="2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80" b="0" i="0">
                <a:solidFill>
                  <a:srgbClr val="4454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80" b="0" i="0">
                <a:solidFill>
                  <a:srgbClr val="44546A"/>
                </a:solidFill>
                <a:latin typeface="Arial"/>
                <a:ea typeface="Arial"/>
                <a:cs typeface="Arial"/>
              </a:defRPr>
            </a:pPr>
            <a:r>
              <a:rPr sz="1680" b="0" i="0">
                <a:solidFill>
                  <a:srgbClr val="44546A"/>
                </a:solidFill>
                <a:latin typeface="Arial"/>
                <a:ea typeface="Arial"/>
                <a:cs typeface="Arial"/>
              </a:rPr>
              <a:t>Continual Skill Discovery</a:t>
            </a:r>
          </a:p>
        </p:txBody>
      </p:sp>
      <p:pic>
        <p:nvPic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756C92E-8981-4633-9DC4-1CBB987B6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d00f7c57b46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2616" y="3898001"/>
            <a:ext cx="271825" cy="271824"/>
          </a:xfrm>
          <a:prstGeom xmlns:a="http://schemas.openxmlformats.org/drawingml/2006/main" prst="rect">
            <a:avLst/>
          </a:prstGeom>
        </p:spPr>
      </p:pic>
      <p:sp>
        <p:nvSpPr>
          <p:cNvPr id="416" name="lotus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D85D5703-41E5-4B7C-A0F4-A99751B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2616" y="3898001"/>
            <a:ext cx="271825" cy="271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7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A1201DC5-BF09-49A6-97F0-301B58C6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0068" y="3952166"/>
            <a:ext cx="668074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Fine-tune</a:t>
            </a:r>
          </a:p>
        </p:txBody>
      </p:sp>
      <p:pic>
        <p:nvPic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881EA4E5-6895-4B4F-B02C-258F91AA3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bb2cf28e5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8287" y="4173224"/>
            <a:ext cx="271825" cy="271824"/>
          </a:xfrm>
          <a:prstGeom xmlns:a="http://schemas.openxmlformats.org/drawingml/2006/main" prst="rect">
            <a:avLst/>
          </a:prstGeom>
        </p:spPr>
      </p:pic>
      <p:sp>
        <p:nvSpPr>
          <p:cNvPr id="419" name="lotus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5DBCF94B-8C95-43F3-8453-856F99CE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8287" y="4173224"/>
            <a:ext cx="271825" cy="271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0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9D91314A-0998-47BF-A801-A06BC14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0068" y="4218161"/>
            <a:ext cx="489826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2683102-41E9-48A0-8470-A6495C60A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1ec1fac94d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295" y="4418535"/>
            <a:ext cx="313037" cy="313038"/>
          </a:xfrm>
          <a:prstGeom xmlns:a="http://schemas.openxmlformats.org/drawingml/2006/main" prst="rect">
            <a:avLst/>
          </a:prstGeom>
        </p:spPr>
      </p:pic>
      <p:sp>
        <p:nvSpPr>
          <p:cNvPr id="422" name="lotus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FBB981EE-0C8E-4B2D-80A8-4D531D3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4295" y="4418535"/>
            <a:ext cx="313037" cy="313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3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5CF70466-657C-44BA-8828-7C4DE978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0068" y="4474465"/>
            <a:ext cx="320502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424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A96FDD95-7A94-430D-8123-F978E502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162452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20" y="11255"/>
                  <a:pt x="0" y="8735"/>
                  <a:pt x="0" y="5628"/>
                </a:cubicBezTo>
                <a:cubicBezTo>
                  <a:pt x="0" y="2520"/>
                  <a:pt x="2520" y="0"/>
                  <a:pt x="5627" y="0"/>
                </a:cubicBezTo>
                <a:cubicBezTo>
                  <a:pt x="8741" y="0"/>
                  <a:pt x="11255" y="2520"/>
                  <a:pt x="11255" y="5628"/>
                </a:cubicBezTo>
                <a:cubicBezTo>
                  <a:pt x="11255" y="8735"/>
                  <a:pt x="8741" y="11255"/>
                  <a:pt x="5627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df-path-441">
            <a:extLst xmlns:a="http://schemas.openxmlformats.org/drawingml/2006/main">
              <a:ext uri="{FF2B5EF4-FFF2-40B4-BE49-F238E27FC236}">
                <a16:creationId xmlns:a16="http://schemas.microsoft.com/office/drawing/2014/main" id="{47E616B1-B8EC-4047-968E-C904F5C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162452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5"/>
                  <a:pt x="0" y="5627"/>
                </a:cubicBezTo>
                <a:cubicBezTo>
                  <a:pt x="0" y="2519"/>
                  <a:pt x="2519" y="0"/>
                  <a:pt x="5627" y="0"/>
                </a:cubicBezTo>
                <a:cubicBezTo>
                  <a:pt x="8735" y="0"/>
                  <a:pt x="11255" y="2519"/>
                  <a:pt x="11255" y="5627"/>
                </a:cubicBezTo>
                <a:cubicBezTo>
                  <a:pt x="11255" y="8735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26" name="pdf-path-442">
            <a:extLst xmlns:a="http://schemas.openxmlformats.org/drawingml/2006/main">
              <a:ext uri="{FF2B5EF4-FFF2-40B4-BE49-F238E27FC236}">
                <a16:creationId xmlns:a16="http://schemas.microsoft.com/office/drawing/2014/main" id="{A9677A2F-1FEF-4FBD-A5AC-2F6BF09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119829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20" y="11255"/>
                  <a:pt x="0" y="8736"/>
                  <a:pt x="0" y="5627"/>
                </a:cubicBezTo>
                <a:cubicBezTo>
                  <a:pt x="0" y="2519"/>
                  <a:pt x="2520" y="0"/>
                  <a:pt x="5627" y="0"/>
                </a:cubicBezTo>
                <a:cubicBezTo>
                  <a:pt x="8741" y="0"/>
                  <a:pt x="11255" y="2519"/>
                  <a:pt x="11255" y="5627"/>
                </a:cubicBezTo>
                <a:cubicBezTo>
                  <a:pt x="11255" y="8736"/>
                  <a:pt x="8741" y="11255"/>
                  <a:pt x="5627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df-path-443">
            <a:extLst xmlns:a="http://schemas.openxmlformats.org/drawingml/2006/main">
              <a:ext uri="{FF2B5EF4-FFF2-40B4-BE49-F238E27FC236}">
                <a16:creationId xmlns:a16="http://schemas.microsoft.com/office/drawing/2014/main" id="{9E833586-B362-4277-B9B0-2E40BFA6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119829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5"/>
                  <a:pt x="0" y="5627"/>
                </a:cubicBezTo>
                <a:cubicBezTo>
                  <a:pt x="0" y="2519"/>
                  <a:pt x="2519" y="0"/>
                  <a:pt x="5627" y="0"/>
                </a:cubicBezTo>
                <a:cubicBezTo>
                  <a:pt x="8735" y="0"/>
                  <a:pt x="11255" y="2519"/>
                  <a:pt x="11255" y="5627"/>
                </a:cubicBezTo>
                <a:cubicBezTo>
                  <a:pt x="11255" y="8735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28" name="pdf-path-444">
            <a:extLst xmlns:a="http://schemas.openxmlformats.org/drawingml/2006/main">
              <a:ext uri="{FF2B5EF4-FFF2-40B4-BE49-F238E27FC236}">
                <a16:creationId xmlns:a16="http://schemas.microsoft.com/office/drawing/2014/main" id="{5F80EE15-7B08-4198-8367-B3E52CE4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077205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20" y="11255"/>
                  <a:pt x="0" y="8735"/>
                  <a:pt x="0" y="5627"/>
                </a:cubicBezTo>
                <a:cubicBezTo>
                  <a:pt x="0" y="2519"/>
                  <a:pt x="2520" y="0"/>
                  <a:pt x="5627" y="0"/>
                </a:cubicBezTo>
                <a:cubicBezTo>
                  <a:pt x="8741" y="0"/>
                  <a:pt x="11255" y="2519"/>
                  <a:pt x="11255" y="5627"/>
                </a:cubicBezTo>
                <a:cubicBezTo>
                  <a:pt x="11255" y="8735"/>
                  <a:pt x="8741" y="11255"/>
                  <a:pt x="5627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df-path-445">
            <a:extLst xmlns:a="http://schemas.openxmlformats.org/drawingml/2006/main">
              <a:ext uri="{FF2B5EF4-FFF2-40B4-BE49-F238E27FC236}">
                <a16:creationId xmlns:a16="http://schemas.microsoft.com/office/drawing/2014/main" id="{257492E2-3F73-4FB5-9375-2EAD3472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6782" y="1077205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5"/>
                  <a:pt x="0" y="5627"/>
                </a:cubicBezTo>
                <a:cubicBezTo>
                  <a:pt x="0" y="2519"/>
                  <a:pt x="2519" y="0"/>
                  <a:pt x="5627" y="0"/>
                </a:cubicBezTo>
                <a:cubicBezTo>
                  <a:pt x="8735" y="0"/>
                  <a:pt x="11255" y="2519"/>
                  <a:pt x="11255" y="5627"/>
                </a:cubicBezTo>
                <a:cubicBezTo>
                  <a:pt x="11255" y="8735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30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E0029DDD-CB44-49BB-8EC6-8324E51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205" y="1864200"/>
            <a:ext cx="134409" cy="134409"/>
          </a:xfrm>
          <a:custGeom xmlns:a="http://schemas.openxmlformats.org/drawingml/2006/main">
            <a:pathLst>
              <a:path w="134409" h="134409">
                <a:moveTo>
                  <a:pt x="22402" y="134409"/>
                </a:moveTo>
                <a:cubicBezTo>
                  <a:pt x="10035" y="134409"/>
                  <a:pt x="0" y="124380"/>
                  <a:pt x="0" y="112008"/>
                </a:cubicBezTo>
                <a:lnTo>
                  <a:pt x="0" y="22402"/>
                </a:lnTo>
                <a:cubicBezTo>
                  <a:pt x="0" y="10030"/>
                  <a:pt x="10035" y="0"/>
                  <a:pt x="22402" y="0"/>
                </a:cubicBezTo>
                <a:lnTo>
                  <a:pt x="112007" y="0"/>
                </a:lnTo>
                <a:cubicBezTo>
                  <a:pt x="124382" y="0"/>
                  <a:pt x="134409" y="10030"/>
                  <a:pt x="134409" y="22402"/>
                </a:cubicBezTo>
                <a:lnTo>
                  <a:pt x="134409" y="112008"/>
                </a:lnTo>
                <a:cubicBezTo>
                  <a:pt x="134409" y="124380"/>
                  <a:pt x="124382" y="134409"/>
                  <a:pt x="112007" y="134409"/>
                </a:cubicBezTo>
                <a:lnTo>
                  <a:pt x="22402" y="134409"/>
                </a:lnTo>
              </a:path>
            </a:pathLst>
          </a:custGeom>
          <a:solidFill xmlns:a="http://schemas.openxmlformats.org/drawingml/2006/main">
            <a:srgbClr val="E4C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df-path-447">
            <a:extLst xmlns:a="http://schemas.openxmlformats.org/drawingml/2006/main">
              <a:ext uri="{FF2B5EF4-FFF2-40B4-BE49-F238E27FC236}">
                <a16:creationId xmlns:a16="http://schemas.microsoft.com/office/drawing/2014/main" id="{4F1493CC-ED81-4EB1-BBC2-0346BC1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1901403"/>
            <a:ext cx="100919" cy="40003"/>
          </a:xfrm>
          <a:custGeom xmlns:a="http://schemas.openxmlformats.org/drawingml/2006/main">
            <a:pathLst>
              <a:path w="100919" h="40003">
                <a:moveTo>
                  <a:pt x="0" y="20001"/>
                </a:moveTo>
                <a:lnTo>
                  <a:pt x="50917" y="20001"/>
                </a:lnTo>
                <a:lnTo>
                  <a:pt x="50917" y="40003"/>
                </a:lnTo>
                <a:lnTo>
                  <a:pt x="0" y="40003"/>
                </a:lnTo>
                <a:close/>
                <a:moveTo>
                  <a:pt x="40915" y="60004"/>
                </a:moveTo>
                <a:lnTo>
                  <a:pt x="100919" y="30003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df-path-448">
            <a:extLst xmlns:a="http://schemas.openxmlformats.org/drawingml/2006/main">
              <a:ext uri="{FF2B5EF4-FFF2-40B4-BE49-F238E27FC236}">
                <a16:creationId xmlns:a16="http://schemas.microsoft.com/office/drawing/2014/main" id="{061BE442-D49B-4988-824A-C6A44F2A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1559143"/>
            <a:ext cx="100919" cy="40003"/>
          </a:xfrm>
          <a:custGeom xmlns:a="http://schemas.openxmlformats.org/drawingml/2006/main">
            <a:pathLst>
              <a:path w="100919" h="40003">
                <a:moveTo>
                  <a:pt x="50917" y="20001"/>
                </a:moveTo>
                <a:lnTo>
                  <a:pt x="0" y="20001"/>
                </a:lnTo>
                <a:lnTo>
                  <a:pt x="0" y="40002"/>
                </a:lnTo>
                <a:lnTo>
                  <a:pt x="50917" y="40003"/>
                </a:lnTo>
                <a:lnTo>
                  <a:pt x="50917" y="20001"/>
                </a:lnTo>
                <a:moveTo>
                  <a:pt x="40915" y="60004"/>
                </a:moveTo>
                <a:lnTo>
                  <a:pt x="100919" y="30002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df-path-449">
            <a:extLst xmlns:a="http://schemas.openxmlformats.org/drawingml/2006/main">
              <a:ext uri="{FF2B5EF4-FFF2-40B4-BE49-F238E27FC236}">
                <a16:creationId xmlns:a16="http://schemas.microsoft.com/office/drawing/2014/main" id="{6A6BD6B9-5626-4F29-B418-402BCB9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1388481"/>
            <a:ext cx="100919" cy="40003"/>
          </a:xfrm>
          <a:custGeom xmlns:a="http://schemas.openxmlformats.org/drawingml/2006/main">
            <a:pathLst>
              <a:path w="100919" h="40003">
                <a:moveTo>
                  <a:pt x="0" y="20001"/>
                </a:moveTo>
                <a:lnTo>
                  <a:pt x="50917" y="20001"/>
                </a:lnTo>
                <a:lnTo>
                  <a:pt x="50917" y="40003"/>
                </a:lnTo>
                <a:lnTo>
                  <a:pt x="0" y="40003"/>
                </a:lnTo>
                <a:close/>
                <a:moveTo>
                  <a:pt x="40915" y="60004"/>
                </a:moveTo>
                <a:lnTo>
                  <a:pt x="100919" y="30003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df-path-450">
            <a:extLst xmlns:a="http://schemas.openxmlformats.org/drawingml/2006/main">
              <a:ext uri="{FF2B5EF4-FFF2-40B4-BE49-F238E27FC236}">
                <a16:creationId xmlns:a16="http://schemas.microsoft.com/office/drawing/2014/main" id="{E84077E9-F800-4B60-81F7-B1BE8E55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814994"/>
            <a:ext cx="100919" cy="40003"/>
          </a:xfrm>
          <a:custGeom xmlns:a="http://schemas.openxmlformats.org/drawingml/2006/main">
            <a:pathLst>
              <a:path w="100919" h="40003">
                <a:moveTo>
                  <a:pt x="0" y="20001"/>
                </a:moveTo>
                <a:lnTo>
                  <a:pt x="50917" y="20001"/>
                </a:lnTo>
                <a:lnTo>
                  <a:pt x="50917" y="40003"/>
                </a:lnTo>
                <a:lnTo>
                  <a:pt x="0" y="40003"/>
                </a:lnTo>
                <a:close/>
                <a:moveTo>
                  <a:pt x="40915" y="60004"/>
                </a:moveTo>
                <a:lnTo>
                  <a:pt x="100919" y="30002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df-path-451">
            <a:extLst xmlns:a="http://schemas.openxmlformats.org/drawingml/2006/main">
              <a:ext uri="{FF2B5EF4-FFF2-40B4-BE49-F238E27FC236}">
                <a16:creationId xmlns:a16="http://schemas.microsoft.com/office/drawing/2014/main" id="{B453329C-1FDD-461D-8537-70C7E41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644111"/>
            <a:ext cx="100919" cy="40003"/>
          </a:xfrm>
          <a:custGeom xmlns:a="http://schemas.openxmlformats.org/drawingml/2006/main">
            <a:pathLst>
              <a:path w="100919" h="40003">
                <a:moveTo>
                  <a:pt x="50917" y="20002"/>
                </a:moveTo>
                <a:lnTo>
                  <a:pt x="0" y="20001"/>
                </a:lnTo>
                <a:lnTo>
                  <a:pt x="0" y="40002"/>
                </a:lnTo>
                <a:lnTo>
                  <a:pt x="50917" y="40003"/>
                </a:lnTo>
                <a:lnTo>
                  <a:pt x="50917" y="20002"/>
                </a:lnTo>
                <a:moveTo>
                  <a:pt x="40915" y="60004"/>
                </a:moveTo>
                <a:lnTo>
                  <a:pt x="100919" y="30002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df-path-452">
            <a:extLst xmlns:a="http://schemas.openxmlformats.org/drawingml/2006/main">
              <a:ext uri="{FF2B5EF4-FFF2-40B4-BE49-F238E27FC236}">
                <a16:creationId xmlns:a16="http://schemas.microsoft.com/office/drawing/2014/main" id="{9C6BA3B7-4A8F-4787-ADDE-B9A81E4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5844" y="1323790"/>
            <a:ext cx="233140" cy="376047"/>
          </a:xfrm>
          <a:custGeom xmlns:a="http://schemas.openxmlformats.org/drawingml/2006/main">
            <a:pathLst>
              <a:path w="233140" h="376047">
                <a:moveTo>
                  <a:pt x="233140" y="337190"/>
                </a:moveTo>
                <a:lnTo>
                  <a:pt x="232981" y="340726"/>
                </a:lnTo>
                <a:lnTo>
                  <a:pt x="232514" y="344174"/>
                </a:lnTo>
                <a:lnTo>
                  <a:pt x="231752" y="347520"/>
                </a:lnTo>
                <a:lnTo>
                  <a:pt x="230709" y="350748"/>
                </a:lnTo>
                <a:lnTo>
                  <a:pt x="229399" y="353847"/>
                </a:lnTo>
                <a:lnTo>
                  <a:pt x="227835" y="356802"/>
                </a:lnTo>
                <a:lnTo>
                  <a:pt x="226031" y="359599"/>
                </a:lnTo>
                <a:lnTo>
                  <a:pt x="224001" y="362225"/>
                </a:lnTo>
                <a:lnTo>
                  <a:pt x="221759" y="364666"/>
                </a:lnTo>
                <a:lnTo>
                  <a:pt x="219318" y="366908"/>
                </a:lnTo>
                <a:lnTo>
                  <a:pt x="216692" y="368938"/>
                </a:lnTo>
                <a:lnTo>
                  <a:pt x="214292" y="370486"/>
                </a:lnTo>
                <a:moveTo>
                  <a:pt x="201920" y="375272"/>
                </a:moveTo>
                <a:lnTo>
                  <a:pt x="201267" y="375421"/>
                </a:lnTo>
                <a:lnTo>
                  <a:pt x="197819" y="375888"/>
                </a:lnTo>
                <a:lnTo>
                  <a:pt x="194283" y="376047"/>
                </a:lnTo>
                <a:lnTo>
                  <a:pt x="161969" y="376047"/>
                </a:lnTo>
                <a:moveTo>
                  <a:pt x="148635" y="376047"/>
                </a:moveTo>
                <a:lnTo>
                  <a:pt x="108632" y="376047"/>
                </a:lnTo>
                <a:moveTo>
                  <a:pt x="95298" y="376047"/>
                </a:moveTo>
                <a:lnTo>
                  <a:pt x="55295" y="376047"/>
                </a:lnTo>
                <a:moveTo>
                  <a:pt x="41961" y="376047"/>
                </a:moveTo>
                <a:lnTo>
                  <a:pt x="38857" y="376047"/>
                </a:lnTo>
                <a:lnTo>
                  <a:pt x="35320" y="375888"/>
                </a:lnTo>
                <a:lnTo>
                  <a:pt x="31873" y="375421"/>
                </a:lnTo>
                <a:lnTo>
                  <a:pt x="28528" y="374659"/>
                </a:lnTo>
                <a:lnTo>
                  <a:pt x="25299" y="373616"/>
                </a:lnTo>
                <a:lnTo>
                  <a:pt x="22200" y="372306"/>
                </a:lnTo>
                <a:lnTo>
                  <a:pt x="19245" y="370742"/>
                </a:lnTo>
                <a:lnTo>
                  <a:pt x="16448" y="368938"/>
                </a:lnTo>
                <a:lnTo>
                  <a:pt x="13822" y="366908"/>
                </a:lnTo>
                <a:lnTo>
                  <a:pt x="11381" y="364666"/>
                </a:lnTo>
                <a:lnTo>
                  <a:pt x="9139" y="362225"/>
                </a:lnTo>
                <a:lnTo>
                  <a:pt x="7260" y="359795"/>
                </a:lnTo>
                <a:moveTo>
                  <a:pt x="1493" y="347845"/>
                </a:moveTo>
                <a:lnTo>
                  <a:pt x="1388" y="347520"/>
                </a:lnTo>
                <a:lnTo>
                  <a:pt x="626" y="344174"/>
                </a:lnTo>
                <a:lnTo>
                  <a:pt x="159" y="340726"/>
                </a:lnTo>
                <a:lnTo>
                  <a:pt x="0" y="337190"/>
                </a:lnTo>
                <a:lnTo>
                  <a:pt x="0" y="307980"/>
                </a:lnTo>
                <a:moveTo>
                  <a:pt x="0" y="294646"/>
                </a:moveTo>
                <a:lnTo>
                  <a:pt x="0" y="254643"/>
                </a:lnTo>
                <a:moveTo>
                  <a:pt x="0" y="241309"/>
                </a:moveTo>
                <a:lnTo>
                  <a:pt x="0" y="201306"/>
                </a:lnTo>
                <a:moveTo>
                  <a:pt x="0" y="187972"/>
                </a:moveTo>
                <a:lnTo>
                  <a:pt x="0" y="147969"/>
                </a:lnTo>
                <a:moveTo>
                  <a:pt x="0" y="134635"/>
                </a:moveTo>
                <a:lnTo>
                  <a:pt x="0" y="94632"/>
                </a:lnTo>
                <a:moveTo>
                  <a:pt x="0" y="81298"/>
                </a:moveTo>
                <a:lnTo>
                  <a:pt x="0" y="41295"/>
                </a:lnTo>
                <a:moveTo>
                  <a:pt x="1525" y="28103"/>
                </a:moveTo>
                <a:lnTo>
                  <a:pt x="2431" y="25299"/>
                </a:lnTo>
                <a:lnTo>
                  <a:pt x="3741" y="22200"/>
                </a:lnTo>
                <a:lnTo>
                  <a:pt x="5305" y="19245"/>
                </a:lnTo>
                <a:lnTo>
                  <a:pt x="7109" y="16448"/>
                </a:lnTo>
                <a:lnTo>
                  <a:pt x="9139" y="13822"/>
                </a:lnTo>
                <a:lnTo>
                  <a:pt x="11381" y="11381"/>
                </a:lnTo>
                <a:lnTo>
                  <a:pt x="13822" y="9139"/>
                </a:lnTo>
                <a:lnTo>
                  <a:pt x="16448" y="7109"/>
                </a:lnTo>
                <a:lnTo>
                  <a:pt x="19245" y="5305"/>
                </a:lnTo>
                <a:lnTo>
                  <a:pt x="22200" y="3741"/>
                </a:lnTo>
                <a:lnTo>
                  <a:pt x="25299" y="2431"/>
                </a:lnTo>
                <a:lnTo>
                  <a:pt x="28528" y="1388"/>
                </a:lnTo>
                <a:lnTo>
                  <a:pt x="28843" y="1316"/>
                </a:lnTo>
                <a:moveTo>
                  <a:pt x="42065" y="0"/>
                </a:moveTo>
                <a:lnTo>
                  <a:pt x="82068" y="0"/>
                </a:lnTo>
                <a:moveTo>
                  <a:pt x="95402" y="0"/>
                </a:moveTo>
                <a:lnTo>
                  <a:pt x="135404" y="0"/>
                </a:lnTo>
                <a:moveTo>
                  <a:pt x="148739" y="0"/>
                </a:moveTo>
                <a:lnTo>
                  <a:pt x="188741" y="0"/>
                </a:lnTo>
                <a:moveTo>
                  <a:pt x="202021" y="798"/>
                </a:moveTo>
                <a:lnTo>
                  <a:pt x="204612" y="1388"/>
                </a:lnTo>
                <a:lnTo>
                  <a:pt x="207841" y="2431"/>
                </a:lnTo>
                <a:lnTo>
                  <a:pt x="210940" y="3741"/>
                </a:lnTo>
                <a:lnTo>
                  <a:pt x="213895" y="5305"/>
                </a:lnTo>
                <a:lnTo>
                  <a:pt x="216692" y="7109"/>
                </a:lnTo>
                <a:lnTo>
                  <a:pt x="219318" y="9139"/>
                </a:lnTo>
                <a:lnTo>
                  <a:pt x="221759" y="11381"/>
                </a:lnTo>
                <a:lnTo>
                  <a:pt x="224001" y="13822"/>
                </a:lnTo>
                <a:lnTo>
                  <a:pt x="226031" y="16448"/>
                </a:lnTo>
                <a:lnTo>
                  <a:pt x="227835" y="19245"/>
                </a:lnTo>
                <a:lnTo>
                  <a:pt x="229399" y="22200"/>
                </a:lnTo>
                <a:lnTo>
                  <a:pt x="230709" y="25299"/>
                </a:lnTo>
                <a:lnTo>
                  <a:pt x="230897" y="25883"/>
                </a:lnTo>
                <a:moveTo>
                  <a:pt x="233140" y="38961"/>
                </a:moveTo>
                <a:lnTo>
                  <a:pt x="233140" y="78964"/>
                </a:lnTo>
                <a:moveTo>
                  <a:pt x="233140" y="92298"/>
                </a:moveTo>
                <a:lnTo>
                  <a:pt x="233140" y="132301"/>
                </a:lnTo>
                <a:moveTo>
                  <a:pt x="233140" y="145635"/>
                </a:moveTo>
                <a:lnTo>
                  <a:pt x="233140" y="185638"/>
                </a:lnTo>
                <a:moveTo>
                  <a:pt x="233140" y="198972"/>
                </a:moveTo>
                <a:lnTo>
                  <a:pt x="233140" y="238975"/>
                </a:lnTo>
                <a:moveTo>
                  <a:pt x="233140" y="252309"/>
                </a:moveTo>
                <a:lnTo>
                  <a:pt x="233140" y="292312"/>
                </a:lnTo>
                <a:moveTo>
                  <a:pt x="233140" y="305646"/>
                </a:moveTo>
                <a:lnTo>
                  <a:pt x="233140" y="33719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437" name="pdf-path-453">
            <a:extLst xmlns:a="http://schemas.openxmlformats.org/drawingml/2006/main">
              <a:ext uri="{FF2B5EF4-FFF2-40B4-BE49-F238E27FC236}">
                <a16:creationId xmlns:a16="http://schemas.microsoft.com/office/drawing/2014/main" id="{925BD19A-42AE-4791-AF4F-2DE1055E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7131" y="1521538"/>
            <a:ext cx="150564" cy="150568"/>
          </a:xfrm>
          <a:custGeom xmlns:a="http://schemas.openxmlformats.org/drawingml/2006/main">
            <a:pathLst>
              <a:path w="150564" h="150568">
                <a:moveTo>
                  <a:pt x="150564" y="125473"/>
                </a:moveTo>
                <a:cubicBezTo>
                  <a:pt x="150564" y="139333"/>
                  <a:pt x="139330" y="150568"/>
                  <a:pt x="125469" y="150568"/>
                </a:cubicBezTo>
                <a:lnTo>
                  <a:pt x="25096" y="150568"/>
                </a:lnTo>
                <a:cubicBezTo>
                  <a:pt x="11234" y="150568"/>
                  <a:pt x="0" y="139333"/>
                  <a:pt x="0" y="125473"/>
                </a:cubicBezTo>
                <a:lnTo>
                  <a:pt x="0" y="25095"/>
                </a:lnTo>
                <a:cubicBezTo>
                  <a:pt x="0" y="11235"/>
                  <a:pt x="11234" y="0"/>
                  <a:pt x="25096" y="0"/>
                </a:cubicBezTo>
                <a:lnTo>
                  <a:pt x="125469" y="0"/>
                </a:lnTo>
                <a:cubicBezTo>
                  <a:pt x="139330" y="0"/>
                  <a:pt x="150564" y="11235"/>
                  <a:pt x="150564" y="25095"/>
                </a:cubicBezTo>
                <a:lnTo>
                  <a:pt x="150564" y="125473"/>
                </a:lnTo>
              </a:path>
            </a:pathLst>
          </a:custGeom>
          <a:solidFill xmlns:a="http://schemas.openxmlformats.org/drawingml/2006/main">
            <a:srgbClr val="F24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df-path-454">
            <a:extLst xmlns:a="http://schemas.openxmlformats.org/drawingml/2006/main">
              <a:ext uri="{FF2B5EF4-FFF2-40B4-BE49-F238E27FC236}">
                <a16:creationId xmlns:a16="http://schemas.microsoft.com/office/drawing/2014/main" id="{C3796891-E5F1-4640-B496-150F206B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6891" y="1347111"/>
            <a:ext cx="151090" cy="151096"/>
          </a:xfrm>
          <a:custGeom xmlns:a="http://schemas.openxmlformats.org/drawingml/2006/main">
            <a:pathLst>
              <a:path w="151090" h="151096">
                <a:moveTo>
                  <a:pt x="151090" y="125913"/>
                </a:moveTo>
                <a:cubicBezTo>
                  <a:pt x="151090" y="139822"/>
                  <a:pt x="139817" y="151096"/>
                  <a:pt x="125909" y="151096"/>
                </a:cubicBezTo>
                <a:lnTo>
                  <a:pt x="25182" y="151096"/>
                </a:lnTo>
                <a:cubicBezTo>
                  <a:pt x="11275" y="151096"/>
                  <a:pt x="0" y="139822"/>
                  <a:pt x="0" y="125913"/>
                </a:cubicBezTo>
                <a:lnTo>
                  <a:pt x="0" y="25183"/>
                </a:lnTo>
                <a:cubicBezTo>
                  <a:pt x="0" y="11275"/>
                  <a:pt x="11275" y="0"/>
                  <a:pt x="25182" y="0"/>
                </a:cubicBezTo>
                <a:lnTo>
                  <a:pt x="125909" y="0"/>
                </a:lnTo>
                <a:cubicBezTo>
                  <a:pt x="139817" y="0"/>
                  <a:pt x="151090" y="11275"/>
                  <a:pt x="151090" y="25183"/>
                </a:cubicBezTo>
                <a:lnTo>
                  <a:pt x="151090" y="125913"/>
                </a:lnTo>
              </a:path>
            </a:pathLst>
          </a:custGeom>
          <a:solidFill xmlns:a="http://schemas.openxmlformats.org/drawingml/2006/main">
            <a:srgbClr val="AFF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df-path-455">
            <a:extLst xmlns:a="http://schemas.openxmlformats.org/drawingml/2006/main">
              <a:ext uri="{FF2B5EF4-FFF2-40B4-BE49-F238E27FC236}">
                <a16:creationId xmlns:a16="http://schemas.microsoft.com/office/drawing/2014/main" id="{FB236EAB-992B-4611-AA1F-62D9341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5845" y="572792"/>
            <a:ext cx="233139" cy="376046"/>
          </a:xfrm>
          <a:custGeom xmlns:a="http://schemas.openxmlformats.org/drawingml/2006/main">
            <a:pathLst>
              <a:path w="233139" h="376046">
                <a:moveTo>
                  <a:pt x="233139" y="337189"/>
                </a:moveTo>
                <a:lnTo>
                  <a:pt x="232980" y="340726"/>
                </a:lnTo>
                <a:lnTo>
                  <a:pt x="232513" y="344174"/>
                </a:lnTo>
                <a:lnTo>
                  <a:pt x="231751" y="347519"/>
                </a:lnTo>
                <a:lnTo>
                  <a:pt x="230708" y="350748"/>
                </a:lnTo>
                <a:lnTo>
                  <a:pt x="229398" y="353846"/>
                </a:lnTo>
                <a:lnTo>
                  <a:pt x="227834" y="356801"/>
                </a:lnTo>
                <a:lnTo>
                  <a:pt x="226030" y="359598"/>
                </a:lnTo>
                <a:lnTo>
                  <a:pt x="224000" y="362224"/>
                </a:lnTo>
                <a:lnTo>
                  <a:pt x="221758" y="364665"/>
                </a:lnTo>
                <a:lnTo>
                  <a:pt x="219317" y="366908"/>
                </a:lnTo>
                <a:lnTo>
                  <a:pt x="216691" y="368938"/>
                </a:lnTo>
                <a:lnTo>
                  <a:pt x="214291" y="370485"/>
                </a:lnTo>
                <a:moveTo>
                  <a:pt x="201919" y="375272"/>
                </a:moveTo>
                <a:lnTo>
                  <a:pt x="201266" y="375420"/>
                </a:lnTo>
                <a:lnTo>
                  <a:pt x="197819" y="375888"/>
                </a:lnTo>
                <a:lnTo>
                  <a:pt x="194282" y="376046"/>
                </a:lnTo>
                <a:lnTo>
                  <a:pt x="161968" y="376046"/>
                </a:lnTo>
                <a:moveTo>
                  <a:pt x="148634" y="376046"/>
                </a:moveTo>
                <a:lnTo>
                  <a:pt x="108631" y="376046"/>
                </a:lnTo>
                <a:moveTo>
                  <a:pt x="95297" y="376046"/>
                </a:moveTo>
                <a:lnTo>
                  <a:pt x="55294" y="376046"/>
                </a:lnTo>
                <a:moveTo>
                  <a:pt x="41960" y="376046"/>
                </a:moveTo>
                <a:lnTo>
                  <a:pt x="38857" y="376046"/>
                </a:lnTo>
                <a:lnTo>
                  <a:pt x="35320" y="375888"/>
                </a:lnTo>
                <a:lnTo>
                  <a:pt x="31872" y="375420"/>
                </a:lnTo>
                <a:lnTo>
                  <a:pt x="28527" y="374658"/>
                </a:lnTo>
                <a:lnTo>
                  <a:pt x="25298" y="373615"/>
                </a:lnTo>
                <a:lnTo>
                  <a:pt x="22200" y="372305"/>
                </a:lnTo>
                <a:lnTo>
                  <a:pt x="19245" y="370741"/>
                </a:lnTo>
                <a:lnTo>
                  <a:pt x="16448" y="368938"/>
                </a:lnTo>
                <a:lnTo>
                  <a:pt x="13822" y="366908"/>
                </a:lnTo>
                <a:lnTo>
                  <a:pt x="11381" y="364665"/>
                </a:lnTo>
                <a:lnTo>
                  <a:pt x="9139" y="362224"/>
                </a:lnTo>
                <a:lnTo>
                  <a:pt x="7260" y="359794"/>
                </a:lnTo>
                <a:moveTo>
                  <a:pt x="1493" y="347844"/>
                </a:moveTo>
                <a:lnTo>
                  <a:pt x="1388" y="347519"/>
                </a:lnTo>
                <a:lnTo>
                  <a:pt x="626" y="344174"/>
                </a:lnTo>
                <a:lnTo>
                  <a:pt x="159" y="340726"/>
                </a:lnTo>
                <a:lnTo>
                  <a:pt x="0" y="337189"/>
                </a:lnTo>
                <a:lnTo>
                  <a:pt x="0" y="307978"/>
                </a:lnTo>
                <a:moveTo>
                  <a:pt x="0" y="294644"/>
                </a:moveTo>
                <a:lnTo>
                  <a:pt x="0" y="254641"/>
                </a:lnTo>
                <a:moveTo>
                  <a:pt x="0" y="241307"/>
                </a:moveTo>
                <a:lnTo>
                  <a:pt x="0" y="201304"/>
                </a:lnTo>
                <a:moveTo>
                  <a:pt x="0" y="187970"/>
                </a:moveTo>
                <a:lnTo>
                  <a:pt x="0" y="147967"/>
                </a:lnTo>
                <a:moveTo>
                  <a:pt x="0" y="134633"/>
                </a:moveTo>
                <a:lnTo>
                  <a:pt x="0" y="94630"/>
                </a:lnTo>
                <a:moveTo>
                  <a:pt x="0" y="81296"/>
                </a:moveTo>
                <a:lnTo>
                  <a:pt x="0" y="41294"/>
                </a:lnTo>
                <a:moveTo>
                  <a:pt x="1525" y="28102"/>
                </a:moveTo>
                <a:lnTo>
                  <a:pt x="2431" y="25299"/>
                </a:lnTo>
                <a:lnTo>
                  <a:pt x="3741" y="22200"/>
                </a:lnTo>
                <a:lnTo>
                  <a:pt x="5305" y="19245"/>
                </a:lnTo>
                <a:lnTo>
                  <a:pt x="7109" y="16448"/>
                </a:lnTo>
                <a:lnTo>
                  <a:pt x="9139" y="13822"/>
                </a:lnTo>
                <a:lnTo>
                  <a:pt x="11381" y="11381"/>
                </a:lnTo>
                <a:lnTo>
                  <a:pt x="13822" y="9139"/>
                </a:lnTo>
                <a:lnTo>
                  <a:pt x="16448" y="7109"/>
                </a:lnTo>
                <a:lnTo>
                  <a:pt x="19245" y="5305"/>
                </a:lnTo>
                <a:lnTo>
                  <a:pt x="22200" y="3741"/>
                </a:lnTo>
                <a:lnTo>
                  <a:pt x="25298" y="2431"/>
                </a:lnTo>
                <a:lnTo>
                  <a:pt x="28527" y="1388"/>
                </a:lnTo>
                <a:lnTo>
                  <a:pt x="28844" y="1316"/>
                </a:lnTo>
                <a:moveTo>
                  <a:pt x="42066" y="0"/>
                </a:moveTo>
                <a:lnTo>
                  <a:pt x="82069" y="0"/>
                </a:lnTo>
                <a:moveTo>
                  <a:pt x="95403" y="0"/>
                </a:moveTo>
                <a:lnTo>
                  <a:pt x="135406" y="0"/>
                </a:lnTo>
                <a:moveTo>
                  <a:pt x="148740" y="0"/>
                </a:moveTo>
                <a:lnTo>
                  <a:pt x="188743" y="0"/>
                </a:lnTo>
                <a:moveTo>
                  <a:pt x="202022" y="798"/>
                </a:moveTo>
                <a:lnTo>
                  <a:pt x="204611" y="1388"/>
                </a:lnTo>
                <a:lnTo>
                  <a:pt x="207840" y="2431"/>
                </a:lnTo>
                <a:lnTo>
                  <a:pt x="210939" y="3741"/>
                </a:lnTo>
                <a:lnTo>
                  <a:pt x="213894" y="5305"/>
                </a:lnTo>
                <a:lnTo>
                  <a:pt x="216691" y="7109"/>
                </a:lnTo>
                <a:lnTo>
                  <a:pt x="219317" y="9139"/>
                </a:lnTo>
                <a:lnTo>
                  <a:pt x="221758" y="11381"/>
                </a:lnTo>
                <a:lnTo>
                  <a:pt x="224000" y="13822"/>
                </a:lnTo>
                <a:lnTo>
                  <a:pt x="226030" y="16448"/>
                </a:lnTo>
                <a:lnTo>
                  <a:pt x="227834" y="19245"/>
                </a:lnTo>
                <a:lnTo>
                  <a:pt x="229398" y="22200"/>
                </a:lnTo>
                <a:lnTo>
                  <a:pt x="230708" y="25299"/>
                </a:lnTo>
                <a:lnTo>
                  <a:pt x="230897" y="25884"/>
                </a:lnTo>
                <a:moveTo>
                  <a:pt x="233139" y="38963"/>
                </a:moveTo>
                <a:lnTo>
                  <a:pt x="233139" y="78966"/>
                </a:lnTo>
                <a:moveTo>
                  <a:pt x="233139" y="92300"/>
                </a:moveTo>
                <a:lnTo>
                  <a:pt x="233139" y="132303"/>
                </a:lnTo>
                <a:moveTo>
                  <a:pt x="233139" y="145637"/>
                </a:moveTo>
                <a:lnTo>
                  <a:pt x="233139" y="185640"/>
                </a:lnTo>
                <a:moveTo>
                  <a:pt x="233139" y="198974"/>
                </a:moveTo>
                <a:lnTo>
                  <a:pt x="233139" y="238977"/>
                </a:lnTo>
                <a:moveTo>
                  <a:pt x="233139" y="252311"/>
                </a:moveTo>
                <a:lnTo>
                  <a:pt x="233139" y="292314"/>
                </a:lnTo>
                <a:moveTo>
                  <a:pt x="233139" y="305648"/>
                </a:moveTo>
                <a:lnTo>
                  <a:pt x="233139" y="33718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440" name="pdf-path-456">
            <a:extLst xmlns:a="http://schemas.openxmlformats.org/drawingml/2006/main">
              <a:ext uri="{FF2B5EF4-FFF2-40B4-BE49-F238E27FC236}">
                <a16:creationId xmlns:a16="http://schemas.microsoft.com/office/drawing/2014/main" id="{ADDB0304-CDAC-4079-821B-45FA9CFC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7131" y="770537"/>
            <a:ext cx="150564" cy="150568"/>
          </a:xfrm>
          <a:custGeom xmlns:a="http://schemas.openxmlformats.org/drawingml/2006/main">
            <a:pathLst>
              <a:path w="150564" h="150568">
                <a:moveTo>
                  <a:pt x="150564" y="125473"/>
                </a:moveTo>
                <a:cubicBezTo>
                  <a:pt x="150564" y="139332"/>
                  <a:pt x="139330" y="150568"/>
                  <a:pt x="125469" y="150568"/>
                </a:cubicBezTo>
                <a:lnTo>
                  <a:pt x="25096" y="150568"/>
                </a:lnTo>
                <a:cubicBezTo>
                  <a:pt x="11234" y="150568"/>
                  <a:pt x="0" y="139332"/>
                  <a:pt x="0" y="125473"/>
                </a:cubicBezTo>
                <a:lnTo>
                  <a:pt x="0" y="25095"/>
                </a:lnTo>
                <a:cubicBezTo>
                  <a:pt x="0" y="11235"/>
                  <a:pt x="11234" y="0"/>
                  <a:pt x="25096" y="0"/>
                </a:cubicBezTo>
                <a:lnTo>
                  <a:pt x="125469" y="0"/>
                </a:lnTo>
                <a:cubicBezTo>
                  <a:pt x="139330" y="0"/>
                  <a:pt x="150564" y="11235"/>
                  <a:pt x="150564" y="25095"/>
                </a:cubicBezTo>
                <a:lnTo>
                  <a:pt x="150564" y="125473"/>
                </a:lnTo>
              </a:path>
            </a:pathLst>
          </a:custGeom>
          <a:solidFill xmlns:a="http://schemas.openxmlformats.org/drawingml/2006/main">
            <a:srgbClr val="F24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df-path-457">
            <a:extLst xmlns:a="http://schemas.openxmlformats.org/drawingml/2006/main">
              <a:ext uri="{FF2B5EF4-FFF2-40B4-BE49-F238E27FC236}">
                <a16:creationId xmlns:a16="http://schemas.microsoft.com/office/drawing/2014/main" id="{D82C604B-2E37-4593-9BE9-5BA377E2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6865" y="596116"/>
            <a:ext cx="151097" cy="151095"/>
          </a:xfrm>
          <a:custGeom xmlns:a="http://schemas.openxmlformats.org/drawingml/2006/main">
            <a:pathLst>
              <a:path w="151097" h="151095">
                <a:moveTo>
                  <a:pt x="151097" y="125913"/>
                </a:moveTo>
                <a:cubicBezTo>
                  <a:pt x="151097" y="139821"/>
                  <a:pt x="139822" y="151095"/>
                  <a:pt x="125915" y="151095"/>
                </a:cubicBezTo>
                <a:lnTo>
                  <a:pt x="25182" y="151095"/>
                </a:lnTo>
                <a:cubicBezTo>
                  <a:pt x="11274" y="151095"/>
                  <a:pt x="0" y="139821"/>
                  <a:pt x="0" y="125913"/>
                </a:cubicBezTo>
                <a:lnTo>
                  <a:pt x="0" y="25183"/>
                </a:lnTo>
                <a:cubicBezTo>
                  <a:pt x="0" y="11275"/>
                  <a:pt x="11274" y="0"/>
                  <a:pt x="25182" y="0"/>
                </a:cubicBezTo>
                <a:lnTo>
                  <a:pt x="125915" y="0"/>
                </a:lnTo>
                <a:cubicBezTo>
                  <a:pt x="139822" y="0"/>
                  <a:pt x="151097" y="11275"/>
                  <a:pt x="151097" y="25183"/>
                </a:cubicBezTo>
                <a:lnTo>
                  <a:pt x="151097" y="125913"/>
                </a:lnTo>
              </a:path>
            </a:pathLst>
          </a:custGeom>
          <a:solidFill xmlns:a="http://schemas.openxmlformats.org/drawingml/2006/main">
            <a:srgbClr val="AFF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df-path-458">
            <a:extLst xmlns:a="http://schemas.openxmlformats.org/drawingml/2006/main">
              <a:ext uri="{FF2B5EF4-FFF2-40B4-BE49-F238E27FC236}">
                <a16:creationId xmlns:a16="http://schemas.microsoft.com/office/drawing/2014/main" id="{9CF944CD-C7A2-49D2-BEDA-F915887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87530"/>
            <a:ext cx="11261" cy="11255"/>
          </a:xfrm>
          <a:custGeom xmlns:a="http://schemas.openxmlformats.org/drawingml/2006/main">
            <a:pathLst>
              <a:path w="11261" h="11255">
                <a:moveTo>
                  <a:pt x="5633" y="11255"/>
                </a:moveTo>
                <a:cubicBezTo>
                  <a:pt x="2521" y="11255"/>
                  <a:pt x="0" y="8735"/>
                  <a:pt x="0" y="5628"/>
                </a:cubicBezTo>
                <a:cubicBezTo>
                  <a:pt x="0" y="2520"/>
                  <a:pt x="2521" y="0"/>
                  <a:pt x="5633" y="0"/>
                </a:cubicBezTo>
                <a:cubicBezTo>
                  <a:pt x="8741" y="0"/>
                  <a:pt x="11261" y="2520"/>
                  <a:pt x="11261" y="5628"/>
                </a:cubicBezTo>
                <a:cubicBezTo>
                  <a:pt x="11261" y="8735"/>
                  <a:pt x="8741" y="11255"/>
                  <a:pt x="5633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df-path-459">
            <a:extLst xmlns:a="http://schemas.openxmlformats.org/drawingml/2006/main">
              <a:ext uri="{FF2B5EF4-FFF2-40B4-BE49-F238E27FC236}">
                <a16:creationId xmlns:a16="http://schemas.microsoft.com/office/drawing/2014/main" id="{4C158907-E3FC-4A0D-A6EA-8177ADB5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87530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6"/>
                  <a:pt x="0" y="5628"/>
                </a:cubicBezTo>
                <a:cubicBezTo>
                  <a:pt x="0" y="2520"/>
                  <a:pt x="2519" y="0"/>
                  <a:pt x="5627" y="0"/>
                </a:cubicBezTo>
                <a:cubicBezTo>
                  <a:pt x="8735" y="0"/>
                  <a:pt x="11255" y="2520"/>
                  <a:pt x="11255" y="5628"/>
                </a:cubicBezTo>
                <a:cubicBezTo>
                  <a:pt x="11255" y="8736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44" name="pdf-path-460">
            <a:extLst xmlns:a="http://schemas.openxmlformats.org/drawingml/2006/main">
              <a:ext uri="{FF2B5EF4-FFF2-40B4-BE49-F238E27FC236}">
                <a16:creationId xmlns:a16="http://schemas.microsoft.com/office/drawing/2014/main" id="{4D41B1DB-C69D-429D-8A3F-6A4B8923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44908"/>
            <a:ext cx="11261" cy="11255"/>
          </a:xfrm>
          <a:custGeom xmlns:a="http://schemas.openxmlformats.org/drawingml/2006/main">
            <a:pathLst>
              <a:path w="11261" h="11255">
                <a:moveTo>
                  <a:pt x="5633" y="11255"/>
                </a:moveTo>
                <a:cubicBezTo>
                  <a:pt x="2521" y="11255"/>
                  <a:pt x="0" y="8735"/>
                  <a:pt x="0" y="5627"/>
                </a:cubicBezTo>
                <a:cubicBezTo>
                  <a:pt x="0" y="2519"/>
                  <a:pt x="2521" y="0"/>
                  <a:pt x="5633" y="0"/>
                </a:cubicBezTo>
                <a:cubicBezTo>
                  <a:pt x="8741" y="0"/>
                  <a:pt x="11261" y="2519"/>
                  <a:pt x="11261" y="5627"/>
                </a:cubicBezTo>
                <a:cubicBezTo>
                  <a:pt x="11261" y="8735"/>
                  <a:pt x="8741" y="11255"/>
                  <a:pt x="5633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df-path-461">
            <a:extLst xmlns:a="http://schemas.openxmlformats.org/drawingml/2006/main">
              <a:ext uri="{FF2B5EF4-FFF2-40B4-BE49-F238E27FC236}">
                <a16:creationId xmlns:a16="http://schemas.microsoft.com/office/drawing/2014/main" id="{412ED4C8-6E79-461C-A0D6-AE826982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44908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6"/>
                  <a:pt x="0" y="5628"/>
                </a:cubicBezTo>
                <a:cubicBezTo>
                  <a:pt x="0" y="2520"/>
                  <a:pt x="2519" y="0"/>
                  <a:pt x="5627" y="0"/>
                </a:cubicBezTo>
                <a:cubicBezTo>
                  <a:pt x="8735" y="0"/>
                  <a:pt x="11255" y="2520"/>
                  <a:pt x="11255" y="5628"/>
                </a:cubicBezTo>
                <a:cubicBezTo>
                  <a:pt x="11255" y="8736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46" name="pdf-path-462">
            <a:extLst xmlns:a="http://schemas.openxmlformats.org/drawingml/2006/main">
              <a:ext uri="{FF2B5EF4-FFF2-40B4-BE49-F238E27FC236}">
                <a16:creationId xmlns:a16="http://schemas.microsoft.com/office/drawing/2014/main" id="{F2705581-63E4-44E4-9970-D65C407F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02284"/>
            <a:ext cx="11261" cy="11255"/>
          </a:xfrm>
          <a:custGeom xmlns:a="http://schemas.openxmlformats.org/drawingml/2006/main">
            <a:pathLst>
              <a:path w="11261" h="11255">
                <a:moveTo>
                  <a:pt x="5633" y="11255"/>
                </a:moveTo>
                <a:cubicBezTo>
                  <a:pt x="2521" y="11255"/>
                  <a:pt x="0" y="8735"/>
                  <a:pt x="0" y="5628"/>
                </a:cubicBezTo>
                <a:cubicBezTo>
                  <a:pt x="0" y="2519"/>
                  <a:pt x="2521" y="0"/>
                  <a:pt x="5633" y="0"/>
                </a:cubicBezTo>
                <a:cubicBezTo>
                  <a:pt x="8741" y="0"/>
                  <a:pt x="11261" y="2519"/>
                  <a:pt x="11261" y="5628"/>
                </a:cubicBezTo>
                <a:cubicBezTo>
                  <a:pt x="11261" y="8735"/>
                  <a:pt x="8741" y="11255"/>
                  <a:pt x="5633" y="11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df-path-463">
            <a:extLst xmlns:a="http://schemas.openxmlformats.org/drawingml/2006/main">
              <a:ext uri="{FF2B5EF4-FFF2-40B4-BE49-F238E27FC236}">
                <a16:creationId xmlns:a16="http://schemas.microsoft.com/office/drawing/2014/main" id="{B2202194-627C-4E5F-84B8-1ED36B5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3702284"/>
            <a:ext cx="11255" cy="11255"/>
          </a:xfrm>
          <a:custGeom xmlns:a="http://schemas.openxmlformats.org/drawingml/2006/main">
            <a:pathLst>
              <a:path w="11255" h="11255">
                <a:moveTo>
                  <a:pt x="5627" y="11255"/>
                </a:moveTo>
                <a:cubicBezTo>
                  <a:pt x="2519" y="11255"/>
                  <a:pt x="0" y="8736"/>
                  <a:pt x="0" y="5628"/>
                </a:cubicBezTo>
                <a:cubicBezTo>
                  <a:pt x="0" y="2520"/>
                  <a:pt x="2519" y="0"/>
                  <a:pt x="5627" y="0"/>
                </a:cubicBezTo>
                <a:cubicBezTo>
                  <a:pt x="8735" y="0"/>
                  <a:pt x="11255" y="2520"/>
                  <a:pt x="11255" y="5628"/>
                </a:cubicBezTo>
                <a:cubicBezTo>
                  <a:pt x="11255" y="8736"/>
                  <a:pt x="8735" y="11255"/>
                  <a:pt x="5627" y="1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67">
            <a:solidFill>
              <a:srgbClr val="000000"/>
            </a:solidFill>
            <a:prstDash val="solid"/>
          </a:ln>
        </p:spPr>
      </p:sp>
      <p:sp>
        <p:nvSpPr>
          <p:cNvPr id="448" name="pdf-path-464">
            <a:extLst xmlns:a="http://schemas.openxmlformats.org/drawingml/2006/main">
              <a:ext uri="{FF2B5EF4-FFF2-40B4-BE49-F238E27FC236}">
                <a16:creationId xmlns:a16="http://schemas.microsoft.com/office/drawing/2014/main" id="{D7BDBF9A-FCA1-4A29-B9F5-F0F58C7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205" y="2859855"/>
            <a:ext cx="134409" cy="134409"/>
          </a:xfrm>
          <a:custGeom xmlns:a="http://schemas.openxmlformats.org/drawingml/2006/main">
            <a:pathLst>
              <a:path w="134409" h="134409">
                <a:moveTo>
                  <a:pt x="112007" y="0"/>
                </a:moveTo>
                <a:cubicBezTo>
                  <a:pt x="124382" y="0"/>
                  <a:pt x="134409" y="10029"/>
                  <a:pt x="134409" y="22401"/>
                </a:cubicBezTo>
                <a:lnTo>
                  <a:pt x="134409" y="112007"/>
                </a:lnTo>
                <a:cubicBezTo>
                  <a:pt x="134409" y="124379"/>
                  <a:pt x="124382" y="134409"/>
                  <a:pt x="112007" y="134409"/>
                </a:cubicBezTo>
                <a:lnTo>
                  <a:pt x="22402" y="134409"/>
                </a:lnTo>
                <a:cubicBezTo>
                  <a:pt x="10035" y="134409"/>
                  <a:pt x="0" y="124379"/>
                  <a:pt x="0" y="112007"/>
                </a:cubicBezTo>
                <a:lnTo>
                  <a:pt x="0" y="22401"/>
                </a:lnTo>
                <a:cubicBezTo>
                  <a:pt x="0" y="10029"/>
                  <a:pt x="10035" y="0"/>
                  <a:pt x="22402" y="0"/>
                </a:cubicBezTo>
                <a:lnTo>
                  <a:pt x="112007" y="0"/>
                </a:lnTo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df-path-465">
            <a:extLst xmlns:a="http://schemas.openxmlformats.org/drawingml/2006/main">
              <a:ext uri="{FF2B5EF4-FFF2-40B4-BE49-F238E27FC236}">
                <a16:creationId xmlns:a16="http://schemas.microsoft.com/office/drawing/2014/main" id="{459525A1-E4D5-4B6B-A2E2-3BB7E94C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815" y="3091729"/>
            <a:ext cx="213188" cy="513634"/>
          </a:xfrm>
          <a:custGeom xmlns:a="http://schemas.openxmlformats.org/drawingml/2006/main">
            <a:pathLst>
              <a:path w="213188" h="513634">
                <a:moveTo>
                  <a:pt x="0" y="35532"/>
                </a:moveTo>
                <a:lnTo>
                  <a:pt x="163" y="32110"/>
                </a:lnTo>
                <a:lnTo>
                  <a:pt x="641" y="28780"/>
                </a:lnTo>
                <a:lnTo>
                  <a:pt x="1419" y="25557"/>
                </a:lnTo>
                <a:lnTo>
                  <a:pt x="2483" y="22456"/>
                </a:lnTo>
                <a:lnTo>
                  <a:pt x="3818" y="19491"/>
                </a:lnTo>
                <a:lnTo>
                  <a:pt x="5409" y="16678"/>
                </a:lnTo>
                <a:lnTo>
                  <a:pt x="7241" y="14032"/>
                </a:lnTo>
                <a:lnTo>
                  <a:pt x="9298" y="11567"/>
                </a:lnTo>
                <a:lnTo>
                  <a:pt x="11567" y="9298"/>
                </a:lnTo>
                <a:lnTo>
                  <a:pt x="14032" y="7240"/>
                </a:lnTo>
                <a:lnTo>
                  <a:pt x="16679" y="5409"/>
                </a:lnTo>
                <a:lnTo>
                  <a:pt x="19492" y="3818"/>
                </a:lnTo>
                <a:lnTo>
                  <a:pt x="20254" y="3475"/>
                </a:lnTo>
                <a:moveTo>
                  <a:pt x="33070" y="117"/>
                </a:moveTo>
                <a:lnTo>
                  <a:pt x="35532" y="0"/>
                </a:lnTo>
                <a:lnTo>
                  <a:pt x="73070" y="0"/>
                </a:lnTo>
                <a:moveTo>
                  <a:pt x="86404" y="0"/>
                </a:moveTo>
                <a:lnTo>
                  <a:pt x="126407" y="0"/>
                </a:lnTo>
                <a:moveTo>
                  <a:pt x="139741" y="0"/>
                </a:moveTo>
                <a:lnTo>
                  <a:pt x="177656" y="0"/>
                </a:lnTo>
                <a:lnTo>
                  <a:pt x="179742" y="99"/>
                </a:lnTo>
                <a:moveTo>
                  <a:pt x="192590" y="3320"/>
                </a:moveTo>
                <a:lnTo>
                  <a:pt x="193697" y="3818"/>
                </a:lnTo>
                <a:lnTo>
                  <a:pt x="196510" y="5409"/>
                </a:lnTo>
                <a:lnTo>
                  <a:pt x="199156" y="7240"/>
                </a:lnTo>
                <a:lnTo>
                  <a:pt x="201621" y="9298"/>
                </a:lnTo>
                <a:lnTo>
                  <a:pt x="203890" y="11567"/>
                </a:lnTo>
                <a:lnTo>
                  <a:pt x="205948" y="14032"/>
                </a:lnTo>
                <a:lnTo>
                  <a:pt x="207779" y="16678"/>
                </a:lnTo>
                <a:lnTo>
                  <a:pt x="209370" y="19491"/>
                </a:lnTo>
                <a:lnTo>
                  <a:pt x="210705" y="22456"/>
                </a:lnTo>
                <a:lnTo>
                  <a:pt x="211769" y="25557"/>
                </a:lnTo>
                <a:lnTo>
                  <a:pt x="212548" y="28780"/>
                </a:lnTo>
                <a:lnTo>
                  <a:pt x="213026" y="32110"/>
                </a:lnTo>
                <a:lnTo>
                  <a:pt x="213171" y="35156"/>
                </a:lnTo>
                <a:moveTo>
                  <a:pt x="213188" y="48489"/>
                </a:moveTo>
                <a:lnTo>
                  <a:pt x="213188" y="88492"/>
                </a:lnTo>
                <a:moveTo>
                  <a:pt x="213188" y="101826"/>
                </a:moveTo>
                <a:lnTo>
                  <a:pt x="213188" y="141829"/>
                </a:lnTo>
                <a:moveTo>
                  <a:pt x="213188" y="155163"/>
                </a:moveTo>
                <a:lnTo>
                  <a:pt x="213188" y="195166"/>
                </a:lnTo>
                <a:moveTo>
                  <a:pt x="213188" y="208500"/>
                </a:moveTo>
                <a:lnTo>
                  <a:pt x="213188" y="248503"/>
                </a:lnTo>
                <a:moveTo>
                  <a:pt x="213188" y="261837"/>
                </a:moveTo>
                <a:lnTo>
                  <a:pt x="213188" y="301840"/>
                </a:lnTo>
                <a:moveTo>
                  <a:pt x="213188" y="315174"/>
                </a:moveTo>
                <a:lnTo>
                  <a:pt x="213188" y="355177"/>
                </a:lnTo>
                <a:moveTo>
                  <a:pt x="213188" y="368511"/>
                </a:moveTo>
                <a:lnTo>
                  <a:pt x="213188" y="408514"/>
                </a:lnTo>
                <a:moveTo>
                  <a:pt x="213188" y="421848"/>
                </a:moveTo>
                <a:lnTo>
                  <a:pt x="213188" y="461851"/>
                </a:lnTo>
                <a:moveTo>
                  <a:pt x="213188" y="475185"/>
                </a:moveTo>
                <a:lnTo>
                  <a:pt x="213188" y="478102"/>
                </a:lnTo>
                <a:lnTo>
                  <a:pt x="213026" y="481524"/>
                </a:lnTo>
                <a:lnTo>
                  <a:pt x="212548" y="484854"/>
                </a:lnTo>
                <a:lnTo>
                  <a:pt x="211769" y="488077"/>
                </a:lnTo>
                <a:lnTo>
                  <a:pt x="210705" y="491178"/>
                </a:lnTo>
                <a:lnTo>
                  <a:pt x="209370" y="494143"/>
                </a:lnTo>
                <a:lnTo>
                  <a:pt x="207779" y="496956"/>
                </a:lnTo>
                <a:lnTo>
                  <a:pt x="205948" y="499602"/>
                </a:lnTo>
                <a:lnTo>
                  <a:pt x="203890" y="502067"/>
                </a:lnTo>
                <a:lnTo>
                  <a:pt x="201621" y="504336"/>
                </a:lnTo>
                <a:lnTo>
                  <a:pt x="199156" y="506394"/>
                </a:lnTo>
                <a:lnTo>
                  <a:pt x="196510" y="508225"/>
                </a:lnTo>
                <a:lnTo>
                  <a:pt x="195508" y="508792"/>
                </a:lnTo>
                <a:moveTo>
                  <a:pt x="183014" y="513194"/>
                </a:moveTo>
                <a:lnTo>
                  <a:pt x="181078" y="513472"/>
                </a:lnTo>
                <a:lnTo>
                  <a:pt x="177656" y="513634"/>
                </a:lnTo>
                <a:lnTo>
                  <a:pt x="143035" y="513634"/>
                </a:lnTo>
                <a:moveTo>
                  <a:pt x="129701" y="513634"/>
                </a:moveTo>
                <a:lnTo>
                  <a:pt x="89699" y="513634"/>
                </a:lnTo>
                <a:moveTo>
                  <a:pt x="76364" y="513634"/>
                </a:moveTo>
                <a:lnTo>
                  <a:pt x="36362" y="513634"/>
                </a:lnTo>
                <a:moveTo>
                  <a:pt x="23288" y="511437"/>
                </a:moveTo>
                <a:lnTo>
                  <a:pt x="22456" y="511151"/>
                </a:lnTo>
                <a:lnTo>
                  <a:pt x="19492" y="509816"/>
                </a:lnTo>
                <a:lnTo>
                  <a:pt x="16679" y="508225"/>
                </a:lnTo>
                <a:lnTo>
                  <a:pt x="14032" y="506394"/>
                </a:lnTo>
                <a:lnTo>
                  <a:pt x="11567" y="504336"/>
                </a:lnTo>
                <a:lnTo>
                  <a:pt x="9298" y="502067"/>
                </a:lnTo>
                <a:lnTo>
                  <a:pt x="7241" y="499602"/>
                </a:lnTo>
                <a:lnTo>
                  <a:pt x="5409" y="496956"/>
                </a:lnTo>
                <a:lnTo>
                  <a:pt x="3818" y="494143"/>
                </a:lnTo>
                <a:lnTo>
                  <a:pt x="2483" y="491178"/>
                </a:lnTo>
                <a:lnTo>
                  <a:pt x="1419" y="488077"/>
                </a:lnTo>
                <a:lnTo>
                  <a:pt x="641" y="484854"/>
                </a:lnTo>
                <a:lnTo>
                  <a:pt x="163" y="481524"/>
                </a:lnTo>
                <a:lnTo>
                  <a:pt x="156" y="481393"/>
                </a:lnTo>
                <a:moveTo>
                  <a:pt x="0" y="468062"/>
                </a:moveTo>
                <a:lnTo>
                  <a:pt x="0" y="428059"/>
                </a:lnTo>
                <a:moveTo>
                  <a:pt x="0" y="414725"/>
                </a:moveTo>
                <a:lnTo>
                  <a:pt x="0" y="374722"/>
                </a:lnTo>
                <a:moveTo>
                  <a:pt x="0" y="361388"/>
                </a:moveTo>
                <a:lnTo>
                  <a:pt x="0" y="321386"/>
                </a:lnTo>
                <a:moveTo>
                  <a:pt x="0" y="308051"/>
                </a:moveTo>
                <a:lnTo>
                  <a:pt x="0" y="268049"/>
                </a:lnTo>
                <a:moveTo>
                  <a:pt x="0" y="254714"/>
                </a:moveTo>
                <a:lnTo>
                  <a:pt x="0" y="214712"/>
                </a:lnTo>
                <a:moveTo>
                  <a:pt x="0" y="201377"/>
                </a:moveTo>
                <a:lnTo>
                  <a:pt x="0" y="161375"/>
                </a:lnTo>
                <a:moveTo>
                  <a:pt x="0" y="148040"/>
                </a:moveTo>
                <a:lnTo>
                  <a:pt x="0" y="108038"/>
                </a:lnTo>
                <a:moveTo>
                  <a:pt x="0" y="94703"/>
                </a:moveTo>
                <a:lnTo>
                  <a:pt x="0" y="54701"/>
                </a:lnTo>
                <a:moveTo>
                  <a:pt x="0" y="41367"/>
                </a:moveTo>
                <a:lnTo>
                  <a:pt x="0" y="3553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450" name="pdf-path-466">
            <a:extLst xmlns:a="http://schemas.openxmlformats.org/drawingml/2006/main">
              <a:ext uri="{FF2B5EF4-FFF2-40B4-BE49-F238E27FC236}">
                <a16:creationId xmlns:a16="http://schemas.microsoft.com/office/drawing/2014/main" id="{59F14796-4348-49E7-ADDC-2ED74872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571" y="3285584"/>
            <a:ext cx="137683" cy="137684"/>
          </a:xfrm>
          <a:custGeom xmlns:a="http://schemas.openxmlformats.org/drawingml/2006/main">
            <a:pathLst>
              <a:path w="137683" h="137684">
                <a:moveTo>
                  <a:pt x="0" y="22949"/>
                </a:moveTo>
                <a:cubicBezTo>
                  <a:pt x="0" y="10274"/>
                  <a:pt x="10274" y="0"/>
                  <a:pt x="22949" y="0"/>
                </a:cubicBezTo>
                <a:lnTo>
                  <a:pt x="114734" y="0"/>
                </a:lnTo>
                <a:cubicBezTo>
                  <a:pt x="127409" y="0"/>
                  <a:pt x="137683" y="10274"/>
                  <a:pt x="137683" y="22949"/>
                </a:cubicBezTo>
                <a:lnTo>
                  <a:pt x="137683" y="114736"/>
                </a:lnTo>
                <a:cubicBezTo>
                  <a:pt x="137683" y="127409"/>
                  <a:pt x="127409" y="137684"/>
                  <a:pt x="114734" y="137684"/>
                </a:cubicBezTo>
                <a:lnTo>
                  <a:pt x="22949" y="137684"/>
                </a:lnTo>
                <a:cubicBezTo>
                  <a:pt x="10274" y="137684"/>
                  <a:pt x="0" y="127409"/>
                  <a:pt x="0" y="114736"/>
                </a:cubicBezTo>
                <a:lnTo>
                  <a:pt x="0" y="22949"/>
                </a:lnTo>
              </a:path>
            </a:pathLst>
          </a:custGeom>
          <a:solidFill xmlns:a="http://schemas.openxmlformats.org/drawingml/2006/main">
            <a:srgbClr val="FFC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df-path-467">
            <a:extLst xmlns:a="http://schemas.openxmlformats.org/drawingml/2006/main">
              <a:ext uri="{FF2B5EF4-FFF2-40B4-BE49-F238E27FC236}">
                <a16:creationId xmlns:a16="http://schemas.microsoft.com/office/drawing/2014/main" id="{2F80E946-539A-44D2-A498-72F81BB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332" y="3445871"/>
            <a:ext cx="138162" cy="138165"/>
          </a:xfrm>
          <a:custGeom xmlns:a="http://schemas.openxmlformats.org/drawingml/2006/main">
            <a:pathLst>
              <a:path w="138162" h="138165">
                <a:moveTo>
                  <a:pt x="0" y="23028"/>
                </a:moveTo>
                <a:cubicBezTo>
                  <a:pt x="0" y="10309"/>
                  <a:pt x="10308" y="0"/>
                  <a:pt x="23028" y="0"/>
                </a:cubicBezTo>
                <a:lnTo>
                  <a:pt x="115135" y="0"/>
                </a:lnTo>
                <a:cubicBezTo>
                  <a:pt x="127855" y="0"/>
                  <a:pt x="138162" y="10309"/>
                  <a:pt x="138162" y="23028"/>
                </a:cubicBezTo>
                <a:lnTo>
                  <a:pt x="138162" y="115137"/>
                </a:lnTo>
                <a:cubicBezTo>
                  <a:pt x="138162" y="127855"/>
                  <a:pt x="127855" y="138165"/>
                  <a:pt x="115135" y="138165"/>
                </a:cubicBezTo>
                <a:lnTo>
                  <a:pt x="23028" y="138165"/>
                </a:lnTo>
                <a:cubicBezTo>
                  <a:pt x="10308" y="138165"/>
                  <a:pt x="0" y="127855"/>
                  <a:pt x="0" y="115137"/>
                </a:cubicBezTo>
                <a:lnTo>
                  <a:pt x="0" y="23028"/>
                </a:lnTo>
              </a:path>
            </a:pathLst>
          </a:custGeom>
          <a:solidFill xmlns:a="http://schemas.openxmlformats.org/drawingml/2006/main">
            <a:srgbClr val="AFF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df-path-468">
            <a:extLst xmlns:a="http://schemas.openxmlformats.org/drawingml/2006/main">
              <a:ext uri="{FF2B5EF4-FFF2-40B4-BE49-F238E27FC236}">
                <a16:creationId xmlns:a16="http://schemas.microsoft.com/office/drawing/2014/main" id="{60808117-FFF5-4752-95A2-2FBABAE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571" y="3125300"/>
            <a:ext cx="137683" cy="137682"/>
          </a:xfrm>
          <a:custGeom xmlns:a="http://schemas.openxmlformats.org/drawingml/2006/main">
            <a:pathLst>
              <a:path w="137683" h="137682">
                <a:moveTo>
                  <a:pt x="0" y="22947"/>
                </a:moveTo>
                <a:cubicBezTo>
                  <a:pt x="0" y="10274"/>
                  <a:pt x="10274" y="0"/>
                  <a:pt x="22949" y="0"/>
                </a:cubicBezTo>
                <a:lnTo>
                  <a:pt x="114734" y="0"/>
                </a:lnTo>
                <a:cubicBezTo>
                  <a:pt x="127409" y="0"/>
                  <a:pt x="137683" y="10274"/>
                  <a:pt x="137683" y="22947"/>
                </a:cubicBezTo>
                <a:lnTo>
                  <a:pt x="137683" y="114734"/>
                </a:lnTo>
                <a:cubicBezTo>
                  <a:pt x="137683" y="127408"/>
                  <a:pt x="127409" y="137682"/>
                  <a:pt x="114734" y="137682"/>
                </a:cubicBezTo>
                <a:lnTo>
                  <a:pt x="22949" y="137682"/>
                </a:lnTo>
                <a:cubicBezTo>
                  <a:pt x="10274" y="137682"/>
                  <a:pt x="0" y="127408"/>
                  <a:pt x="0" y="114734"/>
                </a:cubicBezTo>
                <a:lnTo>
                  <a:pt x="0" y="22947"/>
                </a:lnTo>
              </a:path>
            </a:pathLst>
          </a:custGeom>
          <a:solidFill xmlns:a="http://schemas.openxmlformats.org/drawingml/2006/main">
            <a:srgbClr val="F24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df-path-469">
            <a:extLst xmlns:a="http://schemas.openxmlformats.org/drawingml/2006/main">
              <a:ext uri="{FF2B5EF4-FFF2-40B4-BE49-F238E27FC236}">
                <a16:creationId xmlns:a16="http://schemas.microsoft.com/office/drawing/2014/main" id="{B7CA0308-3F6C-4193-883A-18BB3CC1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815" y="3895706"/>
            <a:ext cx="213188" cy="513634"/>
          </a:xfrm>
          <a:custGeom xmlns:a="http://schemas.openxmlformats.org/drawingml/2006/main">
            <a:pathLst>
              <a:path w="213188" h="513634">
                <a:moveTo>
                  <a:pt x="0" y="35532"/>
                </a:moveTo>
                <a:lnTo>
                  <a:pt x="163" y="32110"/>
                </a:lnTo>
                <a:lnTo>
                  <a:pt x="641" y="28780"/>
                </a:lnTo>
                <a:lnTo>
                  <a:pt x="1419" y="25557"/>
                </a:lnTo>
                <a:lnTo>
                  <a:pt x="2483" y="22456"/>
                </a:lnTo>
                <a:lnTo>
                  <a:pt x="3818" y="19491"/>
                </a:lnTo>
                <a:lnTo>
                  <a:pt x="5409" y="16678"/>
                </a:lnTo>
                <a:lnTo>
                  <a:pt x="7241" y="14032"/>
                </a:lnTo>
                <a:lnTo>
                  <a:pt x="9298" y="11567"/>
                </a:lnTo>
                <a:lnTo>
                  <a:pt x="11567" y="9298"/>
                </a:lnTo>
                <a:lnTo>
                  <a:pt x="14032" y="7240"/>
                </a:lnTo>
                <a:lnTo>
                  <a:pt x="16679" y="5409"/>
                </a:lnTo>
                <a:lnTo>
                  <a:pt x="19492" y="3818"/>
                </a:lnTo>
                <a:lnTo>
                  <a:pt x="20254" y="3475"/>
                </a:lnTo>
                <a:moveTo>
                  <a:pt x="33070" y="117"/>
                </a:moveTo>
                <a:lnTo>
                  <a:pt x="35532" y="0"/>
                </a:lnTo>
                <a:lnTo>
                  <a:pt x="73070" y="0"/>
                </a:lnTo>
                <a:moveTo>
                  <a:pt x="86404" y="0"/>
                </a:moveTo>
                <a:lnTo>
                  <a:pt x="126407" y="0"/>
                </a:lnTo>
                <a:moveTo>
                  <a:pt x="139741" y="0"/>
                </a:moveTo>
                <a:lnTo>
                  <a:pt x="177656" y="0"/>
                </a:lnTo>
                <a:lnTo>
                  <a:pt x="179742" y="99"/>
                </a:lnTo>
                <a:moveTo>
                  <a:pt x="192590" y="3320"/>
                </a:moveTo>
                <a:lnTo>
                  <a:pt x="193697" y="3818"/>
                </a:lnTo>
                <a:lnTo>
                  <a:pt x="196510" y="5409"/>
                </a:lnTo>
                <a:lnTo>
                  <a:pt x="199156" y="7240"/>
                </a:lnTo>
                <a:lnTo>
                  <a:pt x="201621" y="9298"/>
                </a:lnTo>
                <a:lnTo>
                  <a:pt x="203890" y="11567"/>
                </a:lnTo>
                <a:lnTo>
                  <a:pt x="205948" y="14032"/>
                </a:lnTo>
                <a:lnTo>
                  <a:pt x="207779" y="16678"/>
                </a:lnTo>
                <a:lnTo>
                  <a:pt x="209370" y="19491"/>
                </a:lnTo>
                <a:lnTo>
                  <a:pt x="210705" y="22456"/>
                </a:lnTo>
                <a:lnTo>
                  <a:pt x="211769" y="25557"/>
                </a:lnTo>
                <a:lnTo>
                  <a:pt x="212548" y="28780"/>
                </a:lnTo>
                <a:lnTo>
                  <a:pt x="213026" y="32110"/>
                </a:lnTo>
                <a:lnTo>
                  <a:pt x="213171" y="35156"/>
                </a:lnTo>
                <a:moveTo>
                  <a:pt x="213188" y="48489"/>
                </a:moveTo>
                <a:lnTo>
                  <a:pt x="213188" y="88492"/>
                </a:lnTo>
                <a:moveTo>
                  <a:pt x="213188" y="101826"/>
                </a:moveTo>
                <a:lnTo>
                  <a:pt x="213188" y="141829"/>
                </a:lnTo>
                <a:moveTo>
                  <a:pt x="213188" y="155163"/>
                </a:moveTo>
                <a:lnTo>
                  <a:pt x="213188" y="195166"/>
                </a:lnTo>
                <a:moveTo>
                  <a:pt x="213188" y="208500"/>
                </a:moveTo>
                <a:lnTo>
                  <a:pt x="213188" y="248503"/>
                </a:lnTo>
                <a:moveTo>
                  <a:pt x="213188" y="261837"/>
                </a:moveTo>
                <a:lnTo>
                  <a:pt x="213188" y="301840"/>
                </a:lnTo>
                <a:moveTo>
                  <a:pt x="213188" y="315174"/>
                </a:moveTo>
                <a:lnTo>
                  <a:pt x="213188" y="355177"/>
                </a:lnTo>
                <a:moveTo>
                  <a:pt x="213188" y="368511"/>
                </a:moveTo>
                <a:lnTo>
                  <a:pt x="213188" y="408514"/>
                </a:lnTo>
                <a:moveTo>
                  <a:pt x="213188" y="421848"/>
                </a:moveTo>
                <a:lnTo>
                  <a:pt x="213188" y="461851"/>
                </a:lnTo>
                <a:moveTo>
                  <a:pt x="213188" y="475185"/>
                </a:moveTo>
                <a:lnTo>
                  <a:pt x="213188" y="478102"/>
                </a:lnTo>
                <a:lnTo>
                  <a:pt x="213026" y="481524"/>
                </a:lnTo>
                <a:lnTo>
                  <a:pt x="212548" y="484854"/>
                </a:lnTo>
                <a:lnTo>
                  <a:pt x="211769" y="488077"/>
                </a:lnTo>
                <a:lnTo>
                  <a:pt x="210705" y="491179"/>
                </a:lnTo>
                <a:lnTo>
                  <a:pt x="209370" y="494143"/>
                </a:lnTo>
                <a:lnTo>
                  <a:pt x="207779" y="496956"/>
                </a:lnTo>
                <a:lnTo>
                  <a:pt x="205948" y="499602"/>
                </a:lnTo>
                <a:lnTo>
                  <a:pt x="203890" y="502068"/>
                </a:lnTo>
                <a:lnTo>
                  <a:pt x="201621" y="504336"/>
                </a:lnTo>
                <a:lnTo>
                  <a:pt x="199156" y="506394"/>
                </a:lnTo>
                <a:lnTo>
                  <a:pt x="196510" y="508226"/>
                </a:lnTo>
                <a:lnTo>
                  <a:pt x="195508" y="508792"/>
                </a:lnTo>
                <a:moveTo>
                  <a:pt x="183015" y="513194"/>
                </a:moveTo>
                <a:lnTo>
                  <a:pt x="181078" y="513472"/>
                </a:lnTo>
                <a:lnTo>
                  <a:pt x="177656" y="513634"/>
                </a:lnTo>
                <a:lnTo>
                  <a:pt x="143036" y="513634"/>
                </a:lnTo>
                <a:moveTo>
                  <a:pt x="129701" y="513634"/>
                </a:moveTo>
                <a:lnTo>
                  <a:pt x="89699" y="513634"/>
                </a:lnTo>
                <a:moveTo>
                  <a:pt x="76364" y="513634"/>
                </a:moveTo>
                <a:lnTo>
                  <a:pt x="36362" y="513634"/>
                </a:lnTo>
                <a:moveTo>
                  <a:pt x="23288" y="511437"/>
                </a:moveTo>
                <a:lnTo>
                  <a:pt x="22456" y="511151"/>
                </a:lnTo>
                <a:lnTo>
                  <a:pt x="19492" y="509816"/>
                </a:lnTo>
                <a:lnTo>
                  <a:pt x="16679" y="508226"/>
                </a:lnTo>
                <a:lnTo>
                  <a:pt x="14032" y="506394"/>
                </a:lnTo>
                <a:lnTo>
                  <a:pt x="11567" y="504336"/>
                </a:lnTo>
                <a:lnTo>
                  <a:pt x="9298" y="502068"/>
                </a:lnTo>
                <a:lnTo>
                  <a:pt x="7241" y="499602"/>
                </a:lnTo>
                <a:lnTo>
                  <a:pt x="5409" y="496956"/>
                </a:lnTo>
                <a:lnTo>
                  <a:pt x="3818" y="494143"/>
                </a:lnTo>
                <a:lnTo>
                  <a:pt x="2483" y="491179"/>
                </a:lnTo>
                <a:lnTo>
                  <a:pt x="1419" y="488077"/>
                </a:lnTo>
                <a:lnTo>
                  <a:pt x="641" y="484854"/>
                </a:lnTo>
                <a:lnTo>
                  <a:pt x="163" y="481524"/>
                </a:lnTo>
                <a:lnTo>
                  <a:pt x="156" y="481393"/>
                </a:lnTo>
                <a:moveTo>
                  <a:pt x="0" y="468062"/>
                </a:moveTo>
                <a:lnTo>
                  <a:pt x="0" y="428060"/>
                </a:lnTo>
                <a:moveTo>
                  <a:pt x="0" y="414725"/>
                </a:moveTo>
                <a:lnTo>
                  <a:pt x="0" y="374723"/>
                </a:lnTo>
                <a:moveTo>
                  <a:pt x="0" y="361388"/>
                </a:moveTo>
                <a:lnTo>
                  <a:pt x="0" y="321386"/>
                </a:lnTo>
                <a:moveTo>
                  <a:pt x="0" y="308051"/>
                </a:moveTo>
                <a:lnTo>
                  <a:pt x="0" y="268049"/>
                </a:lnTo>
                <a:moveTo>
                  <a:pt x="0" y="254715"/>
                </a:moveTo>
                <a:lnTo>
                  <a:pt x="0" y="214712"/>
                </a:lnTo>
                <a:moveTo>
                  <a:pt x="0" y="201378"/>
                </a:moveTo>
                <a:lnTo>
                  <a:pt x="0" y="161375"/>
                </a:lnTo>
                <a:moveTo>
                  <a:pt x="0" y="148041"/>
                </a:moveTo>
                <a:lnTo>
                  <a:pt x="0" y="108038"/>
                </a:lnTo>
                <a:moveTo>
                  <a:pt x="0" y="94704"/>
                </a:moveTo>
                <a:lnTo>
                  <a:pt x="0" y="54701"/>
                </a:lnTo>
                <a:moveTo>
                  <a:pt x="0" y="41367"/>
                </a:moveTo>
                <a:lnTo>
                  <a:pt x="0" y="3553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7F7F7F">
                <a:alpha val="50000"/>
              </a:srgbClr>
            </a:solidFill>
            <a:prstDash val="solid"/>
          </a:ln>
        </p:spPr>
      </p:sp>
      <p:sp>
        <p:nvSpPr>
          <p:cNvPr id="454" name="pdf-path-470">
            <a:extLst xmlns:a="http://schemas.openxmlformats.org/drawingml/2006/main">
              <a:ext uri="{FF2B5EF4-FFF2-40B4-BE49-F238E27FC236}">
                <a16:creationId xmlns:a16="http://schemas.microsoft.com/office/drawing/2014/main" id="{F92B85ED-FA6D-4703-906D-3E2DDC5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571" y="4089561"/>
            <a:ext cx="137683" cy="137683"/>
          </a:xfrm>
          <a:custGeom xmlns:a="http://schemas.openxmlformats.org/drawingml/2006/main">
            <a:pathLst>
              <a:path w="137683" h="137683">
                <a:moveTo>
                  <a:pt x="0" y="22948"/>
                </a:moveTo>
                <a:cubicBezTo>
                  <a:pt x="0" y="10274"/>
                  <a:pt x="10274" y="0"/>
                  <a:pt x="22949" y="0"/>
                </a:cubicBezTo>
                <a:lnTo>
                  <a:pt x="114734" y="0"/>
                </a:lnTo>
                <a:cubicBezTo>
                  <a:pt x="127409" y="0"/>
                  <a:pt x="137683" y="10274"/>
                  <a:pt x="137683" y="22948"/>
                </a:cubicBezTo>
                <a:lnTo>
                  <a:pt x="137683" y="114736"/>
                </a:lnTo>
                <a:cubicBezTo>
                  <a:pt x="137683" y="127409"/>
                  <a:pt x="127409" y="137683"/>
                  <a:pt x="114734" y="137683"/>
                </a:cubicBezTo>
                <a:lnTo>
                  <a:pt x="22949" y="137683"/>
                </a:lnTo>
                <a:cubicBezTo>
                  <a:pt x="10274" y="137683"/>
                  <a:pt x="0" y="127409"/>
                  <a:pt x="0" y="114736"/>
                </a:cubicBezTo>
                <a:lnTo>
                  <a:pt x="0" y="22948"/>
                </a:lnTo>
              </a:path>
            </a:pathLst>
          </a:custGeom>
          <a:solidFill xmlns:a="http://schemas.openxmlformats.org/drawingml/2006/main">
            <a:srgbClr val="FFC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df-path-471">
            <a:extLst xmlns:a="http://schemas.openxmlformats.org/drawingml/2006/main">
              <a:ext uri="{FF2B5EF4-FFF2-40B4-BE49-F238E27FC236}">
                <a16:creationId xmlns:a16="http://schemas.microsoft.com/office/drawing/2014/main" id="{0BBAC65D-DAA4-4A33-968A-B12623A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332" y="4249846"/>
            <a:ext cx="138162" cy="138165"/>
          </a:xfrm>
          <a:custGeom xmlns:a="http://schemas.openxmlformats.org/drawingml/2006/main">
            <a:pathLst>
              <a:path w="138162" h="138165">
                <a:moveTo>
                  <a:pt x="0" y="23028"/>
                </a:moveTo>
                <a:cubicBezTo>
                  <a:pt x="0" y="10310"/>
                  <a:pt x="10308" y="0"/>
                  <a:pt x="23028" y="0"/>
                </a:cubicBezTo>
                <a:lnTo>
                  <a:pt x="115135" y="0"/>
                </a:lnTo>
                <a:cubicBezTo>
                  <a:pt x="127855" y="0"/>
                  <a:pt x="138162" y="10310"/>
                  <a:pt x="138162" y="23028"/>
                </a:cubicBezTo>
                <a:lnTo>
                  <a:pt x="138162" y="115137"/>
                </a:lnTo>
                <a:cubicBezTo>
                  <a:pt x="138162" y="127855"/>
                  <a:pt x="127855" y="138165"/>
                  <a:pt x="115135" y="138165"/>
                </a:cubicBezTo>
                <a:lnTo>
                  <a:pt x="23028" y="138165"/>
                </a:lnTo>
                <a:cubicBezTo>
                  <a:pt x="10308" y="138165"/>
                  <a:pt x="0" y="127855"/>
                  <a:pt x="0" y="115137"/>
                </a:cubicBezTo>
                <a:lnTo>
                  <a:pt x="0" y="23028"/>
                </a:lnTo>
              </a:path>
            </a:pathLst>
          </a:custGeom>
          <a:solidFill xmlns:a="http://schemas.openxmlformats.org/drawingml/2006/main">
            <a:srgbClr val="AFF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df-path-472">
            <a:extLst xmlns:a="http://schemas.openxmlformats.org/drawingml/2006/main">
              <a:ext uri="{FF2B5EF4-FFF2-40B4-BE49-F238E27FC236}">
                <a16:creationId xmlns:a16="http://schemas.microsoft.com/office/drawing/2014/main" id="{36E67876-FDA1-449F-9990-45697A1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571" y="3929275"/>
            <a:ext cx="137683" cy="137683"/>
          </a:xfrm>
          <a:custGeom xmlns:a="http://schemas.openxmlformats.org/drawingml/2006/main">
            <a:pathLst>
              <a:path w="137683" h="137683">
                <a:moveTo>
                  <a:pt x="0" y="22948"/>
                </a:moveTo>
                <a:cubicBezTo>
                  <a:pt x="0" y="10274"/>
                  <a:pt x="10274" y="0"/>
                  <a:pt x="22949" y="0"/>
                </a:cubicBezTo>
                <a:lnTo>
                  <a:pt x="114734" y="0"/>
                </a:lnTo>
                <a:cubicBezTo>
                  <a:pt x="127409" y="0"/>
                  <a:pt x="137683" y="10274"/>
                  <a:pt x="137683" y="22948"/>
                </a:cubicBezTo>
                <a:lnTo>
                  <a:pt x="137683" y="114735"/>
                </a:lnTo>
                <a:cubicBezTo>
                  <a:pt x="137683" y="127409"/>
                  <a:pt x="127409" y="137683"/>
                  <a:pt x="114734" y="137683"/>
                </a:cubicBezTo>
                <a:lnTo>
                  <a:pt x="22949" y="137683"/>
                </a:lnTo>
                <a:cubicBezTo>
                  <a:pt x="10274" y="137683"/>
                  <a:pt x="0" y="127409"/>
                  <a:pt x="0" y="114735"/>
                </a:cubicBezTo>
                <a:lnTo>
                  <a:pt x="0" y="22948"/>
                </a:lnTo>
              </a:path>
            </a:pathLst>
          </a:custGeom>
          <a:solidFill xmlns:a="http://schemas.openxmlformats.org/drawingml/2006/main">
            <a:srgbClr val="F24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df-path-473">
            <a:extLst xmlns:a="http://schemas.openxmlformats.org/drawingml/2006/main">
              <a:ext uri="{FF2B5EF4-FFF2-40B4-BE49-F238E27FC236}">
                <a16:creationId xmlns:a16="http://schemas.microsoft.com/office/drawing/2014/main" id="{0599E161-914D-413C-A1F8-A3EBFA8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187" y="3582140"/>
            <a:ext cx="270985" cy="40004"/>
          </a:xfrm>
          <a:custGeom xmlns:a="http://schemas.openxmlformats.org/drawingml/2006/main">
            <a:pathLst>
              <a:path w="270985" h="40004">
                <a:moveTo>
                  <a:pt x="220982" y="20001"/>
                </a:moveTo>
                <a:lnTo>
                  <a:pt x="0" y="20002"/>
                </a:lnTo>
                <a:lnTo>
                  <a:pt x="0" y="40004"/>
                </a:lnTo>
                <a:lnTo>
                  <a:pt x="220982" y="40003"/>
                </a:lnTo>
                <a:lnTo>
                  <a:pt x="220982" y="20001"/>
                </a:lnTo>
                <a:moveTo>
                  <a:pt x="210981" y="60004"/>
                </a:moveTo>
                <a:lnTo>
                  <a:pt x="270985" y="30002"/>
                </a:lnTo>
                <a:lnTo>
                  <a:pt x="210981" y="0"/>
                </a:lnTo>
                <a:lnTo>
                  <a:pt x="210981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df-path-474">
            <a:extLst xmlns:a="http://schemas.openxmlformats.org/drawingml/2006/main">
              <a:ext uri="{FF2B5EF4-FFF2-40B4-BE49-F238E27FC236}">
                <a16:creationId xmlns:a16="http://schemas.microsoft.com/office/drawing/2014/main" id="{E19E8AB8-EB8C-423C-A0BD-CC3AFDB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1237" y="1864200"/>
            <a:ext cx="134408" cy="134409"/>
          </a:xfrm>
          <a:custGeom xmlns:a="http://schemas.openxmlformats.org/drawingml/2006/main">
            <a:pathLst>
              <a:path w="134408" h="134409">
                <a:moveTo>
                  <a:pt x="22401" y="134409"/>
                </a:moveTo>
                <a:cubicBezTo>
                  <a:pt x="10027" y="134409"/>
                  <a:pt x="0" y="124380"/>
                  <a:pt x="0" y="112008"/>
                </a:cubicBezTo>
                <a:lnTo>
                  <a:pt x="0" y="22402"/>
                </a:lnTo>
                <a:cubicBezTo>
                  <a:pt x="0" y="10030"/>
                  <a:pt x="10027" y="0"/>
                  <a:pt x="22401" y="0"/>
                </a:cubicBezTo>
                <a:lnTo>
                  <a:pt x="112007" y="0"/>
                </a:lnTo>
                <a:cubicBezTo>
                  <a:pt x="124375" y="0"/>
                  <a:pt x="134408" y="10030"/>
                  <a:pt x="134408" y="22402"/>
                </a:cubicBezTo>
                <a:lnTo>
                  <a:pt x="134408" y="112008"/>
                </a:lnTo>
                <a:cubicBezTo>
                  <a:pt x="134408" y="124380"/>
                  <a:pt x="124375" y="134409"/>
                  <a:pt x="112007" y="134409"/>
                </a:cubicBezTo>
                <a:lnTo>
                  <a:pt x="22401" y="134409"/>
                </a:lnTo>
              </a:path>
            </a:pathLst>
          </a:custGeom>
          <a:solidFill xmlns:a="http://schemas.openxmlformats.org/drawingml/2006/main">
            <a:srgbClr val="E4C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df-path-475">
            <a:extLst xmlns:a="http://schemas.openxmlformats.org/drawingml/2006/main">
              <a:ext uri="{FF2B5EF4-FFF2-40B4-BE49-F238E27FC236}">
                <a16:creationId xmlns:a16="http://schemas.microsoft.com/office/drawing/2014/main" id="{A245446A-CC49-4E45-8AB7-5BC824D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4502" y="1901403"/>
            <a:ext cx="100926" cy="40003"/>
          </a:xfrm>
          <a:custGeom xmlns:a="http://schemas.openxmlformats.org/drawingml/2006/main">
            <a:pathLst>
              <a:path w="100926" h="40003">
                <a:moveTo>
                  <a:pt x="50923" y="20001"/>
                </a:moveTo>
                <a:lnTo>
                  <a:pt x="0" y="20001"/>
                </a:lnTo>
                <a:lnTo>
                  <a:pt x="0" y="40002"/>
                </a:lnTo>
                <a:lnTo>
                  <a:pt x="50923" y="40003"/>
                </a:lnTo>
                <a:lnTo>
                  <a:pt x="50923" y="20001"/>
                </a:lnTo>
                <a:moveTo>
                  <a:pt x="40922" y="60004"/>
                </a:moveTo>
                <a:lnTo>
                  <a:pt x="100926" y="30002"/>
                </a:lnTo>
                <a:lnTo>
                  <a:pt x="40922" y="0"/>
                </a:lnTo>
                <a:lnTo>
                  <a:pt x="40922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df-path-476">
            <a:extLst xmlns:a="http://schemas.openxmlformats.org/drawingml/2006/main">
              <a:ext uri="{FF2B5EF4-FFF2-40B4-BE49-F238E27FC236}">
                <a16:creationId xmlns:a16="http://schemas.microsoft.com/office/drawing/2014/main" id="{758F358E-3972-4236-818A-05D9ACBC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1907117"/>
            <a:ext cx="100927" cy="40003"/>
          </a:xfrm>
          <a:custGeom xmlns:a="http://schemas.openxmlformats.org/drawingml/2006/main">
            <a:pathLst>
              <a:path w="100927" h="40003">
                <a:moveTo>
                  <a:pt x="0" y="20001"/>
                </a:moveTo>
                <a:lnTo>
                  <a:pt x="50924" y="20001"/>
                </a:lnTo>
                <a:lnTo>
                  <a:pt x="50924" y="40003"/>
                </a:lnTo>
                <a:lnTo>
                  <a:pt x="0" y="40003"/>
                </a:lnTo>
                <a:close/>
                <a:moveTo>
                  <a:pt x="40923" y="60004"/>
                </a:moveTo>
                <a:lnTo>
                  <a:pt x="100927" y="30002"/>
                </a:lnTo>
                <a:lnTo>
                  <a:pt x="40923" y="0"/>
                </a:lnTo>
                <a:lnTo>
                  <a:pt x="40923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df-path-477">
            <a:extLst xmlns:a="http://schemas.openxmlformats.org/drawingml/2006/main">
              <a:ext uri="{FF2B5EF4-FFF2-40B4-BE49-F238E27FC236}">
                <a16:creationId xmlns:a16="http://schemas.microsoft.com/office/drawing/2014/main" id="{533D07A6-F18D-4F06-9B45-43E8712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158" y="2897057"/>
            <a:ext cx="100927" cy="40003"/>
          </a:xfrm>
          <a:custGeom xmlns:a="http://schemas.openxmlformats.org/drawingml/2006/main">
            <a:pathLst>
              <a:path w="100927" h="40003">
                <a:moveTo>
                  <a:pt x="50924" y="20002"/>
                </a:moveTo>
                <a:lnTo>
                  <a:pt x="0" y="20001"/>
                </a:lnTo>
                <a:lnTo>
                  <a:pt x="0" y="40002"/>
                </a:lnTo>
                <a:lnTo>
                  <a:pt x="50924" y="40003"/>
                </a:lnTo>
                <a:lnTo>
                  <a:pt x="50924" y="20002"/>
                </a:lnTo>
                <a:moveTo>
                  <a:pt x="40923" y="60004"/>
                </a:moveTo>
                <a:lnTo>
                  <a:pt x="100927" y="30003"/>
                </a:lnTo>
                <a:lnTo>
                  <a:pt x="40923" y="0"/>
                </a:lnTo>
                <a:lnTo>
                  <a:pt x="40923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df-path-478">
            <a:extLst xmlns:a="http://schemas.openxmlformats.org/drawingml/2006/main">
              <a:ext uri="{FF2B5EF4-FFF2-40B4-BE49-F238E27FC236}">
                <a16:creationId xmlns:a16="http://schemas.microsoft.com/office/drawing/2014/main" id="{04D2FE7D-1590-4FA2-898A-EFA0A88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158" y="4280005"/>
            <a:ext cx="100927" cy="40003"/>
          </a:xfrm>
          <a:custGeom xmlns:a="http://schemas.openxmlformats.org/drawingml/2006/main">
            <a:pathLst>
              <a:path w="100927" h="40003">
                <a:moveTo>
                  <a:pt x="50924" y="20002"/>
                </a:moveTo>
                <a:lnTo>
                  <a:pt x="0" y="20001"/>
                </a:lnTo>
                <a:lnTo>
                  <a:pt x="0" y="40003"/>
                </a:lnTo>
                <a:lnTo>
                  <a:pt x="50924" y="40003"/>
                </a:lnTo>
                <a:lnTo>
                  <a:pt x="50924" y="20002"/>
                </a:lnTo>
                <a:moveTo>
                  <a:pt x="40923" y="60004"/>
                </a:moveTo>
                <a:lnTo>
                  <a:pt x="100927" y="30003"/>
                </a:lnTo>
                <a:lnTo>
                  <a:pt x="40923" y="0"/>
                </a:lnTo>
                <a:lnTo>
                  <a:pt x="40923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df-path-479">
            <a:extLst xmlns:a="http://schemas.openxmlformats.org/drawingml/2006/main">
              <a:ext uri="{FF2B5EF4-FFF2-40B4-BE49-F238E27FC236}">
                <a16:creationId xmlns:a16="http://schemas.microsoft.com/office/drawing/2014/main" id="{EC286419-2355-4F55-A7CB-001D8EF3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158" y="3961266"/>
            <a:ext cx="100927" cy="40003"/>
          </a:xfrm>
          <a:custGeom xmlns:a="http://schemas.openxmlformats.org/drawingml/2006/main">
            <a:pathLst>
              <a:path w="100927" h="40003">
                <a:moveTo>
                  <a:pt x="0" y="20002"/>
                </a:moveTo>
                <a:lnTo>
                  <a:pt x="50924" y="20002"/>
                </a:lnTo>
                <a:lnTo>
                  <a:pt x="50924" y="40003"/>
                </a:lnTo>
                <a:lnTo>
                  <a:pt x="0" y="40003"/>
                </a:lnTo>
                <a:close/>
                <a:moveTo>
                  <a:pt x="40923" y="60004"/>
                </a:moveTo>
                <a:lnTo>
                  <a:pt x="100927" y="30003"/>
                </a:lnTo>
                <a:lnTo>
                  <a:pt x="40923" y="0"/>
                </a:lnTo>
                <a:lnTo>
                  <a:pt x="40923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df-path-480">
            <a:extLst xmlns:a="http://schemas.openxmlformats.org/drawingml/2006/main">
              <a:ext uri="{FF2B5EF4-FFF2-40B4-BE49-F238E27FC236}">
                <a16:creationId xmlns:a16="http://schemas.microsoft.com/office/drawing/2014/main" id="{3E7B5F3A-2C60-45E9-914F-FBBC326F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4451" y="4120636"/>
            <a:ext cx="100926" cy="40003"/>
          </a:xfrm>
          <a:custGeom xmlns:a="http://schemas.openxmlformats.org/drawingml/2006/main">
            <a:pathLst>
              <a:path w="100926" h="40003">
                <a:moveTo>
                  <a:pt x="0" y="20001"/>
                </a:moveTo>
                <a:lnTo>
                  <a:pt x="50923" y="20001"/>
                </a:lnTo>
                <a:lnTo>
                  <a:pt x="50923" y="40003"/>
                </a:lnTo>
                <a:lnTo>
                  <a:pt x="0" y="40003"/>
                </a:lnTo>
                <a:close/>
                <a:moveTo>
                  <a:pt x="40922" y="60004"/>
                </a:moveTo>
                <a:lnTo>
                  <a:pt x="100926" y="30002"/>
                </a:lnTo>
                <a:lnTo>
                  <a:pt x="40922" y="0"/>
                </a:lnTo>
                <a:lnTo>
                  <a:pt x="40922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df-path-481">
            <a:extLst xmlns:a="http://schemas.openxmlformats.org/drawingml/2006/main">
              <a:ext uri="{FF2B5EF4-FFF2-40B4-BE49-F238E27FC236}">
                <a16:creationId xmlns:a16="http://schemas.microsoft.com/office/drawing/2014/main" id="{6EAA6EEC-3DEF-481B-B0BA-7140327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3481028"/>
            <a:ext cx="100919" cy="40003"/>
          </a:xfrm>
          <a:custGeom xmlns:a="http://schemas.openxmlformats.org/drawingml/2006/main">
            <a:pathLst>
              <a:path w="100919" h="40003">
                <a:moveTo>
                  <a:pt x="0" y="20002"/>
                </a:moveTo>
                <a:lnTo>
                  <a:pt x="50917" y="20002"/>
                </a:lnTo>
                <a:lnTo>
                  <a:pt x="50917" y="40003"/>
                </a:lnTo>
                <a:lnTo>
                  <a:pt x="0" y="40003"/>
                </a:lnTo>
                <a:close/>
                <a:moveTo>
                  <a:pt x="40915" y="60004"/>
                </a:moveTo>
                <a:lnTo>
                  <a:pt x="100919" y="30003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df-path-482">
            <a:extLst xmlns:a="http://schemas.openxmlformats.org/drawingml/2006/main">
              <a:ext uri="{FF2B5EF4-FFF2-40B4-BE49-F238E27FC236}">
                <a16:creationId xmlns:a16="http://schemas.microsoft.com/office/drawing/2014/main" id="{5F653413-C1EF-427E-B183-4542B67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2" y="3162290"/>
            <a:ext cx="100919" cy="40003"/>
          </a:xfrm>
          <a:custGeom xmlns:a="http://schemas.openxmlformats.org/drawingml/2006/main">
            <a:pathLst>
              <a:path w="100919" h="40003">
                <a:moveTo>
                  <a:pt x="50917" y="20002"/>
                </a:moveTo>
                <a:lnTo>
                  <a:pt x="0" y="20001"/>
                </a:lnTo>
                <a:lnTo>
                  <a:pt x="0" y="40002"/>
                </a:lnTo>
                <a:lnTo>
                  <a:pt x="50917" y="40003"/>
                </a:lnTo>
                <a:lnTo>
                  <a:pt x="50917" y="20002"/>
                </a:lnTo>
                <a:moveTo>
                  <a:pt x="40915" y="60004"/>
                </a:moveTo>
                <a:lnTo>
                  <a:pt x="100919" y="30002"/>
                </a:lnTo>
                <a:lnTo>
                  <a:pt x="40915" y="0"/>
                </a:lnTo>
                <a:lnTo>
                  <a:pt x="40915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df-path-483">
            <a:extLst xmlns:a="http://schemas.openxmlformats.org/drawingml/2006/main">
              <a:ext uri="{FF2B5EF4-FFF2-40B4-BE49-F238E27FC236}">
                <a16:creationId xmlns:a16="http://schemas.microsoft.com/office/drawing/2014/main" id="{CB2460BC-C5FA-45FA-8C99-86EDD47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117" y="3321658"/>
            <a:ext cx="100927" cy="40003"/>
          </a:xfrm>
          <a:custGeom xmlns:a="http://schemas.openxmlformats.org/drawingml/2006/main">
            <a:pathLst>
              <a:path w="100927" h="40003">
                <a:moveTo>
                  <a:pt x="0" y="20002"/>
                </a:moveTo>
                <a:lnTo>
                  <a:pt x="50924" y="20002"/>
                </a:lnTo>
                <a:lnTo>
                  <a:pt x="50924" y="40003"/>
                </a:lnTo>
                <a:lnTo>
                  <a:pt x="0" y="40003"/>
                </a:lnTo>
                <a:close/>
                <a:moveTo>
                  <a:pt x="40923" y="60004"/>
                </a:moveTo>
                <a:lnTo>
                  <a:pt x="100927" y="30003"/>
                </a:lnTo>
                <a:lnTo>
                  <a:pt x="40923" y="0"/>
                </a:lnTo>
                <a:lnTo>
                  <a:pt x="40923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69C72C15-3E53-48E5-ADA4-6D8444111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54d88eedc4d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3914" y="1842823"/>
            <a:ext cx="313037" cy="313039"/>
          </a:xfrm>
          <a:prstGeom xmlns:a="http://schemas.openxmlformats.org/drawingml/2006/main" prst="rect">
            <a:avLst/>
          </a:prstGeom>
        </p:spPr>
      </p:pic>
      <p:sp>
        <p:nvSpPr>
          <p:cNvPr id="469" name="lotus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1E5AE1C6-C714-48BA-8800-6D2AE5F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914" y="1842823"/>
            <a:ext cx="313037" cy="31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816600BE-3264-411F-9493-5E151469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7008" y="4536869"/>
            <a:ext cx="827591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Library</a:t>
            </a:r>
          </a:p>
        </p:txBody>
      </p:sp>
      <p:sp>
        <p:nvSpPr>
          <p:cNvPr id="471" name="pdf-path-494">
            <a:extLst xmlns:a="http://schemas.openxmlformats.org/drawingml/2006/main">
              <a:ext uri="{FF2B5EF4-FFF2-40B4-BE49-F238E27FC236}">
                <a16:creationId xmlns:a16="http://schemas.microsoft.com/office/drawing/2014/main" id="{349E5E92-9C5B-48BF-8283-1603232D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895" y="2488389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2" name="pdf-path-495">
            <a:extLst xmlns:a="http://schemas.openxmlformats.org/drawingml/2006/main">
              <a:ext uri="{FF2B5EF4-FFF2-40B4-BE49-F238E27FC236}">
                <a16:creationId xmlns:a16="http://schemas.microsoft.com/office/drawing/2014/main" id="{9623A8F2-8858-4E4E-B1AD-5F8B8D30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895" y="2374409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3" name="pdf-path-496">
            <a:extLst xmlns:a="http://schemas.openxmlformats.org/drawingml/2006/main">
              <a:ext uri="{FF2B5EF4-FFF2-40B4-BE49-F238E27FC236}">
                <a16:creationId xmlns:a16="http://schemas.microsoft.com/office/drawing/2014/main" id="{C196815F-1EE0-4AC7-81A1-2ACA345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6066" y="2555106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4" name="pdf-path-497">
            <a:extLst xmlns:a="http://schemas.openxmlformats.org/drawingml/2006/main">
              <a:ext uri="{FF2B5EF4-FFF2-40B4-BE49-F238E27FC236}">
                <a16:creationId xmlns:a16="http://schemas.microsoft.com/office/drawing/2014/main" id="{BF3C6AD9-5DF2-42BD-B679-47DD9F4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6066" y="2423273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5" name="pdf-path-498">
            <a:extLst xmlns:a="http://schemas.openxmlformats.org/drawingml/2006/main">
              <a:ext uri="{FF2B5EF4-FFF2-40B4-BE49-F238E27FC236}">
                <a16:creationId xmlns:a16="http://schemas.microsoft.com/office/drawing/2014/main" id="{FC43E68D-BAC6-4CC6-8112-40B731D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6066" y="2292337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6" name="pdf-path-499">
            <a:extLst xmlns:a="http://schemas.openxmlformats.org/drawingml/2006/main">
              <a:ext uri="{FF2B5EF4-FFF2-40B4-BE49-F238E27FC236}">
                <a16:creationId xmlns:a16="http://schemas.microsoft.com/office/drawing/2014/main" id="{8BAFB687-0147-4070-A862-80AB7EF0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3562" y="2312782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7" name="pdf-path-500">
            <a:extLst xmlns:a="http://schemas.openxmlformats.org/drawingml/2006/main">
              <a:ext uri="{FF2B5EF4-FFF2-40B4-BE49-F238E27FC236}">
                <a16:creationId xmlns:a16="http://schemas.microsoft.com/office/drawing/2014/main" id="{2A6F71E4-58E2-4D4E-A507-29F8121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3329" y="2524106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8" name="pdf-path-501">
            <a:extLst xmlns:a="http://schemas.openxmlformats.org/drawingml/2006/main">
              <a:ext uri="{FF2B5EF4-FFF2-40B4-BE49-F238E27FC236}">
                <a16:creationId xmlns:a16="http://schemas.microsoft.com/office/drawing/2014/main" id="{A180E847-BD81-4F99-9FB6-C40EA1C3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072" y="2322963"/>
            <a:ext cx="86994" cy="60416"/>
          </a:xfrm>
          <a:custGeom xmlns:a="http://schemas.openxmlformats.org/drawingml/2006/main">
            <a:pathLst>
              <a:path w="86994" h="60416">
                <a:moveTo>
                  <a:pt x="0" y="60416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79" name="pdf-path-502">
            <a:extLst xmlns:a="http://schemas.openxmlformats.org/drawingml/2006/main">
              <a:ext uri="{FF2B5EF4-FFF2-40B4-BE49-F238E27FC236}">
                <a16:creationId xmlns:a16="http://schemas.microsoft.com/office/drawing/2014/main" id="{1704F157-2DEB-4BA8-8ADC-D03ACD0E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853" y="2405035"/>
            <a:ext cx="86994" cy="27209"/>
          </a:xfrm>
          <a:custGeom xmlns:a="http://schemas.openxmlformats.org/drawingml/2006/main">
            <a:pathLst>
              <a:path w="86994" h="27209">
                <a:moveTo>
                  <a:pt x="0" y="0"/>
                </a:moveTo>
                <a:lnTo>
                  <a:pt x="86994" y="2720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0" name="pdf-path-503">
            <a:extLst xmlns:a="http://schemas.openxmlformats.org/drawingml/2006/main">
              <a:ext uri="{FF2B5EF4-FFF2-40B4-BE49-F238E27FC236}">
                <a16:creationId xmlns:a16="http://schemas.microsoft.com/office/drawing/2014/main" id="{6B99446A-40E8-4714-89D5-267AC31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853" y="2475555"/>
            <a:ext cx="86994" cy="43460"/>
          </a:xfrm>
          <a:custGeom xmlns:a="http://schemas.openxmlformats.org/drawingml/2006/main">
            <a:pathLst>
              <a:path w="86994" h="43460">
                <a:moveTo>
                  <a:pt x="0" y="43460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1" name="pdf-path-504">
            <a:extLst xmlns:a="http://schemas.openxmlformats.org/drawingml/2006/main">
              <a:ext uri="{FF2B5EF4-FFF2-40B4-BE49-F238E27FC236}">
                <a16:creationId xmlns:a16="http://schemas.microsoft.com/office/drawing/2014/main" id="{57B7FB89-47C8-4A28-8FDC-A8098B05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072" y="2540671"/>
            <a:ext cx="86994" cy="45061"/>
          </a:xfrm>
          <a:custGeom xmlns:a="http://schemas.openxmlformats.org/drawingml/2006/main">
            <a:pathLst>
              <a:path w="86994" h="45061">
                <a:moveTo>
                  <a:pt x="0" y="0"/>
                </a:moveTo>
                <a:lnTo>
                  <a:pt x="86994" y="4506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2" name="pdf-path-505">
            <a:extLst xmlns:a="http://schemas.openxmlformats.org/drawingml/2006/main">
              <a:ext uri="{FF2B5EF4-FFF2-40B4-BE49-F238E27FC236}">
                <a16:creationId xmlns:a16="http://schemas.microsoft.com/office/drawing/2014/main" id="{B650CF27-39A6-4948-8325-CB4E4737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853" y="2405035"/>
            <a:ext cx="86994" cy="159042"/>
          </a:xfrm>
          <a:custGeom xmlns:a="http://schemas.openxmlformats.org/drawingml/2006/main">
            <a:pathLst>
              <a:path w="86994" h="159042">
                <a:moveTo>
                  <a:pt x="0" y="0"/>
                </a:moveTo>
                <a:lnTo>
                  <a:pt x="86994" y="15904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3" name="pdf-path-506">
            <a:extLst xmlns:a="http://schemas.openxmlformats.org/drawingml/2006/main">
              <a:ext uri="{FF2B5EF4-FFF2-40B4-BE49-F238E27FC236}">
                <a16:creationId xmlns:a16="http://schemas.microsoft.com/office/drawing/2014/main" id="{5B4A8D8E-3299-48AD-9926-CA07EFC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853" y="2344619"/>
            <a:ext cx="86994" cy="174397"/>
          </a:xfrm>
          <a:custGeom xmlns:a="http://schemas.openxmlformats.org/drawingml/2006/main">
            <a:pathLst>
              <a:path w="86994" h="174397">
                <a:moveTo>
                  <a:pt x="0" y="174397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4" name="pdf-path-507">
            <a:extLst xmlns:a="http://schemas.openxmlformats.org/drawingml/2006/main">
              <a:ext uri="{FF2B5EF4-FFF2-40B4-BE49-F238E27FC236}">
                <a16:creationId xmlns:a16="http://schemas.microsoft.com/office/drawing/2014/main" id="{921574F5-A798-4A0B-9E1F-50848C0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023" y="2322963"/>
            <a:ext cx="87538" cy="20445"/>
          </a:xfrm>
          <a:custGeom xmlns:a="http://schemas.openxmlformats.org/drawingml/2006/main">
            <a:pathLst>
              <a:path w="87538" h="20445">
                <a:moveTo>
                  <a:pt x="0" y="0"/>
                </a:moveTo>
                <a:lnTo>
                  <a:pt x="87538" y="2044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5" name="pdf-path-508">
            <a:extLst xmlns:a="http://schemas.openxmlformats.org/drawingml/2006/main">
              <a:ext uri="{FF2B5EF4-FFF2-40B4-BE49-F238E27FC236}">
                <a16:creationId xmlns:a16="http://schemas.microsoft.com/office/drawing/2014/main" id="{711BC3D1-4F8C-4418-A679-A27389F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023" y="2554732"/>
            <a:ext cx="87306" cy="31001"/>
          </a:xfrm>
          <a:custGeom xmlns:a="http://schemas.openxmlformats.org/drawingml/2006/main">
            <a:pathLst>
              <a:path w="87306" h="31001">
                <a:moveTo>
                  <a:pt x="0" y="31001"/>
                </a:moveTo>
                <a:lnTo>
                  <a:pt x="8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6" name="pdf-path-509">
            <a:extLst xmlns:a="http://schemas.openxmlformats.org/drawingml/2006/main">
              <a:ext uri="{FF2B5EF4-FFF2-40B4-BE49-F238E27FC236}">
                <a16:creationId xmlns:a16="http://schemas.microsoft.com/office/drawing/2014/main" id="{76FF3426-E6BC-4944-BA6B-5E3FBCF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243" y="2365063"/>
            <a:ext cx="105100" cy="67180"/>
          </a:xfrm>
          <a:custGeom xmlns:a="http://schemas.openxmlformats.org/drawingml/2006/main">
            <a:pathLst>
              <a:path w="105100" h="67180">
                <a:moveTo>
                  <a:pt x="105100" y="0"/>
                </a:moveTo>
                <a:lnTo>
                  <a:pt x="0" y="6718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7" name="pdf-path-510">
            <a:extLst xmlns:a="http://schemas.openxmlformats.org/drawingml/2006/main">
              <a:ext uri="{FF2B5EF4-FFF2-40B4-BE49-F238E27FC236}">
                <a16:creationId xmlns:a16="http://schemas.microsoft.com/office/drawing/2014/main" id="{3738D38A-C311-4D6B-990D-36899FEC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243" y="2475556"/>
            <a:ext cx="104866" cy="57521"/>
          </a:xfrm>
          <a:custGeom xmlns:a="http://schemas.openxmlformats.org/drawingml/2006/main">
            <a:pathLst>
              <a:path w="104866" h="57521">
                <a:moveTo>
                  <a:pt x="0" y="0"/>
                </a:moveTo>
                <a:lnTo>
                  <a:pt x="104866" y="5752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8" name="pdf-path-511">
            <a:extLst xmlns:a="http://schemas.openxmlformats.org/drawingml/2006/main">
              <a:ext uri="{FF2B5EF4-FFF2-40B4-BE49-F238E27FC236}">
                <a16:creationId xmlns:a16="http://schemas.microsoft.com/office/drawing/2014/main" id="{13A08D07-6FD0-42C3-BDF9-CAC5AE9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243" y="2365063"/>
            <a:ext cx="105100" cy="199013"/>
          </a:xfrm>
          <a:custGeom xmlns:a="http://schemas.openxmlformats.org/drawingml/2006/main">
            <a:pathLst>
              <a:path w="105100" h="199013">
                <a:moveTo>
                  <a:pt x="105100" y="0"/>
                </a:moveTo>
                <a:lnTo>
                  <a:pt x="0" y="19901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sp>
        <p:nvSpPr>
          <p:cNvPr id="489" name="pdf-path-512">
            <a:extLst xmlns:a="http://schemas.openxmlformats.org/drawingml/2006/main">
              <a:ext uri="{FF2B5EF4-FFF2-40B4-BE49-F238E27FC236}">
                <a16:creationId xmlns:a16="http://schemas.microsoft.com/office/drawing/2014/main" id="{01490B21-D61A-4626-A62E-D92DB18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7243" y="2344619"/>
            <a:ext cx="104866" cy="188457"/>
          </a:xfrm>
          <a:custGeom xmlns:a="http://schemas.openxmlformats.org/drawingml/2006/main">
            <a:pathLst>
              <a:path w="104866" h="188457">
                <a:moveTo>
                  <a:pt x="0" y="0"/>
                </a:moveTo>
                <a:lnTo>
                  <a:pt x="104866" y="18845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E06666"/>
            </a:solidFill>
            <a:prstDash val="solid"/>
          </a:ln>
        </p:spPr>
      </p:sp>
      <p:pic>
        <p:nvPic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F4D8E78F-44E9-40E7-8E17-3D2040E96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bf01e015e4f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0058" y="2479614"/>
            <a:ext cx="271825" cy="271824"/>
          </a:xfrm>
          <a:prstGeom xmlns:a="http://schemas.openxmlformats.org/drawingml/2006/main" prst="rect">
            <a:avLst/>
          </a:prstGeom>
        </p:spPr>
      </p:pic>
      <p:sp>
        <p:nvSpPr>
          <p:cNvPr id="491" name="lotus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3B4B87A8-B128-4D5D-91E1-08F6862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0058" y="2479614"/>
            <a:ext cx="271825" cy="271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2" name="pdf-path-518">
            <a:extLst xmlns:a="http://schemas.openxmlformats.org/drawingml/2006/main">
              <a:ext uri="{FF2B5EF4-FFF2-40B4-BE49-F238E27FC236}">
                <a16:creationId xmlns:a16="http://schemas.microsoft.com/office/drawing/2014/main" id="{33EC0DB8-B80D-4069-BD9E-8688024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653" y="3039123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3" name="pdf-path-519">
            <a:extLst xmlns:a="http://schemas.openxmlformats.org/drawingml/2006/main">
              <a:ext uri="{FF2B5EF4-FFF2-40B4-BE49-F238E27FC236}">
                <a16:creationId xmlns:a16="http://schemas.microsoft.com/office/drawing/2014/main" id="{40E07BD2-681E-4793-BEB6-B844E75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653" y="2925143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4" name="pdf-path-520">
            <a:extLst xmlns:a="http://schemas.openxmlformats.org/drawingml/2006/main">
              <a:ext uri="{FF2B5EF4-FFF2-40B4-BE49-F238E27FC236}">
                <a16:creationId xmlns:a16="http://schemas.microsoft.com/office/drawing/2014/main" id="{232F230A-CE6D-412F-A49C-2952FFB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5304" y="3105840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5" name="pdf-path-521">
            <a:extLst xmlns:a="http://schemas.openxmlformats.org/drawingml/2006/main">
              <a:ext uri="{FF2B5EF4-FFF2-40B4-BE49-F238E27FC236}">
                <a16:creationId xmlns:a16="http://schemas.microsoft.com/office/drawing/2014/main" id="{8D6BC0EC-DECF-4C35-83D2-D1094A8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5304" y="2974008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6" name="pdf-path-522">
            <a:extLst xmlns:a="http://schemas.openxmlformats.org/drawingml/2006/main">
              <a:ext uri="{FF2B5EF4-FFF2-40B4-BE49-F238E27FC236}">
                <a16:creationId xmlns:a16="http://schemas.microsoft.com/office/drawing/2014/main" id="{82206926-9C5B-4333-ACE9-1783637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5304" y="2843070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7" name="pdf-path-523">
            <a:extLst xmlns:a="http://schemas.openxmlformats.org/drawingml/2006/main">
              <a:ext uri="{FF2B5EF4-FFF2-40B4-BE49-F238E27FC236}">
                <a16:creationId xmlns:a16="http://schemas.microsoft.com/office/drawing/2014/main" id="{0BC82A02-4916-461E-8345-FFCCB32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312" y="2863516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8" name="pdf-path-524">
            <a:extLst xmlns:a="http://schemas.openxmlformats.org/drawingml/2006/main">
              <a:ext uri="{FF2B5EF4-FFF2-40B4-BE49-F238E27FC236}">
                <a16:creationId xmlns:a16="http://schemas.microsoft.com/office/drawing/2014/main" id="{874B5A28-9C93-4095-B93E-D7FA81F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078" y="3074840"/>
            <a:ext cx="60165" cy="61253"/>
          </a:xfrm>
          <a:custGeom xmlns:a="http://schemas.openxmlformats.org/drawingml/2006/main">
            <a:pathLst>
              <a:path w="60165" h="61253">
                <a:moveTo>
                  <a:pt x="0" y="30626"/>
                </a:moveTo>
                <a:cubicBezTo>
                  <a:pt x="0" y="13712"/>
                  <a:pt x="13469" y="0"/>
                  <a:pt x="30083" y="0"/>
                </a:cubicBezTo>
                <a:cubicBezTo>
                  <a:pt x="46697" y="0"/>
                  <a:pt x="60165" y="13712"/>
                  <a:pt x="60165" y="30626"/>
                </a:cubicBezTo>
                <a:cubicBezTo>
                  <a:pt x="60165" y="47541"/>
                  <a:pt x="46697" y="61253"/>
                  <a:pt x="30083" y="61253"/>
                </a:cubicBezTo>
                <a:cubicBezTo>
                  <a:pt x="13469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499" name="pdf-path-525">
            <a:extLst xmlns:a="http://schemas.openxmlformats.org/drawingml/2006/main">
              <a:ext uri="{FF2B5EF4-FFF2-40B4-BE49-F238E27FC236}">
                <a16:creationId xmlns:a16="http://schemas.microsoft.com/office/drawing/2014/main" id="{6D16ED60-B4CE-481F-9925-AA4F183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008" y="2873697"/>
            <a:ext cx="87296" cy="60416"/>
          </a:xfrm>
          <a:custGeom xmlns:a="http://schemas.openxmlformats.org/drawingml/2006/main">
            <a:pathLst>
              <a:path w="87296" h="60416">
                <a:moveTo>
                  <a:pt x="0" y="60416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0" name="pdf-path-526">
            <a:extLst xmlns:a="http://schemas.openxmlformats.org/drawingml/2006/main">
              <a:ext uri="{FF2B5EF4-FFF2-40B4-BE49-F238E27FC236}">
                <a16:creationId xmlns:a16="http://schemas.microsoft.com/office/drawing/2014/main" id="{28A27CD7-0A29-4C0E-8277-E7B29DC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819" y="2955769"/>
            <a:ext cx="87296" cy="27209"/>
          </a:xfrm>
          <a:custGeom xmlns:a="http://schemas.openxmlformats.org/drawingml/2006/main">
            <a:pathLst>
              <a:path w="87296" h="27209">
                <a:moveTo>
                  <a:pt x="0" y="0"/>
                </a:moveTo>
                <a:lnTo>
                  <a:pt x="87296" y="2720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1" name="pdf-path-527">
            <a:extLst xmlns:a="http://schemas.openxmlformats.org/drawingml/2006/main">
              <a:ext uri="{FF2B5EF4-FFF2-40B4-BE49-F238E27FC236}">
                <a16:creationId xmlns:a16="http://schemas.microsoft.com/office/drawing/2014/main" id="{9E2349E9-4802-4990-88A4-C10F3B6F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819" y="3026289"/>
            <a:ext cx="87296" cy="43460"/>
          </a:xfrm>
          <a:custGeom xmlns:a="http://schemas.openxmlformats.org/drawingml/2006/main">
            <a:pathLst>
              <a:path w="87296" h="43460">
                <a:moveTo>
                  <a:pt x="0" y="43460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2" name="pdf-path-528">
            <a:extLst xmlns:a="http://schemas.openxmlformats.org/drawingml/2006/main">
              <a:ext uri="{FF2B5EF4-FFF2-40B4-BE49-F238E27FC236}">
                <a16:creationId xmlns:a16="http://schemas.microsoft.com/office/drawing/2014/main" id="{90B7D03A-819E-443D-8A0C-39970D4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008" y="3091405"/>
            <a:ext cx="87296" cy="45061"/>
          </a:xfrm>
          <a:custGeom xmlns:a="http://schemas.openxmlformats.org/drawingml/2006/main">
            <a:pathLst>
              <a:path w="87296" h="45061">
                <a:moveTo>
                  <a:pt x="0" y="0"/>
                </a:moveTo>
                <a:lnTo>
                  <a:pt x="87296" y="4506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3" name="pdf-path-529">
            <a:extLst xmlns:a="http://schemas.openxmlformats.org/drawingml/2006/main">
              <a:ext uri="{FF2B5EF4-FFF2-40B4-BE49-F238E27FC236}">
                <a16:creationId xmlns:a16="http://schemas.microsoft.com/office/drawing/2014/main" id="{21092F5D-9B5A-4131-9D74-E9F931C2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819" y="2955769"/>
            <a:ext cx="87296" cy="159042"/>
          </a:xfrm>
          <a:custGeom xmlns:a="http://schemas.openxmlformats.org/drawingml/2006/main">
            <a:pathLst>
              <a:path w="87296" h="159042">
                <a:moveTo>
                  <a:pt x="0" y="0"/>
                </a:moveTo>
                <a:lnTo>
                  <a:pt x="87296" y="15904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4" name="pdf-path-530">
            <a:extLst xmlns:a="http://schemas.openxmlformats.org/drawingml/2006/main">
              <a:ext uri="{FF2B5EF4-FFF2-40B4-BE49-F238E27FC236}">
                <a16:creationId xmlns:a16="http://schemas.microsoft.com/office/drawing/2014/main" id="{8AD8E2D3-DD49-4101-B39F-3ECFDEE9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819" y="2895354"/>
            <a:ext cx="87296" cy="174397"/>
          </a:xfrm>
          <a:custGeom xmlns:a="http://schemas.openxmlformats.org/drawingml/2006/main">
            <a:pathLst>
              <a:path w="87296" h="174397">
                <a:moveTo>
                  <a:pt x="0" y="174397"/>
                </a:moveTo>
                <a:lnTo>
                  <a:pt x="87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5" name="pdf-path-531">
            <a:extLst xmlns:a="http://schemas.openxmlformats.org/drawingml/2006/main">
              <a:ext uri="{FF2B5EF4-FFF2-40B4-BE49-F238E27FC236}">
                <a16:creationId xmlns:a16="http://schemas.microsoft.com/office/drawing/2014/main" id="{67A1A783-4A4D-418F-8775-6C8512B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5469" y="2873697"/>
            <a:ext cx="87843" cy="20445"/>
          </a:xfrm>
          <a:custGeom xmlns:a="http://schemas.openxmlformats.org/drawingml/2006/main">
            <a:pathLst>
              <a:path w="87843" h="20445">
                <a:moveTo>
                  <a:pt x="0" y="0"/>
                </a:moveTo>
                <a:lnTo>
                  <a:pt x="87843" y="2044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6" name="pdf-path-532">
            <a:extLst xmlns:a="http://schemas.openxmlformats.org/drawingml/2006/main">
              <a:ext uri="{FF2B5EF4-FFF2-40B4-BE49-F238E27FC236}">
                <a16:creationId xmlns:a16="http://schemas.microsoft.com/office/drawing/2014/main" id="{06DE7B23-7E89-4EA9-A94C-B46F65C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5469" y="3105466"/>
            <a:ext cx="87609" cy="31001"/>
          </a:xfrm>
          <a:custGeom xmlns:a="http://schemas.openxmlformats.org/drawingml/2006/main">
            <a:pathLst>
              <a:path w="87609" h="31001">
                <a:moveTo>
                  <a:pt x="0" y="31001"/>
                </a:moveTo>
                <a:lnTo>
                  <a:pt x="87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7" name="pdf-path-533">
            <a:extLst xmlns:a="http://schemas.openxmlformats.org/drawingml/2006/main">
              <a:ext uri="{FF2B5EF4-FFF2-40B4-BE49-F238E27FC236}">
                <a16:creationId xmlns:a16="http://schemas.microsoft.com/office/drawing/2014/main" id="{EFFA9112-71FC-44A9-B3D1-BF8D136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659" y="2915798"/>
            <a:ext cx="105465" cy="67180"/>
          </a:xfrm>
          <a:custGeom xmlns:a="http://schemas.openxmlformats.org/drawingml/2006/main">
            <a:pathLst>
              <a:path w="105465" h="67180">
                <a:moveTo>
                  <a:pt x="105465" y="0"/>
                </a:moveTo>
                <a:lnTo>
                  <a:pt x="0" y="6718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8" name="pdf-path-534">
            <a:extLst xmlns:a="http://schemas.openxmlformats.org/drawingml/2006/main">
              <a:ext uri="{FF2B5EF4-FFF2-40B4-BE49-F238E27FC236}">
                <a16:creationId xmlns:a16="http://schemas.microsoft.com/office/drawing/2014/main" id="{5EE78684-3875-45A6-A608-F94BF8EC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659" y="3026289"/>
            <a:ext cx="105231" cy="57521"/>
          </a:xfrm>
          <a:custGeom xmlns:a="http://schemas.openxmlformats.org/drawingml/2006/main">
            <a:pathLst>
              <a:path w="105231" h="57521">
                <a:moveTo>
                  <a:pt x="0" y="0"/>
                </a:moveTo>
                <a:lnTo>
                  <a:pt x="105231" y="5752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09" name="pdf-path-535">
            <a:extLst xmlns:a="http://schemas.openxmlformats.org/drawingml/2006/main">
              <a:ext uri="{FF2B5EF4-FFF2-40B4-BE49-F238E27FC236}">
                <a16:creationId xmlns:a16="http://schemas.microsoft.com/office/drawing/2014/main" id="{666F0D8B-3A92-4CB1-8E37-11F8CDAD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659" y="2915798"/>
            <a:ext cx="105465" cy="199013"/>
          </a:xfrm>
          <a:custGeom xmlns:a="http://schemas.openxmlformats.org/drawingml/2006/main">
            <a:pathLst>
              <a:path w="105465" h="199013">
                <a:moveTo>
                  <a:pt x="105465" y="0"/>
                </a:moveTo>
                <a:lnTo>
                  <a:pt x="0" y="19901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sp>
        <p:nvSpPr>
          <p:cNvPr id="510" name="pdf-path-536">
            <a:extLst xmlns:a="http://schemas.openxmlformats.org/drawingml/2006/main">
              <a:ext uri="{FF2B5EF4-FFF2-40B4-BE49-F238E27FC236}">
                <a16:creationId xmlns:a16="http://schemas.microsoft.com/office/drawing/2014/main" id="{5607D0F2-151F-4D9C-AE28-240DCAA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659" y="2895353"/>
            <a:ext cx="105231" cy="188457"/>
          </a:xfrm>
          <a:custGeom xmlns:a="http://schemas.openxmlformats.org/drawingml/2006/main">
            <a:pathLst>
              <a:path w="105231" h="188457">
                <a:moveTo>
                  <a:pt x="0" y="0"/>
                </a:moveTo>
                <a:lnTo>
                  <a:pt x="105231" y="18845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93C47D"/>
            </a:solidFill>
            <a:prstDash val="solid"/>
          </a:ln>
        </p:spPr>
      </p:sp>
      <p:pic>
        <p:nvPic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53325E0A-ACE1-48EA-8334-72D34505F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decc8b88a41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0166" y="3017363"/>
            <a:ext cx="271825" cy="271824"/>
          </a:xfrm>
          <a:prstGeom xmlns:a="http://schemas.openxmlformats.org/drawingml/2006/main" prst="rect">
            <a:avLst/>
          </a:prstGeom>
        </p:spPr>
      </p:pic>
      <p:sp>
        <p:nvSpPr>
          <p:cNvPr id="512" name="lotus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CFFDFA98-5ABB-40E7-9D81-20BCC2B4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166" y="3017363"/>
            <a:ext cx="271825" cy="271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3" name="pdf-path-542">
            <a:extLst xmlns:a="http://schemas.openxmlformats.org/drawingml/2006/main">
              <a:ext uri="{FF2B5EF4-FFF2-40B4-BE49-F238E27FC236}">
                <a16:creationId xmlns:a16="http://schemas.microsoft.com/office/drawing/2014/main" id="{C714CBE1-FFB6-4102-A1E8-3EF5388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8250" y="4093704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4" name="pdf-path-543">
            <a:extLst xmlns:a="http://schemas.openxmlformats.org/drawingml/2006/main">
              <a:ext uri="{FF2B5EF4-FFF2-40B4-BE49-F238E27FC236}">
                <a16:creationId xmlns:a16="http://schemas.microsoft.com/office/drawing/2014/main" id="{B4181DA1-7455-4B04-BA7A-9FCEC6F6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8250" y="3979724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5" name="pdf-path-544">
            <a:extLst xmlns:a="http://schemas.openxmlformats.org/drawingml/2006/main">
              <a:ext uri="{FF2B5EF4-FFF2-40B4-BE49-F238E27FC236}">
                <a16:creationId xmlns:a16="http://schemas.microsoft.com/office/drawing/2014/main" id="{4919A3C0-7242-4712-A3EE-669B2779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422" y="4160422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6" name="pdf-path-545">
            <a:extLst xmlns:a="http://schemas.openxmlformats.org/drawingml/2006/main">
              <a:ext uri="{FF2B5EF4-FFF2-40B4-BE49-F238E27FC236}">
                <a16:creationId xmlns:a16="http://schemas.microsoft.com/office/drawing/2014/main" id="{915F14DA-FB10-4A51-81F8-A0693EF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422" y="4028588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7" name="pdf-path-546">
            <a:extLst xmlns:a="http://schemas.openxmlformats.org/drawingml/2006/main">
              <a:ext uri="{FF2B5EF4-FFF2-40B4-BE49-F238E27FC236}">
                <a16:creationId xmlns:a16="http://schemas.microsoft.com/office/drawing/2014/main" id="{577D4485-F46D-4663-B9B1-F15DE6E6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422" y="3897652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8" name="pdf-path-547">
            <a:extLst xmlns:a="http://schemas.openxmlformats.org/drawingml/2006/main">
              <a:ext uri="{FF2B5EF4-FFF2-40B4-BE49-F238E27FC236}">
                <a16:creationId xmlns:a16="http://schemas.microsoft.com/office/drawing/2014/main" id="{09BB9C8A-7BF2-422D-989F-FABDDB0B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917" y="3918097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19" name="pdf-path-548">
            <a:extLst xmlns:a="http://schemas.openxmlformats.org/drawingml/2006/main">
              <a:ext uri="{FF2B5EF4-FFF2-40B4-BE49-F238E27FC236}">
                <a16:creationId xmlns:a16="http://schemas.microsoft.com/office/drawing/2014/main" id="{A4C548A1-0B31-4F06-B2B6-9FF72A7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684" y="4129421"/>
            <a:ext cx="59958" cy="61253"/>
          </a:xfrm>
          <a:custGeom xmlns:a="http://schemas.openxmlformats.org/drawingml/2006/main">
            <a:pathLst>
              <a:path w="59958" h="61253">
                <a:moveTo>
                  <a:pt x="0" y="30626"/>
                </a:moveTo>
                <a:cubicBezTo>
                  <a:pt x="0" y="13712"/>
                  <a:pt x="13422" y="0"/>
                  <a:pt x="29979" y="0"/>
                </a:cubicBezTo>
                <a:cubicBezTo>
                  <a:pt x="46536" y="0"/>
                  <a:pt x="59958" y="13712"/>
                  <a:pt x="59958" y="30626"/>
                </a:cubicBezTo>
                <a:cubicBezTo>
                  <a:pt x="59958" y="47541"/>
                  <a:pt x="46536" y="61253"/>
                  <a:pt x="29979" y="61253"/>
                </a:cubicBezTo>
                <a:cubicBezTo>
                  <a:pt x="13422" y="61253"/>
                  <a:pt x="0" y="47541"/>
                  <a:pt x="0" y="306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0" name="pdf-path-549">
            <a:extLst xmlns:a="http://schemas.openxmlformats.org/drawingml/2006/main">
              <a:ext uri="{FF2B5EF4-FFF2-40B4-BE49-F238E27FC236}">
                <a16:creationId xmlns:a16="http://schemas.microsoft.com/office/drawing/2014/main" id="{083D473B-631A-4931-92F5-6491BF6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9427" y="3928279"/>
            <a:ext cx="86994" cy="60416"/>
          </a:xfrm>
          <a:custGeom xmlns:a="http://schemas.openxmlformats.org/drawingml/2006/main">
            <a:pathLst>
              <a:path w="86994" h="60416">
                <a:moveTo>
                  <a:pt x="0" y="60416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1" name="pdf-path-550">
            <a:extLst xmlns:a="http://schemas.openxmlformats.org/drawingml/2006/main">
              <a:ext uri="{FF2B5EF4-FFF2-40B4-BE49-F238E27FC236}">
                <a16:creationId xmlns:a16="http://schemas.microsoft.com/office/drawing/2014/main" id="{6F77C2F9-D6E9-4CFC-9B2B-6A9E00B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8" y="4010351"/>
            <a:ext cx="86994" cy="27209"/>
          </a:xfrm>
          <a:custGeom xmlns:a="http://schemas.openxmlformats.org/drawingml/2006/main">
            <a:pathLst>
              <a:path w="86994" h="27209">
                <a:moveTo>
                  <a:pt x="0" y="0"/>
                </a:moveTo>
                <a:lnTo>
                  <a:pt x="86994" y="27209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2" name="pdf-path-551">
            <a:extLst xmlns:a="http://schemas.openxmlformats.org/drawingml/2006/main">
              <a:ext uri="{FF2B5EF4-FFF2-40B4-BE49-F238E27FC236}">
                <a16:creationId xmlns:a16="http://schemas.microsoft.com/office/drawing/2014/main" id="{AD60442E-AFCC-49D5-A5F0-B12A8D7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8" y="4080871"/>
            <a:ext cx="86994" cy="43460"/>
          </a:xfrm>
          <a:custGeom xmlns:a="http://schemas.openxmlformats.org/drawingml/2006/main">
            <a:pathLst>
              <a:path w="86994" h="43460">
                <a:moveTo>
                  <a:pt x="0" y="43460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3" name="pdf-path-552">
            <a:extLst xmlns:a="http://schemas.openxmlformats.org/drawingml/2006/main">
              <a:ext uri="{FF2B5EF4-FFF2-40B4-BE49-F238E27FC236}">
                <a16:creationId xmlns:a16="http://schemas.microsoft.com/office/drawing/2014/main" id="{45CBAEED-B3DF-4339-8ED0-CEB9B91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9427" y="4145987"/>
            <a:ext cx="86994" cy="45061"/>
          </a:xfrm>
          <a:custGeom xmlns:a="http://schemas.openxmlformats.org/drawingml/2006/main">
            <a:pathLst>
              <a:path w="86994" h="45061">
                <a:moveTo>
                  <a:pt x="0" y="0"/>
                </a:moveTo>
                <a:lnTo>
                  <a:pt x="86994" y="4506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4" name="pdf-path-553">
            <a:extLst xmlns:a="http://schemas.openxmlformats.org/drawingml/2006/main">
              <a:ext uri="{FF2B5EF4-FFF2-40B4-BE49-F238E27FC236}">
                <a16:creationId xmlns:a16="http://schemas.microsoft.com/office/drawing/2014/main" id="{C30FC909-DAB1-4E9F-A653-4C169B70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8" y="4010351"/>
            <a:ext cx="86994" cy="159042"/>
          </a:xfrm>
          <a:custGeom xmlns:a="http://schemas.openxmlformats.org/drawingml/2006/main">
            <a:pathLst>
              <a:path w="86994" h="159042">
                <a:moveTo>
                  <a:pt x="0" y="0"/>
                </a:moveTo>
                <a:lnTo>
                  <a:pt x="86994" y="159042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5" name="pdf-path-554">
            <a:extLst xmlns:a="http://schemas.openxmlformats.org/drawingml/2006/main">
              <a:ext uri="{FF2B5EF4-FFF2-40B4-BE49-F238E27FC236}">
                <a16:creationId xmlns:a16="http://schemas.microsoft.com/office/drawing/2014/main" id="{47A9D4AD-6428-4201-9C08-8ECD145C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8" y="3949934"/>
            <a:ext cx="86994" cy="174397"/>
          </a:xfrm>
          <a:custGeom xmlns:a="http://schemas.openxmlformats.org/drawingml/2006/main">
            <a:pathLst>
              <a:path w="86994" h="174397">
                <a:moveTo>
                  <a:pt x="0" y="174397"/>
                </a:moveTo>
                <a:lnTo>
                  <a:pt x="86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6" name="pdf-path-555">
            <a:extLst xmlns:a="http://schemas.openxmlformats.org/drawingml/2006/main">
              <a:ext uri="{FF2B5EF4-FFF2-40B4-BE49-F238E27FC236}">
                <a16:creationId xmlns:a16="http://schemas.microsoft.com/office/drawing/2014/main" id="{A91ACE74-9C20-4F3C-B339-FF92B00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6378" y="3928278"/>
            <a:ext cx="87538" cy="20445"/>
          </a:xfrm>
          <a:custGeom xmlns:a="http://schemas.openxmlformats.org/drawingml/2006/main">
            <a:pathLst>
              <a:path w="87538" h="20445">
                <a:moveTo>
                  <a:pt x="0" y="0"/>
                </a:moveTo>
                <a:lnTo>
                  <a:pt x="87538" y="20445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7" name="pdf-path-556">
            <a:extLst xmlns:a="http://schemas.openxmlformats.org/drawingml/2006/main">
              <a:ext uri="{FF2B5EF4-FFF2-40B4-BE49-F238E27FC236}">
                <a16:creationId xmlns:a16="http://schemas.microsoft.com/office/drawing/2014/main" id="{30BF3818-874D-44E4-B3E7-1E3CCA8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6378" y="4160048"/>
            <a:ext cx="87306" cy="31001"/>
          </a:xfrm>
          <a:custGeom xmlns:a="http://schemas.openxmlformats.org/drawingml/2006/main">
            <a:pathLst>
              <a:path w="87306" h="31001">
                <a:moveTo>
                  <a:pt x="0" y="31001"/>
                </a:moveTo>
                <a:lnTo>
                  <a:pt x="8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8" name="pdf-path-557">
            <a:extLst xmlns:a="http://schemas.openxmlformats.org/drawingml/2006/main">
              <a:ext uri="{FF2B5EF4-FFF2-40B4-BE49-F238E27FC236}">
                <a16:creationId xmlns:a16="http://schemas.microsoft.com/office/drawing/2014/main" id="{A0675509-336B-4486-8EE2-0DE3135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598" y="3970379"/>
            <a:ext cx="105100" cy="67180"/>
          </a:xfrm>
          <a:custGeom xmlns:a="http://schemas.openxmlformats.org/drawingml/2006/main">
            <a:pathLst>
              <a:path w="105100" h="67180">
                <a:moveTo>
                  <a:pt x="105100" y="0"/>
                </a:moveTo>
                <a:lnTo>
                  <a:pt x="0" y="67180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29" name="pdf-path-558">
            <a:extLst xmlns:a="http://schemas.openxmlformats.org/drawingml/2006/main">
              <a:ext uri="{FF2B5EF4-FFF2-40B4-BE49-F238E27FC236}">
                <a16:creationId xmlns:a16="http://schemas.microsoft.com/office/drawing/2014/main" id="{3198F304-AE80-49FD-8D3A-CBD4BAC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598" y="4080871"/>
            <a:ext cx="104866" cy="57521"/>
          </a:xfrm>
          <a:custGeom xmlns:a="http://schemas.openxmlformats.org/drawingml/2006/main">
            <a:pathLst>
              <a:path w="104866" h="57521">
                <a:moveTo>
                  <a:pt x="0" y="0"/>
                </a:moveTo>
                <a:lnTo>
                  <a:pt x="104866" y="57521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30" name="pdf-path-559">
            <a:extLst xmlns:a="http://schemas.openxmlformats.org/drawingml/2006/main">
              <a:ext uri="{FF2B5EF4-FFF2-40B4-BE49-F238E27FC236}">
                <a16:creationId xmlns:a16="http://schemas.microsoft.com/office/drawing/2014/main" id="{4CBEA434-6EE5-4A55-B136-13D9F08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598" y="3970379"/>
            <a:ext cx="105100" cy="199013"/>
          </a:xfrm>
          <a:custGeom xmlns:a="http://schemas.openxmlformats.org/drawingml/2006/main">
            <a:pathLst>
              <a:path w="105100" h="199013">
                <a:moveTo>
                  <a:pt x="105100" y="0"/>
                </a:moveTo>
                <a:lnTo>
                  <a:pt x="0" y="199013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sp>
        <p:nvSpPr>
          <p:cNvPr id="531" name="pdf-path-560">
            <a:extLst xmlns:a="http://schemas.openxmlformats.org/drawingml/2006/main">
              <a:ext uri="{FF2B5EF4-FFF2-40B4-BE49-F238E27FC236}">
                <a16:creationId xmlns:a16="http://schemas.microsoft.com/office/drawing/2014/main" id="{C9648B73-B366-45CF-A90B-2D20953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598" y="3949934"/>
            <a:ext cx="104866" cy="188457"/>
          </a:xfrm>
          <a:custGeom xmlns:a="http://schemas.openxmlformats.org/drawingml/2006/main">
            <a:pathLst>
              <a:path w="104866" h="188457">
                <a:moveTo>
                  <a:pt x="0" y="0"/>
                </a:moveTo>
                <a:lnTo>
                  <a:pt x="104866" y="188457"/>
                </a:lnTo>
              </a:path>
            </a:pathLst>
          </a:custGeom>
          <a:noFill xmlns:a="http://schemas.openxmlformats.org/drawingml/2006/main"/>
          <a:ln xmlns:a="http://schemas.openxmlformats.org/drawingml/2006/main" w="13334">
            <a:solidFill>
              <a:srgbClr val="8E7CC3"/>
            </a:solidFill>
            <a:prstDash val="solid"/>
          </a:ln>
        </p:spPr>
      </p:sp>
      <p:pic>
        <p:nvPic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95604A2-2E29-49A8-94EB-1BF562DAE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944a41b9b43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2929" y="4072881"/>
            <a:ext cx="271824" cy="271823"/>
          </a:xfrm>
          <a:prstGeom xmlns:a="http://schemas.openxmlformats.org/drawingml/2006/main" prst="rect">
            <a:avLst/>
          </a:prstGeom>
        </p:spPr>
      </p:pic>
      <p:sp>
        <p:nvSpPr>
          <p:cNvPr id="533" name="lotus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D0051A9B-4285-4EA4-9267-7193AA73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929" y="4072881"/>
            <a:ext cx="271824" cy="271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4" name="pdf-path-566">
            <a:extLst xmlns:a="http://schemas.openxmlformats.org/drawingml/2006/main">
              <a:ext uri="{FF2B5EF4-FFF2-40B4-BE49-F238E27FC236}">
                <a16:creationId xmlns:a16="http://schemas.microsoft.com/office/drawing/2014/main" id="{E0EDC533-175D-402F-B131-4E35E80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9284" y="2859855"/>
            <a:ext cx="134409" cy="134409"/>
          </a:xfrm>
          <a:custGeom xmlns:a="http://schemas.openxmlformats.org/drawingml/2006/main">
            <a:pathLst>
              <a:path w="134409" h="134409">
                <a:moveTo>
                  <a:pt x="0" y="22401"/>
                </a:moveTo>
                <a:cubicBezTo>
                  <a:pt x="0" y="10029"/>
                  <a:pt x="10035" y="0"/>
                  <a:pt x="22403" y="0"/>
                </a:cubicBezTo>
                <a:lnTo>
                  <a:pt x="112008" y="0"/>
                </a:lnTo>
                <a:cubicBezTo>
                  <a:pt x="124382" y="0"/>
                  <a:pt x="134409" y="10029"/>
                  <a:pt x="134409" y="22401"/>
                </a:cubicBezTo>
                <a:lnTo>
                  <a:pt x="134409" y="112007"/>
                </a:lnTo>
                <a:cubicBezTo>
                  <a:pt x="134409" y="124379"/>
                  <a:pt x="124382" y="134409"/>
                  <a:pt x="112008" y="134409"/>
                </a:cubicBezTo>
                <a:lnTo>
                  <a:pt x="22403" y="134409"/>
                </a:lnTo>
                <a:cubicBezTo>
                  <a:pt x="10035" y="134409"/>
                  <a:pt x="0" y="124379"/>
                  <a:pt x="0" y="112007"/>
                </a:cubicBezTo>
                <a:lnTo>
                  <a:pt x="0" y="22401"/>
                </a:lnTo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df-path-572">
            <a:extLst xmlns:a="http://schemas.openxmlformats.org/drawingml/2006/main">
              <a:ext uri="{FF2B5EF4-FFF2-40B4-BE49-F238E27FC236}">
                <a16:creationId xmlns:a16="http://schemas.microsoft.com/office/drawing/2014/main" id="{134F1B20-EA70-4765-B995-2A6299B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3233" y="1492602"/>
            <a:ext cx="40116" cy="267863"/>
          </a:xfrm>
          <a:custGeom xmlns:a="http://schemas.openxmlformats.org/drawingml/2006/main">
            <a:pathLst>
              <a:path w="40116" h="267863">
                <a:moveTo>
                  <a:pt x="20114" y="217975"/>
                </a:moveTo>
                <a:lnTo>
                  <a:pt x="17681" y="223"/>
                </a:lnTo>
                <a:lnTo>
                  <a:pt x="37683" y="0"/>
                </a:lnTo>
                <a:lnTo>
                  <a:pt x="40116" y="217751"/>
                </a:lnTo>
                <a:lnTo>
                  <a:pt x="20114" y="217975"/>
                </a:lnTo>
                <a:moveTo>
                  <a:pt x="60004" y="207528"/>
                </a:moveTo>
                <a:lnTo>
                  <a:pt x="30675" y="267863"/>
                </a:lnTo>
                <a:lnTo>
                  <a:pt x="0" y="208198"/>
                </a:lnTo>
                <a:lnTo>
                  <a:pt x="60004" y="207528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df-path-573">
            <a:extLst xmlns:a="http://schemas.openxmlformats.org/drawingml/2006/main">
              <a:ext uri="{FF2B5EF4-FFF2-40B4-BE49-F238E27FC236}">
                <a16:creationId xmlns:a16="http://schemas.microsoft.com/office/drawing/2014/main" id="{F72D1D88-BC72-485E-B13A-B9A2EA5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046" y="2756203"/>
            <a:ext cx="486787" cy="1639056"/>
          </a:xfrm>
          <a:custGeom xmlns:a="http://schemas.openxmlformats.org/drawingml/2006/main">
            <a:pathLst>
              <a:path w="486787" h="1639056">
                <a:moveTo>
                  <a:pt x="486787" y="1557924"/>
                </a:moveTo>
                <a:cubicBezTo>
                  <a:pt x="486787" y="1602732"/>
                  <a:pt x="450457" y="1639056"/>
                  <a:pt x="405654" y="1639056"/>
                </a:cubicBezTo>
                <a:lnTo>
                  <a:pt x="81132" y="1639056"/>
                </a:lnTo>
                <a:cubicBezTo>
                  <a:pt x="36322" y="1639056"/>
                  <a:pt x="0" y="1602732"/>
                  <a:pt x="0" y="1557924"/>
                </a:cubicBezTo>
                <a:lnTo>
                  <a:pt x="0" y="81132"/>
                </a:lnTo>
                <a:cubicBezTo>
                  <a:pt x="0" y="36324"/>
                  <a:pt x="36322" y="0"/>
                  <a:pt x="81132" y="0"/>
                </a:cubicBezTo>
                <a:lnTo>
                  <a:pt x="405654" y="0"/>
                </a:lnTo>
                <a:cubicBezTo>
                  <a:pt x="450457" y="0"/>
                  <a:pt x="486787" y="36324"/>
                  <a:pt x="486787" y="81132"/>
                </a:cubicBezTo>
                <a:lnTo>
                  <a:pt x="486787" y="1557924"/>
                </a:lnTo>
              </a:path>
            </a:pathLst>
          </a:custGeom>
          <a:solidFill xmlns:a="http://schemas.openxmlformats.org/drawingml/2006/main">
            <a:srgbClr val="B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lotus-rotated-label-574">
            <a:extLst xmlns:a="http://schemas.openxmlformats.org/drawingml/2006/main">
              <a:ext uri="{FF2B5EF4-FFF2-40B4-BE49-F238E27FC236}">
                <a16:creationId xmlns:a16="http://schemas.microsoft.com/office/drawing/2014/main" id="{A5EDF107-23BB-4A99-9E2F-1DBD6AA4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385248" y="3495566"/>
            <a:ext cx="863323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538" name="lotus-rotated-label-575">
            <a:extLst xmlns:a="http://schemas.openxmlformats.org/drawingml/2006/main">
              <a:ext uri="{FF2B5EF4-FFF2-40B4-BE49-F238E27FC236}">
                <a16:creationId xmlns:a16="http://schemas.microsoft.com/office/drawing/2014/main" id="{D438BB84-5577-4E43-997D-4113350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707722" y="3495086"/>
            <a:ext cx="605065" cy="160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39" name="pdf-path-576">
            <a:extLst xmlns:a="http://schemas.openxmlformats.org/drawingml/2006/main">
              <a:ext uri="{FF2B5EF4-FFF2-40B4-BE49-F238E27FC236}">
                <a16:creationId xmlns:a16="http://schemas.microsoft.com/office/drawing/2014/main" id="{F97B9B28-AE66-48FE-A35B-8EDFF4F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4502" y="2897057"/>
            <a:ext cx="100926" cy="40003"/>
          </a:xfrm>
          <a:custGeom xmlns:a="http://schemas.openxmlformats.org/drawingml/2006/main">
            <a:pathLst>
              <a:path w="100926" h="40003">
                <a:moveTo>
                  <a:pt x="50923" y="20002"/>
                </a:moveTo>
                <a:lnTo>
                  <a:pt x="0" y="20001"/>
                </a:lnTo>
                <a:lnTo>
                  <a:pt x="0" y="40002"/>
                </a:lnTo>
                <a:lnTo>
                  <a:pt x="50923" y="40003"/>
                </a:lnTo>
                <a:lnTo>
                  <a:pt x="50923" y="20002"/>
                </a:lnTo>
                <a:moveTo>
                  <a:pt x="40922" y="60004"/>
                </a:moveTo>
                <a:lnTo>
                  <a:pt x="100926" y="30003"/>
                </a:lnTo>
                <a:lnTo>
                  <a:pt x="40922" y="0"/>
                </a:lnTo>
                <a:lnTo>
                  <a:pt x="40922" y="60004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df-path-577">
            <a:extLst xmlns:a="http://schemas.openxmlformats.org/drawingml/2006/main">
              <a:ext uri="{FF2B5EF4-FFF2-40B4-BE49-F238E27FC236}">
                <a16:creationId xmlns:a16="http://schemas.microsoft.com/office/drawing/2014/main" id="{CEDE4DF9-98E6-42C6-BD5E-F112DB8B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2475" y="2403255"/>
            <a:ext cx="2177703" cy="95"/>
          </a:xfrm>
          <a:custGeom xmlns:a="http://schemas.openxmlformats.org/drawingml/2006/main">
            <a:pathLst>
              <a:path w="2177703" h="95">
                <a:moveTo>
                  <a:pt x="0" y="0"/>
                </a:moveTo>
                <a:lnTo>
                  <a:pt x="21777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541" name="pdf-path-578">
            <a:extLst xmlns:a="http://schemas.openxmlformats.org/drawingml/2006/main">
              <a:ext uri="{FF2B5EF4-FFF2-40B4-BE49-F238E27FC236}">
                <a16:creationId xmlns:a16="http://schemas.microsoft.com/office/drawing/2014/main" id="{B64E4DDF-21A4-496F-A775-75A0D59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6782" y="2398653"/>
            <a:ext cx="40003" cy="461201"/>
          </a:xfrm>
          <a:custGeom xmlns:a="http://schemas.openxmlformats.org/drawingml/2006/main">
            <a:pathLst>
              <a:path w="40003" h="461201">
                <a:moveTo>
                  <a:pt x="20001" y="411198"/>
                </a:moveTo>
                <a:lnTo>
                  <a:pt x="20001" y="0"/>
                </a:lnTo>
                <a:lnTo>
                  <a:pt x="0" y="0"/>
                </a:lnTo>
                <a:lnTo>
                  <a:pt x="0" y="411198"/>
                </a:lnTo>
                <a:lnTo>
                  <a:pt x="20001" y="411198"/>
                </a:lnTo>
                <a:moveTo>
                  <a:pt x="-20001" y="401197"/>
                </a:moveTo>
                <a:lnTo>
                  <a:pt x="10001" y="461201"/>
                </a:lnTo>
                <a:lnTo>
                  <a:pt x="40003" y="401197"/>
                </a:lnTo>
                <a:lnTo>
                  <a:pt x="-20001" y="401197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df-path-579">
            <a:extLst xmlns:a="http://schemas.openxmlformats.org/drawingml/2006/main">
              <a:ext uri="{FF2B5EF4-FFF2-40B4-BE49-F238E27FC236}">
                <a16:creationId xmlns:a16="http://schemas.microsoft.com/office/drawing/2014/main" id="{A23B25DF-8882-4CD7-906B-0A6092A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5375" y="2915798"/>
            <a:ext cx="95" cy="700792"/>
          </a:xfrm>
          <a:custGeom xmlns:a="http://schemas.openxmlformats.org/drawingml/2006/main">
            <a:pathLst>
              <a:path w="95" h="700792">
                <a:moveTo>
                  <a:pt x="0" y="700792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543" name="pdf-path-580">
            <a:extLst xmlns:a="http://schemas.openxmlformats.org/drawingml/2006/main">
              <a:ext uri="{FF2B5EF4-FFF2-40B4-BE49-F238E27FC236}">
                <a16:creationId xmlns:a16="http://schemas.microsoft.com/office/drawing/2014/main" id="{78E25A05-01F2-4C78-BC23-F82E278B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1329" y="2924220"/>
            <a:ext cx="274066" cy="95"/>
          </a:xfrm>
          <a:custGeom xmlns:a="http://schemas.openxmlformats.org/drawingml/2006/main">
            <a:pathLst>
              <a:path w="274066" h="95">
                <a:moveTo>
                  <a:pt x="0" y="0"/>
                </a:moveTo>
                <a:lnTo>
                  <a:pt x="2740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1">
            <a:solidFill>
              <a:srgbClr val="7F7F7F"/>
            </a:solidFill>
            <a:prstDash val="solid"/>
          </a:ln>
        </p:spPr>
      </p:sp>
      <p:sp>
        <p:nvSpPr>
          <p:cNvPr id="544" name="pdf-path-581">
            <a:extLst xmlns:a="http://schemas.openxmlformats.org/drawingml/2006/main">
              <a:ext uri="{FF2B5EF4-FFF2-40B4-BE49-F238E27FC236}">
                <a16:creationId xmlns:a16="http://schemas.microsoft.com/office/drawing/2014/main" id="{07116242-1C84-4596-BFBF-A211FDA4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347" y="1596197"/>
            <a:ext cx="340363" cy="53337"/>
          </a:xfrm>
          <a:custGeom xmlns:a="http://schemas.openxmlformats.org/drawingml/2006/main">
            <a:pathLst>
              <a:path w="340363" h="53337">
                <a:moveTo>
                  <a:pt x="0" y="53337"/>
                </a:moveTo>
                <a:lnTo>
                  <a:pt x="273691" y="53337"/>
                </a:lnTo>
                <a:lnTo>
                  <a:pt x="273691" y="26669"/>
                </a:lnTo>
                <a:lnTo>
                  <a:pt x="0" y="26669"/>
                </a:lnTo>
                <a:close/>
                <a:moveTo>
                  <a:pt x="260357" y="80006"/>
                </a:moveTo>
                <a:lnTo>
                  <a:pt x="340363" y="40002"/>
                </a:lnTo>
                <a:lnTo>
                  <a:pt x="260357" y="0"/>
                </a:lnTo>
                <a:lnTo>
                  <a:pt x="260357" y="80006"/>
                </a:lnTo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df-path-582">
            <a:extLst xmlns:a="http://schemas.openxmlformats.org/drawingml/2006/main">
              <a:ext uri="{FF2B5EF4-FFF2-40B4-BE49-F238E27FC236}">
                <a16:creationId xmlns:a16="http://schemas.microsoft.com/office/drawing/2014/main" id="{53FF4588-6CA0-49A1-860D-2C44F67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347" y="3222504"/>
            <a:ext cx="349183" cy="53337"/>
          </a:xfrm>
          <a:custGeom xmlns:a="http://schemas.openxmlformats.org/drawingml/2006/main">
            <a:pathLst>
              <a:path w="349183" h="53337">
                <a:moveTo>
                  <a:pt x="0" y="0"/>
                </a:moveTo>
                <a:lnTo>
                  <a:pt x="282512" y="0"/>
                </a:lnTo>
                <a:lnTo>
                  <a:pt x="282512" y="26668"/>
                </a:lnTo>
                <a:lnTo>
                  <a:pt x="0" y="26668"/>
                </a:lnTo>
                <a:close/>
                <a:moveTo>
                  <a:pt x="269178" y="-26669"/>
                </a:moveTo>
                <a:lnTo>
                  <a:pt x="349183" y="13334"/>
                </a:lnTo>
                <a:lnTo>
                  <a:pt x="269178" y="53337"/>
                </a:lnTo>
                <a:lnTo>
                  <a:pt x="269178" y="-26669"/>
                </a:lnTo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E4BE5CC6-6BB8-4118-AA22-56C2EB4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2105" y="1465438"/>
            <a:ext cx="100516" cy="82164"/>
          </a:xfrm>
          <a:custGeom xmlns:a="http://schemas.openxmlformats.org/drawingml/2006/main">
            <a:pathLst>
              <a:path w="100516" h="82164">
                <a:moveTo>
                  <a:pt x="44303" y="10799"/>
                </a:moveTo>
                <a:lnTo>
                  <a:pt x="65336" y="10799"/>
                </a:lnTo>
                <a:cubicBezTo>
                  <a:pt x="59192" y="38302"/>
                  <a:pt x="57519" y="46294"/>
                  <a:pt x="57519" y="58743"/>
                </a:cubicBezTo>
                <a:cubicBezTo>
                  <a:pt x="57519" y="61532"/>
                  <a:pt x="57519" y="66548"/>
                  <a:pt x="59007" y="72868"/>
                </a:cubicBezTo>
                <a:cubicBezTo>
                  <a:pt x="60868" y="81048"/>
                  <a:pt x="62916" y="82164"/>
                  <a:pt x="65707" y="82164"/>
                </a:cubicBezTo>
                <a:cubicBezTo>
                  <a:pt x="69431" y="82164"/>
                  <a:pt x="73339" y="78816"/>
                  <a:pt x="73339" y="75098"/>
                </a:cubicBezTo>
                <a:cubicBezTo>
                  <a:pt x="73339" y="73981"/>
                  <a:pt x="73339" y="73612"/>
                  <a:pt x="72223" y="71011"/>
                </a:cubicBezTo>
                <a:cubicBezTo>
                  <a:pt x="66824" y="57630"/>
                  <a:pt x="66824" y="45550"/>
                  <a:pt x="66824" y="40347"/>
                </a:cubicBezTo>
                <a:cubicBezTo>
                  <a:pt x="66824" y="30496"/>
                  <a:pt x="68127" y="20462"/>
                  <a:pt x="70176" y="10799"/>
                </a:cubicBezTo>
                <a:lnTo>
                  <a:pt x="91395" y="10799"/>
                </a:lnTo>
                <a:cubicBezTo>
                  <a:pt x="93815" y="10799"/>
                  <a:pt x="100516" y="10799"/>
                  <a:pt x="100516" y="4468"/>
                </a:cubicBezTo>
                <a:cubicBezTo>
                  <a:pt x="100516" y="0"/>
                  <a:pt x="96607" y="0"/>
                  <a:pt x="93071" y="0"/>
                </a:cubicBezTo>
                <a:lnTo>
                  <a:pt x="30712" y="0"/>
                </a:lnTo>
                <a:cubicBezTo>
                  <a:pt x="26619" y="0"/>
                  <a:pt x="19544" y="0"/>
                  <a:pt x="11356" y="8751"/>
                </a:cubicBezTo>
                <a:cubicBezTo>
                  <a:pt x="4840" y="16002"/>
                  <a:pt x="0" y="24549"/>
                  <a:pt x="0" y="25478"/>
                </a:cubicBezTo>
                <a:cubicBezTo>
                  <a:pt x="0" y="25665"/>
                  <a:pt x="0" y="27338"/>
                  <a:pt x="2232" y="27338"/>
                </a:cubicBezTo>
                <a:cubicBezTo>
                  <a:pt x="3724" y="27338"/>
                  <a:pt x="4096" y="26594"/>
                  <a:pt x="5212" y="25108"/>
                </a:cubicBezTo>
                <a:cubicBezTo>
                  <a:pt x="14332" y="10799"/>
                  <a:pt x="25128" y="10799"/>
                  <a:pt x="28851" y="10799"/>
                </a:cubicBezTo>
                <a:lnTo>
                  <a:pt x="39463" y="10799"/>
                </a:lnTo>
                <a:cubicBezTo>
                  <a:pt x="33504" y="33283"/>
                  <a:pt x="23455" y="55770"/>
                  <a:pt x="15636" y="72681"/>
                </a:cubicBezTo>
                <a:cubicBezTo>
                  <a:pt x="14147" y="75470"/>
                  <a:pt x="14147" y="75842"/>
                  <a:pt x="14147" y="77143"/>
                </a:cubicBezTo>
                <a:cubicBezTo>
                  <a:pt x="14147" y="80676"/>
                  <a:pt x="17124" y="82164"/>
                  <a:pt x="19544" y="82164"/>
                </a:cubicBezTo>
                <a:cubicBezTo>
                  <a:pt x="25128" y="82164"/>
                  <a:pt x="26619" y="76955"/>
                  <a:pt x="28851" y="70079"/>
                </a:cubicBezTo>
                <a:cubicBezTo>
                  <a:pt x="31459" y="61532"/>
                  <a:pt x="31459" y="61160"/>
                  <a:pt x="33879" y="51867"/>
                </a:cubicBezTo>
                <a:lnTo>
                  <a:pt x="44303" y="10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B6AB7B0F-14A1-48F4-92E6-DB57DA1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8865" y="1379802"/>
            <a:ext cx="84956" cy="88953"/>
          </a:xfrm>
          <a:custGeom xmlns:a="http://schemas.openxmlformats.org/drawingml/2006/main">
            <a:pathLst>
              <a:path w="84956" h="88953">
                <a:moveTo>
                  <a:pt x="44693" y="10681"/>
                </a:moveTo>
                <a:cubicBezTo>
                  <a:pt x="45866" y="5993"/>
                  <a:pt x="46257" y="4690"/>
                  <a:pt x="58244" y="4690"/>
                </a:cubicBezTo>
                <a:cubicBezTo>
                  <a:pt x="62285" y="4690"/>
                  <a:pt x="63587" y="4690"/>
                  <a:pt x="63587" y="1823"/>
                </a:cubicBezTo>
                <a:cubicBezTo>
                  <a:pt x="63587" y="1694"/>
                  <a:pt x="63457" y="0"/>
                  <a:pt x="61372" y="0"/>
                </a:cubicBezTo>
                <a:cubicBezTo>
                  <a:pt x="58375" y="0"/>
                  <a:pt x="54857" y="261"/>
                  <a:pt x="51729" y="390"/>
                </a:cubicBezTo>
                <a:cubicBezTo>
                  <a:pt x="48472" y="521"/>
                  <a:pt x="44564" y="521"/>
                  <a:pt x="41305" y="521"/>
                </a:cubicBezTo>
                <a:cubicBezTo>
                  <a:pt x="38569" y="521"/>
                  <a:pt x="35052" y="390"/>
                  <a:pt x="32314" y="390"/>
                </a:cubicBezTo>
                <a:cubicBezTo>
                  <a:pt x="29579" y="390"/>
                  <a:pt x="26451" y="0"/>
                  <a:pt x="23846" y="0"/>
                </a:cubicBezTo>
                <a:cubicBezTo>
                  <a:pt x="23063" y="0"/>
                  <a:pt x="21109" y="0"/>
                  <a:pt x="21109" y="2867"/>
                </a:cubicBezTo>
                <a:cubicBezTo>
                  <a:pt x="21109" y="4690"/>
                  <a:pt x="22673" y="4690"/>
                  <a:pt x="25280" y="4690"/>
                </a:cubicBezTo>
                <a:cubicBezTo>
                  <a:pt x="25409" y="4690"/>
                  <a:pt x="27884" y="4690"/>
                  <a:pt x="30230" y="4951"/>
                </a:cubicBezTo>
                <a:cubicBezTo>
                  <a:pt x="32967" y="5211"/>
                  <a:pt x="33226" y="5472"/>
                  <a:pt x="33226" y="6774"/>
                </a:cubicBezTo>
                <a:cubicBezTo>
                  <a:pt x="33226" y="7034"/>
                  <a:pt x="33226" y="7685"/>
                  <a:pt x="32706" y="9639"/>
                </a:cubicBezTo>
                <a:lnTo>
                  <a:pt x="15377" y="78793"/>
                </a:lnTo>
                <a:cubicBezTo>
                  <a:pt x="14204" y="83221"/>
                  <a:pt x="13943" y="84262"/>
                  <a:pt x="3910" y="84262"/>
                </a:cubicBezTo>
                <a:cubicBezTo>
                  <a:pt x="1694" y="84262"/>
                  <a:pt x="0" y="84262"/>
                  <a:pt x="0" y="86998"/>
                </a:cubicBezTo>
                <a:cubicBezTo>
                  <a:pt x="0" y="88953"/>
                  <a:pt x="1564" y="88953"/>
                  <a:pt x="3910" y="88953"/>
                </a:cubicBezTo>
                <a:lnTo>
                  <a:pt x="69450" y="88953"/>
                </a:lnTo>
                <a:cubicBezTo>
                  <a:pt x="72709" y="88953"/>
                  <a:pt x="72838" y="88823"/>
                  <a:pt x="73880" y="86348"/>
                </a:cubicBezTo>
                <a:cubicBezTo>
                  <a:pt x="75184" y="82831"/>
                  <a:pt x="84956" y="57565"/>
                  <a:pt x="84956" y="56523"/>
                </a:cubicBezTo>
                <a:cubicBezTo>
                  <a:pt x="84956" y="56133"/>
                  <a:pt x="84696" y="54700"/>
                  <a:pt x="82741" y="54700"/>
                </a:cubicBezTo>
                <a:cubicBezTo>
                  <a:pt x="81178" y="54700"/>
                  <a:pt x="80916" y="55352"/>
                  <a:pt x="80134" y="57436"/>
                </a:cubicBezTo>
                <a:cubicBezTo>
                  <a:pt x="75184" y="69806"/>
                  <a:pt x="69450" y="84262"/>
                  <a:pt x="45605" y="84262"/>
                </a:cubicBezTo>
                <a:lnTo>
                  <a:pt x="30882" y="84262"/>
                </a:lnTo>
                <a:cubicBezTo>
                  <a:pt x="26842" y="84262"/>
                  <a:pt x="26711" y="84133"/>
                  <a:pt x="26711" y="82960"/>
                </a:cubicBezTo>
                <a:cubicBezTo>
                  <a:pt x="26711" y="82831"/>
                  <a:pt x="26711" y="82179"/>
                  <a:pt x="27235" y="80226"/>
                </a:cubicBezTo>
                <a:lnTo>
                  <a:pt x="44693" y="106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B3F792EB-92C6-4E86-A013-71B4C2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7389" y="1505096"/>
            <a:ext cx="47429" cy="86527"/>
          </a:xfrm>
          <a:custGeom xmlns:a="http://schemas.openxmlformats.org/drawingml/2006/main">
            <a:pathLst>
              <a:path w="47429" h="86527">
                <a:moveTo>
                  <a:pt x="29447" y="3640"/>
                </a:moveTo>
                <a:cubicBezTo>
                  <a:pt x="29447" y="131"/>
                  <a:pt x="29186" y="0"/>
                  <a:pt x="25539" y="0"/>
                </a:cubicBezTo>
                <a:cubicBezTo>
                  <a:pt x="17200" y="8159"/>
                  <a:pt x="5342" y="8289"/>
                  <a:pt x="0" y="8289"/>
                </a:cubicBezTo>
                <a:lnTo>
                  <a:pt x="0" y="12979"/>
                </a:lnTo>
                <a:cubicBezTo>
                  <a:pt x="3127" y="12979"/>
                  <a:pt x="11726" y="12979"/>
                  <a:pt x="18894" y="9331"/>
                </a:cubicBezTo>
                <a:lnTo>
                  <a:pt x="18894" y="75838"/>
                </a:lnTo>
                <a:cubicBezTo>
                  <a:pt x="18894" y="80143"/>
                  <a:pt x="18894" y="81837"/>
                  <a:pt x="5863" y="81837"/>
                </a:cubicBezTo>
                <a:lnTo>
                  <a:pt x="912" y="81837"/>
                </a:lnTo>
                <a:lnTo>
                  <a:pt x="912" y="86527"/>
                </a:lnTo>
                <a:cubicBezTo>
                  <a:pt x="3256" y="86398"/>
                  <a:pt x="19283" y="86006"/>
                  <a:pt x="24105" y="86006"/>
                </a:cubicBezTo>
                <a:cubicBezTo>
                  <a:pt x="28145" y="86006"/>
                  <a:pt x="44561" y="86398"/>
                  <a:pt x="47429" y="86527"/>
                </a:cubicBezTo>
                <a:lnTo>
                  <a:pt x="47429" y="81837"/>
                </a:lnTo>
                <a:lnTo>
                  <a:pt x="42478" y="81837"/>
                </a:lnTo>
                <a:cubicBezTo>
                  <a:pt x="29447" y="81837"/>
                  <a:pt x="29447" y="80143"/>
                  <a:pt x="29447" y="75838"/>
                </a:cubicBezTo>
                <a:lnTo>
                  <a:pt x="29447" y="36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08260BBE-A385-42D5-87D6-BEEE402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7315" y="1525875"/>
            <a:ext cx="21777" cy="55721"/>
          </a:xfrm>
          <a:custGeom xmlns:a="http://schemas.openxmlformats.org/drawingml/2006/main">
            <a:pathLst>
              <a:path w="21777" h="55721">
                <a:moveTo>
                  <a:pt x="21777" y="19544"/>
                </a:moveTo>
                <a:cubicBezTo>
                  <a:pt x="21777" y="7260"/>
                  <a:pt x="17124" y="0"/>
                  <a:pt x="9865" y="0"/>
                </a:cubicBezTo>
                <a:cubicBezTo>
                  <a:pt x="3721" y="0"/>
                  <a:pt x="0" y="4653"/>
                  <a:pt x="0" y="9865"/>
                </a:cubicBezTo>
                <a:cubicBezTo>
                  <a:pt x="0" y="14892"/>
                  <a:pt x="3721" y="19729"/>
                  <a:pt x="9865" y="19729"/>
                </a:cubicBezTo>
                <a:cubicBezTo>
                  <a:pt x="12097" y="19729"/>
                  <a:pt x="14517" y="18985"/>
                  <a:pt x="16380" y="17312"/>
                </a:cubicBezTo>
                <a:cubicBezTo>
                  <a:pt x="16937" y="16937"/>
                  <a:pt x="17124" y="16752"/>
                  <a:pt x="17309" y="16752"/>
                </a:cubicBezTo>
                <a:cubicBezTo>
                  <a:pt x="17497" y="16752"/>
                  <a:pt x="17684" y="16937"/>
                  <a:pt x="17684" y="19544"/>
                </a:cubicBezTo>
                <a:cubicBezTo>
                  <a:pt x="17684" y="33348"/>
                  <a:pt x="11168" y="44539"/>
                  <a:pt x="5025" y="50694"/>
                </a:cubicBezTo>
                <a:cubicBezTo>
                  <a:pt x="2976" y="52744"/>
                  <a:pt x="2976" y="53117"/>
                  <a:pt x="2976" y="53676"/>
                </a:cubicBezTo>
                <a:cubicBezTo>
                  <a:pt x="2976" y="54977"/>
                  <a:pt x="3908" y="55721"/>
                  <a:pt x="4840" y="55721"/>
                </a:cubicBezTo>
                <a:cubicBezTo>
                  <a:pt x="6885" y="55721"/>
                  <a:pt x="21777" y="41369"/>
                  <a:pt x="21777" y="195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CB5B18E0-2C0C-4A78-A061-1024AB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0110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5" y="0"/>
                  <a:pt x="0" y="4468"/>
                  <a:pt x="0" y="9865"/>
                </a:cubicBezTo>
                <a:cubicBezTo>
                  <a:pt x="0" y="15264"/>
                  <a:pt x="4465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F931B2B4-6587-4C1C-B65F-C272E12D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2722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5" y="0"/>
                  <a:pt x="0" y="4468"/>
                  <a:pt x="0" y="9865"/>
                </a:cubicBezTo>
                <a:cubicBezTo>
                  <a:pt x="0" y="15264"/>
                  <a:pt x="4465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996D1C2-5781-4CE8-A80A-06D4CCA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5517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5" y="0"/>
                  <a:pt x="0" y="4468"/>
                  <a:pt x="0" y="9865"/>
                </a:cubicBezTo>
                <a:cubicBezTo>
                  <a:pt x="0" y="15264"/>
                  <a:pt x="4465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077F0D4E-084B-4045-B80A-AC57A02A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8312" y="1525875"/>
            <a:ext cx="21778" cy="55721"/>
          </a:xfrm>
          <a:custGeom xmlns:a="http://schemas.openxmlformats.org/drawingml/2006/main">
            <a:pathLst>
              <a:path w="21778" h="55721">
                <a:moveTo>
                  <a:pt x="21778" y="19544"/>
                </a:moveTo>
                <a:cubicBezTo>
                  <a:pt x="21778" y="7260"/>
                  <a:pt x="17125" y="0"/>
                  <a:pt x="9865" y="0"/>
                </a:cubicBezTo>
                <a:cubicBezTo>
                  <a:pt x="3722" y="0"/>
                  <a:pt x="0" y="4653"/>
                  <a:pt x="0" y="9865"/>
                </a:cubicBezTo>
                <a:cubicBezTo>
                  <a:pt x="0" y="14892"/>
                  <a:pt x="3722" y="19729"/>
                  <a:pt x="9865" y="19729"/>
                </a:cubicBezTo>
                <a:cubicBezTo>
                  <a:pt x="12097" y="19729"/>
                  <a:pt x="14518" y="18985"/>
                  <a:pt x="16380" y="17312"/>
                </a:cubicBezTo>
                <a:cubicBezTo>
                  <a:pt x="16937" y="16937"/>
                  <a:pt x="17125" y="16752"/>
                  <a:pt x="17310" y="16752"/>
                </a:cubicBezTo>
                <a:cubicBezTo>
                  <a:pt x="17497" y="16752"/>
                  <a:pt x="17685" y="16937"/>
                  <a:pt x="17685" y="19544"/>
                </a:cubicBezTo>
                <a:cubicBezTo>
                  <a:pt x="17685" y="33348"/>
                  <a:pt x="11169" y="44539"/>
                  <a:pt x="5025" y="50694"/>
                </a:cubicBezTo>
                <a:cubicBezTo>
                  <a:pt x="2977" y="52744"/>
                  <a:pt x="2977" y="53117"/>
                  <a:pt x="2977" y="53676"/>
                </a:cubicBezTo>
                <a:cubicBezTo>
                  <a:pt x="2977" y="54977"/>
                  <a:pt x="3908" y="55721"/>
                  <a:pt x="4842" y="55721"/>
                </a:cubicBezTo>
                <a:cubicBezTo>
                  <a:pt x="6886" y="55721"/>
                  <a:pt x="21778" y="41369"/>
                  <a:pt x="21778" y="195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9C9AA971-4841-4D15-92C6-3BAB950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939" y="1465439"/>
            <a:ext cx="100515" cy="82164"/>
          </a:xfrm>
          <a:custGeom xmlns:a="http://schemas.openxmlformats.org/drawingml/2006/main">
            <a:pathLst>
              <a:path w="100515" h="82164">
                <a:moveTo>
                  <a:pt x="44303" y="10799"/>
                </a:moveTo>
                <a:lnTo>
                  <a:pt x="65335" y="10799"/>
                </a:lnTo>
                <a:cubicBezTo>
                  <a:pt x="59192" y="38302"/>
                  <a:pt x="57520" y="46294"/>
                  <a:pt x="57520" y="58743"/>
                </a:cubicBezTo>
                <a:cubicBezTo>
                  <a:pt x="57520" y="61532"/>
                  <a:pt x="57520" y="66548"/>
                  <a:pt x="59007" y="72868"/>
                </a:cubicBezTo>
                <a:cubicBezTo>
                  <a:pt x="60868" y="81048"/>
                  <a:pt x="62916" y="82164"/>
                  <a:pt x="65708" y="82164"/>
                </a:cubicBezTo>
                <a:cubicBezTo>
                  <a:pt x="69432" y="82164"/>
                  <a:pt x="73340" y="78816"/>
                  <a:pt x="73340" y="75098"/>
                </a:cubicBezTo>
                <a:cubicBezTo>
                  <a:pt x="73340" y="73981"/>
                  <a:pt x="73340" y="73612"/>
                  <a:pt x="72224" y="71011"/>
                </a:cubicBezTo>
                <a:cubicBezTo>
                  <a:pt x="66824" y="57630"/>
                  <a:pt x="66824" y="45550"/>
                  <a:pt x="66824" y="40347"/>
                </a:cubicBezTo>
                <a:cubicBezTo>
                  <a:pt x="66824" y="30496"/>
                  <a:pt x="68127" y="20462"/>
                  <a:pt x="70175" y="10799"/>
                </a:cubicBezTo>
                <a:lnTo>
                  <a:pt x="91395" y="10799"/>
                </a:lnTo>
                <a:cubicBezTo>
                  <a:pt x="93816" y="10799"/>
                  <a:pt x="100515" y="10799"/>
                  <a:pt x="100515" y="4468"/>
                </a:cubicBezTo>
                <a:cubicBezTo>
                  <a:pt x="100515" y="0"/>
                  <a:pt x="96608" y="0"/>
                  <a:pt x="93071" y="0"/>
                </a:cubicBezTo>
                <a:lnTo>
                  <a:pt x="30711" y="0"/>
                </a:lnTo>
                <a:cubicBezTo>
                  <a:pt x="26620" y="0"/>
                  <a:pt x="19544" y="0"/>
                  <a:pt x="11356" y="8751"/>
                </a:cubicBezTo>
                <a:cubicBezTo>
                  <a:pt x="4840" y="16002"/>
                  <a:pt x="0" y="24549"/>
                  <a:pt x="0" y="25478"/>
                </a:cubicBezTo>
                <a:cubicBezTo>
                  <a:pt x="0" y="25665"/>
                  <a:pt x="0" y="27338"/>
                  <a:pt x="2232" y="27338"/>
                </a:cubicBezTo>
                <a:cubicBezTo>
                  <a:pt x="3724" y="27338"/>
                  <a:pt x="4095" y="26594"/>
                  <a:pt x="5211" y="25108"/>
                </a:cubicBezTo>
                <a:cubicBezTo>
                  <a:pt x="14333" y="10799"/>
                  <a:pt x="25129" y="10799"/>
                  <a:pt x="28852" y="10799"/>
                </a:cubicBezTo>
                <a:lnTo>
                  <a:pt x="39463" y="10799"/>
                </a:lnTo>
                <a:cubicBezTo>
                  <a:pt x="33504" y="33283"/>
                  <a:pt x="23454" y="55770"/>
                  <a:pt x="15636" y="72681"/>
                </a:cubicBezTo>
                <a:cubicBezTo>
                  <a:pt x="14148" y="75470"/>
                  <a:pt x="14148" y="75842"/>
                  <a:pt x="14148" y="77143"/>
                </a:cubicBezTo>
                <a:cubicBezTo>
                  <a:pt x="14148" y="80676"/>
                  <a:pt x="17123" y="82164"/>
                  <a:pt x="19544" y="82164"/>
                </a:cubicBezTo>
                <a:cubicBezTo>
                  <a:pt x="25129" y="82164"/>
                  <a:pt x="26620" y="76955"/>
                  <a:pt x="28852" y="70079"/>
                </a:cubicBezTo>
                <a:cubicBezTo>
                  <a:pt x="31460" y="61532"/>
                  <a:pt x="31460" y="61160"/>
                  <a:pt x="33879" y="51867"/>
                </a:cubicBezTo>
                <a:lnTo>
                  <a:pt x="44303" y="10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01BD2691-8D99-4010-98B7-53E4F9F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6719" y="1379803"/>
            <a:ext cx="84956" cy="88952"/>
          </a:xfrm>
          <a:custGeom xmlns:a="http://schemas.openxmlformats.org/drawingml/2006/main">
            <a:pathLst>
              <a:path w="84956" h="88952">
                <a:moveTo>
                  <a:pt x="44692" y="10681"/>
                </a:moveTo>
                <a:cubicBezTo>
                  <a:pt x="45866" y="5992"/>
                  <a:pt x="46258" y="4690"/>
                  <a:pt x="58244" y="4690"/>
                </a:cubicBezTo>
                <a:cubicBezTo>
                  <a:pt x="62285" y="4690"/>
                  <a:pt x="63587" y="4690"/>
                  <a:pt x="63587" y="1823"/>
                </a:cubicBezTo>
                <a:cubicBezTo>
                  <a:pt x="63587" y="1694"/>
                  <a:pt x="63458" y="0"/>
                  <a:pt x="61372" y="0"/>
                </a:cubicBezTo>
                <a:cubicBezTo>
                  <a:pt x="58376" y="0"/>
                  <a:pt x="54857" y="260"/>
                  <a:pt x="51729" y="390"/>
                </a:cubicBezTo>
                <a:cubicBezTo>
                  <a:pt x="48471" y="521"/>
                  <a:pt x="44563" y="521"/>
                  <a:pt x="41305" y="521"/>
                </a:cubicBezTo>
                <a:cubicBezTo>
                  <a:pt x="38569" y="521"/>
                  <a:pt x="35053" y="390"/>
                  <a:pt x="32314" y="390"/>
                </a:cubicBezTo>
                <a:cubicBezTo>
                  <a:pt x="29578" y="390"/>
                  <a:pt x="26451" y="0"/>
                  <a:pt x="23847" y="0"/>
                </a:cubicBezTo>
                <a:cubicBezTo>
                  <a:pt x="23064" y="0"/>
                  <a:pt x="21109" y="0"/>
                  <a:pt x="21109" y="2867"/>
                </a:cubicBezTo>
                <a:cubicBezTo>
                  <a:pt x="21109" y="4690"/>
                  <a:pt x="22673" y="4690"/>
                  <a:pt x="25280" y="4690"/>
                </a:cubicBezTo>
                <a:cubicBezTo>
                  <a:pt x="25409" y="4690"/>
                  <a:pt x="27884" y="4690"/>
                  <a:pt x="30230" y="4951"/>
                </a:cubicBezTo>
                <a:cubicBezTo>
                  <a:pt x="32967" y="5211"/>
                  <a:pt x="33226" y="5471"/>
                  <a:pt x="33226" y="6774"/>
                </a:cubicBezTo>
                <a:cubicBezTo>
                  <a:pt x="33226" y="7034"/>
                  <a:pt x="33226" y="7684"/>
                  <a:pt x="32705" y="9639"/>
                </a:cubicBezTo>
                <a:lnTo>
                  <a:pt x="15376" y="78793"/>
                </a:lnTo>
                <a:cubicBezTo>
                  <a:pt x="14204" y="83221"/>
                  <a:pt x="13944" y="84262"/>
                  <a:pt x="3910" y="84262"/>
                </a:cubicBezTo>
                <a:cubicBezTo>
                  <a:pt x="1694" y="84262"/>
                  <a:pt x="0" y="84262"/>
                  <a:pt x="0" y="86998"/>
                </a:cubicBezTo>
                <a:cubicBezTo>
                  <a:pt x="0" y="88952"/>
                  <a:pt x="1564" y="88952"/>
                  <a:pt x="3910" y="88952"/>
                </a:cubicBezTo>
                <a:lnTo>
                  <a:pt x="69449" y="88952"/>
                </a:lnTo>
                <a:cubicBezTo>
                  <a:pt x="72709" y="88952"/>
                  <a:pt x="72838" y="88823"/>
                  <a:pt x="73879" y="86348"/>
                </a:cubicBezTo>
                <a:cubicBezTo>
                  <a:pt x="75184" y="82831"/>
                  <a:pt x="84956" y="57564"/>
                  <a:pt x="84956" y="56523"/>
                </a:cubicBezTo>
                <a:cubicBezTo>
                  <a:pt x="84956" y="56133"/>
                  <a:pt x="84696" y="54700"/>
                  <a:pt x="82741" y="54700"/>
                </a:cubicBezTo>
                <a:cubicBezTo>
                  <a:pt x="81178" y="54700"/>
                  <a:pt x="80917" y="55352"/>
                  <a:pt x="80135" y="57435"/>
                </a:cubicBezTo>
                <a:cubicBezTo>
                  <a:pt x="75184" y="69806"/>
                  <a:pt x="69449" y="84262"/>
                  <a:pt x="45606" y="84262"/>
                </a:cubicBezTo>
                <a:lnTo>
                  <a:pt x="30882" y="84262"/>
                </a:lnTo>
                <a:cubicBezTo>
                  <a:pt x="26843" y="84262"/>
                  <a:pt x="26711" y="84133"/>
                  <a:pt x="26711" y="82960"/>
                </a:cubicBezTo>
                <a:cubicBezTo>
                  <a:pt x="26711" y="82831"/>
                  <a:pt x="26711" y="82179"/>
                  <a:pt x="27234" y="80226"/>
                </a:cubicBezTo>
                <a:lnTo>
                  <a:pt x="44692" y="106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BBCC6FAA-6D4D-432B-8608-7BE5541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0833" y="1501155"/>
            <a:ext cx="64105" cy="91740"/>
          </a:xfrm>
          <a:custGeom xmlns:a="http://schemas.openxmlformats.org/drawingml/2006/main">
            <a:pathLst>
              <a:path w="64105" h="91740">
                <a:moveTo>
                  <a:pt x="31010" y="3909"/>
                </a:moveTo>
                <a:cubicBezTo>
                  <a:pt x="31141" y="3648"/>
                  <a:pt x="31531" y="1954"/>
                  <a:pt x="31531" y="1825"/>
                </a:cubicBezTo>
                <a:cubicBezTo>
                  <a:pt x="31531" y="1173"/>
                  <a:pt x="31010" y="0"/>
                  <a:pt x="29447" y="0"/>
                </a:cubicBezTo>
                <a:cubicBezTo>
                  <a:pt x="26841" y="0"/>
                  <a:pt x="16026" y="1042"/>
                  <a:pt x="12768" y="1302"/>
                </a:cubicBezTo>
                <a:cubicBezTo>
                  <a:pt x="11727" y="1434"/>
                  <a:pt x="9901" y="1563"/>
                  <a:pt x="9901" y="4300"/>
                </a:cubicBezTo>
                <a:cubicBezTo>
                  <a:pt x="9901" y="6124"/>
                  <a:pt x="11727" y="6124"/>
                  <a:pt x="13290" y="6124"/>
                </a:cubicBezTo>
                <a:cubicBezTo>
                  <a:pt x="19544" y="6124"/>
                  <a:pt x="19544" y="7036"/>
                  <a:pt x="19544" y="8078"/>
                </a:cubicBezTo>
                <a:cubicBezTo>
                  <a:pt x="19544" y="8989"/>
                  <a:pt x="19284" y="9770"/>
                  <a:pt x="19023" y="10943"/>
                </a:cubicBezTo>
                <a:lnTo>
                  <a:pt x="651" y="84702"/>
                </a:lnTo>
                <a:cubicBezTo>
                  <a:pt x="0" y="87050"/>
                  <a:pt x="0" y="87310"/>
                  <a:pt x="0" y="87571"/>
                </a:cubicBezTo>
                <a:cubicBezTo>
                  <a:pt x="0" y="89525"/>
                  <a:pt x="1563" y="91740"/>
                  <a:pt x="4430" y="91740"/>
                </a:cubicBezTo>
                <a:cubicBezTo>
                  <a:pt x="7946" y="91740"/>
                  <a:pt x="9641" y="89136"/>
                  <a:pt x="10424" y="86267"/>
                </a:cubicBezTo>
                <a:cubicBezTo>
                  <a:pt x="10684" y="85745"/>
                  <a:pt x="16288" y="62800"/>
                  <a:pt x="16808" y="60973"/>
                </a:cubicBezTo>
                <a:cubicBezTo>
                  <a:pt x="26060" y="61885"/>
                  <a:pt x="33485" y="64885"/>
                  <a:pt x="33485" y="71665"/>
                </a:cubicBezTo>
                <a:cubicBezTo>
                  <a:pt x="33485" y="72317"/>
                  <a:pt x="33485" y="72969"/>
                  <a:pt x="33225" y="74272"/>
                </a:cubicBezTo>
                <a:cubicBezTo>
                  <a:pt x="32703" y="76228"/>
                  <a:pt x="32703" y="76880"/>
                  <a:pt x="32703" y="78314"/>
                </a:cubicBezTo>
                <a:cubicBezTo>
                  <a:pt x="32703" y="87571"/>
                  <a:pt x="40262" y="91740"/>
                  <a:pt x="46516" y="91740"/>
                </a:cubicBezTo>
                <a:cubicBezTo>
                  <a:pt x="59156" y="91740"/>
                  <a:pt x="63064" y="71926"/>
                  <a:pt x="63064" y="71794"/>
                </a:cubicBezTo>
                <a:cubicBezTo>
                  <a:pt x="63064" y="70100"/>
                  <a:pt x="61371" y="70100"/>
                  <a:pt x="60980" y="70100"/>
                </a:cubicBezTo>
                <a:cubicBezTo>
                  <a:pt x="59156" y="70100"/>
                  <a:pt x="59027" y="70753"/>
                  <a:pt x="58374" y="73230"/>
                </a:cubicBezTo>
                <a:cubicBezTo>
                  <a:pt x="56810" y="78837"/>
                  <a:pt x="53292" y="88092"/>
                  <a:pt x="46907" y="88092"/>
                </a:cubicBezTo>
                <a:cubicBezTo>
                  <a:pt x="43389" y="88092"/>
                  <a:pt x="42346" y="84833"/>
                  <a:pt x="42346" y="81312"/>
                </a:cubicBezTo>
                <a:cubicBezTo>
                  <a:pt x="42346" y="79097"/>
                  <a:pt x="42346" y="78837"/>
                  <a:pt x="43128" y="75447"/>
                </a:cubicBezTo>
                <a:cubicBezTo>
                  <a:pt x="43260" y="75055"/>
                  <a:pt x="43780" y="72838"/>
                  <a:pt x="43780" y="71405"/>
                </a:cubicBezTo>
                <a:cubicBezTo>
                  <a:pt x="43780" y="59799"/>
                  <a:pt x="28146" y="57974"/>
                  <a:pt x="22671" y="57583"/>
                </a:cubicBezTo>
                <a:cubicBezTo>
                  <a:pt x="26451" y="55237"/>
                  <a:pt x="31271" y="50934"/>
                  <a:pt x="33485" y="48980"/>
                </a:cubicBezTo>
                <a:cubicBezTo>
                  <a:pt x="40131" y="42725"/>
                  <a:pt x="46647" y="36603"/>
                  <a:pt x="53944" y="36603"/>
                </a:cubicBezTo>
                <a:cubicBezTo>
                  <a:pt x="55507" y="36603"/>
                  <a:pt x="57201" y="36993"/>
                  <a:pt x="58242" y="38295"/>
                </a:cubicBezTo>
                <a:cubicBezTo>
                  <a:pt x="52640" y="39208"/>
                  <a:pt x="51466" y="43637"/>
                  <a:pt x="51466" y="45592"/>
                </a:cubicBezTo>
                <a:cubicBezTo>
                  <a:pt x="51466" y="48459"/>
                  <a:pt x="53685" y="50413"/>
                  <a:pt x="56679" y="50413"/>
                </a:cubicBezTo>
                <a:cubicBezTo>
                  <a:pt x="60197" y="50413"/>
                  <a:pt x="64105" y="47546"/>
                  <a:pt x="64105" y="42075"/>
                </a:cubicBezTo>
                <a:cubicBezTo>
                  <a:pt x="64105" y="37774"/>
                  <a:pt x="60980" y="32953"/>
                  <a:pt x="54073" y="32953"/>
                </a:cubicBezTo>
                <a:cubicBezTo>
                  <a:pt x="46647" y="32953"/>
                  <a:pt x="39871" y="38295"/>
                  <a:pt x="33225" y="44419"/>
                </a:cubicBezTo>
                <a:cubicBezTo>
                  <a:pt x="27754" y="49632"/>
                  <a:pt x="23453" y="53672"/>
                  <a:pt x="18111" y="55889"/>
                </a:cubicBezTo>
                <a:lnTo>
                  <a:pt x="31010" y="3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CD13041C-7676-41D8-8272-2BCE1AE3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5170" y="1525875"/>
            <a:ext cx="21778" cy="55721"/>
          </a:xfrm>
          <a:custGeom xmlns:a="http://schemas.openxmlformats.org/drawingml/2006/main">
            <a:pathLst>
              <a:path w="21778" h="55721">
                <a:moveTo>
                  <a:pt x="21778" y="19544"/>
                </a:moveTo>
                <a:cubicBezTo>
                  <a:pt x="21778" y="7260"/>
                  <a:pt x="17125" y="0"/>
                  <a:pt x="9865" y="0"/>
                </a:cubicBezTo>
                <a:cubicBezTo>
                  <a:pt x="3722" y="0"/>
                  <a:pt x="0" y="4653"/>
                  <a:pt x="0" y="9865"/>
                </a:cubicBezTo>
                <a:cubicBezTo>
                  <a:pt x="0" y="14892"/>
                  <a:pt x="3722" y="19729"/>
                  <a:pt x="9865" y="19729"/>
                </a:cubicBezTo>
                <a:cubicBezTo>
                  <a:pt x="12097" y="19729"/>
                  <a:pt x="14518" y="18985"/>
                  <a:pt x="16380" y="17312"/>
                </a:cubicBezTo>
                <a:cubicBezTo>
                  <a:pt x="16937" y="16937"/>
                  <a:pt x="17125" y="16752"/>
                  <a:pt x="17310" y="16752"/>
                </a:cubicBezTo>
                <a:cubicBezTo>
                  <a:pt x="17497" y="16752"/>
                  <a:pt x="17685" y="16937"/>
                  <a:pt x="17685" y="19544"/>
                </a:cubicBezTo>
                <a:cubicBezTo>
                  <a:pt x="17685" y="33348"/>
                  <a:pt x="11169" y="44539"/>
                  <a:pt x="5025" y="50694"/>
                </a:cubicBezTo>
                <a:cubicBezTo>
                  <a:pt x="2977" y="52744"/>
                  <a:pt x="2977" y="53117"/>
                  <a:pt x="2977" y="53676"/>
                </a:cubicBezTo>
                <a:cubicBezTo>
                  <a:pt x="2977" y="54977"/>
                  <a:pt x="3908" y="55721"/>
                  <a:pt x="4842" y="55721"/>
                </a:cubicBezTo>
                <a:cubicBezTo>
                  <a:pt x="6886" y="55721"/>
                  <a:pt x="21778" y="41369"/>
                  <a:pt x="21778" y="195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9E5F93F1-C365-42BA-B08E-B0D69A35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7967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7" y="0"/>
                  <a:pt x="0" y="4468"/>
                  <a:pt x="0" y="9865"/>
                </a:cubicBezTo>
                <a:cubicBezTo>
                  <a:pt x="0" y="15264"/>
                  <a:pt x="4467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1F83F3F3-E513-491C-B229-88527099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0577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7" y="0"/>
                  <a:pt x="0" y="4468"/>
                  <a:pt x="0" y="9865"/>
                </a:cubicBezTo>
                <a:cubicBezTo>
                  <a:pt x="0" y="15264"/>
                  <a:pt x="4467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26972A80-CFD3-442A-889D-A62F75AC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3372" y="1525875"/>
            <a:ext cx="19729" cy="19729"/>
          </a:xfrm>
          <a:custGeom xmlns:a="http://schemas.openxmlformats.org/drawingml/2006/main">
            <a:pathLst>
              <a:path w="19729" h="19729">
                <a:moveTo>
                  <a:pt x="19729" y="9865"/>
                </a:moveTo>
                <a:cubicBezTo>
                  <a:pt x="19729" y="4468"/>
                  <a:pt x="15264" y="0"/>
                  <a:pt x="9865" y="0"/>
                </a:cubicBezTo>
                <a:cubicBezTo>
                  <a:pt x="4467" y="0"/>
                  <a:pt x="0" y="4468"/>
                  <a:pt x="0" y="9865"/>
                </a:cubicBezTo>
                <a:cubicBezTo>
                  <a:pt x="0" y="15264"/>
                  <a:pt x="4467" y="19729"/>
                  <a:pt x="9865" y="19729"/>
                </a:cubicBezTo>
                <a:cubicBezTo>
                  <a:pt x="15264" y="19729"/>
                  <a:pt x="19729" y="15264"/>
                  <a:pt x="19729" y="98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7002F3BD-3C02-4AED-8591-874C3A15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6169" y="1525875"/>
            <a:ext cx="21778" cy="55721"/>
          </a:xfrm>
          <a:custGeom xmlns:a="http://schemas.openxmlformats.org/drawingml/2006/main">
            <a:pathLst>
              <a:path w="21778" h="55721">
                <a:moveTo>
                  <a:pt x="21778" y="19544"/>
                </a:moveTo>
                <a:cubicBezTo>
                  <a:pt x="21778" y="7260"/>
                  <a:pt x="17125" y="0"/>
                  <a:pt x="9865" y="0"/>
                </a:cubicBezTo>
                <a:cubicBezTo>
                  <a:pt x="3722" y="0"/>
                  <a:pt x="0" y="4653"/>
                  <a:pt x="0" y="9865"/>
                </a:cubicBezTo>
                <a:cubicBezTo>
                  <a:pt x="0" y="14892"/>
                  <a:pt x="3722" y="19729"/>
                  <a:pt x="9865" y="19729"/>
                </a:cubicBezTo>
                <a:cubicBezTo>
                  <a:pt x="12097" y="19729"/>
                  <a:pt x="14518" y="18985"/>
                  <a:pt x="16380" y="17312"/>
                </a:cubicBezTo>
                <a:cubicBezTo>
                  <a:pt x="16937" y="16937"/>
                  <a:pt x="17125" y="16752"/>
                  <a:pt x="17310" y="16752"/>
                </a:cubicBezTo>
                <a:cubicBezTo>
                  <a:pt x="17497" y="16752"/>
                  <a:pt x="17685" y="16937"/>
                  <a:pt x="17685" y="19544"/>
                </a:cubicBezTo>
                <a:cubicBezTo>
                  <a:pt x="17685" y="33348"/>
                  <a:pt x="11169" y="44539"/>
                  <a:pt x="5025" y="50694"/>
                </a:cubicBezTo>
                <a:cubicBezTo>
                  <a:pt x="2977" y="52744"/>
                  <a:pt x="2977" y="53117"/>
                  <a:pt x="2977" y="53676"/>
                </a:cubicBezTo>
                <a:cubicBezTo>
                  <a:pt x="2977" y="54977"/>
                  <a:pt x="3908" y="55721"/>
                  <a:pt x="4842" y="55721"/>
                </a:cubicBezTo>
                <a:cubicBezTo>
                  <a:pt x="6886" y="55721"/>
                  <a:pt x="21778" y="41369"/>
                  <a:pt x="21778" y="195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660C0E03-60C2-4548-B759-DB631E0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7796" y="1465439"/>
            <a:ext cx="100515" cy="82164"/>
          </a:xfrm>
          <a:custGeom xmlns:a="http://schemas.openxmlformats.org/drawingml/2006/main">
            <a:pathLst>
              <a:path w="100515" h="82164">
                <a:moveTo>
                  <a:pt x="44303" y="10799"/>
                </a:moveTo>
                <a:lnTo>
                  <a:pt x="65335" y="10799"/>
                </a:lnTo>
                <a:cubicBezTo>
                  <a:pt x="59192" y="38302"/>
                  <a:pt x="57520" y="46294"/>
                  <a:pt x="57520" y="58743"/>
                </a:cubicBezTo>
                <a:cubicBezTo>
                  <a:pt x="57520" y="61532"/>
                  <a:pt x="57520" y="66548"/>
                  <a:pt x="59007" y="72868"/>
                </a:cubicBezTo>
                <a:cubicBezTo>
                  <a:pt x="60868" y="81048"/>
                  <a:pt x="62916" y="82164"/>
                  <a:pt x="65708" y="82164"/>
                </a:cubicBezTo>
                <a:cubicBezTo>
                  <a:pt x="69432" y="82164"/>
                  <a:pt x="73340" y="78816"/>
                  <a:pt x="73340" y="75098"/>
                </a:cubicBezTo>
                <a:cubicBezTo>
                  <a:pt x="73340" y="73981"/>
                  <a:pt x="73340" y="73612"/>
                  <a:pt x="72224" y="71011"/>
                </a:cubicBezTo>
                <a:cubicBezTo>
                  <a:pt x="66824" y="57630"/>
                  <a:pt x="66824" y="45550"/>
                  <a:pt x="66824" y="40347"/>
                </a:cubicBezTo>
                <a:cubicBezTo>
                  <a:pt x="66824" y="30496"/>
                  <a:pt x="68127" y="20462"/>
                  <a:pt x="70175" y="10799"/>
                </a:cubicBezTo>
                <a:lnTo>
                  <a:pt x="91395" y="10799"/>
                </a:lnTo>
                <a:cubicBezTo>
                  <a:pt x="93816" y="10799"/>
                  <a:pt x="100515" y="10799"/>
                  <a:pt x="100515" y="4468"/>
                </a:cubicBezTo>
                <a:cubicBezTo>
                  <a:pt x="100515" y="0"/>
                  <a:pt x="96608" y="0"/>
                  <a:pt x="93071" y="0"/>
                </a:cubicBezTo>
                <a:lnTo>
                  <a:pt x="30711" y="0"/>
                </a:lnTo>
                <a:cubicBezTo>
                  <a:pt x="26620" y="0"/>
                  <a:pt x="19544" y="0"/>
                  <a:pt x="11356" y="8751"/>
                </a:cubicBezTo>
                <a:cubicBezTo>
                  <a:pt x="4840" y="16002"/>
                  <a:pt x="0" y="24549"/>
                  <a:pt x="0" y="25478"/>
                </a:cubicBezTo>
                <a:cubicBezTo>
                  <a:pt x="0" y="25665"/>
                  <a:pt x="0" y="27338"/>
                  <a:pt x="2232" y="27338"/>
                </a:cubicBezTo>
                <a:cubicBezTo>
                  <a:pt x="3724" y="27338"/>
                  <a:pt x="4095" y="26594"/>
                  <a:pt x="5211" y="25108"/>
                </a:cubicBezTo>
                <a:cubicBezTo>
                  <a:pt x="14333" y="10799"/>
                  <a:pt x="25129" y="10799"/>
                  <a:pt x="28852" y="10799"/>
                </a:cubicBezTo>
                <a:lnTo>
                  <a:pt x="39463" y="10799"/>
                </a:lnTo>
                <a:cubicBezTo>
                  <a:pt x="33504" y="33283"/>
                  <a:pt x="23454" y="55770"/>
                  <a:pt x="15636" y="72681"/>
                </a:cubicBezTo>
                <a:cubicBezTo>
                  <a:pt x="14148" y="75470"/>
                  <a:pt x="14148" y="75842"/>
                  <a:pt x="14148" y="77143"/>
                </a:cubicBezTo>
                <a:cubicBezTo>
                  <a:pt x="14148" y="80676"/>
                  <a:pt x="17123" y="82164"/>
                  <a:pt x="19544" y="82164"/>
                </a:cubicBezTo>
                <a:cubicBezTo>
                  <a:pt x="25129" y="82164"/>
                  <a:pt x="26620" y="76955"/>
                  <a:pt x="28852" y="70079"/>
                </a:cubicBezTo>
                <a:cubicBezTo>
                  <a:pt x="31460" y="61532"/>
                  <a:pt x="31460" y="61160"/>
                  <a:pt x="33879" y="51867"/>
                </a:cubicBezTo>
                <a:lnTo>
                  <a:pt x="44303" y="10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ABEF9E45-1992-4CD3-BB06-F4D394A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4578" y="1379803"/>
            <a:ext cx="84956" cy="88952"/>
          </a:xfrm>
          <a:custGeom xmlns:a="http://schemas.openxmlformats.org/drawingml/2006/main">
            <a:pathLst>
              <a:path w="84956" h="88952">
                <a:moveTo>
                  <a:pt x="44692" y="10681"/>
                </a:moveTo>
                <a:cubicBezTo>
                  <a:pt x="45866" y="5992"/>
                  <a:pt x="46258" y="4690"/>
                  <a:pt x="58244" y="4690"/>
                </a:cubicBezTo>
                <a:cubicBezTo>
                  <a:pt x="62285" y="4690"/>
                  <a:pt x="63587" y="4690"/>
                  <a:pt x="63587" y="1823"/>
                </a:cubicBezTo>
                <a:cubicBezTo>
                  <a:pt x="63587" y="1694"/>
                  <a:pt x="63458" y="0"/>
                  <a:pt x="61372" y="0"/>
                </a:cubicBezTo>
                <a:cubicBezTo>
                  <a:pt x="58376" y="0"/>
                  <a:pt x="54857" y="260"/>
                  <a:pt x="51729" y="390"/>
                </a:cubicBezTo>
                <a:cubicBezTo>
                  <a:pt x="48471" y="521"/>
                  <a:pt x="44563" y="521"/>
                  <a:pt x="41305" y="521"/>
                </a:cubicBezTo>
                <a:cubicBezTo>
                  <a:pt x="38569" y="521"/>
                  <a:pt x="35053" y="390"/>
                  <a:pt x="32314" y="390"/>
                </a:cubicBezTo>
                <a:cubicBezTo>
                  <a:pt x="29578" y="390"/>
                  <a:pt x="26451" y="0"/>
                  <a:pt x="23847" y="0"/>
                </a:cubicBezTo>
                <a:cubicBezTo>
                  <a:pt x="23064" y="0"/>
                  <a:pt x="21109" y="0"/>
                  <a:pt x="21109" y="2867"/>
                </a:cubicBezTo>
                <a:cubicBezTo>
                  <a:pt x="21109" y="4690"/>
                  <a:pt x="22673" y="4690"/>
                  <a:pt x="25280" y="4690"/>
                </a:cubicBezTo>
                <a:cubicBezTo>
                  <a:pt x="25409" y="4690"/>
                  <a:pt x="27884" y="4690"/>
                  <a:pt x="30230" y="4951"/>
                </a:cubicBezTo>
                <a:cubicBezTo>
                  <a:pt x="32967" y="5211"/>
                  <a:pt x="33226" y="5471"/>
                  <a:pt x="33226" y="6774"/>
                </a:cubicBezTo>
                <a:cubicBezTo>
                  <a:pt x="33226" y="7034"/>
                  <a:pt x="33226" y="7684"/>
                  <a:pt x="32705" y="9639"/>
                </a:cubicBezTo>
                <a:lnTo>
                  <a:pt x="15376" y="78793"/>
                </a:lnTo>
                <a:cubicBezTo>
                  <a:pt x="14204" y="83221"/>
                  <a:pt x="13944" y="84262"/>
                  <a:pt x="3910" y="84262"/>
                </a:cubicBezTo>
                <a:cubicBezTo>
                  <a:pt x="1694" y="84262"/>
                  <a:pt x="0" y="84262"/>
                  <a:pt x="0" y="86998"/>
                </a:cubicBezTo>
                <a:cubicBezTo>
                  <a:pt x="0" y="88952"/>
                  <a:pt x="1564" y="88952"/>
                  <a:pt x="3910" y="88952"/>
                </a:cubicBezTo>
                <a:lnTo>
                  <a:pt x="69449" y="88952"/>
                </a:lnTo>
                <a:cubicBezTo>
                  <a:pt x="72709" y="88952"/>
                  <a:pt x="72838" y="88823"/>
                  <a:pt x="73879" y="86348"/>
                </a:cubicBezTo>
                <a:cubicBezTo>
                  <a:pt x="75184" y="82831"/>
                  <a:pt x="84956" y="57565"/>
                  <a:pt x="84956" y="56523"/>
                </a:cubicBezTo>
                <a:cubicBezTo>
                  <a:pt x="84956" y="56133"/>
                  <a:pt x="84696" y="54700"/>
                  <a:pt x="82741" y="54700"/>
                </a:cubicBezTo>
                <a:cubicBezTo>
                  <a:pt x="81178" y="54700"/>
                  <a:pt x="80917" y="55352"/>
                  <a:pt x="80135" y="57435"/>
                </a:cubicBezTo>
                <a:cubicBezTo>
                  <a:pt x="75184" y="69806"/>
                  <a:pt x="69449" y="84262"/>
                  <a:pt x="45606" y="84262"/>
                </a:cubicBezTo>
                <a:lnTo>
                  <a:pt x="30882" y="84262"/>
                </a:lnTo>
                <a:cubicBezTo>
                  <a:pt x="26843" y="84262"/>
                  <a:pt x="26711" y="84133"/>
                  <a:pt x="26711" y="82960"/>
                </a:cubicBezTo>
                <a:cubicBezTo>
                  <a:pt x="26711" y="82831"/>
                  <a:pt x="26711" y="82179"/>
                  <a:pt x="27234" y="80226"/>
                </a:cubicBezTo>
                <a:lnTo>
                  <a:pt x="44692" y="106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459E68C3-DA51-4659-BCFB-BB2FC48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7907" y="1502678"/>
            <a:ext cx="118573" cy="88945"/>
          </a:xfrm>
          <a:custGeom xmlns:a="http://schemas.openxmlformats.org/drawingml/2006/main">
            <a:pathLst>
              <a:path w="118573" h="88945">
                <a:moveTo>
                  <a:pt x="65541" y="36595"/>
                </a:moveTo>
                <a:cubicBezTo>
                  <a:pt x="65021" y="35553"/>
                  <a:pt x="64759" y="35163"/>
                  <a:pt x="64759" y="35032"/>
                </a:cubicBezTo>
                <a:cubicBezTo>
                  <a:pt x="64759" y="34772"/>
                  <a:pt x="64888" y="34643"/>
                  <a:pt x="67887" y="32559"/>
                </a:cubicBezTo>
                <a:lnTo>
                  <a:pt x="81047" y="23312"/>
                </a:lnTo>
                <a:cubicBezTo>
                  <a:pt x="98247" y="11202"/>
                  <a:pt x="106326" y="5474"/>
                  <a:pt x="115577" y="4692"/>
                </a:cubicBezTo>
                <a:cubicBezTo>
                  <a:pt x="117010" y="4561"/>
                  <a:pt x="118573" y="4432"/>
                  <a:pt x="118573" y="1825"/>
                </a:cubicBezTo>
                <a:cubicBezTo>
                  <a:pt x="118573" y="783"/>
                  <a:pt x="117663" y="131"/>
                  <a:pt x="116879" y="131"/>
                </a:cubicBezTo>
                <a:cubicBezTo>
                  <a:pt x="114143" y="131"/>
                  <a:pt x="110754" y="523"/>
                  <a:pt x="107889" y="523"/>
                </a:cubicBezTo>
                <a:cubicBezTo>
                  <a:pt x="104371" y="523"/>
                  <a:pt x="95640" y="0"/>
                  <a:pt x="92124" y="0"/>
                </a:cubicBezTo>
                <a:cubicBezTo>
                  <a:pt x="91341" y="0"/>
                  <a:pt x="89386" y="0"/>
                  <a:pt x="89386" y="2867"/>
                </a:cubicBezTo>
                <a:cubicBezTo>
                  <a:pt x="89386" y="2998"/>
                  <a:pt x="89386" y="4561"/>
                  <a:pt x="91341" y="4692"/>
                </a:cubicBezTo>
                <a:cubicBezTo>
                  <a:pt x="92905" y="4822"/>
                  <a:pt x="94599" y="5082"/>
                  <a:pt x="94599" y="6515"/>
                </a:cubicBezTo>
                <a:cubicBezTo>
                  <a:pt x="94599" y="8859"/>
                  <a:pt x="90560" y="11723"/>
                  <a:pt x="88864" y="12896"/>
                </a:cubicBezTo>
                <a:lnTo>
                  <a:pt x="34531" y="51178"/>
                </a:lnTo>
                <a:lnTo>
                  <a:pt x="44825" y="10160"/>
                </a:lnTo>
                <a:cubicBezTo>
                  <a:pt x="45997" y="5734"/>
                  <a:pt x="46126" y="4692"/>
                  <a:pt x="56290" y="4692"/>
                </a:cubicBezTo>
                <a:cubicBezTo>
                  <a:pt x="58376" y="4692"/>
                  <a:pt x="60199" y="4692"/>
                  <a:pt x="60199" y="1956"/>
                </a:cubicBezTo>
                <a:cubicBezTo>
                  <a:pt x="60199" y="783"/>
                  <a:pt x="59417" y="0"/>
                  <a:pt x="58114" y="0"/>
                </a:cubicBezTo>
                <a:cubicBezTo>
                  <a:pt x="54335" y="0"/>
                  <a:pt x="44825" y="523"/>
                  <a:pt x="41045" y="523"/>
                </a:cubicBezTo>
                <a:cubicBezTo>
                  <a:pt x="38830" y="523"/>
                  <a:pt x="34268" y="523"/>
                  <a:pt x="32054" y="392"/>
                </a:cubicBezTo>
                <a:cubicBezTo>
                  <a:pt x="29449" y="262"/>
                  <a:pt x="26322" y="0"/>
                  <a:pt x="23847" y="0"/>
                </a:cubicBezTo>
                <a:cubicBezTo>
                  <a:pt x="23064" y="0"/>
                  <a:pt x="21109" y="0"/>
                  <a:pt x="21109" y="2867"/>
                </a:cubicBezTo>
                <a:cubicBezTo>
                  <a:pt x="21109" y="4692"/>
                  <a:pt x="22542" y="4692"/>
                  <a:pt x="25409" y="4692"/>
                </a:cubicBezTo>
                <a:cubicBezTo>
                  <a:pt x="27495" y="4692"/>
                  <a:pt x="28015" y="4692"/>
                  <a:pt x="30359" y="4953"/>
                </a:cubicBezTo>
                <a:cubicBezTo>
                  <a:pt x="32967" y="5213"/>
                  <a:pt x="33226" y="5474"/>
                  <a:pt x="33226" y="6776"/>
                </a:cubicBezTo>
                <a:cubicBezTo>
                  <a:pt x="33226" y="7036"/>
                  <a:pt x="33226" y="7686"/>
                  <a:pt x="32705" y="9639"/>
                </a:cubicBezTo>
                <a:lnTo>
                  <a:pt x="15376" y="78785"/>
                </a:lnTo>
                <a:cubicBezTo>
                  <a:pt x="14333" y="83213"/>
                  <a:pt x="14073" y="84254"/>
                  <a:pt x="3910" y="84254"/>
                </a:cubicBezTo>
                <a:cubicBezTo>
                  <a:pt x="1564" y="84254"/>
                  <a:pt x="0" y="84254"/>
                  <a:pt x="0" y="87121"/>
                </a:cubicBezTo>
                <a:cubicBezTo>
                  <a:pt x="0" y="87253"/>
                  <a:pt x="0" y="88945"/>
                  <a:pt x="2086" y="88945"/>
                </a:cubicBezTo>
                <a:cubicBezTo>
                  <a:pt x="5865" y="88945"/>
                  <a:pt x="15245" y="88424"/>
                  <a:pt x="19024" y="88424"/>
                </a:cubicBezTo>
                <a:cubicBezTo>
                  <a:pt x="21239" y="88424"/>
                  <a:pt x="25800" y="88424"/>
                  <a:pt x="28015" y="88555"/>
                </a:cubicBezTo>
                <a:cubicBezTo>
                  <a:pt x="30621" y="88684"/>
                  <a:pt x="33879" y="88945"/>
                  <a:pt x="36354" y="88945"/>
                </a:cubicBezTo>
                <a:cubicBezTo>
                  <a:pt x="37135" y="88945"/>
                  <a:pt x="39090" y="88945"/>
                  <a:pt x="39090" y="86079"/>
                </a:cubicBezTo>
                <a:cubicBezTo>
                  <a:pt x="39090" y="84254"/>
                  <a:pt x="37527" y="84254"/>
                  <a:pt x="34920" y="84254"/>
                </a:cubicBezTo>
                <a:cubicBezTo>
                  <a:pt x="34791" y="84254"/>
                  <a:pt x="32314" y="84254"/>
                  <a:pt x="29970" y="83994"/>
                </a:cubicBezTo>
                <a:cubicBezTo>
                  <a:pt x="26972" y="83733"/>
                  <a:pt x="26972" y="83344"/>
                  <a:pt x="26972" y="82042"/>
                </a:cubicBezTo>
                <a:cubicBezTo>
                  <a:pt x="26972" y="81000"/>
                  <a:pt x="28277" y="76182"/>
                  <a:pt x="33097" y="57040"/>
                </a:cubicBezTo>
                <a:lnTo>
                  <a:pt x="54727" y="41804"/>
                </a:lnTo>
                <a:lnTo>
                  <a:pt x="73619" y="78395"/>
                </a:lnTo>
                <a:cubicBezTo>
                  <a:pt x="74531" y="80087"/>
                  <a:pt x="74531" y="80218"/>
                  <a:pt x="74531" y="80868"/>
                </a:cubicBezTo>
                <a:cubicBezTo>
                  <a:pt x="74531" y="83865"/>
                  <a:pt x="70883" y="84254"/>
                  <a:pt x="68537" y="84254"/>
                </a:cubicBezTo>
                <a:cubicBezTo>
                  <a:pt x="66974" y="84254"/>
                  <a:pt x="65152" y="84254"/>
                  <a:pt x="65152" y="87121"/>
                </a:cubicBezTo>
                <a:cubicBezTo>
                  <a:pt x="65152" y="87253"/>
                  <a:pt x="65281" y="88945"/>
                  <a:pt x="67367" y="88945"/>
                </a:cubicBezTo>
                <a:cubicBezTo>
                  <a:pt x="71015" y="88945"/>
                  <a:pt x="80395" y="88424"/>
                  <a:pt x="84044" y="88424"/>
                </a:cubicBezTo>
                <a:cubicBezTo>
                  <a:pt x="87952" y="88424"/>
                  <a:pt x="93165" y="88945"/>
                  <a:pt x="96814" y="88945"/>
                </a:cubicBezTo>
                <a:cubicBezTo>
                  <a:pt x="98507" y="88945"/>
                  <a:pt x="99420" y="88034"/>
                  <a:pt x="99420" y="86209"/>
                </a:cubicBezTo>
                <a:cubicBezTo>
                  <a:pt x="99420" y="84254"/>
                  <a:pt x="97726" y="84254"/>
                  <a:pt x="96421" y="84254"/>
                </a:cubicBezTo>
                <a:cubicBezTo>
                  <a:pt x="94077" y="84254"/>
                  <a:pt x="90038" y="84125"/>
                  <a:pt x="87823" y="79958"/>
                </a:cubicBezTo>
                <a:lnTo>
                  <a:pt x="65541" y="365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EEE13757-29AF-4D3D-89E8-68822C3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3948" y="1569077"/>
            <a:ext cx="45512" cy="42173"/>
          </a:xfrm>
          <a:custGeom xmlns:a="http://schemas.openxmlformats.org/drawingml/2006/main">
            <a:pathLst>
              <a:path w="45512" h="42173">
                <a:moveTo>
                  <a:pt x="37972" y="5232"/>
                </a:moveTo>
                <a:cubicBezTo>
                  <a:pt x="36298" y="5699"/>
                  <a:pt x="33690" y="7653"/>
                  <a:pt x="33690" y="10819"/>
                </a:cubicBezTo>
                <a:cubicBezTo>
                  <a:pt x="33690" y="13237"/>
                  <a:pt x="35459" y="14633"/>
                  <a:pt x="37787" y="14633"/>
                </a:cubicBezTo>
                <a:cubicBezTo>
                  <a:pt x="40020" y="14633"/>
                  <a:pt x="43557" y="12865"/>
                  <a:pt x="43557" y="8213"/>
                </a:cubicBezTo>
                <a:cubicBezTo>
                  <a:pt x="43557" y="1210"/>
                  <a:pt x="34529" y="0"/>
                  <a:pt x="29409" y="0"/>
                </a:cubicBezTo>
                <a:cubicBezTo>
                  <a:pt x="13681" y="0"/>
                  <a:pt x="0" y="12865"/>
                  <a:pt x="0" y="25241"/>
                </a:cubicBezTo>
                <a:cubicBezTo>
                  <a:pt x="0" y="33334"/>
                  <a:pt x="5956" y="42173"/>
                  <a:pt x="20010" y="42173"/>
                </a:cubicBezTo>
                <a:cubicBezTo>
                  <a:pt x="21778" y="42173"/>
                  <a:pt x="29224" y="42173"/>
                  <a:pt x="35553" y="39754"/>
                </a:cubicBezTo>
                <a:cubicBezTo>
                  <a:pt x="41788" y="37334"/>
                  <a:pt x="45512" y="33056"/>
                  <a:pt x="45512" y="32032"/>
                </a:cubicBezTo>
                <a:cubicBezTo>
                  <a:pt x="45512" y="31287"/>
                  <a:pt x="44301" y="29891"/>
                  <a:pt x="43462" y="29891"/>
                </a:cubicBezTo>
                <a:cubicBezTo>
                  <a:pt x="42999" y="29891"/>
                  <a:pt x="42904" y="29985"/>
                  <a:pt x="41415" y="31473"/>
                </a:cubicBezTo>
                <a:cubicBezTo>
                  <a:pt x="37227" y="36218"/>
                  <a:pt x="29409" y="39009"/>
                  <a:pt x="20104" y="39009"/>
                </a:cubicBezTo>
                <a:cubicBezTo>
                  <a:pt x="12285" y="39009"/>
                  <a:pt x="8562" y="34636"/>
                  <a:pt x="8562" y="28217"/>
                </a:cubicBezTo>
                <a:cubicBezTo>
                  <a:pt x="8562" y="18728"/>
                  <a:pt x="14704" y="3166"/>
                  <a:pt x="29409" y="3166"/>
                </a:cubicBezTo>
                <a:cubicBezTo>
                  <a:pt x="30434" y="3166"/>
                  <a:pt x="35087" y="3166"/>
                  <a:pt x="37972" y="52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9B85C22B-7887-451A-9986-5091C9E8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2936" y="1300778"/>
            <a:ext cx="68635" cy="73350"/>
          </a:xfrm>
          <a:custGeom xmlns:a="http://schemas.openxmlformats.org/drawingml/2006/main">
            <a:pathLst>
              <a:path w="68635" h="73350">
                <a:moveTo>
                  <a:pt x="14568" y="58102"/>
                </a:moveTo>
                <a:cubicBezTo>
                  <a:pt x="23310" y="48724"/>
                  <a:pt x="28003" y="44680"/>
                  <a:pt x="33832" y="39668"/>
                </a:cubicBezTo>
                <a:cubicBezTo>
                  <a:pt x="33832" y="39506"/>
                  <a:pt x="43867" y="30935"/>
                  <a:pt x="49694" y="25113"/>
                </a:cubicBezTo>
                <a:cubicBezTo>
                  <a:pt x="65072" y="10038"/>
                  <a:pt x="68635" y="2268"/>
                  <a:pt x="68635" y="1620"/>
                </a:cubicBezTo>
                <a:cubicBezTo>
                  <a:pt x="68635" y="0"/>
                  <a:pt x="67177" y="0"/>
                  <a:pt x="66853" y="0"/>
                </a:cubicBezTo>
                <a:cubicBezTo>
                  <a:pt x="65720" y="0"/>
                  <a:pt x="65236" y="326"/>
                  <a:pt x="64425" y="1781"/>
                </a:cubicBezTo>
                <a:cubicBezTo>
                  <a:pt x="59569" y="9552"/>
                  <a:pt x="56171" y="12172"/>
                  <a:pt x="52285" y="12172"/>
                </a:cubicBezTo>
                <a:cubicBezTo>
                  <a:pt x="48400" y="12172"/>
                  <a:pt x="46456" y="9715"/>
                  <a:pt x="44028" y="6963"/>
                </a:cubicBezTo>
                <a:cubicBezTo>
                  <a:pt x="40953" y="3238"/>
                  <a:pt x="38201" y="0"/>
                  <a:pt x="32858" y="0"/>
                </a:cubicBezTo>
                <a:cubicBezTo>
                  <a:pt x="20719" y="0"/>
                  <a:pt x="13274" y="15087"/>
                  <a:pt x="13274" y="18483"/>
                </a:cubicBezTo>
                <a:cubicBezTo>
                  <a:pt x="13274" y="19293"/>
                  <a:pt x="13758" y="20262"/>
                  <a:pt x="15215" y="20262"/>
                </a:cubicBezTo>
                <a:cubicBezTo>
                  <a:pt x="16673" y="20262"/>
                  <a:pt x="16996" y="19454"/>
                  <a:pt x="17320" y="18483"/>
                </a:cubicBezTo>
                <a:cubicBezTo>
                  <a:pt x="20395" y="11014"/>
                  <a:pt x="29784" y="10846"/>
                  <a:pt x="31078" y="10846"/>
                </a:cubicBezTo>
                <a:cubicBezTo>
                  <a:pt x="34479" y="10846"/>
                  <a:pt x="37554" y="12007"/>
                  <a:pt x="41276" y="13306"/>
                </a:cubicBezTo>
                <a:cubicBezTo>
                  <a:pt x="47753" y="15734"/>
                  <a:pt x="49534" y="15734"/>
                  <a:pt x="53743" y="15734"/>
                </a:cubicBezTo>
                <a:cubicBezTo>
                  <a:pt x="47913" y="22687"/>
                  <a:pt x="34316" y="34331"/>
                  <a:pt x="31241" y="36919"/>
                </a:cubicBezTo>
                <a:lnTo>
                  <a:pt x="16673" y="50502"/>
                </a:lnTo>
                <a:cubicBezTo>
                  <a:pt x="5664" y="61345"/>
                  <a:pt x="0" y="70598"/>
                  <a:pt x="0" y="71732"/>
                </a:cubicBezTo>
                <a:cubicBezTo>
                  <a:pt x="0" y="73350"/>
                  <a:pt x="1618" y="73350"/>
                  <a:pt x="1941" y="73350"/>
                </a:cubicBezTo>
                <a:cubicBezTo>
                  <a:pt x="3235" y="73350"/>
                  <a:pt x="3559" y="73026"/>
                  <a:pt x="4532" y="71248"/>
                </a:cubicBezTo>
                <a:cubicBezTo>
                  <a:pt x="8255" y="65582"/>
                  <a:pt x="13111" y="61178"/>
                  <a:pt x="18290" y="61178"/>
                </a:cubicBezTo>
                <a:cubicBezTo>
                  <a:pt x="22013" y="61178"/>
                  <a:pt x="23633" y="62667"/>
                  <a:pt x="27679" y="67362"/>
                </a:cubicBezTo>
                <a:cubicBezTo>
                  <a:pt x="30431" y="70761"/>
                  <a:pt x="33345" y="73350"/>
                  <a:pt x="38041" y="73350"/>
                </a:cubicBezTo>
                <a:cubicBezTo>
                  <a:pt x="54066" y="73350"/>
                  <a:pt x="63455" y="52767"/>
                  <a:pt x="63455" y="48400"/>
                </a:cubicBezTo>
                <a:cubicBezTo>
                  <a:pt x="63455" y="47592"/>
                  <a:pt x="62808" y="46782"/>
                  <a:pt x="61511" y="46782"/>
                </a:cubicBezTo>
                <a:cubicBezTo>
                  <a:pt x="60054" y="46782"/>
                  <a:pt x="59729" y="47753"/>
                  <a:pt x="59246" y="48884"/>
                </a:cubicBezTo>
                <a:cubicBezTo>
                  <a:pt x="55521" y="59399"/>
                  <a:pt x="45162" y="62506"/>
                  <a:pt x="39819" y="62506"/>
                </a:cubicBezTo>
                <a:cubicBezTo>
                  <a:pt x="36583" y="62506"/>
                  <a:pt x="33669" y="61511"/>
                  <a:pt x="30270" y="60370"/>
                </a:cubicBezTo>
                <a:cubicBezTo>
                  <a:pt x="24767" y="58265"/>
                  <a:pt x="22339" y="57618"/>
                  <a:pt x="18937" y="57618"/>
                </a:cubicBezTo>
                <a:cubicBezTo>
                  <a:pt x="18614" y="57618"/>
                  <a:pt x="16025" y="57618"/>
                  <a:pt x="14568" y="581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7B132E4B-30EF-4A64-AECC-1B92CE4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2247" y="1312950"/>
            <a:ext cx="107972" cy="37939"/>
          </a:xfrm>
          <a:custGeom xmlns:a="http://schemas.openxmlformats.org/drawingml/2006/main">
            <a:pathLst>
              <a:path w="107972" h="37939">
                <a:moveTo>
                  <a:pt x="107972" y="5343"/>
                </a:moveTo>
                <a:cubicBezTo>
                  <a:pt x="107972" y="1781"/>
                  <a:pt x="106999" y="163"/>
                  <a:pt x="105704" y="163"/>
                </a:cubicBezTo>
                <a:cubicBezTo>
                  <a:pt x="104894" y="163"/>
                  <a:pt x="103600" y="1297"/>
                  <a:pt x="103440" y="4372"/>
                </a:cubicBezTo>
                <a:cubicBezTo>
                  <a:pt x="102790" y="19945"/>
                  <a:pt x="92107" y="28875"/>
                  <a:pt x="80777" y="28875"/>
                </a:cubicBezTo>
                <a:cubicBezTo>
                  <a:pt x="70579" y="28875"/>
                  <a:pt x="62808" y="21894"/>
                  <a:pt x="54877" y="14911"/>
                </a:cubicBezTo>
                <a:cubicBezTo>
                  <a:pt x="46619" y="7447"/>
                  <a:pt x="38204" y="0"/>
                  <a:pt x="27195" y="0"/>
                </a:cubicBezTo>
                <a:cubicBezTo>
                  <a:pt x="9551" y="0"/>
                  <a:pt x="0" y="17833"/>
                  <a:pt x="0" y="32599"/>
                </a:cubicBezTo>
                <a:cubicBezTo>
                  <a:pt x="0" y="37779"/>
                  <a:pt x="2104" y="37779"/>
                  <a:pt x="2266" y="37779"/>
                </a:cubicBezTo>
                <a:cubicBezTo>
                  <a:pt x="4046" y="37779"/>
                  <a:pt x="4533" y="34541"/>
                  <a:pt x="4533" y="34057"/>
                </a:cubicBezTo>
                <a:cubicBezTo>
                  <a:pt x="5180" y="16211"/>
                  <a:pt x="17320" y="9067"/>
                  <a:pt x="27195" y="9067"/>
                </a:cubicBezTo>
                <a:cubicBezTo>
                  <a:pt x="37394" y="9067"/>
                  <a:pt x="45165" y="16048"/>
                  <a:pt x="53096" y="23030"/>
                </a:cubicBezTo>
                <a:cubicBezTo>
                  <a:pt x="61351" y="30495"/>
                  <a:pt x="69768" y="37939"/>
                  <a:pt x="80777" y="37939"/>
                </a:cubicBezTo>
                <a:cubicBezTo>
                  <a:pt x="98420" y="37939"/>
                  <a:pt x="107972" y="20108"/>
                  <a:pt x="107972" y="534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AD3DA167-24F1-46F0-8EB2-A3404D1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9558" y="1246998"/>
            <a:ext cx="163010" cy="133487"/>
          </a:xfrm>
          <a:custGeom xmlns:a="http://schemas.openxmlformats.org/drawingml/2006/main">
            <a:pathLst>
              <a:path w="163010" h="133487">
                <a:moveTo>
                  <a:pt x="54230" y="32528"/>
                </a:moveTo>
                <a:cubicBezTo>
                  <a:pt x="57142" y="40938"/>
                  <a:pt x="60704" y="53073"/>
                  <a:pt x="67988" y="72972"/>
                </a:cubicBezTo>
                <a:cubicBezTo>
                  <a:pt x="78186" y="100475"/>
                  <a:pt x="82719" y="110506"/>
                  <a:pt x="92594" y="125879"/>
                </a:cubicBezTo>
                <a:cubicBezTo>
                  <a:pt x="94859" y="129278"/>
                  <a:pt x="95022" y="129439"/>
                  <a:pt x="96477" y="129439"/>
                </a:cubicBezTo>
                <a:cubicBezTo>
                  <a:pt x="98745" y="129439"/>
                  <a:pt x="102143" y="127497"/>
                  <a:pt x="103924" y="126203"/>
                </a:cubicBezTo>
                <a:cubicBezTo>
                  <a:pt x="106192" y="124098"/>
                  <a:pt x="106352" y="123936"/>
                  <a:pt x="108133" y="116007"/>
                </a:cubicBezTo>
                <a:cubicBezTo>
                  <a:pt x="117845" y="73458"/>
                  <a:pt x="130148" y="29129"/>
                  <a:pt x="133386" y="21687"/>
                </a:cubicBezTo>
                <a:cubicBezTo>
                  <a:pt x="133547" y="21363"/>
                  <a:pt x="136786" y="15215"/>
                  <a:pt x="156696" y="14892"/>
                </a:cubicBezTo>
                <a:cubicBezTo>
                  <a:pt x="159934" y="14731"/>
                  <a:pt x="163010" y="6153"/>
                  <a:pt x="163010" y="2591"/>
                </a:cubicBezTo>
                <a:cubicBezTo>
                  <a:pt x="163010" y="0"/>
                  <a:pt x="162039" y="0"/>
                  <a:pt x="159771" y="0"/>
                </a:cubicBezTo>
                <a:cubicBezTo>
                  <a:pt x="143585" y="0"/>
                  <a:pt x="136299" y="6800"/>
                  <a:pt x="134357" y="8904"/>
                </a:cubicBezTo>
                <a:cubicBezTo>
                  <a:pt x="129825" y="14731"/>
                  <a:pt x="125939" y="26540"/>
                  <a:pt x="118492" y="53557"/>
                </a:cubicBezTo>
                <a:cubicBezTo>
                  <a:pt x="112828" y="74266"/>
                  <a:pt x="107646" y="95298"/>
                  <a:pt x="102629" y="116167"/>
                </a:cubicBezTo>
                <a:cubicBezTo>
                  <a:pt x="93725" y="102740"/>
                  <a:pt x="88709" y="89958"/>
                  <a:pt x="80938" y="69089"/>
                </a:cubicBezTo>
                <a:cubicBezTo>
                  <a:pt x="72359" y="46115"/>
                  <a:pt x="67178" y="29292"/>
                  <a:pt x="62808" y="14731"/>
                </a:cubicBezTo>
                <a:cubicBezTo>
                  <a:pt x="61837" y="11493"/>
                  <a:pt x="61674" y="11332"/>
                  <a:pt x="60217" y="11332"/>
                </a:cubicBezTo>
                <a:cubicBezTo>
                  <a:pt x="59893" y="11332"/>
                  <a:pt x="56657" y="11332"/>
                  <a:pt x="51962" y="15215"/>
                </a:cubicBezTo>
                <a:cubicBezTo>
                  <a:pt x="50345" y="16673"/>
                  <a:pt x="50182" y="18127"/>
                  <a:pt x="50021" y="19908"/>
                </a:cubicBezTo>
                <a:cubicBezTo>
                  <a:pt x="45488" y="62941"/>
                  <a:pt x="30270" y="105489"/>
                  <a:pt x="25901" y="113255"/>
                </a:cubicBezTo>
                <a:cubicBezTo>
                  <a:pt x="24605" y="115683"/>
                  <a:pt x="22663" y="118593"/>
                  <a:pt x="19425" y="118593"/>
                </a:cubicBezTo>
                <a:cubicBezTo>
                  <a:pt x="17807" y="118593"/>
                  <a:pt x="11493" y="117785"/>
                  <a:pt x="7284" y="113902"/>
                </a:cubicBezTo>
                <a:cubicBezTo>
                  <a:pt x="6474" y="113255"/>
                  <a:pt x="6150" y="113255"/>
                  <a:pt x="5990" y="113255"/>
                </a:cubicBezTo>
                <a:cubicBezTo>
                  <a:pt x="3399" y="113255"/>
                  <a:pt x="0" y="121347"/>
                  <a:pt x="0" y="125230"/>
                </a:cubicBezTo>
                <a:cubicBezTo>
                  <a:pt x="0" y="130249"/>
                  <a:pt x="9876" y="133487"/>
                  <a:pt x="14408" y="133487"/>
                </a:cubicBezTo>
                <a:cubicBezTo>
                  <a:pt x="24768" y="133487"/>
                  <a:pt x="33022" y="110667"/>
                  <a:pt x="35613" y="103224"/>
                </a:cubicBezTo>
                <a:cubicBezTo>
                  <a:pt x="46135" y="73942"/>
                  <a:pt x="51152" y="49838"/>
                  <a:pt x="54230" y="325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7C43A316-9041-4517-9A8A-13E1DA59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6904" y="1250983"/>
            <a:ext cx="37554" cy="161875"/>
          </a:xfrm>
          <a:custGeom xmlns:a="http://schemas.openxmlformats.org/drawingml/2006/main">
            <a:pathLst>
              <a:path w="37554" h="161875">
                <a:moveTo>
                  <a:pt x="37554" y="160257"/>
                </a:moveTo>
                <a:cubicBezTo>
                  <a:pt x="37554" y="159773"/>
                  <a:pt x="37554" y="159447"/>
                  <a:pt x="34802" y="156695"/>
                </a:cubicBezTo>
                <a:cubicBezTo>
                  <a:pt x="14568" y="136300"/>
                  <a:pt x="9388" y="105704"/>
                  <a:pt x="9388" y="80938"/>
                </a:cubicBezTo>
                <a:cubicBezTo>
                  <a:pt x="9388" y="52772"/>
                  <a:pt x="15539" y="24606"/>
                  <a:pt x="35449" y="4372"/>
                </a:cubicBezTo>
                <a:cubicBezTo>
                  <a:pt x="37554" y="2430"/>
                  <a:pt x="37554" y="2104"/>
                  <a:pt x="37554" y="1620"/>
                </a:cubicBezTo>
                <a:cubicBezTo>
                  <a:pt x="37554" y="487"/>
                  <a:pt x="36907" y="0"/>
                  <a:pt x="35936" y="0"/>
                </a:cubicBezTo>
                <a:cubicBezTo>
                  <a:pt x="34316" y="0"/>
                  <a:pt x="19748" y="11009"/>
                  <a:pt x="10196" y="31567"/>
                </a:cubicBezTo>
                <a:cubicBezTo>
                  <a:pt x="1941" y="49373"/>
                  <a:pt x="0" y="67340"/>
                  <a:pt x="0" y="80938"/>
                </a:cubicBezTo>
                <a:cubicBezTo>
                  <a:pt x="0" y="93564"/>
                  <a:pt x="1778" y="113152"/>
                  <a:pt x="10682" y="131444"/>
                </a:cubicBezTo>
                <a:cubicBezTo>
                  <a:pt x="20395" y="151355"/>
                  <a:pt x="34316" y="161875"/>
                  <a:pt x="35936" y="161875"/>
                </a:cubicBezTo>
                <a:cubicBezTo>
                  <a:pt x="36907" y="161875"/>
                  <a:pt x="37554" y="161391"/>
                  <a:pt x="37554" y="1602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36230E73-2B7D-474A-AA39-5CE0399D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0143" y="1264577"/>
            <a:ext cx="68150" cy="111447"/>
          </a:xfrm>
          <a:custGeom xmlns:a="http://schemas.openxmlformats.org/drawingml/2006/main">
            <a:pathLst>
              <a:path w="68150" h="111447">
                <a:moveTo>
                  <a:pt x="68150" y="56050"/>
                </a:moveTo>
                <a:cubicBezTo>
                  <a:pt x="68150" y="43089"/>
                  <a:pt x="67340" y="30129"/>
                  <a:pt x="61676" y="18142"/>
                </a:cubicBezTo>
                <a:cubicBezTo>
                  <a:pt x="54230" y="2591"/>
                  <a:pt x="40955" y="0"/>
                  <a:pt x="34158" y="0"/>
                </a:cubicBezTo>
                <a:cubicBezTo>
                  <a:pt x="24443" y="0"/>
                  <a:pt x="12626" y="4209"/>
                  <a:pt x="5990" y="19276"/>
                </a:cubicBezTo>
                <a:cubicBezTo>
                  <a:pt x="810" y="30453"/>
                  <a:pt x="0" y="43089"/>
                  <a:pt x="0" y="56050"/>
                </a:cubicBezTo>
                <a:cubicBezTo>
                  <a:pt x="0" y="68197"/>
                  <a:pt x="650" y="82778"/>
                  <a:pt x="7287" y="95088"/>
                </a:cubicBezTo>
                <a:cubicBezTo>
                  <a:pt x="14247" y="108211"/>
                  <a:pt x="26064" y="111447"/>
                  <a:pt x="33995" y="111447"/>
                </a:cubicBezTo>
                <a:cubicBezTo>
                  <a:pt x="42736" y="111447"/>
                  <a:pt x="55040" y="108049"/>
                  <a:pt x="62161" y="92660"/>
                </a:cubicBezTo>
                <a:cubicBezTo>
                  <a:pt x="67340" y="81481"/>
                  <a:pt x="68150" y="68847"/>
                  <a:pt x="68150" y="56050"/>
                </a:cubicBezTo>
                <a:moveTo>
                  <a:pt x="33995" y="107888"/>
                </a:moveTo>
                <a:cubicBezTo>
                  <a:pt x="27681" y="107888"/>
                  <a:pt x="18130" y="103837"/>
                  <a:pt x="15218" y="88286"/>
                </a:cubicBezTo>
                <a:cubicBezTo>
                  <a:pt x="13437" y="78566"/>
                  <a:pt x="13437" y="63662"/>
                  <a:pt x="13437" y="54103"/>
                </a:cubicBezTo>
                <a:cubicBezTo>
                  <a:pt x="13437" y="43737"/>
                  <a:pt x="13437" y="33044"/>
                  <a:pt x="14731" y="24298"/>
                </a:cubicBezTo>
                <a:cubicBezTo>
                  <a:pt x="17806" y="5019"/>
                  <a:pt x="29949" y="3562"/>
                  <a:pt x="33995" y="3562"/>
                </a:cubicBezTo>
                <a:cubicBezTo>
                  <a:pt x="39338" y="3562"/>
                  <a:pt x="50020" y="6479"/>
                  <a:pt x="53096" y="22514"/>
                </a:cubicBezTo>
                <a:cubicBezTo>
                  <a:pt x="54716" y="31587"/>
                  <a:pt x="54716" y="43900"/>
                  <a:pt x="54716" y="54103"/>
                </a:cubicBezTo>
                <a:cubicBezTo>
                  <a:pt x="54716" y="66253"/>
                  <a:pt x="54716" y="77270"/>
                  <a:pt x="52935" y="87639"/>
                </a:cubicBezTo>
                <a:cubicBezTo>
                  <a:pt x="50507" y="103027"/>
                  <a:pt x="41279" y="107888"/>
                  <a:pt x="33995" y="10788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B58C40FF-601F-4CC2-AA4F-06957A9E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8695" y="1355232"/>
            <a:ext cx="18937" cy="48457"/>
          </a:xfrm>
          <a:custGeom xmlns:a="http://schemas.openxmlformats.org/drawingml/2006/main">
            <a:pathLst>
              <a:path w="18937" h="48457">
                <a:moveTo>
                  <a:pt x="18937" y="16996"/>
                </a:moveTo>
                <a:cubicBezTo>
                  <a:pt x="18937" y="6313"/>
                  <a:pt x="14892" y="0"/>
                  <a:pt x="8578" y="0"/>
                </a:cubicBezTo>
                <a:cubicBezTo>
                  <a:pt x="3235" y="0"/>
                  <a:pt x="0" y="4046"/>
                  <a:pt x="0" y="8578"/>
                </a:cubicBezTo>
                <a:cubicBezTo>
                  <a:pt x="0" y="12950"/>
                  <a:pt x="3235" y="17157"/>
                  <a:pt x="8578" y="17157"/>
                </a:cubicBezTo>
                <a:cubicBezTo>
                  <a:pt x="10519" y="17157"/>
                  <a:pt x="12624" y="16510"/>
                  <a:pt x="14245" y="15055"/>
                </a:cubicBezTo>
                <a:cubicBezTo>
                  <a:pt x="14729" y="14729"/>
                  <a:pt x="14892" y="14568"/>
                  <a:pt x="15052" y="14568"/>
                </a:cubicBezTo>
                <a:cubicBezTo>
                  <a:pt x="15215" y="14568"/>
                  <a:pt x="15378" y="14729"/>
                  <a:pt x="15378" y="16996"/>
                </a:cubicBezTo>
                <a:cubicBezTo>
                  <a:pt x="15378" y="29001"/>
                  <a:pt x="9712" y="38732"/>
                  <a:pt x="4369" y="44085"/>
                </a:cubicBezTo>
                <a:cubicBezTo>
                  <a:pt x="2588" y="45868"/>
                  <a:pt x="2588" y="46192"/>
                  <a:pt x="2588" y="46678"/>
                </a:cubicBezTo>
                <a:cubicBezTo>
                  <a:pt x="2588" y="47810"/>
                  <a:pt x="3398" y="48457"/>
                  <a:pt x="4208" y="48457"/>
                </a:cubicBezTo>
                <a:cubicBezTo>
                  <a:pt x="5987" y="48457"/>
                  <a:pt x="18937" y="35976"/>
                  <a:pt x="18937" y="169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69A49535-B0B5-4621-8C2C-0AD36E2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2836" y="1261890"/>
            <a:ext cx="106675" cy="110499"/>
          </a:xfrm>
          <a:custGeom xmlns:a="http://schemas.openxmlformats.org/drawingml/2006/main">
            <a:pathLst>
              <a:path w="106675" h="110499">
                <a:moveTo>
                  <a:pt x="61350" y="0"/>
                </a:moveTo>
                <a:cubicBezTo>
                  <a:pt x="41276" y="0"/>
                  <a:pt x="32535" y="3725"/>
                  <a:pt x="28652" y="5182"/>
                </a:cubicBezTo>
                <a:cubicBezTo>
                  <a:pt x="12140" y="12140"/>
                  <a:pt x="8418" y="23139"/>
                  <a:pt x="8418" y="25244"/>
                </a:cubicBezTo>
                <a:cubicBezTo>
                  <a:pt x="8418" y="26375"/>
                  <a:pt x="9225" y="26538"/>
                  <a:pt x="10196" y="26538"/>
                </a:cubicBezTo>
                <a:cubicBezTo>
                  <a:pt x="13110" y="26538"/>
                  <a:pt x="20881" y="22492"/>
                  <a:pt x="22175" y="18935"/>
                </a:cubicBezTo>
                <a:cubicBezTo>
                  <a:pt x="24120" y="12787"/>
                  <a:pt x="24604" y="11330"/>
                  <a:pt x="35449" y="9875"/>
                </a:cubicBezTo>
                <a:cubicBezTo>
                  <a:pt x="40953" y="9228"/>
                  <a:pt x="46295" y="8904"/>
                  <a:pt x="51798" y="8904"/>
                </a:cubicBezTo>
                <a:lnTo>
                  <a:pt x="66530" y="8904"/>
                </a:lnTo>
                <a:cubicBezTo>
                  <a:pt x="56331" y="18772"/>
                  <a:pt x="51638" y="36082"/>
                  <a:pt x="45808" y="59377"/>
                </a:cubicBezTo>
                <a:cubicBezTo>
                  <a:pt x="41116" y="78465"/>
                  <a:pt x="37390" y="91082"/>
                  <a:pt x="30754" y="99655"/>
                </a:cubicBezTo>
                <a:cubicBezTo>
                  <a:pt x="29136" y="101436"/>
                  <a:pt x="28975" y="101597"/>
                  <a:pt x="24604" y="101597"/>
                </a:cubicBezTo>
                <a:lnTo>
                  <a:pt x="14244" y="101597"/>
                </a:lnTo>
                <a:cubicBezTo>
                  <a:pt x="11169" y="101597"/>
                  <a:pt x="9388" y="101597"/>
                  <a:pt x="5339" y="104025"/>
                </a:cubicBezTo>
                <a:cubicBezTo>
                  <a:pt x="3559" y="104996"/>
                  <a:pt x="0" y="107747"/>
                  <a:pt x="0" y="109368"/>
                </a:cubicBezTo>
                <a:cubicBezTo>
                  <a:pt x="0" y="110338"/>
                  <a:pt x="160" y="110499"/>
                  <a:pt x="3722" y="110499"/>
                </a:cubicBezTo>
                <a:lnTo>
                  <a:pt x="59082" y="110499"/>
                </a:lnTo>
                <a:cubicBezTo>
                  <a:pt x="78022" y="110499"/>
                  <a:pt x="92107" y="96420"/>
                  <a:pt x="92107" y="90598"/>
                </a:cubicBezTo>
                <a:cubicBezTo>
                  <a:pt x="92107" y="89464"/>
                  <a:pt x="90810" y="89464"/>
                  <a:pt x="90326" y="89464"/>
                </a:cubicBezTo>
                <a:cubicBezTo>
                  <a:pt x="87574" y="89464"/>
                  <a:pt x="79964" y="93184"/>
                  <a:pt x="78346" y="97230"/>
                </a:cubicBezTo>
                <a:cubicBezTo>
                  <a:pt x="77212" y="100626"/>
                  <a:pt x="76728" y="101597"/>
                  <a:pt x="68634" y="101597"/>
                </a:cubicBezTo>
                <a:lnTo>
                  <a:pt x="37717" y="101597"/>
                </a:lnTo>
                <a:cubicBezTo>
                  <a:pt x="49210" y="91729"/>
                  <a:pt x="54066" y="75714"/>
                  <a:pt x="59569" y="53713"/>
                </a:cubicBezTo>
                <a:cubicBezTo>
                  <a:pt x="63939" y="36082"/>
                  <a:pt x="67824" y="20390"/>
                  <a:pt x="74461" y="10522"/>
                </a:cubicBezTo>
                <a:cubicBezTo>
                  <a:pt x="75431" y="9065"/>
                  <a:pt x="75595" y="8904"/>
                  <a:pt x="78832" y="8904"/>
                </a:cubicBezTo>
                <a:lnTo>
                  <a:pt x="92591" y="8904"/>
                </a:lnTo>
                <a:cubicBezTo>
                  <a:pt x="95829" y="8904"/>
                  <a:pt x="97287" y="8904"/>
                  <a:pt x="101495" y="6476"/>
                </a:cubicBezTo>
                <a:cubicBezTo>
                  <a:pt x="102952" y="5666"/>
                  <a:pt x="106675" y="3078"/>
                  <a:pt x="106675" y="1134"/>
                </a:cubicBezTo>
                <a:cubicBezTo>
                  <a:pt x="106675" y="163"/>
                  <a:pt x="106512" y="0"/>
                  <a:pt x="102952" y="0"/>
                </a:cubicBezTo>
                <a:lnTo>
                  <a:pt x="6135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A1E3796B-CB98-4179-8E4F-90B0A80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6036" y="1250983"/>
            <a:ext cx="37554" cy="161875"/>
          </a:xfrm>
          <a:custGeom xmlns:a="http://schemas.openxmlformats.org/drawingml/2006/main">
            <a:pathLst>
              <a:path w="37554" h="161875">
                <a:moveTo>
                  <a:pt x="37554" y="80938"/>
                </a:moveTo>
                <a:cubicBezTo>
                  <a:pt x="37554" y="68313"/>
                  <a:pt x="35776" y="48726"/>
                  <a:pt x="26872" y="30433"/>
                </a:cubicBezTo>
                <a:cubicBezTo>
                  <a:pt x="17159" y="10522"/>
                  <a:pt x="3239" y="0"/>
                  <a:pt x="1619" y="0"/>
                </a:cubicBezTo>
                <a:cubicBezTo>
                  <a:pt x="647" y="0"/>
                  <a:pt x="0" y="650"/>
                  <a:pt x="0" y="1620"/>
                </a:cubicBezTo>
                <a:cubicBezTo>
                  <a:pt x="0" y="2104"/>
                  <a:pt x="0" y="2430"/>
                  <a:pt x="3076" y="5343"/>
                </a:cubicBezTo>
                <a:cubicBezTo>
                  <a:pt x="18941" y="21368"/>
                  <a:pt x="28166" y="47106"/>
                  <a:pt x="28166" y="80938"/>
                </a:cubicBezTo>
                <a:cubicBezTo>
                  <a:pt x="28166" y="108619"/>
                  <a:pt x="22179" y="137108"/>
                  <a:pt x="2104" y="157506"/>
                </a:cubicBezTo>
                <a:cubicBezTo>
                  <a:pt x="0" y="159447"/>
                  <a:pt x="0" y="159773"/>
                  <a:pt x="0" y="160257"/>
                </a:cubicBezTo>
                <a:cubicBezTo>
                  <a:pt x="0" y="161228"/>
                  <a:pt x="647" y="161875"/>
                  <a:pt x="1619" y="161875"/>
                </a:cubicBezTo>
                <a:cubicBezTo>
                  <a:pt x="3239" y="161875"/>
                  <a:pt x="17806" y="150869"/>
                  <a:pt x="27359" y="130311"/>
                </a:cubicBezTo>
                <a:cubicBezTo>
                  <a:pt x="35613" y="112504"/>
                  <a:pt x="37554" y="94535"/>
                  <a:pt x="37554" y="809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E637C3A8-4F37-4F27-B0B2-95BEE4B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2815" y="903928"/>
            <a:ext cx="129122" cy="105548"/>
          </a:xfrm>
          <a:custGeom xmlns:a="http://schemas.openxmlformats.org/drawingml/2006/main">
            <a:pathLst>
              <a:path w="129122" h="105548">
                <a:moveTo>
                  <a:pt x="56911" y="13872"/>
                </a:moveTo>
                <a:lnTo>
                  <a:pt x="83929" y="13872"/>
                </a:lnTo>
                <a:cubicBezTo>
                  <a:pt x="76038" y="49202"/>
                  <a:pt x="73889" y="59469"/>
                  <a:pt x="73889" y="75462"/>
                </a:cubicBezTo>
                <a:cubicBezTo>
                  <a:pt x="73889" y="79045"/>
                  <a:pt x="73889" y="85488"/>
                  <a:pt x="75800" y="93606"/>
                </a:cubicBezTo>
                <a:cubicBezTo>
                  <a:pt x="78191" y="104114"/>
                  <a:pt x="80821" y="105548"/>
                  <a:pt x="84407" y="105548"/>
                </a:cubicBezTo>
                <a:cubicBezTo>
                  <a:pt x="89191" y="105548"/>
                  <a:pt x="94212" y="101246"/>
                  <a:pt x="94212" y="96470"/>
                </a:cubicBezTo>
                <a:cubicBezTo>
                  <a:pt x="94212" y="95036"/>
                  <a:pt x="94212" y="94562"/>
                  <a:pt x="92778" y="91220"/>
                </a:cubicBezTo>
                <a:cubicBezTo>
                  <a:pt x="85842" y="74031"/>
                  <a:pt x="85842" y="58513"/>
                  <a:pt x="85842" y="51829"/>
                </a:cubicBezTo>
                <a:cubicBezTo>
                  <a:pt x="85842" y="39176"/>
                  <a:pt x="87516" y="26285"/>
                  <a:pt x="90147" y="13872"/>
                </a:cubicBezTo>
                <a:lnTo>
                  <a:pt x="117406" y="13872"/>
                </a:lnTo>
                <a:cubicBezTo>
                  <a:pt x="120515" y="13872"/>
                  <a:pt x="129122" y="13872"/>
                  <a:pt x="129122" y="5739"/>
                </a:cubicBezTo>
                <a:cubicBezTo>
                  <a:pt x="129122" y="0"/>
                  <a:pt x="124102" y="0"/>
                  <a:pt x="119558" y="0"/>
                </a:cubicBezTo>
                <a:lnTo>
                  <a:pt x="39453" y="0"/>
                </a:lnTo>
                <a:cubicBezTo>
                  <a:pt x="34194" y="0"/>
                  <a:pt x="25106" y="0"/>
                  <a:pt x="14587" y="11241"/>
                </a:cubicBezTo>
                <a:cubicBezTo>
                  <a:pt x="6217" y="20556"/>
                  <a:pt x="0" y="31535"/>
                  <a:pt x="0" y="32728"/>
                </a:cubicBezTo>
                <a:cubicBezTo>
                  <a:pt x="0" y="32969"/>
                  <a:pt x="0" y="35118"/>
                  <a:pt x="2867" y="35118"/>
                </a:cubicBezTo>
                <a:cubicBezTo>
                  <a:pt x="4783" y="35118"/>
                  <a:pt x="5261" y="34162"/>
                  <a:pt x="6695" y="32254"/>
                </a:cubicBezTo>
                <a:cubicBezTo>
                  <a:pt x="18411" y="13872"/>
                  <a:pt x="32279" y="13872"/>
                  <a:pt x="37063" y="13872"/>
                </a:cubicBezTo>
                <a:lnTo>
                  <a:pt x="50694" y="13872"/>
                </a:lnTo>
                <a:cubicBezTo>
                  <a:pt x="43040" y="42755"/>
                  <a:pt x="30130" y="71641"/>
                  <a:pt x="20086" y="93365"/>
                </a:cubicBezTo>
                <a:cubicBezTo>
                  <a:pt x="18173" y="96948"/>
                  <a:pt x="18173" y="97426"/>
                  <a:pt x="18173" y="99098"/>
                </a:cubicBezTo>
                <a:cubicBezTo>
                  <a:pt x="18173" y="103636"/>
                  <a:pt x="21997" y="105548"/>
                  <a:pt x="25106" y="105548"/>
                </a:cubicBezTo>
                <a:cubicBezTo>
                  <a:pt x="32279" y="105548"/>
                  <a:pt x="34194" y="98857"/>
                  <a:pt x="37063" y="90023"/>
                </a:cubicBezTo>
                <a:cubicBezTo>
                  <a:pt x="40412" y="79045"/>
                  <a:pt x="40412" y="78566"/>
                  <a:pt x="43521" y="66628"/>
                </a:cubicBezTo>
                <a:lnTo>
                  <a:pt x="56911" y="138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85988DEA-E83E-4033-B0E8-8D95487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2804" y="793929"/>
            <a:ext cx="149139" cy="114258"/>
          </a:xfrm>
          <a:custGeom xmlns:a="http://schemas.openxmlformats.org/drawingml/2006/main">
            <a:pathLst>
              <a:path w="149139" h="114258">
                <a:moveTo>
                  <a:pt x="129220" y="13552"/>
                </a:moveTo>
                <a:cubicBezTo>
                  <a:pt x="130727" y="7366"/>
                  <a:pt x="131061" y="6028"/>
                  <a:pt x="143449" y="6028"/>
                </a:cubicBezTo>
                <a:cubicBezTo>
                  <a:pt x="147131" y="6028"/>
                  <a:pt x="149139" y="6028"/>
                  <a:pt x="149139" y="2345"/>
                </a:cubicBezTo>
                <a:cubicBezTo>
                  <a:pt x="149139" y="1676"/>
                  <a:pt x="148638" y="0"/>
                  <a:pt x="146463" y="0"/>
                </a:cubicBezTo>
                <a:cubicBezTo>
                  <a:pt x="141607" y="0"/>
                  <a:pt x="129389" y="672"/>
                  <a:pt x="124533" y="672"/>
                </a:cubicBezTo>
                <a:cubicBezTo>
                  <a:pt x="121688" y="672"/>
                  <a:pt x="115829" y="672"/>
                  <a:pt x="112984" y="503"/>
                </a:cubicBezTo>
                <a:cubicBezTo>
                  <a:pt x="109638" y="337"/>
                  <a:pt x="105621" y="0"/>
                  <a:pt x="102440" y="0"/>
                </a:cubicBezTo>
                <a:cubicBezTo>
                  <a:pt x="101435" y="0"/>
                  <a:pt x="98923" y="0"/>
                  <a:pt x="98923" y="3683"/>
                </a:cubicBezTo>
                <a:cubicBezTo>
                  <a:pt x="98923" y="6028"/>
                  <a:pt x="100933" y="6028"/>
                  <a:pt x="104282" y="6028"/>
                </a:cubicBezTo>
                <a:cubicBezTo>
                  <a:pt x="104449" y="6028"/>
                  <a:pt x="107628" y="6028"/>
                  <a:pt x="110642" y="6362"/>
                </a:cubicBezTo>
                <a:cubicBezTo>
                  <a:pt x="114156" y="6697"/>
                  <a:pt x="114491" y="7031"/>
                  <a:pt x="114491" y="8702"/>
                </a:cubicBezTo>
                <a:cubicBezTo>
                  <a:pt x="114491" y="8870"/>
                  <a:pt x="114491" y="9874"/>
                  <a:pt x="113821" y="12380"/>
                </a:cubicBezTo>
                <a:lnTo>
                  <a:pt x="103945" y="51840"/>
                </a:lnTo>
                <a:lnTo>
                  <a:pt x="47873" y="51840"/>
                </a:lnTo>
                <a:lnTo>
                  <a:pt x="57582" y="13049"/>
                </a:lnTo>
                <a:cubicBezTo>
                  <a:pt x="59089" y="7366"/>
                  <a:pt x="59423" y="6028"/>
                  <a:pt x="72310" y="6028"/>
                </a:cubicBezTo>
                <a:cubicBezTo>
                  <a:pt x="75156" y="6028"/>
                  <a:pt x="77332" y="6028"/>
                  <a:pt x="77332" y="2345"/>
                </a:cubicBezTo>
                <a:cubicBezTo>
                  <a:pt x="77332" y="1676"/>
                  <a:pt x="76831" y="0"/>
                  <a:pt x="74655" y="0"/>
                </a:cubicBezTo>
                <a:cubicBezTo>
                  <a:pt x="69800" y="0"/>
                  <a:pt x="57582" y="672"/>
                  <a:pt x="52726" y="672"/>
                </a:cubicBezTo>
                <a:cubicBezTo>
                  <a:pt x="49881" y="672"/>
                  <a:pt x="44021" y="672"/>
                  <a:pt x="41177" y="503"/>
                </a:cubicBezTo>
                <a:cubicBezTo>
                  <a:pt x="37831" y="337"/>
                  <a:pt x="33813" y="0"/>
                  <a:pt x="30634" y="0"/>
                </a:cubicBezTo>
                <a:cubicBezTo>
                  <a:pt x="29628" y="0"/>
                  <a:pt x="27117" y="0"/>
                  <a:pt x="27117" y="3683"/>
                </a:cubicBezTo>
                <a:cubicBezTo>
                  <a:pt x="27117" y="6028"/>
                  <a:pt x="29127" y="6028"/>
                  <a:pt x="32475" y="6028"/>
                </a:cubicBezTo>
                <a:cubicBezTo>
                  <a:pt x="32641" y="6028"/>
                  <a:pt x="35821" y="6028"/>
                  <a:pt x="38835" y="6362"/>
                </a:cubicBezTo>
                <a:cubicBezTo>
                  <a:pt x="42349" y="6697"/>
                  <a:pt x="42684" y="7031"/>
                  <a:pt x="42684" y="8702"/>
                </a:cubicBezTo>
                <a:cubicBezTo>
                  <a:pt x="42684" y="9036"/>
                  <a:pt x="42684" y="9874"/>
                  <a:pt x="42014" y="12380"/>
                </a:cubicBezTo>
                <a:lnTo>
                  <a:pt x="19753" y="101204"/>
                </a:lnTo>
                <a:cubicBezTo>
                  <a:pt x="18412" y="106895"/>
                  <a:pt x="18077" y="108233"/>
                  <a:pt x="5024" y="108233"/>
                </a:cubicBezTo>
                <a:cubicBezTo>
                  <a:pt x="2177" y="108233"/>
                  <a:pt x="0" y="108233"/>
                  <a:pt x="0" y="111748"/>
                </a:cubicBezTo>
                <a:cubicBezTo>
                  <a:pt x="0" y="113423"/>
                  <a:pt x="1173" y="114258"/>
                  <a:pt x="2680" y="114258"/>
                </a:cubicBezTo>
                <a:cubicBezTo>
                  <a:pt x="7534" y="114258"/>
                  <a:pt x="19584" y="113589"/>
                  <a:pt x="24440" y="113589"/>
                </a:cubicBezTo>
                <a:cubicBezTo>
                  <a:pt x="27285" y="113589"/>
                  <a:pt x="33144" y="113589"/>
                  <a:pt x="35989" y="113758"/>
                </a:cubicBezTo>
                <a:cubicBezTo>
                  <a:pt x="39335" y="113923"/>
                  <a:pt x="43521" y="114258"/>
                  <a:pt x="46701" y="114258"/>
                </a:cubicBezTo>
                <a:cubicBezTo>
                  <a:pt x="47538" y="114258"/>
                  <a:pt x="50216" y="114258"/>
                  <a:pt x="50216" y="110744"/>
                </a:cubicBezTo>
                <a:cubicBezTo>
                  <a:pt x="50216" y="108233"/>
                  <a:pt x="48542" y="108233"/>
                  <a:pt x="44694" y="108233"/>
                </a:cubicBezTo>
                <a:cubicBezTo>
                  <a:pt x="42014" y="108233"/>
                  <a:pt x="41345" y="108233"/>
                  <a:pt x="38331" y="107899"/>
                </a:cubicBezTo>
                <a:cubicBezTo>
                  <a:pt x="34649" y="107398"/>
                  <a:pt x="34649" y="107063"/>
                  <a:pt x="34649" y="105388"/>
                </a:cubicBezTo>
                <a:cubicBezTo>
                  <a:pt x="34649" y="105222"/>
                  <a:pt x="34649" y="104218"/>
                  <a:pt x="35320" y="101708"/>
                </a:cubicBezTo>
                <a:lnTo>
                  <a:pt x="46366" y="57865"/>
                </a:lnTo>
                <a:lnTo>
                  <a:pt x="102440" y="57865"/>
                </a:lnTo>
                <a:lnTo>
                  <a:pt x="91561" y="101204"/>
                </a:lnTo>
                <a:cubicBezTo>
                  <a:pt x="90219" y="106895"/>
                  <a:pt x="89885" y="108233"/>
                  <a:pt x="76831" y="108233"/>
                </a:cubicBezTo>
                <a:cubicBezTo>
                  <a:pt x="73984" y="108233"/>
                  <a:pt x="71807" y="108233"/>
                  <a:pt x="71807" y="111748"/>
                </a:cubicBezTo>
                <a:cubicBezTo>
                  <a:pt x="71807" y="113423"/>
                  <a:pt x="72979" y="114258"/>
                  <a:pt x="74486" y="114258"/>
                </a:cubicBezTo>
                <a:cubicBezTo>
                  <a:pt x="79342" y="114258"/>
                  <a:pt x="91392" y="113589"/>
                  <a:pt x="96247" y="113589"/>
                </a:cubicBezTo>
                <a:cubicBezTo>
                  <a:pt x="99092" y="113589"/>
                  <a:pt x="104952" y="113589"/>
                  <a:pt x="107796" y="113758"/>
                </a:cubicBezTo>
                <a:cubicBezTo>
                  <a:pt x="111142" y="113923"/>
                  <a:pt x="115328" y="114258"/>
                  <a:pt x="118508" y="114258"/>
                </a:cubicBezTo>
                <a:cubicBezTo>
                  <a:pt x="119346" y="114258"/>
                  <a:pt x="122023" y="114258"/>
                  <a:pt x="122023" y="110744"/>
                </a:cubicBezTo>
                <a:cubicBezTo>
                  <a:pt x="122023" y="108233"/>
                  <a:pt x="120349" y="108233"/>
                  <a:pt x="116501" y="108233"/>
                </a:cubicBezTo>
                <a:cubicBezTo>
                  <a:pt x="113821" y="108233"/>
                  <a:pt x="113152" y="108233"/>
                  <a:pt x="110139" y="107899"/>
                </a:cubicBezTo>
                <a:cubicBezTo>
                  <a:pt x="106456" y="107398"/>
                  <a:pt x="106456" y="107063"/>
                  <a:pt x="106456" y="105388"/>
                </a:cubicBezTo>
                <a:cubicBezTo>
                  <a:pt x="106456" y="104384"/>
                  <a:pt x="106959" y="102711"/>
                  <a:pt x="107127" y="101708"/>
                </a:cubicBezTo>
                <a:lnTo>
                  <a:pt x="129220" y="135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4CAFBC06-CB83-44A0-832A-0E88726A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1942" y="4152844"/>
            <a:ext cx="129122" cy="105548"/>
          </a:xfrm>
          <a:custGeom xmlns:a="http://schemas.openxmlformats.org/drawingml/2006/main">
            <a:pathLst>
              <a:path w="129122" h="105548">
                <a:moveTo>
                  <a:pt x="56911" y="13872"/>
                </a:moveTo>
                <a:lnTo>
                  <a:pt x="83929" y="13872"/>
                </a:lnTo>
                <a:cubicBezTo>
                  <a:pt x="76038" y="49202"/>
                  <a:pt x="73889" y="59469"/>
                  <a:pt x="73889" y="75462"/>
                </a:cubicBezTo>
                <a:cubicBezTo>
                  <a:pt x="73889" y="79044"/>
                  <a:pt x="73889" y="85488"/>
                  <a:pt x="75800" y="93606"/>
                </a:cubicBezTo>
                <a:cubicBezTo>
                  <a:pt x="78191" y="104114"/>
                  <a:pt x="80821" y="105548"/>
                  <a:pt x="84407" y="105548"/>
                </a:cubicBezTo>
                <a:cubicBezTo>
                  <a:pt x="89191" y="105548"/>
                  <a:pt x="94212" y="101246"/>
                  <a:pt x="94212" y="96470"/>
                </a:cubicBezTo>
                <a:cubicBezTo>
                  <a:pt x="94212" y="95037"/>
                  <a:pt x="94212" y="94562"/>
                  <a:pt x="92778" y="91220"/>
                </a:cubicBezTo>
                <a:cubicBezTo>
                  <a:pt x="85842" y="74031"/>
                  <a:pt x="85842" y="58513"/>
                  <a:pt x="85842" y="51829"/>
                </a:cubicBezTo>
                <a:cubicBezTo>
                  <a:pt x="85842" y="39176"/>
                  <a:pt x="87516" y="26285"/>
                  <a:pt x="90147" y="13872"/>
                </a:cubicBezTo>
                <a:lnTo>
                  <a:pt x="117406" y="13872"/>
                </a:lnTo>
                <a:cubicBezTo>
                  <a:pt x="120515" y="13872"/>
                  <a:pt x="129122" y="13872"/>
                  <a:pt x="129122" y="5739"/>
                </a:cubicBezTo>
                <a:cubicBezTo>
                  <a:pt x="129122" y="0"/>
                  <a:pt x="124102" y="0"/>
                  <a:pt x="119558" y="0"/>
                </a:cubicBezTo>
                <a:lnTo>
                  <a:pt x="39453" y="0"/>
                </a:lnTo>
                <a:cubicBezTo>
                  <a:pt x="34194" y="0"/>
                  <a:pt x="25106" y="0"/>
                  <a:pt x="14587" y="11241"/>
                </a:cubicBezTo>
                <a:cubicBezTo>
                  <a:pt x="6217" y="20557"/>
                  <a:pt x="0" y="31535"/>
                  <a:pt x="0" y="32729"/>
                </a:cubicBezTo>
                <a:cubicBezTo>
                  <a:pt x="0" y="32969"/>
                  <a:pt x="0" y="35118"/>
                  <a:pt x="2867" y="35118"/>
                </a:cubicBezTo>
                <a:cubicBezTo>
                  <a:pt x="4783" y="35118"/>
                  <a:pt x="5261" y="34162"/>
                  <a:pt x="6695" y="32254"/>
                </a:cubicBezTo>
                <a:cubicBezTo>
                  <a:pt x="18411" y="13872"/>
                  <a:pt x="32279" y="13872"/>
                  <a:pt x="37063" y="13872"/>
                </a:cubicBezTo>
                <a:lnTo>
                  <a:pt x="50694" y="13872"/>
                </a:lnTo>
                <a:cubicBezTo>
                  <a:pt x="43040" y="42755"/>
                  <a:pt x="30130" y="71641"/>
                  <a:pt x="20086" y="93365"/>
                </a:cubicBezTo>
                <a:cubicBezTo>
                  <a:pt x="18173" y="96949"/>
                  <a:pt x="18173" y="97426"/>
                  <a:pt x="18173" y="99097"/>
                </a:cubicBezTo>
                <a:cubicBezTo>
                  <a:pt x="18173" y="103636"/>
                  <a:pt x="21997" y="105548"/>
                  <a:pt x="25106" y="105548"/>
                </a:cubicBezTo>
                <a:cubicBezTo>
                  <a:pt x="32279" y="105548"/>
                  <a:pt x="34194" y="98857"/>
                  <a:pt x="37063" y="90023"/>
                </a:cubicBezTo>
                <a:cubicBezTo>
                  <a:pt x="40412" y="79044"/>
                  <a:pt x="40412" y="78566"/>
                  <a:pt x="43521" y="66628"/>
                </a:cubicBezTo>
                <a:lnTo>
                  <a:pt x="56911" y="138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1991F7DB-E313-4646-B798-99856C0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1908" y="4042836"/>
            <a:ext cx="109135" cy="114268"/>
          </a:xfrm>
          <a:custGeom xmlns:a="http://schemas.openxmlformats.org/drawingml/2006/main">
            <a:pathLst>
              <a:path w="109135" h="114268">
                <a:moveTo>
                  <a:pt x="57412" y="13720"/>
                </a:moveTo>
                <a:cubicBezTo>
                  <a:pt x="58919" y="7698"/>
                  <a:pt x="59423" y="6025"/>
                  <a:pt x="74821" y="6025"/>
                </a:cubicBezTo>
                <a:cubicBezTo>
                  <a:pt x="80011" y="6025"/>
                  <a:pt x="81684" y="6025"/>
                  <a:pt x="81684" y="2342"/>
                </a:cubicBezTo>
                <a:cubicBezTo>
                  <a:pt x="81684" y="2176"/>
                  <a:pt x="81518" y="0"/>
                  <a:pt x="78839" y="0"/>
                </a:cubicBezTo>
                <a:cubicBezTo>
                  <a:pt x="74989" y="0"/>
                  <a:pt x="70469" y="334"/>
                  <a:pt x="66451" y="501"/>
                </a:cubicBezTo>
                <a:cubicBezTo>
                  <a:pt x="62268" y="669"/>
                  <a:pt x="57247" y="669"/>
                  <a:pt x="53061" y="669"/>
                </a:cubicBezTo>
                <a:cubicBezTo>
                  <a:pt x="49547" y="669"/>
                  <a:pt x="45028" y="501"/>
                  <a:pt x="41511" y="501"/>
                </a:cubicBezTo>
                <a:cubicBezTo>
                  <a:pt x="37997" y="501"/>
                  <a:pt x="33979" y="0"/>
                  <a:pt x="30634" y="0"/>
                </a:cubicBezTo>
                <a:cubicBezTo>
                  <a:pt x="29628" y="0"/>
                  <a:pt x="27117" y="0"/>
                  <a:pt x="27117" y="3683"/>
                </a:cubicBezTo>
                <a:cubicBezTo>
                  <a:pt x="27117" y="6025"/>
                  <a:pt x="29127" y="6025"/>
                  <a:pt x="32475" y="6025"/>
                </a:cubicBezTo>
                <a:cubicBezTo>
                  <a:pt x="32641" y="6025"/>
                  <a:pt x="35821" y="6025"/>
                  <a:pt x="38835" y="6359"/>
                </a:cubicBezTo>
                <a:cubicBezTo>
                  <a:pt x="42349" y="6694"/>
                  <a:pt x="42684" y="7029"/>
                  <a:pt x="42684" y="8702"/>
                </a:cubicBezTo>
                <a:cubicBezTo>
                  <a:pt x="42684" y="9036"/>
                  <a:pt x="42684" y="9871"/>
                  <a:pt x="42014" y="12382"/>
                </a:cubicBezTo>
                <a:lnTo>
                  <a:pt x="19753" y="101217"/>
                </a:lnTo>
                <a:cubicBezTo>
                  <a:pt x="18247" y="106905"/>
                  <a:pt x="17912" y="108243"/>
                  <a:pt x="5024" y="108243"/>
                </a:cubicBezTo>
                <a:cubicBezTo>
                  <a:pt x="2177" y="108243"/>
                  <a:pt x="0" y="108243"/>
                  <a:pt x="0" y="111758"/>
                </a:cubicBezTo>
                <a:cubicBezTo>
                  <a:pt x="0" y="114268"/>
                  <a:pt x="2010" y="114268"/>
                  <a:pt x="5024" y="114268"/>
                </a:cubicBezTo>
                <a:lnTo>
                  <a:pt x="89216" y="114268"/>
                </a:lnTo>
                <a:cubicBezTo>
                  <a:pt x="93402" y="114268"/>
                  <a:pt x="93568" y="114102"/>
                  <a:pt x="94906" y="110922"/>
                </a:cubicBezTo>
                <a:cubicBezTo>
                  <a:pt x="96582" y="106404"/>
                  <a:pt x="109135" y="73947"/>
                  <a:pt x="109135" y="72609"/>
                </a:cubicBezTo>
                <a:cubicBezTo>
                  <a:pt x="109135" y="72109"/>
                  <a:pt x="108800" y="70267"/>
                  <a:pt x="106289" y="70267"/>
                </a:cubicBezTo>
                <a:cubicBezTo>
                  <a:pt x="104282" y="70267"/>
                  <a:pt x="103945" y="71105"/>
                  <a:pt x="102942" y="73782"/>
                </a:cubicBezTo>
                <a:cubicBezTo>
                  <a:pt x="96582" y="89673"/>
                  <a:pt x="89216" y="108243"/>
                  <a:pt x="58585" y="108243"/>
                </a:cubicBezTo>
                <a:lnTo>
                  <a:pt x="39673" y="108243"/>
                </a:lnTo>
                <a:cubicBezTo>
                  <a:pt x="34482" y="108243"/>
                  <a:pt x="34314" y="108077"/>
                  <a:pt x="34314" y="106570"/>
                </a:cubicBezTo>
                <a:cubicBezTo>
                  <a:pt x="34314" y="106404"/>
                  <a:pt x="34314" y="105567"/>
                  <a:pt x="34985" y="103059"/>
                </a:cubicBezTo>
                <a:lnTo>
                  <a:pt x="57412" y="137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26B79444-BAA7-4C7C-9015-9D016F6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4346" y="4198725"/>
            <a:ext cx="82350" cy="117849"/>
          </a:xfrm>
          <a:custGeom xmlns:a="http://schemas.openxmlformats.org/drawingml/2006/main">
            <a:pathLst>
              <a:path w="82350" h="117849">
                <a:moveTo>
                  <a:pt x="39836" y="5021"/>
                </a:moveTo>
                <a:cubicBezTo>
                  <a:pt x="40004" y="4687"/>
                  <a:pt x="40505" y="2511"/>
                  <a:pt x="40505" y="2345"/>
                </a:cubicBezTo>
                <a:cubicBezTo>
                  <a:pt x="40505" y="1507"/>
                  <a:pt x="39836" y="0"/>
                  <a:pt x="37828" y="0"/>
                </a:cubicBezTo>
                <a:cubicBezTo>
                  <a:pt x="34480" y="0"/>
                  <a:pt x="20588" y="1339"/>
                  <a:pt x="16402" y="1673"/>
                </a:cubicBezTo>
                <a:cubicBezTo>
                  <a:pt x="15064" y="1842"/>
                  <a:pt x="12720" y="2007"/>
                  <a:pt x="12720" y="5524"/>
                </a:cubicBezTo>
                <a:cubicBezTo>
                  <a:pt x="12720" y="7867"/>
                  <a:pt x="15064" y="7867"/>
                  <a:pt x="17071" y="7867"/>
                </a:cubicBezTo>
                <a:cubicBezTo>
                  <a:pt x="25107" y="7867"/>
                  <a:pt x="25107" y="9039"/>
                  <a:pt x="25107" y="10377"/>
                </a:cubicBezTo>
                <a:cubicBezTo>
                  <a:pt x="25107" y="11547"/>
                  <a:pt x="24772" y="12551"/>
                  <a:pt x="24437" y="14058"/>
                </a:cubicBezTo>
                <a:lnTo>
                  <a:pt x="835" y="108808"/>
                </a:lnTo>
                <a:cubicBezTo>
                  <a:pt x="0" y="111824"/>
                  <a:pt x="0" y="112159"/>
                  <a:pt x="0" y="112493"/>
                </a:cubicBezTo>
                <a:cubicBezTo>
                  <a:pt x="0" y="115004"/>
                  <a:pt x="2007" y="117849"/>
                  <a:pt x="5691" y="117849"/>
                </a:cubicBezTo>
                <a:cubicBezTo>
                  <a:pt x="10209" y="117849"/>
                  <a:pt x="12385" y="114503"/>
                  <a:pt x="13391" y="110818"/>
                </a:cubicBezTo>
                <a:cubicBezTo>
                  <a:pt x="13726" y="110149"/>
                  <a:pt x="20923" y="80672"/>
                  <a:pt x="21592" y="78325"/>
                </a:cubicBezTo>
                <a:cubicBezTo>
                  <a:pt x="33476" y="79497"/>
                  <a:pt x="43015" y="83352"/>
                  <a:pt x="43015" y="92061"/>
                </a:cubicBezTo>
                <a:cubicBezTo>
                  <a:pt x="43015" y="92899"/>
                  <a:pt x="43015" y="93736"/>
                  <a:pt x="42681" y="95409"/>
                </a:cubicBezTo>
                <a:cubicBezTo>
                  <a:pt x="42011" y="97923"/>
                  <a:pt x="42011" y="98760"/>
                  <a:pt x="42011" y="100602"/>
                </a:cubicBezTo>
                <a:cubicBezTo>
                  <a:pt x="42011" y="112493"/>
                  <a:pt x="51720" y="117849"/>
                  <a:pt x="59755" y="117849"/>
                </a:cubicBezTo>
                <a:cubicBezTo>
                  <a:pt x="75991" y="117849"/>
                  <a:pt x="81012" y="92396"/>
                  <a:pt x="81012" y="92227"/>
                </a:cubicBezTo>
                <a:cubicBezTo>
                  <a:pt x="81012" y="90051"/>
                  <a:pt x="78836" y="90051"/>
                  <a:pt x="78335" y="90051"/>
                </a:cubicBezTo>
                <a:cubicBezTo>
                  <a:pt x="75991" y="90051"/>
                  <a:pt x="75825" y="90889"/>
                  <a:pt x="74987" y="94071"/>
                </a:cubicBezTo>
                <a:cubicBezTo>
                  <a:pt x="72978" y="101273"/>
                  <a:pt x="68459" y="113162"/>
                  <a:pt x="60258" y="113162"/>
                </a:cubicBezTo>
                <a:cubicBezTo>
                  <a:pt x="55737" y="113162"/>
                  <a:pt x="54399" y="108976"/>
                  <a:pt x="54399" y="104453"/>
                </a:cubicBezTo>
                <a:cubicBezTo>
                  <a:pt x="54399" y="101608"/>
                  <a:pt x="54399" y="101273"/>
                  <a:pt x="55402" y="96919"/>
                </a:cubicBezTo>
                <a:cubicBezTo>
                  <a:pt x="55572" y="96416"/>
                  <a:pt x="56240" y="93568"/>
                  <a:pt x="56240" y="91726"/>
                </a:cubicBezTo>
                <a:cubicBezTo>
                  <a:pt x="56240" y="76818"/>
                  <a:pt x="36156" y="74474"/>
                  <a:pt x="29124" y="73970"/>
                </a:cubicBezTo>
                <a:cubicBezTo>
                  <a:pt x="33979" y="70957"/>
                  <a:pt x="40171" y="65430"/>
                  <a:pt x="43015" y="62919"/>
                </a:cubicBezTo>
                <a:cubicBezTo>
                  <a:pt x="51554" y="54884"/>
                  <a:pt x="59923" y="47020"/>
                  <a:pt x="69297" y="47020"/>
                </a:cubicBezTo>
                <a:cubicBezTo>
                  <a:pt x="71304" y="47020"/>
                  <a:pt x="73480" y="47521"/>
                  <a:pt x="74818" y="49194"/>
                </a:cubicBezTo>
                <a:cubicBezTo>
                  <a:pt x="67621" y="50366"/>
                  <a:pt x="66115" y="56056"/>
                  <a:pt x="66115" y="58567"/>
                </a:cubicBezTo>
                <a:cubicBezTo>
                  <a:pt x="66115" y="62250"/>
                  <a:pt x="68962" y="64761"/>
                  <a:pt x="72811" y="64761"/>
                </a:cubicBezTo>
                <a:cubicBezTo>
                  <a:pt x="77329" y="64761"/>
                  <a:pt x="82350" y="61078"/>
                  <a:pt x="82350" y="54049"/>
                </a:cubicBezTo>
                <a:cubicBezTo>
                  <a:pt x="82350" y="48525"/>
                  <a:pt x="78335" y="42331"/>
                  <a:pt x="69462" y="42331"/>
                </a:cubicBezTo>
                <a:cubicBezTo>
                  <a:pt x="59923" y="42331"/>
                  <a:pt x="51219" y="49194"/>
                  <a:pt x="42681" y="57060"/>
                </a:cubicBezTo>
                <a:cubicBezTo>
                  <a:pt x="35652" y="63757"/>
                  <a:pt x="30128" y="68947"/>
                  <a:pt x="23265" y="71795"/>
                </a:cubicBezTo>
                <a:lnTo>
                  <a:pt x="39836" y="5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D0271F85-EA21-496C-B1A8-B7534B86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471" y="2424098"/>
            <a:ext cx="110677" cy="90470"/>
          </a:xfrm>
          <a:custGeom xmlns:a="http://schemas.openxmlformats.org/drawingml/2006/main">
            <a:pathLst>
              <a:path w="110677" h="90470">
                <a:moveTo>
                  <a:pt x="48782" y="11891"/>
                </a:moveTo>
                <a:lnTo>
                  <a:pt x="71940" y="11891"/>
                </a:lnTo>
                <a:cubicBezTo>
                  <a:pt x="65176" y="42173"/>
                  <a:pt x="63334" y="50974"/>
                  <a:pt x="63334" y="64681"/>
                </a:cubicBezTo>
                <a:cubicBezTo>
                  <a:pt x="63334" y="67752"/>
                  <a:pt x="63334" y="73275"/>
                  <a:pt x="64972" y="80234"/>
                </a:cubicBezTo>
                <a:cubicBezTo>
                  <a:pt x="67021" y="89241"/>
                  <a:pt x="69276" y="90470"/>
                  <a:pt x="72350" y="90470"/>
                </a:cubicBezTo>
                <a:cubicBezTo>
                  <a:pt x="76450" y="90470"/>
                  <a:pt x="80754" y="86783"/>
                  <a:pt x="80754" y="82689"/>
                </a:cubicBezTo>
                <a:cubicBezTo>
                  <a:pt x="80754" y="81460"/>
                  <a:pt x="80754" y="81053"/>
                  <a:pt x="79524" y="78189"/>
                </a:cubicBezTo>
                <a:cubicBezTo>
                  <a:pt x="73579" y="63455"/>
                  <a:pt x="73579" y="50154"/>
                  <a:pt x="73579" y="44425"/>
                </a:cubicBezTo>
                <a:cubicBezTo>
                  <a:pt x="73579" y="33579"/>
                  <a:pt x="75015" y="22530"/>
                  <a:pt x="77269" y="11891"/>
                </a:cubicBezTo>
                <a:lnTo>
                  <a:pt x="100634" y="11891"/>
                </a:lnTo>
                <a:cubicBezTo>
                  <a:pt x="103299" y="11891"/>
                  <a:pt x="110677" y="11891"/>
                  <a:pt x="110677" y="4920"/>
                </a:cubicBezTo>
                <a:cubicBezTo>
                  <a:pt x="110677" y="0"/>
                  <a:pt x="106373" y="0"/>
                  <a:pt x="102480" y="0"/>
                </a:cubicBezTo>
                <a:lnTo>
                  <a:pt x="33817" y="0"/>
                </a:lnTo>
                <a:cubicBezTo>
                  <a:pt x="29311" y="0"/>
                  <a:pt x="21520" y="0"/>
                  <a:pt x="12504" y="9636"/>
                </a:cubicBezTo>
                <a:cubicBezTo>
                  <a:pt x="5329" y="17620"/>
                  <a:pt x="0" y="27030"/>
                  <a:pt x="0" y="28053"/>
                </a:cubicBezTo>
                <a:cubicBezTo>
                  <a:pt x="0" y="28259"/>
                  <a:pt x="0" y="30102"/>
                  <a:pt x="2458" y="30102"/>
                </a:cubicBezTo>
                <a:cubicBezTo>
                  <a:pt x="4100" y="30102"/>
                  <a:pt x="4510" y="29282"/>
                  <a:pt x="5739" y="27646"/>
                </a:cubicBezTo>
                <a:cubicBezTo>
                  <a:pt x="15781" y="11891"/>
                  <a:pt x="27669" y="11891"/>
                  <a:pt x="31768" y="11891"/>
                </a:cubicBezTo>
                <a:lnTo>
                  <a:pt x="43452" y="11891"/>
                </a:lnTo>
                <a:cubicBezTo>
                  <a:pt x="36891" y="36647"/>
                  <a:pt x="25826" y="61407"/>
                  <a:pt x="17217" y="80028"/>
                </a:cubicBezTo>
                <a:cubicBezTo>
                  <a:pt x="15578" y="83099"/>
                  <a:pt x="15578" y="83508"/>
                  <a:pt x="15578" y="84941"/>
                </a:cubicBezTo>
                <a:cubicBezTo>
                  <a:pt x="15578" y="88831"/>
                  <a:pt x="18855" y="90470"/>
                  <a:pt x="21520" y="90470"/>
                </a:cubicBezTo>
                <a:cubicBezTo>
                  <a:pt x="27669" y="90470"/>
                  <a:pt x="29311" y="84734"/>
                  <a:pt x="31768" y="77163"/>
                </a:cubicBezTo>
                <a:cubicBezTo>
                  <a:pt x="34640" y="67752"/>
                  <a:pt x="34640" y="67343"/>
                  <a:pt x="37304" y="57110"/>
                </a:cubicBezTo>
                <a:lnTo>
                  <a:pt x="48782" y="11891"/>
                </a:lnTo>
              </a:path>
            </a:pathLst>
          </a:custGeom>
          <a:solidFill xmlns:a="http://schemas.openxmlformats.org/drawingml/2006/main">
            <a:srgbClr val="D64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6D36DF9E-735B-40BF-9634-8228B78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1014" y="2329806"/>
            <a:ext cx="93544" cy="97944"/>
          </a:xfrm>
          <a:custGeom xmlns:a="http://schemas.openxmlformats.org/drawingml/2006/main">
            <a:pathLst>
              <a:path w="93544" h="97944">
                <a:moveTo>
                  <a:pt x="49211" y="11760"/>
                </a:moveTo>
                <a:cubicBezTo>
                  <a:pt x="50502" y="6598"/>
                  <a:pt x="50934" y="5164"/>
                  <a:pt x="64132" y="5164"/>
                </a:cubicBezTo>
                <a:cubicBezTo>
                  <a:pt x="68581" y="5164"/>
                  <a:pt x="70015" y="5164"/>
                  <a:pt x="70015" y="2007"/>
                </a:cubicBezTo>
                <a:cubicBezTo>
                  <a:pt x="70015" y="1865"/>
                  <a:pt x="69873" y="0"/>
                  <a:pt x="67576" y="0"/>
                </a:cubicBezTo>
                <a:cubicBezTo>
                  <a:pt x="64277" y="0"/>
                  <a:pt x="60402" y="286"/>
                  <a:pt x="56959" y="429"/>
                </a:cubicBezTo>
                <a:cubicBezTo>
                  <a:pt x="53373" y="573"/>
                  <a:pt x="49069" y="573"/>
                  <a:pt x="45480" y="573"/>
                </a:cubicBezTo>
                <a:cubicBezTo>
                  <a:pt x="42468" y="573"/>
                  <a:pt x="38596" y="429"/>
                  <a:pt x="35581" y="429"/>
                </a:cubicBezTo>
                <a:cubicBezTo>
                  <a:pt x="32569" y="429"/>
                  <a:pt x="29125" y="0"/>
                  <a:pt x="26257" y="0"/>
                </a:cubicBezTo>
                <a:cubicBezTo>
                  <a:pt x="25395" y="0"/>
                  <a:pt x="23243" y="0"/>
                  <a:pt x="23243" y="3157"/>
                </a:cubicBezTo>
                <a:cubicBezTo>
                  <a:pt x="23243" y="5164"/>
                  <a:pt x="24966" y="5164"/>
                  <a:pt x="27836" y="5164"/>
                </a:cubicBezTo>
                <a:cubicBezTo>
                  <a:pt x="27978" y="5164"/>
                  <a:pt x="30704" y="5164"/>
                  <a:pt x="33287" y="5451"/>
                </a:cubicBezTo>
                <a:cubicBezTo>
                  <a:pt x="36299" y="5738"/>
                  <a:pt x="36586" y="6024"/>
                  <a:pt x="36586" y="7459"/>
                </a:cubicBezTo>
                <a:cubicBezTo>
                  <a:pt x="36586" y="7745"/>
                  <a:pt x="36586" y="8461"/>
                  <a:pt x="36012" y="10613"/>
                </a:cubicBezTo>
                <a:lnTo>
                  <a:pt x="16931" y="86757"/>
                </a:lnTo>
                <a:cubicBezTo>
                  <a:pt x="15640" y="91633"/>
                  <a:pt x="15353" y="92780"/>
                  <a:pt x="4306" y="92780"/>
                </a:cubicBezTo>
                <a:cubicBezTo>
                  <a:pt x="1865" y="92780"/>
                  <a:pt x="0" y="92780"/>
                  <a:pt x="0" y="95792"/>
                </a:cubicBezTo>
                <a:cubicBezTo>
                  <a:pt x="0" y="97944"/>
                  <a:pt x="1723" y="97944"/>
                  <a:pt x="4306" y="97944"/>
                </a:cubicBezTo>
                <a:lnTo>
                  <a:pt x="76471" y="97944"/>
                </a:lnTo>
                <a:cubicBezTo>
                  <a:pt x="80059" y="97944"/>
                  <a:pt x="80201" y="97802"/>
                  <a:pt x="81348" y="95076"/>
                </a:cubicBezTo>
                <a:cubicBezTo>
                  <a:pt x="82784" y="91204"/>
                  <a:pt x="93544" y="63383"/>
                  <a:pt x="93544" y="62236"/>
                </a:cubicBezTo>
                <a:cubicBezTo>
                  <a:pt x="93544" y="61807"/>
                  <a:pt x="93257" y="60229"/>
                  <a:pt x="91105" y="60229"/>
                </a:cubicBezTo>
                <a:cubicBezTo>
                  <a:pt x="89385" y="60229"/>
                  <a:pt x="89096" y="60947"/>
                  <a:pt x="88236" y="63241"/>
                </a:cubicBezTo>
                <a:cubicBezTo>
                  <a:pt x="82784" y="76862"/>
                  <a:pt x="76471" y="92780"/>
                  <a:pt x="50216" y="92780"/>
                </a:cubicBezTo>
                <a:lnTo>
                  <a:pt x="34005" y="92780"/>
                </a:lnTo>
                <a:cubicBezTo>
                  <a:pt x="29556" y="92780"/>
                  <a:pt x="29412" y="92637"/>
                  <a:pt x="29412" y="91346"/>
                </a:cubicBezTo>
                <a:cubicBezTo>
                  <a:pt x="29412" y="91204"/>
                  <a:pt x="29412" y="90485"/>
                  <a:pt x="29988" y="88336"/>
                </a:cubicBezTo>
                <a:lnTo>
                  <a:pt x="49211" y="11760"/>
                </a:lnTo>
              </a:path>
            </a:pathLst>
          </a:custGeom>
          <a:solidFill xmlns:a="http://schemas.openxmlformats.org/drawingml/2006/main">
            <a:srgbClr val="D64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BA3ECD65-DBA3-4E8A-B21C-9AD5829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410" y="2467764"/>
            <a:ext cx="52223" cy="95273"/>
          </a:xfrm>
          <a:custGeom xmlns:a="http://schemas.openxmlformats.org/drawingml/2006/main">
            <a:pathLst>
              <a:path w="52223" h="95273">
                <a:moveTo>
                  <a:pt x="32424" y="4008"/>
                </a:moveTo>
                <a:cubicBezTo>
                  <a:pt x="32424" y="144"/>
                  <a:pt x="32137" y="0"/>
                  <a:pt x="28120" y="0"/>
                </a:cubicBezTo>
                <a:cubicBezTo>
                  <a:pt x="18939" y="8985"/>
                  <a:pt x="5882" y="9127"/>
                  <a:pt x="0" y="9127"/>
                </a:cubicBezTo>
                <a:lnTo>
                  <a:pt x="0" y="14291"/>
                </a:lnTo>
                <a:cubicBezTo>
                  <a:pt x="3444" y="14291"/>
                  <a:pt x="12912" y="14291"/>
                  <a:pt x="20804" y="10274"/>
                </a:cubicBezTo>
                <a:lnTo>
                  <a:pt x="20804" y="83504"/>
                </a:lnTo>
                <a:cubicBezTo>
                  <a:pt x="20804" y="88244"/>
                  <a:pt x="20804" y="90109"/>
                  <a:pt x="6456" y="90109"/>
                </a:cubicBezTo>
                <a:lnTo>
                  <a:pt x="1005" y="90109"/>
                </a:lnTo>
                <a:lnTo>
                  <a:pt x="1005" y="95273"/>
                </a:lnTo>
                <a:cubicBezTo>
                  <a:pt x="3586" y="95131"/>
                  <a:pt x="21233" y="94700"/>
                  <a:pt x="26542" y="94700"/>
                </a:cubicBezTo>
                <a:cubicBezTo>
                  <a:pt x="30990" y="94700"/>
                  <a:pt x="49066" y="95131"/>
                  <a:pt x="52223" y="95273"/>
                </a:cubicBezTo>
                <a:lnTo>
                  <a:pt x="52223" y="90109"/>
                </a:lnTo>
                <a:lnTo>
                  <a:pt x="46772" y="90109"/>
                </a:lnTo>
                <a:cubicBezTo>
                  <a:pt x="32424" y="90109"/>
                  <a:pt x="32424" y="88244"/>
                  <a:pt x="32424" y="83504"/>
                </a:cubicBezTo>
                <a:lnTo>
                  <a:pt x="32424" y="4008"/>
                </a:lnTo>
              </a:path>
            </a:pathLst>
          </a:custGeom>
          <a:solidFill xmlns:a="http://schemas.openxmlformats.org/drawingml/2006/main">
            <a:srgbClr val="D64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7658C52C-2231-48D8-BB39-ABA5ECB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471" y="2959303"/>
            <a:ext cx="110677" cy="90470"/>
          </a:xfrm>
          <a:custGeom xmlns:a="http://schemas.openxmlformats.org/drawingml/2006/main">
            <a:pathLst>
              <a:path w="110677" h="90470">
                <a:moveTo>
                  <a:pt x="48782" y="11891"/>
                </a:moveTo>
                <a:lnTo>
                  <a:pt x="71940" y="11891"/>
                </a:lnTo>
                <a:cubicBezTo>
                  <a:pt x="65176" y="42173"/>
                  <a:pt x="63334" y="50974"/>
                  <a:pt x="63334" y="64681"/>
                </a:cubicBezTo>
                <a:cubicBezTo>
                  <a:pt x="63334" y="67752"/>
                  <a:pt x="63334" y="73275"/>
                  <a:pt x="64972" y="80234"/>
                </a:cubicBezTo>
                <a:cubicBezTo>
                  <a:pt x="67021" y="89241"/>
                  <a:pt x="69276" y="90470"/>
                  <a:pt x="72350" y="90470"/>
                </a:cubicBezTo>
                <a:cubicBezTo>
                  <a:pt x="76450" y="90470"/>
                  <a:pt x="80754" y="86783"/>
                  <a:pt x="80754" y="82689"/>
                </a:cubicBezTo>
                <a:cubicBezTo>
                  <a:pt x="80754" y="81460"/>
                  <a:pt x="80754" y="81053"/>
                  <a:pt x="79524" y="78189"/>
                </a:cubicBezTo>
                <a:cubicBezTo>
                  <a:pt x="73579" y="63455"/>
                  <a:pt x="73579" y="50154"/>
                  <a:pt x="73579" y="44425"/>
                </a:cubicBezTo>
                <a:cubicBezTo>
                  <a:pt x="73579" y="33579"/>
                  <a:pt x="75015" y="22530"/>
                  <a:pt x="77269" y="11891"/>
                </a:cubicBezTo>
                <a:lnTo>
                  <a:pt x="100634" y="11891"/>
                </a:lnTo>
                <a:cubicBezTo>
                  <a:pt x="103299" y="11891"/>
                  <a:pt x="110677" y="11891"/>
                  <a:pt x="110677" y="4920"/>
                </a:cubicBezTo>
                <a:cubicBezTo>
                  <a:pt x="110677" y="0"/>
                  <a:pt x="106373" y="0"/>
                  <a:pt x="102480" y="0"/>
                </a:cubicBezTo>
                <a:lnTo>
                  <a:pt x="33817" y="0"/>
                </a:lnTo>
                <a:cubicBezTo>
                  <a:pt x="29311" y="0"/>
                  <a:pt x="21520" y="0"/>
                  <a:pt x="12504" y="9636"/>
                </a:cubicBezTo>
                <a:cubicBezTo>
                  <a:pt x="5329" y="17620"/>
                  <a:pt x="0" y="27030"/>
                  <a:pt x="0" y="28053"/>
                </a:cubicBezTo>
                <a:cubicBezTo>
                  <a:pt x="0" y="28259"/>
                  <a:pt x="0" y="30102"/>
                  <a:pt x="2458" y="30102"/>
                </a:cubicBezTo>
                <a:cubicBezTo>
                  <a:pt x="4100" y="30102"/>
                  <a:pt x="4510" y="29282"/>
                  <a:pt x="5739" y="27646"/>
                </a:cubicBezTo>
                <a:cubicBezTo>
                  <a:pt x="15781" y="11891"/>
                  <a:pt x="27669" y="11891"/>
                  <a:pt x="31768" y="11891"/>
                </a:cubicBezTo>
                <a:lnTo>
                  <a:pt x="43452" y="11891"/>
                </a:lnTo>
                <a:cubicBezTo>
                  <a:pt x="36891" y="36647"/>
                  <a:pt x="25826" y="61407"/>
                  <a:pt x="17217" y="80028"/>
                </a:cubicBezTo>
                <a:cubicBezTo>
                  <a:pt x="15578" y="83099"/>
                  <a:pt x="15578" y="83508"/>
                  <a:pt x="15578" y="84941"/>
                </a:cubicBezTo>
                <a:cubicBezTo>
                  <a:pt x="15578" y="88831"/>
                  <a:pt x="18855" y="90470"/>
                  <a:pt x="21520" y="90470"/>
                </a:cubicBezTo>
                <a:cubicBezTo>
                  <a:pt x="27669" y="90470"/>
                  <a:pt x="29311" y="84734"/>
                  <a:pt x="31768" y="77163"/>
                </a:cubicBezTo>
                <a:cubicBezTo>
                  <a:pt x="34640" y="67752"/>
                  <a:pt x="34640" y="67343"/>
                  <a:pt x="37304" y="57110"/>
                </a:cubicBezTo>
                <a:lnTo>
                  <a:pt x="48782" y="11891"/>
                </a:lnTo>
              </a:path>
            </a:pathLst>
          </a:custGeom>
          <a:solidFill xmlns:a="http://schemas.openxmlformats.org/drawingml/2006/main">
            <a:srgbClr val="82B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E0DDBCEF-5D04-488C-B9DF-162D9555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1014" y="2865010"/>
            <a:ext cx="93544" cy="97944"/>
          </a:xfrm>
          <a:custGeom xmlns:a="http://schemas.openxmlformats.org/drawingml/2006/main">
            <a:pathLst>
              <a:path w="93544" h="97944">
                <a:moveTo>
                  <a:pt x="49211" y="11760"/>
                </a:moveTo>
                <a:cubicBezTo>
                  <a:pt x="50502" y="6598"/>
                  <a:pt x="50934" y="5164"/>
                  <a:pt x="64132" y="5164"/>
                </a:cubicBezTo>
                <a:cubicBezTo>
                  <a:pt x="68581" y="5164"/>
                  <a:pt x="70015" y="5164"/>
                  <a:pt x="70015" y="2007"/>
                </a:cubicBezTo>
                <a:cubicBezTo>
                  <a:pt x="70015" y="1865"/>
                  <a:pt x="69873" y="0"/>
                  <a:pt x="67576" y="0"/>
                </a:cubicBezTo>
                <a:cubicBezTo>
                  <a:pt x="64277" y="0"/>
                  <a:pt x="60402" y="286"/>
                  <a:pt x="56959" y="429"/>
                </a:cubicBezTo>
                <a:cubicBezTo>
                  <a:pt x="53373" y="573"/>
                  <a:pt x="49069" y="573"/>
                  <a:pt x="45480" y="573"/>
                </a:cubicBezTo>
                <a:cubicBezTo>
                  <a:pt x="42468" y="573"/>
                  <a:pt x="38596" y="429"/>
                  <a:pt x="35581" y="429"/>
                </a:cubicBezTo>
                <a:cubicBezTo>
                  <a:pt x="32569" y="429"/>
                  <a:pt x="29125" y="0"/>
                  <a:pt x="26257" y="0"/>
                </a:cubicBezTo>
                <a:cubicBezTo>
                  <a:pt x="25395" y="0"/>
                  <a:pt x="23243" y="0"/>
                  <a:pt x="23243" y="3157"/>
                </a:cubicBezTo>
                <a:cubicBezTo>
                  <a:pt x="23243" y="5164"/>
                  <a:pt x="24966" y="5164"/>
                  <a:pt x="27836" y="5164"/>
                </a:cubicBezTo>
                <a:cubicBezTo>
                  <a:pt x="27978" y="5164"/>
                  <a:pt x="30704" y="5164"/>
                  <a:pt x="33287" y="5451"/>
                </a:cubicBezTo>
                <a:cubicBezTo>
                  <a:pt x="36299" y="5738"/>
                  <a:pt x="36586" y="6024"/>
                  <a:pt x="36586" y="7459"/>
                </a:cubicBezTo>
                <a:cubicBezTo>
                  <a:pt x="36586" y="7745"/>
                  <a:pt x="36586" y="8461"/>
                  <a:pt x="36012" y="10613"/>
                </a:cubicBezTo>
                <a:lnTo>
                  <a:pt x="16931" y="86757"/>
                </a:lnTo>
                <a:cubicBezTo>
                  <a:pt x="15640" y="91633"/>
                  <a:pt x="15353" y="92780"/>
                  <a:pt x="4306" y="92780"/>
                </a:cubicBezTo>
                <a:cubicBezTo>
                  <a:pt x="1865" y="92780"/>
                  <a:pt x="0" y="92780"/>
                  <a:pt x="0" y="95792"/>
                </a:cubicBezTo>
                <a:cubicBezTo>
                  <a:pt x="0" y="97944"/>
                  <a:pt x="1723" y="97944"/>
                  <a:pt x="4306" y="97944"/>
                </a:cubicBezTo>
                <a:lnTo>
                  <a:pt x="76470" y="97944"/>
                </a:lnTo>
                <a:cubicBezTo>
                  <a:pt x="80059" y="97944"/>
                  <a:pt x="80201" y="97802"/>
                  <a:pt x="81348" y="95076"/>
                </a:cubicBezTo>
                <a:cubicBezTo>
                  <a:pt x="82784" y="91204"/>
                  <a:pt x="93544" y="63383"/>
                  <a:pt x="93544" y="62236"/>
                </a:cubicBezTo>
                <a:cubicBezTo>
                  <a:pt x="93544" y="61807"/>
                  <a:pt x="93257" y="60229"/>
                  <a:pt x="91105" y="60229"/>
                </a:cubicBezTo>
                <a:cubicBezTo>
                  <a:pt x="89385" y="60229"/>
                  <a:pt x="89096" y="60947"/>
                  <a:pt x="88236" y="63241"/>
                </a:cubicBezTo>
                <a:cubicBezTo>
                  <a:pt x="82784" y="76862"/>
                  <a:pt x="76470" y="92780"/>
                  <a:pt x="50216" y="92780"/>
                </a:cubicBezTo>
                <a:lnTo>
                  <a:pt x="34005" y="92780"/>
                </a:lnTo>
                <a:cubicBezTo>
                  <a:pt x="29556" y="92780"/>
                  <a:pt x="29412" y="92637"/>
                  <a:pt x="29412" y="91346"/>
                </a:cubicBezTo>
                <a:cubicBezTo>
                  <a:pt x="29412" y="91204"/>
                  <a:pt x="29412" y="90485"/>
                  <a:pt x="29988" y="88336"/>
                </a:cubicBezTo>
                <a:lnTo>
                  <a:pt x="49211" y="11760"/>
                </a:lnTo>
              </a:path>
            </a:pathLst>
          </a:custGeom>
          <a:solidFill xmlns:a="http://schemas.openxmlformats.org/drawingml/2006/main">
            <a:srgbClr val="82B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827402E5-6854-4FD1-A59F-BA907C99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810" y="3002969"/>
            <a:ext cx="63414" cy="95273"/>
          </a:xfrm>
          <a:custGeom xmlns:a="http://schemas.openxmlformats.org/drawingml/2006/main">
            <a:pathLst>
              <a:path w="63414" h="95273">
                <a:moveTo>
                  <a:pt x="63414" y="69156"/>
                </a:moveTo>
                <a:lnTo>
                  <a:pt x="58537" y="69156"/>
                </a:lnTo>
                <a:cubicBezTo>
                  <a:pt x="58105" y="72315"/>
                  <a:pt x="56672" y="80783"/>
                  <a:pt x="54806" y="82219"/>
                </a:cubicBezTo>
                <a:cubicBezTo>
                  <a:pt x="53659" y="83080"/>
                  <a:pt x="42613" y="83080"/>
                  <a:pt x="40603" y="83080"/>
                </a:cubicBezTo>
                <a:lnTo>
                  <a:pt x="14203" y="83080"/>
                </a:lnTo>
                <a:cubicBezTo>
                  <a:pt x="29270" y="69730"/>
                  <a:pt x="34289" y="65713"/>
                  <a:pt x="42900" y="58966"/>
                </a:cubicBezTo>
                <a:cubicBezTo>
                  <a:pt x="53515" y="50498"/>
                  <a:pt x="63414" y="41599"/>
                  <a:pt x="63414" y="27965"/>
                </a:cubicBezTo>
                <a:cubicBezTo>
                  <a:pt x="63414" y="10613"/>
                  <a:pt x="48206" y="0"/>
                  <a:pt x="29843" y="0"/>
                </a:cubicBezTo>
                <a:cubicBezTo>
                  <a:pt x="12052" y="0"/>
                  <a:pt x="0" y="12476"/>
                  <a:pt x="0" y="25668"/>
                </a:cubicBezTo>
                <a:cubicBezTo>
                  <a:pt x="0" y="32987"/>
                  <a:pt x="6169" y="33703"/>
                  <a:pt x="7605" y="33703"/>
                </a:cubicBezTo>
                <a:cubicBezTo>
                  <a:pt x="11049" y="33703"/>
                  <a:pt x="15208" y="31264"/>
                  <a:pt x="15208" y="26099"/>
                </a:cubicBezTo>
                <a:cubicBezTo>
                  <a:pt x="15208" y="23516"/>
                  <a:pt x="14203" y="18494"/>
                  <a:pt x="6743" y="18494"/>
                </a:cubicBezTo>
                <a:cubicBezTo>
                  <a:pt x="11191" y="8319"/>
                  <a:pt x="20949" y="5166"/>
                  <a:pt x="27691" y="5166"/>
                </a:cubicBezTo>
                <a:cubicBezTo>
                  <a:pt x="42037" y="5166"/>
                  <a:pt x="49497" y="16345"/>
                  <a:pt x="49497" y="27965"/>
                </a:cubicBezTo>
                <a:cubicBezTo>
                  <a:pt x="49497" y="40450"/>
                  <a:pt x="40603" y="50353"/>
                  <a:pt x="36012" y="55520"/>
                </a:cubicBezTo>
                <a:lnTo>
                  <a:pt x="1436" y="89680"/>
                </a:lnTo>
                <a:cubicBezTo>
                  <a:pt x="0" y="90969"/>
                  <a:pt x="0" y="91256"/>
                  <a:pt x="0" y="95273"/>
                </a:cubicBezTo>
                <a:lnTo>
                  <a:pt x="59110" y="95273"/>
                </a:lnTo>
                <a:lnTo>
                  <a:pt x="63414" y="69156"/>
                </a:lnTo>
              </a:path>
            </a:pathLst>
          </a:custGeom>
          <a:solidFill xmlns:a="http://schemas.openxmlformats.org/drawingml/2006/main">
            <a:srgbClr val="82B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1B259CD0-C419-4D7E-9E3E-0FBD4074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5625" y="4010370"/>
            <a:ext cx="110676" cy="90470"/>
          </a:xfrm>
          <a:custGeom xmlns:a="http://schemas.openxmlformats.org/drawingml/2006/main">
            <a:pathLst>
              <a:path w="110676" h="90470">
                <a:moveTo>
                  <a:pt x="48781" y="11891"/>
                </a:moveTo>
                <a:lnTo>
                  <a:pt x="71940" y="11891"/>
                </a:lnTo>
                <a:cubicBezTo>
                  <a:pt x="65175" y="42173"/>
                  <a:pt x="63334" y="50974"/>
                  <a:pt x="63334" y="64681"/>
                </a:cubicBezTo>
                <a:cubicBezTo>
                  <a:pt x="63334" y="67752"/>
                  <a:pt x="63334" y="73275"/>
                  <a:pt x="64972" y="80234"/>
                </a:cubicBezTo>
                <a:cubicBezTo>
                  <a:pt x="67021" y="89241"/>
                  <a:pt x="69276" y="90470"/>
                  <a:pt x="72350" y="90470"/>
                </a:cubicBezTo>
                <a:cubicBezTo>
                  <a:pt x="76450" y="90470"/>
                  <a:pt x="80753" y="86783"/>
                  <a:pt x="80753" y="82689"/>
                </a:cubicBezTo>
                <a:cubicBezTo>
                  <a:pt x="80753" y="81460"/>
                  <a:pt x="80753" y="81053"/>
                  <a:pt x="79524" y="78189"/>
                </a:cubicBezTo>
                <a:cubicBezTo>
                  <a:pt x="73579" y="63455"/>
                  <a:pt x="73579" y="50154"/>
                  <a:pt x="73579" y="44425"/>
                </a:cubicBezTo>
                <a:cubicBezTo>
                  <a:pt x="73579" y="33579"/>
                  <a:pt x="75015" y="22530"/>
                  <a:pt x="77269" y="11891"/>
                </a:cubicBezTo>
                <a:lnTo>
                  <a:pt x="100634" y="11891"/>
                </a:lnTo>
                <a:cubicBezTo>
                  <a:pt x="103299" y="11891"/>
                  <a:pt x="110676" y="11891"/>
                  <a:pt x="110676" y="4920"/>
                </a:cubicBezTo>
                <a:cubicBezTo>
                  <a:pt x="110676" y="0"/>
                  <a:pt x="106373" y="0"/>
                  <a:pt x="102480" y="0"/>
                </a:cubicBezTo>
                <a:lnTo>
                  <a:pt x="33817" y="0"/>
                </a:lnTo>
                <a:cubicBezTo>
                  <a:pt x="29310" y="0"/>
                  <a:pt x="21520" y="0"/>
                  <a:pt x="12504" y="9636"/>
                </a:cubicBezTo>
                <a:cubicBezTo>
                  <a:pt x="5329" y="17620"/>
                  <a:pt x="0" y="27030"/>
                  <a:pt x="0" y="28053"/>
                </a:cubicBezTo>
                <a:cubicBezTo>
                  <a:pt x="0" y="28259"/>
                  <a:pt x="0" y="30102"/>
                  <a:pt x="2458" y="30102"/>
                </a:cubicBezTo>
                <a:cubicBezTo>
                  <a:pt x="4100" y="30102"/>
                  <a:pt x="4510" y="29282"/>
                  <a:pt x="5739" y="27646"/>
                </a:cubicBezTo>
                <a:cubicBezTo>
                  <a:pt x="15781" y="11891"/>
                  <a:pt x="27669" y="11891"/>
                  <a:pt x="31768" y="11891"/>
                </a:cubicBezTo>
                <a:lnTo>
                  <a:pt x="43452" y="11891"/>
                </a:lnTo>
                <a:cubicBezTo>
                  <a:pt x="36891" y="36647"/>
                  <a:pt x="25826" y="61407"/>
                  <a:pt x="17217" y="80028"/>
                </a:cubicBezTo>
                <a:cubicBezTo>
                  <a:pt x="15578" y="83099"/>
                  <a:pt x="15578" y="83508"/>
                  <a:pt x="15578" y="84941"/>
                </a:cubicBezTo>
                <a:cubicBezTo>
                  <a:pt x="15578" y="88831"/>
                  <a:pt x="18855" y="90470"/>
                  <a:pt x="21520" y="90470"/>
                </a:cubicBezTo>
                <a:cubicBezTo>
                  <a:pt x="27669" y="90470"/>
                  <a:pt x="29310" y="84734"/>
                  <a:pt x="31768" y="77163"/>
                </a:cubicBezTo>
                <a:cubicBezTo>
                  <a:pt x="34640" y="67752"/>
                  <a:pt x="34640" y="67343"/>
                  <a:pt x="37304" y="57110"/>
                </a:cubicBezTo>
                <a:lnTo>
                  <a:pt x="48781" y="11891"/>
                </a:lnTo>
              </a:path>
            </a:pathLst>
          </a:custGeom>
          <a:solidFill xmlns:a="http://schemas.openxmlformats.org/drawingml/2006/main">
            <a:srgbClr val="7B6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2921B008-D8E8-4210-9274-DBE80A0B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4168" y="3916078"/>
            <a:ext cx="93544" cy="97944"/>
          </a:xfrm>
          <a:custGeom xmlns:a="http://schemas.openxmlformats.org/drawingml/2006/main">
            <a:pathLst>
              <a:path w="93544" h="97944">
                <a:moveTo>
                  <a:pt x="49211" y="11760"/>
                </a:moveTo>
                <a:cubicBezTo>
                  <a:pt x="50502" y="6598"/>
                  <a:pt x="50934" y="5164"/>
                  <a:pt x="64132" y="5164"/>
                </a:cubicBezTo>
                <a:cubicBezTo>
                  <a:pt x="68581" y="5164"/>
                  <a:pt x="70015" y="5164"/>
                  <a:pt x="70015" y="2007"/>
                </a:cubicBezTo>
                <a:cubicBezTo>
                  <a:pt x="70015" y="1865"/>
                  <a:pt x="69872" y="0"/>
                  <a:pt x="67576" y="0"/>
                </a:cubicBezTo>
                <a:cubicBezTo>
                  <a:pt x="64277" y="0"/>
                  <a:pt x="60402" y="286"/>
                  <a:pt x="56958" y="429"/>
                </a:cubicBezTo>
                <a:cubicBezTo>
                  <a:pt x="53372" y="573"/>
                  <a:pt x="49068" y="573"/>
                  <a:pt x="45480" y="573"/>
                </a:cubicBezTo>
                <a:cubicBezTo>
                  <a:pt x="42468" y="573"/>
                  <a:pt x="38596" y="429"/>
                  <a:pt x="35581" y="429"/>
                </a:cubicBezTo>
                <a:cubicBezTo>
                  <a:pt x="32569" y="429"/>
                  <a:pt x="29125" y="0"/>
                  <a:pt x="26257" y="0"/>
                </a:cubicBezTo>
                <a:cubicBezTo>
                  <a:pt x="25395" y="0"/>
                  <a:pt x="23242" y="0"/>
                  <a:pt x="23242" y="3157"/>
                </a:cubicBezTo>
                <a:cubicBezTo>
                  <a:pt x="23242" y="5164"/>
                  <a:pt x="24966" y="5164"/>
                  <a:pt x="27836" y="5164"/>
                </a:cubicBezTo>
                <a:cubicBezTo>
                  <a:pt x="27978" y="5164"/>
                  <a:pt x="30704" y="5164"/>
                  <a:pt x="33287" y="5451"/>
                </a:cubicBezTo>
                <a:cubicBezTo>
                  <a:pt x="36299" y="5738"/>
                  <a:pt x="36586" y="6024"/>
                  <a:pt x="36586" y="7459"/>
                </a:cubicBezTo>
                <a:cubicBezTo>
                  <a:pt x="36586" y="7745"/>
                  <a:pt x="36586" y="8461"/>
                  <a:pt x="36012" y="10613"/>
                </a:cubicBezTo>
                <a:lnTo>
                  <a:pt x="16931" y="86757"/>
                </a:lnTo>
                <a:cubicBezTo>
                  <a:pt x="15640" y="91633"/>
                  <a:pt x="15353" y="92780"/>
                  <a:pt x="4306" y="92780"/>
                </a:cubicBezTo>
                <a:cubicBezTo>
                  <a:pt x="1865" y="92780"/>
                  <a:pt x="0" y="92780"/>
                  <a:pt x="0" y="95792"/>
                </a:cubicBezTo>
                <a:cubicBezTo>
                  <a:pt x="0" y="97944"/>
                  <a:pt x="1723" y="97944"/>
                  <a:pt x="4306" y="97944"/>
                </a:cubicBezTo>
                <a:lnTo>
                  <a:pt x="76470" y="97944"/>
                </a:lnTo>
                <a:cubicBezTo>
                  <a:pt x="80058" y="97944"/>
                  <a:pt x="80201" y="97802"/>
                  <a:pt x="81348" y="95076"/>
                </a:cubicBezTo>
                <a:cubicBezTo>
                  <a:pt x="82784" y="91204"/>
                  <a:pt x="93544" y="63383"/>
                  <a:pt x="93544" y="62236"/>
                </a:cubicBezTo>
                <a:cubicBezTo>
                  <a:pt x="93544" y="61807"/>
                  <a:pt x="93257" y="60229"/>
                  <a:pt x="91105" y="60229"/>
                </a:cubicBezTo>
                <a:cubicBezTo>
                  <a:pt x="89385" y="60229"/>
                  <a:pt x="89095" y="60947"/>
                  <a:pt x="88235" y="63241"/>
                </a:cubicBezTo>
                <a:cubicBezTo>
                  <a:pt x="82784" y="76862"/>
                  <a:pt x="76470" y="92780"/>
                  <a:pt x="50216" y="92780"/>
                </a:cubicBezTo>
                <a:lnTo>
                  <a:pt x="34005" y="92780"/>
                </a:lnTo>
                <a:cubicBezTo>
                  <a:pt x="29556" y="92780"/>
                  <a:pt x="29412" y="92637"/>
                  <a:pt x="29412" y="91346"/>
                </a:cubicBezTo>
                <a:cubicBezTo>
                  <a:pt x="29412" y="91204"/>
                  <a:pt x="29412" y="90485"/>
                  <a:pt x="29988" y="88336"/>
                </a:cubicBezTo>
                <a:lnTo>
                  <a:pt x="49211" y="11760"/>
                </a:lnTo>
              </a:path>
            </a:pathLst>
          </a:custGeom>
          <a:solidFill xmlns:a="http://schemas.openxmlformats.org/drawingml/2006/main">
            <a:srgbClr val="7B6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A576318C-6DAD-4862-93AE-375E8733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823" y="4051374"/>
            <a:ext cx="130559" cy="97935"/>
          </a:xfrm>
          <a:custGeom xmlns:a="http://schemas.openxmlformats.org/drawingml/2006/main">
            <a:pathLst>
              <a:path w="130559" h="97935">
                <a:moveTo>
                  <a:pt x="72167" y="40294"/>
                </a:moveTo>
                <a:cubicBezTo>
                  <a:pt x="71593" y="39147"/>
                  <a:pt x="71306" y="38718"/>
                  <a:pt x="71306" y="38573"/>
                </a:cubicBezTo>
                <a:cubicBezTo>
                  <a:pt x="71306" y="38286"/>
                  <a:pt x="71448" y="38144"/>
                  <a:pt x="74750" y="35850"/>
                </a:cubicBezTo>
                <a:lnTo>
                  <a:pt x="89240" y="25668"/>
                </a:lnTo>
                <a:cubicBezTo>
                  <a:pt x="108179" y="12334"/>
                  <a:pt x="117074" y="6027"/>
                  <a:pt x="127260" y="5166"/>
                </a:cubicBezTo>
                <a:cubicBezTo>
                  <a:pt x="128838" y="5022"/>
                  <a:pt x="130559" y="4879"/>
                  <a:pt x="130559" y="2010"/>
                </a:cubicBezTo>
                <a:cubicBezTo>
                  <a:pt x="130559" y="862"/>
                  <a:pt x="129556" y="144"/>
                  <a:pt x="128693" y="144"/>
                </a:cubicBezTo>
                <a:cubicBezTo>
                  <a:pt x="125681" y="144"/>
                  <a:pt x="121951" y="576"/>
                  <a:pt x="118794" y="576"/>
                </a:cubicBezTo>
                <a:cubicBezTo>
                  <a:pt x="114921" y="576"/>
                  <a:pt x="105309" y="0"/>
                  <a:pt x="101436" y="0"/>
                </a:cubicBezTo>
                <a:cubicBezTo>
                  <a:pt x="100574" y="0"/>
                  <a:pt x="98421" y="0"/>
                  <a:pt x="98421" y="3157"/>
                </a:cubicBezTo>
                <a:cubicBezTo>
                  <a:pt x="98421" y="3301"/>
                  <a:pt x="98421" y="5022"/>
                  <a:pt x="100574" y="5166"/>
                </a:cubicBezTo>
                <a:cubicBezTo>
                  <a:pt x="102296" y="5309"/>
                  <a:pt x="104162" y="5595"/>
                  <a:pt x="104162" y="7174"/>
                </a:cubicBezTo>
                <a:cubicBezTo>
                  <a:pt x="104162" y="9755"/>
                  <a:pt x="99713" y="12907"/>
                  <a:pt x="97848" y="14199"/>
                </a:cubicBezTo>
                <a:lnTo>
                  <a:pt x="38022" y="56352"/>
                </a:lnTo>
                <a:lnTo>
                  <a:pt x="49355" y="11187"/>
                </a:lnTo>
                <a:cubicBezTo>
                  <a:pt x="50647" y="6314"/>
                  <a:pt x="50789" y="5166"/>
                  <a:pt x="61980" y="5166"/>
                </a:cubicBezTo>
                <a:cubicBezTo>
                  <a:pt x="64277" y="5166"/>
                  <a:pt x="66284" y="5166"/>
                  <a:pt x="66284" y="2154"/>
                </a:cubicBezTo>
                <a:cubicBezTo>
                  <a:pt x="66284" y="862"/>
                  <a:pt x="65424" y="0"/>
                  <a:pt x="63990" y="0"/>
                </a:cubicBezTo>
                <a:cubicBezTo>
                  <a:pt x="59828" y="0"/>
                  <a:pt x="49355" y="576"/>
                  <a:pt x="45193" y="576"/>
                </a:cubicBezTo>
                <a:cubicBezTo>
                  <a:pt x="42755" y="576"/>
                  <a:pt x="37733" y="576"/>
                  <a:pt x="35294" y="431"/>
                </a:cubicBezTo>
                <a:cubicBezTo>
                  <a:pt x="32426" y="289"/>
                  <a:pt x="28983" y="0"/>
                  <a:pt x="26257" y="0"/>
                </a:cubicBezTo>
                <a:cubicBezTo>
                  <a:pt x="25395" y="0"/>
                  <a:pt x="23242" y="0"/>
                  <a:pt x="23242" y="3157"/>
                </a:cubicBezTo>
                <a:cubicBezTo>
                  <a:pt x="23242" y="5166"/>
                  <a:pt x="24821" y="5166"/>
                  <a:pt x="27978" y="5166"/>
                </a:cubicBezTo>
                <a:cubicBezTo>
                  <a:pt x="30274" y="5166"/>
                  <a:pt x="30848" y="5166"/>
                  <a:pt x="33429" y="5453"/>
                </a:cubicBezTo>
                <a:cubicBezTo>
                  <a:pt x="36299" y="5740"/>
                  <a:pt x="36586" y="6027"/>
                  <a:pt x="36586" y="7461"/>
                </a:cubicBezTo>
                <a:cubicBezTo>
                  <a:pt x="36586" y="7747"/>
                  <a:pt x="36586" y="8463"/>
                  <a:pt x="36012" y="10613"/>
                </a:cubicBezTo>
                <a:lnTo>
                  <a:pt x="16931" y="86749"/>
                </a:lnTo>
                <a:cubicBezTo>
                  <a:pt x="15782" y="91624"/>
                  <a:pt x="15495" y="92771"/>
                  <a:pt x="4306" y="92771"/>
                </a:cubicBezTo>
                <a:cubicBezTo>
                  <a:pt x="1723" y="92771"/>
                  <a:pt x="0" y="92771"/>
                  <a:pt x="0" y="95928"/>
                </a:cubicBezTo>
                <a:cubicBezTo>
                  <a:pt x="0" y="96072"/>
                  <a:pt x="0" y="97935"/>
                  <a:pt x="2297" y="97935"/>
                </a:cubicBezTo>
                <a:cubicBezTo>
                  <a:pt x="6458" y="97935"/>
                  <a:pt x="16787" y="97362"/>
                  <a:pt x="20949" y="97362"/>
                </a:cubicBezTo>
                <a:cubicBezTo>
                  <a:pt x="23387" y="97362"/>
                  <a:pt x="28409" y="97362"/>
                  <a:pt x="30848" y="97506"/>
                </a:cubicBezTo>
                <a:cubicBezTo>
                  <a:pt x="33716" y="97648"/>
                  <a:pt x="37304" y="97935"/>
                  <a:pt x="40029" y="97935"/>
                </a:cubicBezTo>
                <a:cubicBezTo>
                  <a:pt x="40890" y="97935"/>
                  <a:pt x="43042" y="97935"/>
                  <a:pt x="43042" y="94781"/>
                </a:cubicBezTo>
                <a:cubicBezTo>
                  <a:pt x="43042" y="92771"/>
                  <a:pt x="41321" y="92771"/>
                  <a:pt x="38451" y="92771"/>
                </a:cubicBezTo>
                <a:cubicBezTo>
                  <a:pt x="38309" y="92771"/>
                  <a:pt x="35581" y="92771"/>
                  <a:pt x="33000" y="92484"/>
                </a:cubicBezTo>
                <a:cubicBezTo>
                  <a:pt x="29699" y="92197"/>
                  <a:pt x="29699" y="91768"/>
                  <a:pt x="29699" y="90335"/>
                </a:cubicBezTo>
                <a:cubicBezTo>
                  <a:pt x="29699" y="89187"/>
                  <a:pt x="31135" y="83883"/>
                  <a:pt x="36443" y="62806"/>
                </a:cubicBezTo>
                <a:lnTo>
                  <a:pt x="60260" y="46030"/>
                </a:lnTo>
                <a:lnTo>
                  <a:pt x="81061" y="86319"/>
                </a:lnTo>
                <a:cubicBezTo>
                  <a:pt x="82066" y="88182"/>
                  <a:pt x="82066" y="88327"/>
                  <a:pt x="82066" y="89043"/>
                </a:cubicBezTo>
                <a:cubicBezTo>
                  <a:pt x="82066" y="92342"/>
                  <a:pt x="78049" y="92771"/>
                  <a:pt x="75466" y="92771"/>
                </a:cubicBezTo>
                <a:cubicBezTo>
                  <a:pt x="73745" y="92771"/>
                  <a:pt x="71737" y="92771"/>
                  <a:pt x="71737" y="95928"/>
                </a:cubicBezTo>
                <a:cubicBezTo>
                  <a:pt x="71737" y="96072"/>
                  <a:pt x="71880" y="97935"/>
                  <a:pt x="74176" y="97935"/>
                </a:cubicBezTo>
                <a:cubicBezTo>
                  <a:pt x="78194" y="97935"/>
                  <a:pt x="88522" y="97362"/>
                  <a:pt x="92539" y="97362"/>
                </a:cubicBezTo>
                <a:cubicBezTo>
                  <a:pt x="96843" y="97362"/>
                  <a:pt x="102583" y="97935"/>
                  <a:pt x="106600" y="97935"/>
                </a:cubicBezTo>
                <a:cubicBezTo>
                  <a:pt x="108466" y="97935"/>
                  <a:pt x="109470" y="96932"/>
                  <a:pt x="109470" y="94923"/>
                </a:cubicBezTo>
                <a:cubicBezTo>
                  <a:pt x="109470" y="92771"/>
                  <a:pt x="107605" y="92771"/>
                  <a:pt x="106169" y="92771"/>
                </a:cubicBezTo>
                <a:cubicBezTo>
                  <a:pt x="103588" y="92771"/>
                  <a:pt x="99140" y="92629"/>
                  <a:pt x="96701" y="88040"/>
                </a:cubicBezTo>
                <a:lnTo>
                  <a:pt x="72167" y="40294"/>
                </a:lnTo>
              </a:path>
            </a:pathLst>
          </a:custGeom>
          <a:solidFill xmlns:a="http://schemas.openxmlformats.org/drawingml/2006/main">
            <a:srgbClr val="7B6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F3C840E4-2641-4A1F-AEB2-C65B943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290" y="2177118"/>
            <a:ext cx="103298" cy="84439"/>
          </a:xfrm>
          <a:custGeom xmlns:a="http://schemas.openxmlformats.org/drawingml/2006/main">
            <a:pathLst>
              <a:path w="103298" h="84439">
                <a:moveTo>
                  <a:pt x="45529" y="11098"/>
                </a:moveTo>
                <a:lnTo>
                  <a:pt x="67144" y="11098"/>
                </a:lnTo>
                <a:cubicBezTo>
                  <a:pt x="60831" y="39362"/>
                  <a:pt x="59111" y="47576"/>
                  <a:pt x="59111" y="60369"/>
                </a:cubicBezTo>
                <a:cubicBezTo>
                  <a:pt x="59111" y="63236"/>
                  <a:pt x="59111" y="68390"/>
                  <a:pt x="60641" y="74885"/>
                </a:cubicBezTo>
                <a:cubicBezTo>
                  <a:pt x="62553" y="83292"/>
                  <a:pt x="64657" y="84439"/>
                  <a:pt x="67526" y="84439"/>
                </a:cubicBezTo>
                <a:cubicBezTo>
                  <a:pt x="71354" y="84439"/>
                  <a:pt x="75370" y="80997"/>
                  <a:pt x="75370" y="77176"/>
                </a:cubicBezTo>
                <a:cubicBezTo>
                  <a:pt x="75370" y="76029"/>
                  <a:pt x="75370" y="75650"/>
                  <a:pt x="74223" y="72976"/>
                </a:cubicBezTo>
                <a:cubicBezTo>
                  <a:pt x="68674" y="59225"/>
                  <a:pt x="68674" y="46811"/>
                  <a:pt x="68674" y="41463"/>
                </a:cubicBezTo>
                <a:cubicBezTo>
                  <a:pt x="68674" y="31340"/>
                  <a:pt x="70013" y="21028"/>
                  <a:pt x="72118" y="11098"/>
                </a:cubicBezTo>
                <a:lnTo>
                  <a:pt x="93926" y="11098"/>
                </a:lnTo>
                <a:cubicBezTo>
                  <a:pt x="96413" y="11098"/>
                  <a:pt x="103298" y="11098"/>
                  <a:pt x="103298" y="4592"/>
                </a:cubicBezTo>
                <a:cubicBezTo>
                  <a:pt x="103298" y="0"/>
                  <a:pt x="99282" y="0"/>
                  <a:pt x="95648" y="0"/>
                </a:cubicBezTo>
                <a:lnTo>
                  <a:pt x="31563" y="0"/>
                </a:lnTo>
                <a:cubicBezTo>
                  <a:pt x="27357" y="0"/>
                  <a:pt x="20086" y="0"/>
                  <a:pt x="11671" y="8993"/>
                </a:cubicBezTo>
                <a:cubicBezTo>
                  <a:pt x="4974" y="16445"/>
                  <a:pt x="0" y="25228"/>
                  <a:pt x="0" y="26183"/>
                </a:cubicBezTo>
                <a:cubicBezTo>
                  <a:pt x="0" y="26375"/>
                  <a:pt x="0" y="28095"/>
                  <a:pt x="2294" y="28095"/>
                </a:cubicBezTo>
                <a:cubicBezTo>
                  <a:pt x="3827" y="28095"/>
                  <a:pt x="4209" y="27330"/>
                  <a:pt x="5356" y="25803"/>
                </a:cubicBezTo>
                <a:cubicBezTo>
                  <a:pt x="14729" y="11098"/>
                  <a:pt x="25824" y="11098"/>
                  <a:pt x="29651" y="11098"/>
                </a:cubicBezTo>
                <a:lnTo>
                  <a:pt x="40556" y="11098"/>
                </a:lnTo>
                <a:cubicBezTo>
                  <a:pt x="34432" y="34204"/>
                  <a:pt x="24105" y="57313"/>
                  <a:pt x="16069" y="74692"/>
                </a:cubicBezTo>
                <a:cubicBezTo>
                  <a:pt x="14540" y="77559"/>
                  <a:pt x="14540" y="77941"/>
                  <a:pt x="14540" y="79278"/>
                </a:cubicBezTo>
                <a:cubicBezTo>
                  <a:pt x="14540" y="82909"/>
                  <a:pt x="17599" y="84439"/>
                  <a:pt x="20086" y="84439"/>
                </a:cubicBezTo>
                <a:cubicBezTo>
                  <a:pt x="25824" y="84439"/>
                  <a:pt x="27357" y="79085"/>
                  <a:pt x="29651" y="72019"/>
                </a:cubicBezTo>
                <a:cubicBezTo>
                  <a:pt x="32330" y="63236"/>
                  <a:pt x="32330" y="62853"/>
                  <a:pt x="34817" y="53303"/>
                </a:cubicBezTo>
                <a:lnTo>
                  <a:pt x="45529" y="11098"/>
                </a:lnTo>
              </a:path>
            </a:pathLst>
          </a:custGeom>
          <a:solidFill xmlns:a="http://schemas.openxmlformats.org/drawingml/2006/main">
            <a:srgbClr val="E98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E4A4D9DD-E550-4E89-9447-CE7CFE74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0283" y="2089112"/>
            <a:ext cx="87308" cy="91415"/>
          </a:xfrm>
          <a:custGeom xmlns:a="http://schemas.openxmlformats.org/drawingml/2006/main">
            <a:pathLst>
              <a:path w="87308" h="91415">
                <a:moveTo>
                  <a:pt x="45930" y="10976"/>
                </a:moveTo>
                <a:cubicBezTo>
                  <a:pt x="47135" y="6158"/>
                  <a:pt x="47538" y="4820"/>
                  <a:pt x="59857" y="4820"/>
                </a:cubicBezTo>
                <a:cubicBezTo>
                  <a:pt x="64009" y="4820"/>
                  <a:pt x="65347" y="4820"/>
                  <a:pt x="65347" y="1874"/>
                </a:cubicBezTo>
                <a:cubicBezTo>
                  <a:pt x="65347" y="1741"/>
                  <a:pt x="65214" y="0"/>
                  <a:pt x="63071" y="0"/>
                </a:cubicBezTo>
                <a:cubicBezTo>
                  <a:pt x="59992" y="0"/>
                  <a:pt x="56375" y="268"/>
                  <a:pt x="53161" y="400"/>
                </a:cubicBezTo>
                <a:cubicBezTo>
                  <a:pt x="49814" y="535"/>
                  <a:pt x="45797" y="535"/>
                  <a:pt x="42448" y="535"/>
                </a:cubicBezTo>
                <a:cubicBezTo>
                  <a:pt x="39637" y="535"/>
                  <a:pt x="36022" y="400"/>
                  <a:pt x="33209" y="400"/>
                </a:cubicBezTo>
                <a:cubicBezTo>
                  <a:pt x="30398" y="400"/>
                  <a:pt x="27183" y="0"/>
                  <a:pt x="24507" y="0"/>
                </a:cubicBezTo>
                <a:cubicBezTo>
                  <a:pt x="23701" y="0"/>
                  <a:pt x="21693" y="0"/>
                  <a:pt x="21693" y="2946"/>
                </a:cubicBezTo>
                <a:cubicBezTo>
                  <a:pt x="21693" y="4820"/>
                  <a:pt x="23301" y="4820"/>
                  <a:pt x="25980" y="4820"/>
                </a:cubicBezTo>
                <a:cubicBezTo>
                  <a:pt x="26112" y="4820"/>
                  <a:pt x="28656" y="4820"/>
                  <a:pt x="31067" y="5088"/>
                </a:cubicBezTo>
                <a:cubicBezTo>
                  <a:pt x="33879" y="5355"/>
                  <a:pt x="34146" y="5623"/>
                  <a:pt x="34146" y="6961"/>
                </a:cubicBezTo>
                <a:cubicBezTo>
                  <a:pt x="34146" y="7229"/>
                  <a:pt x="34146" y="7897"/>
                  <a:pt x="33611" y="9906"/>
                </a:cubicBezTo>
                <a:lnTo>
                  <a:pt x="15802" y="80974"/>
                </a:lnTo>
                <a:cubicBezTo>
                  <a:pt x="14597" y="85524"/>
                  <a:pt x="14329" y="86595"/>
                  <a:pt x="4019" y="86595"/>
                </a:cubicBezTo>
                <a:cubicBezTo>
                  <a:pt x="1741" y="86595"/>
                  <a:pt x="0" y="86595"/>
                  <a:pt x="0" y="89406"/>
                </a:cubicBezTo>
                <a:cubicBezTo>
                  <a:pt x="0" y="91415"/>
                  <a:pt x="1608" y="91415"/>
                  <a:pt x="4019" y="91415"/>
                </a:cubicBezTo>
                <a:lnTo>
                  <a:pt x="71372" y="91415"/>
                </a:lnTo>
                <a:cubicBezTo>
                  <a:pt x="74722" y="91415"/>
                  <a:pt x="74854" y="91282"/>
                  <a:pt x="75925" y="88738"/>
                </a:cubicBezTo>
                <a:cubicBezTo>
                  <a:pt x="77265" y="85124"/>
                  <a:pt x="87308" y="59158"/>
                  <a:pt x="87308" y="58087"/>
                </a:cubicBezTo>
                <a:cubicBezTo>
                  <a:pt x="87308" y="57687"/>
                  <a:pt x="87040" y="56214"/>
                  <a:pt x="85032" y="56214"/>
                </a:cubicBezTo>
                <a:cubicBezTo>
                  <a:pt x="83425" y="56214"/>
                  <a:pt x="83156" y="56884"/>
                  <a:pt x="82353" y="59025"/>
                </a:cubicBezTo>
                <a:cubicBezTo>
                  <a:pt x="77265" y="71738"/>
                  <a:pt x="71372" y="86595"/>
                  <a:pt x="46868" y="86595"/>
                </a:cubicBezTo>
                <a:lnTo>
                  <a:pt x="31738" y="86595"/>
                </a:lnTo>
                <a:cubicBezTo>
                  <a:pt x="27586" y="86595"/>
                  <a:pt x="27451" y="86462"/>
                  <a:pt x="27451" y="85256"/>
                </a:cubicBezTo>
                <a:cubicBezTo>
                  <a:pt x="27451" y="85124"/>
                  <a:pt x="27451" y="84453"/>
                  <a:pt x="27988" y="82447"/>
                </a:cubicBezTo>
                <a:lnTo>
                  <a:pt x="45930" y="10976"/>
                </a:lnTo>
              </a:path>
            </a:pathLst>
          </a:custGeom>
          <a:solidFill xmlns:a="http://schemas.openxmlformats.org/drawingml/2006/main">
            <a:srgbClr val="E98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55AAB437-52B3-4A9C-9151-EA501F9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408" y="2215389"/>
            <a:ext cx="121854" cy="91406"/>
          </a:xfrm>
          <a:custGeom xmlns:a="http://schemas.openxmlformats.org/drawingml/2006/main">
            <a:pathLst>
              <a:path w="121854" h="91406">
                <a:moveTo>
                  <a:pt x="67355" y="37608"/>
                </a:moveTo>
                <a:cubicBezTo>
                  <a:pt x="66820" y="36537"/>
                  <a:pt x="66552" y="36137"/>
                  <a:pt x="66552" y="36002"/>
                </a:cubicBezTo>
                <a:cubicBezTo>
                  <a:pt x="66552" y="35734"/>
                  <a:pt x="66685" y="35601"/>
                  <a:pt x="69767" y="33460"/>
                </a:cubicBezTo>
                <a:lnTo>
                  <a:pt x="83291" y="23957"/>
                </a:lnTo>
                <a:cubicBezTo>
                  <a:pt x="100967" y="11512"/>
                  <a:pt x="109268" y="5625"/>
                  <a:pt x="118775" y="4822"/>
                </a:cubicBezTo>
                <a:cubicBezTo>
                  <a:pt x="120249" y="4687"/>
                  <a:pt x="121854" y="4554"/>
                  <a:pt x="121854" y="1876"/>
                </a:cubicBezTo>
                <a:cubicBezTo>
                  <a:pt x="121854" y="805"/>
                  <a:pt x="120919" y="135"/>
                  <a:pt x="120114" y="135"/>
                </a:cubicBezTo>
                <a:cubicBezTo>
                  <a:pt x="117302" y="135"/>
                  <a:pt x="113821" y="537"/>
                  <a:pt x="110875" y="537"/>
                </a:cubicBezTo>
                <a:cubicBezTo>
                  <a:pt x="107260" y="537"/>
                  <a:pt x="98288" y="0"/>
                  <a:pt x="94674" y="0"/>
                </a:cubicBezTo>
                <a:cubicBezTo>
                  <a:pt x="93869" y="0"/>
                  <a:pt x="91860" y="0"/>
                  <a:pt x="91860" y="2946"/>
                </a:cubicBezTo>
                <a:cubicBezTo>
                  <a:pt x="91860" y="3081"/>
                  <a:pt x="91860" y="4687"/>
                  <a:pt x="93869" y="4822"/>
                </a:cubicBezTo>
                <a:cubicBezTo>
                  <a:pt x="95477" y="4955"/>
                  <a:pt x="97218" y="5222"/>
                  <a:pt x="97218" y="6696"/>
                </a:cubicBezTo>
                <a:cubicBezTo>
                  <a:pt x="97218" y="9105"/>
                  <a:pt x="93066" y="12047"/>
                  <a:pt x="91324" y="13252"/>
                </a:cubicBezTo>
                <a:lnTo>
                  <a:pt x="35487" y="52595"/>
                </a:lnTo>
                <a:lnTo>
                  <a:pt x="46065" y="10441"/>
                </a:lnTo>
                <a:cubicBezTo>
                  <a:pt x="47271" y="5893"/>
                  <a:pt x="47403" y="4822"/>
                  <a:pt x="57849" y="4822"/>
                </a:cubicBezTo>
                <a:cubicBezTo>
                  <a:pt x="59992" y="4822"/>
                  <a:pt x="61865" y="4822"/>
                  <a:pt x="61865" y="2010"/>
                </a:cubicBezTo>
                <a:cubicBezTo>
                  <a:pt x="61865" y="805"/>
                  <a:pt x="61062" y="0"/>
                  <a:pt x="59724" y="0"/>
                </a:cubicBezTo>
                <a:cubicBezTo>
                  <a:pt x="55839" y="0"/>
                  <a:pt x="46065" y="537"/>
                  <a:pt x="42181" y="537"/>
                </a:cubicBezTo>
                <a:cubicBezTo>
                  <a:pt x="39905" y="537"/>
                  <a:pt x="35217" y="537"/>
                  <a:pt x="32941" y="402"/>
                </a:cubicBezTo>
                <a:cubicBezTo>
                  <a:pt x="30264" y="270"/>
                  <a:pt x="27051" y="0"/>
                  <a:pt x="24507" y="0"/>
                </a:cubicBezTo>
                <a:cubicBezTo>
                  <a:pt x="23701" y="0"/>
                  <a:pt x="21693" y="0"/>
                  <a:pt x="21693" y="2946"/>
                </a:cubicBezTo>
                <a:cubicBezTo>
                  <a:pt x="21693" y="4822"/>
                  <a:pt x="23167" y="4822"/>
                  <a:pt x="26112" y="4822"/>
                </a:cubicBezTo>
                <a:cubicBezTo>
                  <a:pt x="28256" y="4822"/>
                  <a:pt x="28791" y="4822"/>
                  <a:pt x="31201" y="5090"/>
                </a:cubicBezTo>
                <a:cubicBezTo>
                  <a:pt x="33879" y="5357"/>
                  <a:pt x="34146" y="5625"/>
                  <a:pt x="34146" y="6963"/>
                </a:cubicBezTo>
                <a:cubicBezTo>
                  <a:pt x="34146" y="7231"/>
                  <a:pt x="34146" y="7899"/>
                  <a:pt x="33611" y="9906"/>
                </a:cubicBezTo>
                <a:lnTo>
                  <a:pt x="15802" y="80965"/>
                </a:lnTo>
                <a:cubicBezTo>
                  <a:pt x="14730" y="85516"/>
                  <a:pt x="14462" y="86586"/>
                  <a:pt x="4019" y="86586"/>
                </a:cubicBezTo>
                <a:cubicBezTo>
                  <a:pt x="1608" y="86586"/>
                  <a:pt x="0" y="86586"/>
                  <a:pt x="0" y="89533"/>
                </a:cubicBezTo>
                <a:cubicBezTo>
                  <a:pt x="0" y="89667"/>
                  <a:pt x="0" y="91406"/>
                  <a:pt x="2143" y="91406"/>
                </a:cubicBezTo>
                <a:cubicBezTo>
                  <a:pt x="6028" y="91406"/>
                  <a:pt x="15668" y="90871"/>
                  <a:pt x="19552" y="90871"/>
                </a:cubicBezTo>
                <a:cubicBezTo>
                  <a:pt x="21828" y="90871"/>
                  <a:pt x="26515" y="90871"/>
                  <a:pt x="28791" y="91006"/>
                </a:cubicBezTo>
                <a:cubicBezTo>
                  <a:pt x="31468" y="91139"/>
                  <a:pt x="34817" y="91406"/>
                  <a:pt x="37361" y="91406"/>
                </a:cubicBezTo>
                <a:cubicBezTo>
                  <a:pt x="38164" y="91406"/>
                  <a:pt x="40172" y="91406"/>
                  <a:pt x="40172" y="88462"/>
                </a:cubicBezTo>
                <a:cubicBezTo>
                  <a:pt x="40172" y="86586"/>
                  <a:pt x="38566" y="86586"/>
                  <a:pt x="35887" y="86586"/>
                </a:cubicBezTo>
                <a:cubicBezTo>
                  <a:pt x="35755" y="86586"/>
                  <a:pt x="33209" y="86586"/>
                  <a:pt x="30800" y="86319"/>
                </a:cubicBezTo>
                <a:cubicBezTo>
                  <a:pt x="27719" y="86051"/>
                  <a:pt x="27719" y="85650"/>
                  <a:pt x="27719" y="84312"/>
                </a:cubicBezTo>
                <a:cubicBezTo>
                  <a:pt x="27719" y="83241"/>
                  <a:pt x="29059" y="78291"/>
                  <a:pt x="34014" y="58619"/>
                </a:cubicBezTo>
                <a:lnTo>
                  <a:pt x="56242" y="42961"/>
                </a:lnTo>
                <a:lnTo>
                  <a:pt x="75657" y="80565"/>
                </a:lnTo>
                <a:cubicBezTo>
                  <a:pt x="76595" y="82304"/>
                  <a:pt x="76595" y="82439"/>
                  <a:pt x="76595" y="83107"/>
                </a:cubicBezTo>
                <a:cubicBezTo>
                  <a:pt x="76595" y="86186"/>
                  <a:pt x="72846" y="86586"/>
                  <a:pt x="70435" y="86586"/>
                </a:cubicBezTo>
                <a:cubicBezTo>
                  <a:pt x="68828" y="86586"/>
                  <a:pt x="66955" y="86586"/>
                  <a:pt x="66955" y="89533"/>
                </a:cubicBezTo>
                <a:cubicBezTo>
                  <a:pt x="66955" y="89667"/>
                  <a:pt x="67088" y="91406"/>
                  <a:pt x="69231" y="91406"/>
                </a:cubicBezTo>
                <a:cubicBezTo>
                  <a:pt x="72980" y="91406"/>
                  <a:pt x="82621" y="90871"/>
                  <a:pt x="86369" y="90871"/>
                </a:cubicBezTo>
                <a:cubicBezTo>
                  <a:pt x="90387" y="90871"/>
                  <a:pt x="95744" y="91406"/>
                  <a:pt x="99494" y="91406"/>
                </a:cubicBezTo>
                <a:cubicBezTo>
                  <a:pt x="101234" y="91406"/>
                  <a:pt x="102173" y="90471"/>
                  <a:pt x="102173" y="88595"/>
                </a:cubicBezTo>
                <a:cubicBezTo>
                  <a:pt x="102173" y="86586"/>
                  <a:pt x="100431" y="86586"/>
                  <a:pt x="99091" y="86586"/>
                </a:cubicBezTo>
                <a:cubicBezTo>
                  <a:pt x="96682" y="86586"/>
                  <a:pt x="92530" y="86454"/>
                  <a:pt x="90254" y="82171"/>
                </a:cubicBezTo>
                <a:lnTo>
                  <a:pt x="67355" y="37608"/>
                </a:lnTo>
              </a:path>
            </a:pathLst>
          </a:custGeom>
          <a:solidFill xmlns:a="http://schemas.openxmlformats.org/drawingml/2006/main">
            <a:srgbClr val="E98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78E235AA-9947-4BF1-A256-5E0FA38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466" y="2223889"/>
            <a:ext cx="98555" cy="98729"/>
          </a:xfrm>
          <a:custGeom xmlns:a="http://schemas.openxmlformats.org/drawingml/2006/main">
            <a:pathLst>
              <a:path w="98555" h="98729">
                <a:moveTo>
                  <a:pt x="52625" y="52593"/>
                </a:moveTo>
                <a:lnTo>
                  <a:pt x="93600" y="52593"/>
                </a:lnTo>
                <a:cubicBezTo>
                  <a:pt x="95342" y="52593"/>
                  <a:pt x="98555" y="52593"/>
                  <a:pt x="98555" y="49379"/>
                </a:cubicBezTo>
                <a:cubicBezTo>
                  <a:pt x="98555" y="46030"/>
                  <a:pt x="95474" y="46030"/>
                  <a:pt x="93600" y="46030"/>
                </a:cubicBezTo>
                <a:lnTo>
                  <a:pt x="52625" y="46030"/>
                </a:lnTo>
                <a:lnTo>
                  <a:pt x="52625" y="4953"/>
                </a:lnTo>
                <a:cubicBezTo>
                  <a:pt x="52625" y="3214"/>
                  <a:pt x="52625" y="0"/>
                  <a:pt x="49412" y="0"/>
                </a:cubicBezTo>
                <a:cubicBezTo>
                  <a:pt x="46063" y="0"/>
                  <a:pt x="46063" y="3081"/>
                  <a:pt x="46063" y="4953"/>
                </a:cubicBezTo>
                <a:lnTo>
                  <a:pt x="46063" y="46030"/>
                </a:lnTo>
                <a:lnTo>
                  <a:pt x="4955" y="46030"/>
                </a:lnTo>
                <a:cubicBezTo>
                  <a:pt x="3213" y="46030"/>
                  <a:pt x="0" y="46030"/>
                  <a:pt x="0" y="49244"/>
                </a:cubicBezTo>
                <a:cubicBezTo>
                  <a:pt x="0" y="52593"/>
                  <a:pt x="3079" y="52593"/>
                  <a:pt x="4955" y="52593"/>
                </a:cubicBezTo>
                <a:lnTo>
                  <a:pt x="46063" y="52593"/>
                </a:lnTo>
                <a:lnTo>
                  <a:pt x="46063" y="93773"/>
                </a:lnTo>
                <a:cubicBezTo>
                  <a:pt x="46063" y="95515"/>
                  <a:pt x="46063" y="98729"/>
                  <a:pt x="49276" y="98729"/>
                </a:cubicBezTo>
                <a:cubicBezTo>
                  <a:pt x="52625" y="98729"/>
                  <a:pt x="52625" y="95650"/>
                  <a:pt x="52625" y="93773"/>
                </a:cubicBezTo>
                <a:lnTo>
                  <a:pt x="52625" y="52593"/>
                </a:lnTo>
              </a:path>
            </a:pathLst>
          </a:custGeom>
          <a:solidFill xmlns:a="http://schemas.openxmlformats.org/drawingml/2006/main">
            <a:srgbClr val="E98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E6497A85-186E-4552-A5F5-15C4648C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124" y="2217874"/>
            <a:ext cx="48742" cy="88922"/>
          </a:xfrm>
          <a:custGeom xmlns:a="http://schemas.openxmlformats.org/drawingml/2006/main">
            <a:pathLst>
              <a:path w="48742" h="88922">
                <a:moveTo>
                  <a:pt x="30263" y="3741"/>
                </a:moveTo>
                <a:cubicBezTo>
                  <a:pt x="30263" y="135"/>
                  <a:pt x="29996" y="0"/>
                  <a:pt x="26246" y="0"/>
                </a:cubicBezTo>
                <a:cubicBezTo>
                  <a:pt x="17676" y="8386"/>
                  <a:pt x="5490" y="8518"/>
                  <a:pt x="0" y="8518"/>
                </a:cubicBezTo>
                <a:lnTo>
                  <a:pt x="0" y="13338"/>
                </a:lnTo>
                <a:cubicBezTo>
                  <a:pt x="3214" y="13338"/>
                  <a:pt x="12052" y="13338"/>
                  <a:pt x="19418" y="9589"/>
                </a:cubicBezTo>
                <a:lnTo>
                  <a:pt x="19418" y="77937"/>
                </a:lnTo>
                <a:cubicBezTo>
                  <a:pt x="19418" y="82361"/>
                  <a:pt x="19418" y="84102"/>
                  <a:pt x="6026" y="84102"/>
                </a:cubicBezTo>
                <a:lnTo>
                  <a:pt x="938" y="84102"/>
                </a:lnTo>
                <a:lnTo>
                  <a:pt x="938" y="88922"/>
                </a:lnTo>
                <a:cubicBezTo>
                  <a:pt x="3347" y="88789"/>
                  <a:pt x="19818" y="88386"/>
                  <a:pt x="24773" y="88386"/>
                </a:cubicBezTo>
                <a:cubicBezTo>
                  <a:pt x="28925" y="88386"/>
                  <a:pt x="45796" y="88789"/>
                  <a:pt x="48742" y="88922"/>
                </a:cubicBezTo>
                <a:lnTo>
                  <a:pt x="48742" y="84102"/>
                </a:lnTo>
                <a:lnTo>
                  <a:pt x="43654" y="84102"/>
                </a:lnTo>
                <a:cubicBezTo>
                  <a:pt x="30263" y="84102"/>
                  <a:pt x="30263" y="82361"/>
                  <a:pt x="30263" y="77937"/>
                </a:cubicBezTo>
                <a:lnTo>
                  <a:pt x="30263" y="3741"/>
                </a:lnTo>
              </a:path>
            </a:pathLst>
          </a:custGeom>
          <a:solidFill xmlns:a="http://schemas.openxmlformats.org/drawingml/2006/main">
            <a:srgbClr val="E98F5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7274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2026-10-09T21:37:04.3790000Z</dcterms:created>
  <dcterms:modified xsi:type="dcterms:W3CDTF">2026-10-09T21:37:04.3800000Z</dcterms:modified>
</coreProperties>
</file>