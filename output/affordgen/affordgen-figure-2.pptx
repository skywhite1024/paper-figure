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8d40f4c31a467c" /><Relationship Type="http://schemas.openxmlformats.org/officeDocument/2006/relationships/extended-properties" Target="/docProps/app.xml" Id="R8500f8583fcf480e" /><Relationship Type="http://schemas.openxmlformats.org/officeDocument/2006/relationships/officeDocument" Target="/ppt/presentation.xml" Id="Rc27454313d4c44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1ff862f86a4edd"/>
  </p:sldMasterIdLst>
  <p:notesMasterIdLst>
    <p:notesMasterId xmlns:r="http://schemas.openxmlformats.org/officeDocument/2006/relationships" r:id="R78d046686f6b4932"/>
  </p:notesMasterIdLst>
  <p:sldIdLst>
    <p:sldId xmlns:r="http://schemas.openxmlformats.org/officeDocument/2006/relationships" id="256" r:id="Ra1737ef2ca224586"/>
  </p:sldIdLst>
  <p:sldSz cx="11258550" cy="614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8e26a57b9b4a82" /><Relationship Type="http://schemas.openxmlformats.org/officeDocument/2006/relationships/slideMaster" Target="/ppt/slideMasters/slideMaster1.xml" Id="R3f1ff862f86a4edd" /><Relationship Type="http://schemas.openxmlformats.org/officeDocument/2006/relationships/notesMaster" Target="/ppt/notesMasters/notesMaster1.xml" Id="R78d046686f6b4932" /><Relationship Type="http://schemas.openxmlformats.org/officeDocument/2006/relationships/presProps" Target="/ppt/presProps.xml" Id="Rce1ee6a1cfdd45ad" /><Relationship Type="http://schemas.openxmlformats.org/officeDocument/2006/relationships/tableStyles" Target="/ppt/tableStyles.xml" Id="R5246e11c5fc745b6" /><Relationship Type="http://schemas.openxmlformats.org/officeDocument/2006/relationships/slide" Target="/ppt/slides/slide1.xml" Id="Ra1737ef2ca2245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e5d60502e043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49b695b1aa4b57" /><Relationship Type="http://schemas.openxmlformats.org/officeDocument/2006/relationships/notesMaster" Target="/ppt/notesMasters/notesMaster1.xml" Id="R8501b7239e9d40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"AffordGen: Generating Diverse Demonstrations for Generalizable Object Manipulation with Affordance Correspondence",</a:t>
            </a:r>
          </a:p>
          <a:p xmlns:a="http://schemas.openxmlformats.org/drawingml/2006/main">
            <a:r>
              <a:t>  "paper_url": "https://arxiv.org/abs/2604.10579v2",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"unverified; private user-requested adaptation only.",</a:t>
            </a:r>
          </a:p>
          <a:p xmlns:a="http://schemas.openxmlformats.org/drawingml/2006/main">
            <a:r>
              <a:t>  "notes": "Faithful native extraction from independently inspected original source figure. Ordinary labels remain live editable text; source photo details are separate raster assets. Original raster assets isolated with their exact original alpha, clipping and affine transforms; no full-figure raster backdrop.",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"5a09d77acf94de283636145754492b3ca9bbb3d08ed51e87960820f2c4f8f0c7",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82,</a:t>
            </a:r>
          </a:p>
          <a:p xmlns:a="http://schemas.openxmlformats.org/drawingml/2006/main">
            <a:r>
              <a:t>    502,</a:t>
            </a:r>
          </a:p>
          <a:p xmlns:a="http://schemas.openxmlformats.org/drawingml/2006/main">
            <a:r>
              <a:t>    297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"77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partially intersects raster inset: 40",</a:t>
            </a:r>
          </a:p>
          <a:p xmlns:a="http://schemas.openxmlformats.org/drawingml/2006/main">
            <a:r>
              <a:t>    "path partially intersects raster inset: 41",</a:t>
            </a:r>
          </a:p>
          <a:p xmlns:a="http://schemas.openxmlformats.org/drawingml/2006/main">
            <a:r>
              <a:t>    "path partially intersects raster inset: 44",</a:t>
            </a:r>
          </a:p>
          <a:p xmlns:a="http://schemas.openxmlformats.org/drawingml/2006/main">
            <a:r>
              <a:t>    "path partially intersects raster inset: 45",</a:t>
            </a:r>
          </a:p>
          <a:p xmlns:a="http://schemas.openxmlformats.org/drawingml/2006/main">
            <a:r>
              <a:t>    "path partially intersects raster inset: 46",</a:t>
            </a:r>
          </a:p>
          <a:p xmlns:a="http://schemas.openxmlformats.org/drawingml/2006/main">
            <a:r>
              <a:t>    "path partially intersects raster inset: 48",</a:t>
            </a:r>
          </a:p>
          <a:p xmlns:a="http://schemas.openxmlformats.org/drawingml/2006/main">
            <a:r>
              <a:t>    "path partially intersects raster inset: 49",</a:t>
            </a:r>
          </a:p>
          <a:p xmlns:a="http://schemas.openxmlformats.org/drawingml/2006/main">
            <a:r>
              <a:t>    "path partially intersects raster inset: 62",</a:t>
            </a:r>
          </a:p>
          <a:p xmlns:a="http://schemas.openxmlformats.org/drawingml/2006/main">
            <a:r>
              <a:t>    "path partially intersects raster inset: 65",</a:t>
            </a:r>
          </a:p>
          <a:p xmlns:a="http://schemas.openxmlformats.org/drawingml/2006/main">
            <a:r>
              <a:t>    "path partially intersects raster inset: 68",</a:t>
            </a:r>
          </a:p>
          <a:p xmlns:a="http://schemas.openxmlformats.org/drawingml/2006/main">
            <a:r>
              <a:t>    "path partially intersects raster inset: 71",</a:t>
            </a:r>
          </a:p>
          <a:p xmlns:a="http://schemas.openxmlformats.org/drawingml/2006/main">
            <a:r>
              <a:t>    "path partially intersects raster inset: 75",</a:t>
            </a:r>
          </a:p>
          <a:p xmlns:a="http://schemas.openxmlformats.org/drawingml/2006/main">
            <a:r>
              <a:t>    "path partially intersects raster inset: 78",</a:t>
            </a:r>
          </a:p>
          <a:p xmlns:a="http://schemas.openxmlformats.org/drawingml/2006/main">
            <a:r>
              <a:t>    "path partially intersects raster inset: 81",</a:t>
            </a:r>
          </a:p>
          <a:p xmlns:a="http://schemas.openxmlformats.org/drawingml/2006/main">
            <a:r>
              <a:t>    "path partially intersects raster inset: 84",</a:t>
            </a:r>
          </a:p>
          <a:p xmlns:a="http://schemas.openxmlformats.org/drawingml/2006/main">
            <a:r>
              <a:t>    "path partially intersects raster inset: 88",</a:t>
            </a:r>
          </a:p>
          <a:p xmlns:a="http://schemas.openxmlformats.org/drawingml/2006/main">
            <a:r>
              <a:t>    "path partially intersects raster inset: 89",</a:t>
            </a:r>
          </a:p>
          <a:p xmlns:a="http://schemas.openxmlformats.org/drawingml/2006/main">
            <a:r>
              <a:t>    "path partially intersects raster inset: 95",</a:t>
            </a:r>
          </a:p>
          <a:p xmlns:a="http://schemas.openxmlformats.org/drawingml/2006/main">
            <a:r>
              <a:t>    "path partially intersects raster inset: 97",</a:t>
            </a:r>
          </a:p>
          <a:p xmlns:a="http://schemas.openxmlformats.org/drawingml/2006/main">
            <a:r>
              <a:t>    "path partially intersects raster inset: 98",</a:t>
            </a:r>
          </a:p>
          <a:p xmlns:a="http://schemas.openxmlformats.org/drawingml/2006/main">
            <a:r>
              <a:t>    "path partially intersects raster inset: 99"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"original_extraction_warnings": [</a:t>
            </a:r>
          </a:p>
          <a:p xmlns:a="http://schemas.openxmlformats.org/drawingml/2006/main">
            <a:r>
              <a:t>    "77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partially intersects raster inset: 40",</a:t>
            </a:r>
          </a:p>
          <a:p xmlns:a="http://schemas.openxmlformats.org/drawingml/2006/main">
            <a:r>
              <a:t>    "path partially intersects raster inset: 41",</a:t>
            </a:r>
          </a:p>
          <a:p xmlns:a="http://schemas.openxmlformats.org/drawingml/2006/main">
            <a:r>
              <a:t>    "path partially intersects raster inset: 44",</a:t>
            </a:r>
          </a:p>
          <a:p xmlns:a="http://schemas.openxmlformats.org/drawingml/2006/main">
            <a:r>
              <a:t>    "path partially intersects raster inset: 45",</a:t>
            </a:r>
          </a:p>
          <a:p xmlns:a="http://schemas.openxmlformats.org/drawingml/2006/main">
            <a:r>
              <a:t>    "path partially intersects raster inset: 46",</a:t>
            </a:r>
          </a:p>
          <a:p xmlns:a="http://schemas.openxmlformats.org/drawingml/2006/main">
            <a:r>
              <a:t>    "path partially intersects raster inset: 48",</a:t>
            </a:r>
          </a:p>
          <a:p xmlns:a="http://schemas.openxmlformats.org/drawingml/2006/main">
            <a:r>
              <a:t>    "path partially intersects raster inset: 49",</a:t>
            </a:r>
          </a:p>
          <a:p xmlns:a="http://schemas.openxmlformats.org/drawingml/2006/main">
            <a:r>
              <a:t>    "path partially intersects raster inset: 62",</a:t>
            </a:r>
          </a:p>
          <a:p xmlns:a="http://schemas.openxmlformats.org/drawingml/2006/main">
            <a:r>
              <a:t>    "path partially intersects raster inset: 65",</a:t>
            </a:r>
          </a:p>
          <a:p xmlns:a="http://schemas.openxmlformats.org/drawingml/2006/main">
            <a:r>
              <a:t>    "path partially intersects raster inset: 68",</a:t>
            </a:r>
          </a:p>
          <a:p xmlns:a="http://schemas.openxmlformats.org/drawingml/2006/main">
            <a:r>
              <a:t>    "path partially intersects raster inset: 71",</a:t>
            </a:r>
          </a:p>
          <a:p xmlns:a="http://schemas.openxmlformats.org/drawingml/2006/main">
            <a:r>
              <a:t>    "path partially intersects raster inset: 75",</a:t>
            </a:r>
          </a:p>
          <a:p xmlns:a="http://schemas.openxmlformats.org/drawingml/2006/main">
            <a:r>
              <a:t>    "path partially intersects raster inset: 78",</a:t>
            </a:r>
          </a:p>
          <a:p xmlns:a="http://schemas.openxmlformats.org/drawingml/2006/main">
            <a:r>
              <a:t>    "path partially intersects raster inset: 81",</a:t>
            </a:r>
          </a:p>
          <a:p xmlns:a="http://schemas.openxmlformats.org/drawingml/2006/main">
            <a:r>
              <a:t>    "path partially intersects raster inset: 84",</a:t>
            </a:r>
          </a:p>
          <a:p xmlns:a="http://schemas.openxmlformats.org/drawingml/2006/main">
            <a:r>
              <a:t>    "path partially intersects raster inset: 88",</a:t>
            </a:r>
          </a:p>
          <a:p xmlns:a="http://schemas.openxmlformats.org/drawingml/2006/main">
            <a:r>
              <a:t>    "path partially intersects raster inset: 89",</a:t>
            </a:r>
          </a:p>
          <a:p xmlns:a="http://schemas.openxmlformats.org/drawingml/2006/main">
            <a:r>
              <a:t>    "path partially intersects raster inset: 95",</a:t>
            </a:r>
          </a:p>
          <a:p xmlns:a="http://schemas.openxmlformats.org/drawingml/2006/main">
            <a:r>
              <a:t>    "path partially intersects raster inset: 97",</a:t>
            </a:r>
          </a:p>
          <a:p xmlns:a="http://schemas.openxmlformats.org/drawingml/2006/main">
            <a:r>
              <a:t>    "path partially intersects raster inset: 98",</a:t>
            </a:r>
          </a:p>
          <a:p xmlns:a="http://schemas.openxmlformats.org/drawingml/2006/main">
            <a:r>
              <a:t>    "path partially intersects raster inset: 99",</a:t>
            </a:r>
          </a:p>
          <a:p xmlns:a="http://schemas.openxmlformats.org/drawingml/2006/main">
            <a:r>
              <a:t>    "unhandled image/shading at seq 36: [387.3482971191406, 93.87879180908203, 443.8802490234375, 139.7058563232422]; requires reviewed raster region",</a:t>
            </a:r>
          </a:p>
          <a:p xmlns:a="http://schemas.openxmlformats.org/drawingml/2006/main">
            <a:r>
              <a:t>    "unhandled image/shading at seq 37: [408.8907470703125, 105.12045288085938, 448.8634338378906, 137.52392578125]; requires reviewed raster region",</a:t>
            </a:r>
          </a:p>
          <a:p xmlns:a="http://schemas.openxmlformats.org/drawingml/2006/main">
            <a:r>
              <a:t>    "unhandled image/shading at seq 38: [420.4564208984375, 94.14451599121094, 473.1527404785156, 138.3953399658203]; requires reviewed raster region",</a:t>
            </a:r>
          </a:p>
          <a:p xmlns:a="http://schemas.openxmlformats.org/drawingml/2006/main">
            <a:r>
              <a:t>    "unhandled image/shading at seq 39: [299.3573303222656, 142.99591064453125, 360.6590881347656, 192.6895751953125]; requires reviewed raster region",</a:t>
            </a:r>
          </a:p>
          <a:p xmlns:a="http://schemas.openxmlformats.org/drawingml/2006/main">
            <a:r>
              <a:t>    "unhandled image/shading at seq 43: [339.1875915527344, 152.2049560546875, 387.38665771484375, 191.27706909179688]; requires reviewed raster region",</a:t>
            </a:r>
          </a:p>
          <a:p xmlns:a="http://schemas.openxmlformats.org/drawingml/2006/main">
            <a:r>
              <a:t>    "unhandled image/shading at seq 47: [373.4348449707031, 146.57357788085938, 426.13116455078125, 190.82440185546875]; requires reviewed raster region",</a:t>
            </a:r>
          </a:p>
          <a:p xmlns:a="http://schemas.openxmlformats.org/drawingml/2006/main">
            <a:r>
              <a:t>    "unhandled image/shading at seq 53: [-38.20073699951172, 49.87054443359375, 285.37115478515625, 231.87979125976562]; requires reviewed raster region",</a:t>
            </a:r>
          </a:p>
          <a:p xmlns:a="http://schemas.openxmlformats.org/drawingml/2006/main">
            <a:r>
              <a:t>    "unhandled image/shading at seq 54: [-26.226577758789062, 53.114471435546875, 281.4449462890625, 226.17974853515625]; requires reviewed raster region",</a:t>
            </a:r>
          </a:p>
          <a:p xmlns:a="http://schemas.openxmlformats.org/drawingml/2006/main">
            <a:r>
              <a:t>    "unhandled image/shading at seq 58: [-56.09270477294922, 40.2298583984375, 292.5209655761719, 236.3250732421875]; requires reviewed raster region",</a:t>
            </a:r>
          </a:p>
          <a:p xmlns:a="http://schemas.openxmlformats.org/drawingml/2006/main">
            <a:r>
              <a:t>    "unhandled image/shading at seq 60: [-65.14897918701172, 34.26251220703125, 307.4667663574219, 243.85882568359375]; requires reviewed raster region",</a:t>
            </a:r>
          </a:p>
          <a:p xmlns:a="http://schemas.openxmlformats.org/drawingml/2006/main">
            <a:r>
              <a:t>    "unhandled image/shading at seq 63: [121.73294067382812, 218.84417724609375, 211.52349853515625, 282.1187438964844]; requires reviewed raster region",</a:t>
            </a:r>
          </a:p>
          <a:p xmlns:a="http://schemas.openxmlformats.org/drawingml/2006/main">
            <a:r>
              <a:t>    "unhandled image/shading at seq 66: [161.06243896484375, 226.97274780273438, 233.70904541015625, 289.690673828125]; requires reviewed raster region",</a:t>
            </a:r>
          </a:p>
          <a:p xmlns:a="http://schemas.openxmlformats.org/drawingml/2006/main">
            <a:r>
              <a:t>    "unhandled image/shading at seq 69: [191.34371948242188, 218.88815307617188, 262.60015869140625, 280.4058837890625]; requires reviewed raster region",</a:t>
            </a:r>
          </a:p>
          <a:p xmlns:a="http://schemas.openxmlformats.org/drawingml/2006/main">
            <a:r>
              <a:t>    "unhandled image/shading at seq 72: [234.53997802734375, 227.84974670410156, 287.90869140625, 280.8338317871094]; requires reviewed raster region",</a:t>
            </a:r>
          </a:p>
          <a:p xmlns:a="http://schemas.openxmlformats.org/drawingml/2006/main">
            <a:r>
              <a:t>    "unhandled image/shading at seq 76: [309.07196044921875, 228.19393920898438, 350.61224365234375, 277.5594482421875]; requires reviewed raster region",</a:t>
            </a:r>
          </a:p>
          <a:p xmlns:a="http://schemas.openxmlformats.org/drawingml/2006/main">
            <a:r>
              <a:t>    "unhandled image/shading at seq 79: [344.2386474609375, 226.76718139648438, 385.2476806640625, 275.5013427734375]; requires reviewed raster region",</a:t>
            </a:r>
          </a:p>
          <a:p xmlns:a="http://schemas.openxmlformats.org/drawingml/2006/main">
            <a:r>
              <a:t>    "unhandled image/shading at seq 82: [382.3169860839844, 230.49508666992188, 422.5074768066406, 278.25653076171875]; requires reviewed raster region",</a:t>
            </a:r>
          </a:p>
          <a:p xmlns:a="http://schemas.openxmlformats.org/drawingml/2006/main">
            <a:r>
              <a:t>    "unhandled image/shading at seq 85: [413.2185363769531, 224.02845764160156, 463.4700622558594, 274.86334228515625]; requires reviewed raster region",</a:t>
            </a:r>
          </a:p>
          <a:p xmlns:a="http://schemas.openxmlformats.org/drawingml/2006/main">
            <a:r>
              <a:t>    "unhandled image/shading at seq 87: [311.52459716796875, 94.83756256103516, 358.73577880859375, 133.73202514648438]; requires reviewed raster region",</a:t>
            </a:r>
          </a:p>
          <a:p xmlns:a="http://schemas.openxmlformats.org/drawingml/2006/main">
            <a:r>
              <a:t>    "unhandled image/shading at seq 90: [445.5318603515625, 104.79995727539062, 480.3254699707031, 132.4615020751953]; requires reviewed raster region",</a:t>
            </a:r>
          </a:p>
          <a:p xmlns:a="http://schemas.openxmlformats.org/drawingml/2006/main">
            <a:r>
              <a:t>    "unhandled image/shading at seq 91: [467.79736328125, 112.05171966552734, 493.8696594238281, 132.77964782714844]; requires reviewed raster region",</a:t>
            </a:r>
          </a:p>
          <a:p xmlns:a="http://schemas.openxmlformats.org/drawingml/2006/main">
            <a:r>
              <a:t>    "unhandled image/shading at seq 92: [411.10748291015625, 153.62786865234375, 451.9507141113281, 186.09896850585938]; requires reviewed raster region",</a:t>
            </a:r>
          </a:p>
          <a:p xmlns:a="http://schemas.openxmlformats.org/drawingml/2006/main">
            <a:r>
              <a:t>    "unhandled image/shading at seq 94: [451.03955078125, 155.62869262695312, 486.1724853515625, 183.55999755859375];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"raster_boundaries":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622.83,</a:t>
            </a:r>
          </a:p>
          <a:p xmlns:a="http://schemas.openxmlformats.org/drawingml/2006/main">
            <a:r>
              <a:t>        199.38000000000002,</a:t>
            </a:r>
          </a:p>
          <a:p xmlns:a="http://schemas.openxmlformats.org/drawingml/2006/main">
            <a:r>
              <a:t>        88.55999999999995,</a:t>
            </a:r>
          </a:p>
          <a:p xmlns:a="http://schemas.openxmlformats.org/drawingml/2006/main">
            <a:r>
              <a:t>        107.82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721.4100000000001,</a:t>
            </a:r>
          </a:p>
          <a:p xmlns:a="http://schemas.openxmlformats.org/drawingml/2006/main">
            <a:r>
              <a:t>        230.36999999999998,</a:t>
            </a:r>
          </a:p>
          <a:p xmlns:a="http://schemas.openxmlformats.org/drawingml/2006/main">
            <a:r>
              <a:t>        83.00999999999988,</a:t>
            </a:r>
          </a:p>
          <a:p xmlns:a="http://schemas.openxmlformats.org/drawingml/2006/main">
            <a:r>
              <a:t>        77.70000000000002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75.77999999999997,</a:t>
            </a:r>
          </a:p>
          <a:p xmlns:a="http://schemas.openxmlformats.org/drawingml/2006/main">
            <a:r>
              <a:t>        31.70999999999998,</a:t>
            </a:r>
          </a:p>
          <a:p xmlns:a="http://schemas.openxmlformats.org/drawingml/2006/main">
            <a:r>
              <a:t>        434.09999999999997,</a:t>
            </a:r>
          </a:p>
          <a:p xmlns:a="http://schemas.openxmlformats.org/drawingml/2006/main">
            <a:r>
              <a:t>        289.83000000000004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87.63000000000002,</a:t>
            </a:r>
          </a:p>
          <a:p xmlns:a="http://schemas.openxmlformats.org/drawingml/2006/main">
            <a:r>
              <a:t>        446.64,</a:t>
            </a:r>
          </a:p>
          <a:p xmlns:a="http://schemas.openxmlformats.org/drawingml/2006/main">
            <a:r>
              <a:t>        138.50999999999996,</a:t>
            </a:r>
          </a:p>
          <a:p xmlns:a="http://schemas.openxmlformats.org/drawingml/2006/main">
            <a:r>
              <a:t>        133.08000000000004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193.52999999999997,</a:t>
            </a:r>
          </a:p>
          <a:p xmlns:a="http://schemas.openxmlformats.org/drawingml/2006/main">
            <a:r>
              <a:t>        469.04999999999995,</a:t>
            </a:r>
          </a:p>
          <a:p xmlns:a="http://schemas.openxmlformats.org/drawingml/2006/main">
            <a:r>
              <a:t>        121.83000000000004,</a:t>
            </a:r>
          </a:p>
          <a:p xmlns:a="http://schemas.openxmlformats.org/drawingml/2006/main">
            <a:r>
              <a:t>        133.64999999999995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290.84999999999997,</a:t>
            </a:r>
          </a:p>
          <a:p xmlns:a="http://schemas.openxmlformats.org/drawingml/2006/main">
            <a:r>
              <a:t>        439.04999999999995,</a:t>
            </a:r>
          </a:p>
          <a:p xmlns:a="http://schemas.openxmlformats.org/drawingml/2006/main">
            <a:r>
              <a:t>        128.34,</a:t>
            </a:r>
          </a:p>
          <a:p xmlns:a="http://schemas.openxmlformats.org/drawingml/2006/main">
            <a:r>
              <a:t>        133.64999999999995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389.49,</a:t>
            </a:r>
          </a:p>
          <a:p xmlns:a="http://schemas.openxmlformats.org/drawingml/2006/main">
            <a:r>
              <a:t>        455.07,</a:t>
            </a:r>
          </a:p>
          <a:p xmlns:a="http://schemas.openxmlformats.org/drawingml/2006/main">
            <a:r>
              <a:t>        119.57999999999996,</a:t>
            </a:r>
          </a:p>
          <a:p xmlns:a="http://schemas.openxmlformats.org/drawingml/2006/main">
            <a:r>
              <a:t>        124.52999999999997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622.83,</a:t>
            </a:r>
          </a:p>
          <a:p xmlns:a="http://schemas.openxmlformats.org/drawingml/2006/main">
            <a:r>
              <a:t>        455.07,</a:t>
            </a:r>
          </a:p>
          <a:p xmlns:a="http://schemas.openxmlformats.org/drawingml/2006/main">
            <a:r>
              <a:t>        119.58000000000004,</a:t>
            </a:r>
          </a:p>
          <a:p xmlns:a="http://schemas.openxmlformats.org/drawingml/2006/main">
            <a:r>
              <a:t>        124.52999999999997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722.73,</a:t>
            </a:r>
          </a:p>
          <a:p xmlns:a="http://schemas.openxmlformats.org/drawingml/2006/main">
            <a:r>
              <a:t>        439.77,</a:t>
            </a:r>
          </a:p>
          <a:p xmlns:a="http://schemas.openxmlformats.org/drawingml/2006/main">
            <a:r>
              <a:t>        119.57999999999987,</a:t>
            </a:r>
          </a:p>
          <a:p xmlns:a="http://schemas.openxmlformats.org/drawingml/2006/main">
            <a:r>
              <a:t>        127.35000000000005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829.53,</a:t>
            </a:r>
          </a:p>
          <a:p xmlns:a="http://schemas.openxmlformats.org/drawingml/2006/main">
            <a:r>
              <a:t>        455.07,</a:t>
            </a:r>
          </a:p>
          <a:p xmlns:a="http://schemas.openxmlformats.org/drawingml/2006/main">
            <a:r>
              <a:t>        119.58000000000004,</a:t>
            </a:r>
          </a:p>
          <a:p xmlns:a="http://schemas.openxmlformats.org/drawingml/2006/main">
            <a:r>
              <a:t>        124.52999999999997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929.8799999999999,</a:t>
            </a:r>
          </a:p>
          <a:p xmlns:a="http://schemas.openxmlformats.org/drawingml/2006/main">
            <a:r>
              <a:t>        443.61,</a:t>
            </a:r>
          </a:p>
          <a:p xmlns:a="http://schemas.openxmlformats.org/drawingml/2006/main">
            <a:r>
              <a:t>        111.78000000000014,</a:t>
            </a:r>
          </a:p>
          <a:p xmlns:a="http://schemas.openxmlformats.org/drawingml/2006/main">
            <a:r>
              <a:t>        124.52999999999997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616.86,</a:t>
            </a:r>
          </a:p>
          <a:p xmlns:a="http://schemas.openxmlformats.org/drawingml/2006/main">
            <a:r>
              <a:t>        55.62000000000002,</a:t>
            </a:r>
          </a:p>
          <a:p xmlns:a="http://schemas.openxmlformats.org/drawingml/2006/main">
            <a:r>
              <a:t>        128.07,</a:t>
            </a:r>
          </a:p>
          <a:p xmlns:a="http://schemas.openxmlformats.org/drawingml/2006/main">
            <a:r>
              <a:t>        91.55999999999999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883.02,</a:t>
            </a:r>
          </a:p>
          <a:p xmlns:a="http://schemas.openxmlformats.org/drawingml/2006/main">
            <a:r>
              <a:t>        50.34,</a:t>
            </a:r>
          </a:p>
          <a:p xmlns:a="http://schemas.openxmlformats.org/drawingml/2006/main">
            <a:r>
              <a:t>        167.8800000000001,</a:t>
            </a:r>
          </a:p>
          <a:p xmlns:a="http://schemas.openxmlformats.org/drawingml/2006/main">
            <a:r>
              <a:t>        99.90000000000003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1029.81,</a:t>
            </a:r>
          </a:p>
          <a:p xmlns:a="http://schemas.openxmlformats.org/drawingml/2006/main">
            <a:r>
              <a:t>        71.82,</a:t>
            </a:r>
          </a:p>
          <a:p xmlns:a="http://schemas.openxmlformats.org/drawingml/2006/main">
            <a:r>
              <a:t>        112.11000000000001,</a:t>
            </a:r>
          </a:p>
          <a:p xmlns:a="http://schemas.openxmlformats.org/drawingml/2006/main">
            <a:r>
              <a:t>        78.47999999999999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824.28,</a:t>
            </a:r>
          </a:p>
          <a:p xmlns:a="http://schemas.openxmlformats.org/drawingml/2006/main">
            <a:r>
              <a:t>        207.63000000000002,</a:t>
            </a:r>
          </a:p>
          <a:p xmlns:a="http://schemas.openxmlformats.org/drawingml/2006/main">
            <a:r>
              <a:t>        85.47000000000003,</a:t>
            </a:r>
          </a:p>
          <a:p xmlns:a="http://schemas.openxmlformats.org/drawingml/2006/main">
            <a:r>
              <a:t>        99.47999999999999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929.52,</a:t>
            </a:r>
          </a:p>
          <a:p xmlns:a="http://schemas.openxmlformats.org/drawingml/2006/main">
            <a:r>
              <a:t>        218.91,</a:t>
            </a:r>
          </a:p>
          <a:p xmlns:a="http://schemas.openxmlformats.org/drawingml/2006/main">
            <a:r>
              <a:t>        91.2000000000001,</a:t>
            </a:r>
          </a:p>
          <a:p xmlns:a="http://schemas.openxmlformats.org/drawingml/2006/main">
            <a:r>
              <a:t>        89.72999999999999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1037.67,</a:t>
            </a:r>
          </a:p>
          <a:p xmlns:a="http://schemas.openxmlformats.org/drawingml/2006/main">
            <a:r>
              <a:t>        225.48,</a:t>
            </a:r>
          </a:p>
          <a:p xmlns:a="http://schemas.openxmlformats.org/drawingml/2006/main">
            <a:r>
              <a:t>        75.69000000000005,</a:t>
            </a:r>
          </a:p>
          <a:p xmlns:a="http://schemas.openxmlformats.org/drawingml/2006/main">
            <a:r>
              <a:t>        76.43999999999997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robot/point-cloud/object rendering with source clipping and shading; internal rendering details and photo-embedded math remain raster"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badbb4aa14e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ce390f1fb43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b857d3f904e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4c2c687bd45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401df1bae48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f650102d34e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BA4EE8-DA12-4207-ADB7-E5FFF561C2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25855" y="2320925"/>
            <a:ext cx="9006840" cy="887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7792D3-3B49-405C-9DFE-EF53671486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88783" y="3378994"/>
            <a:ext cx="7880985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8E5F4B3-7062-44DC-8CFB-5A13F6AC14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25855" y="2559844"/>
            <a:ext cx="9006840" cy="1023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679008-D6C9-455F-A3C4-0F3C0FCBDC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3293" y="477838"/>
            <a:ext cx="9991963" cy="750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69E559-8AD2-49DD-8019-3DC12A95B1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3293" y="1706563"/>
            <a:ext cx="9991963" cy="382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47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1pPr>
            <a:lvl2pPr marL="4778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2pPr>
            <a:lvl3pPr marL="7508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3pPr>
            <a:lvl4pPr marL="10239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4pPr>
            <a:lvl5pPr marL="12969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5pPr>
            <a:lvl6pPr marL="15700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6pPr>
            <a:lvl7pPr marL="18430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7pPr>
            <a:lvl8pPr marL="21161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8pPr>
            <a:lvl9pPr marL="23891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34E7FA-0B7F-4592-993A-2427DF0F5D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3293" y="477838"/>
            <a:ext cx="9991963" cy="750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BA99EA-582B-4B0F-BF85-6E2ECB1F87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3293" y="1706563"/>
            <a:ext cx="4644152" cy="382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47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1pPr>
            <a:lvl2pPr marL="4778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2pPr>
            <a:lvl3pPr marL="7508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3pPr>
            <a:lvl4pPr marL="10239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4pPr>
            <a:lvl5pPr marL="12969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5pPr>
            <a:lvl6pPr marL="15700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6pPr>
            <a:lvl7pPr marL="18430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7pPr>
            <a:lvl8pPr marL="21161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8pPr>
            <a:lvl9pPr marL="23891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19E405-7470-42C9-8DD8-F32559DD75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81105" y="1706563"/>
            <a:ext cx="4644152" cy="382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47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1pPr>
            <a:lvl2pPr marL="4778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2pPr>
            <a:lvl3pPr marL="7508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3pPr>
            <a:lvl4pPr marL="10239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4pPr>
            <a:lvl5pPr marL="12969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5pPr>
            <a:lvl6pPr marL="15700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6pPr>
            <a:lvl7pPr marL="18430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7pPr>
            <a:lvl8pPr marL="21161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8pPr>
            <a:lvl9pPr marL="23891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5EF6E6-0227-4E1F-BF11-EB5666394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3293" y="477838"/>
            <a:ext cx="9991963" cy="750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40553F-7778-45DB-B78E-340A034DB8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3293" y="1706563"/>
            <a:ext cx="4644152" cy="382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47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1pPr>
            <a:lvl2pPr marL="4778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2pPr>
            <a:lvl3pPr marL="7508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3pPr>
            <a:lvl4pPr marL="10239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4pPr>
            <a:lvl5pPr marL="12969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5pPr>
            <a:lvl6pPr marL="15700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6pPr>
            <a:lvl7pPr marL="18430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7pPr>
            <a:lvl8pPr marL="211613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8pPr>
            <a:lvl9pPr marL="2389188" indent="-204787">
              <a:lnSpc>
                <a:spcPct val="110000"/>
              </a:lnSpc>
              <a:spcBef>
                <a:spcPts val="0"/>
              </a:spcBef>
              <a:spcAft>
                <a:spcPts val="10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84ffec9c7f4ad7" /><Relationship Type="http://schemas.openxmlformats.org/officeDocument/2006/relationships/slideLayout" Target="/ppt/slideLayouts/slideLayout1.xml" Id="R7b757574c8814459" /><Relationship Type="http://schemas.openxmlformats.org/officeDocument/2006/relationships/slideLayout" Target="/ppt/slideLayouts/slideLayout2.xml" Id="R7c11b1a60cf04420" /><Relationship Type="http://schemas.openxmlformats.org/officeDocument/2006/relationships/slideLayout" Target="/ppt/slideLayouts/slideLayout3.xml" Id="R9656ae24267d467d" /><Relationship Type="http://schemas.openxmlformats.org/officeDocument/2006/relationships/slideLayout" Target="/ppt/slideLayouts/slideLayout4.xml" Id="R914e578a15ba41b6" /><Relationship Type="http://schemas.openxmlformats.org/officeDocument/2006/relationships/slideLayout" Target="/ppt/slideLayouts/slideLayout5.xml" Id="R5e0ec89280ef4e42" /><Relationship Type="http://schemas.openxmlformats.org/officeDocument/2006/relationships/slideLayout" Target="/ppt/slideLayouts/slideLayout6.xml" Id="R9adb16de283e47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757574c8814459"/>
    <p:sldLayoutId xmlns:r="http://schemas.openxmlformats.org/officeDocument/2006/relationships" id="2147483650" r:id="R7c11b1a60cf04420"/>
    <p:sldLayoutId xmlns:r="http://schemas.openxmlformats.org/officeDocument/2006/relationships" id="2147483651" r:id="R9656ae24267d467d"/>
    <p:sldLayoutId xmlns:r="http://schemas.openxmlformats.org/officeDocument/2006/relationships" id="2147483652" r:id="R914e578a15ba41b6"/>
    <p:sldLayoutId xmlns:r="http://schemas.openxmlformats.org/officeDocument/2006/relationships" id="2147483653" r:id="R5e0ec89280ef4e42"/>
    <p:sldLayoutId xmlns:r="http://schemas.openxmlformats.org/officeDocument/2006/relationships" id="2147483654" r:id="R9adb16de283e47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35c633b7a4956" /><Relationship Type="http://schemas.openxmlformats.org/officeDocument/2006/relationships/image" Target="/ppt/media/image.png" Id="Rf6b6bf99cce84ec5" /><Relationship Type="http://schemas.openxmlformats.org/officeDocument/2006/relationships/image" Target="/ppt/media/image2.png" Id="R50749858872245e6" /><Relationship Type="http://schemas.openxmlformats.org/officeDocument/2006/relationships/image" Target="/ppt/media/image3.png" Id="R606ae8da00f2474e" /><Relationship Type="http://schemas.openxmlformats.org/officeDocument/2006/relationships/image" Target="/ppt/media/image4.png" Id="Rf22bbd416eeb467c" /><Relationship Type="http://schemas.openxmlformats.org/officeDocument/2006/relationships/image" Target="/ppt/media/image5.png" Id="Rc49ed4ce2a3c40ce" /><Relationship Type="http://schemas.openxmlformats.org/officeDocument/2006/relationships/image" Target="/ppt/media/image6.png" Id="R3b2ef3335c7a4c21" /><Relationship Type="http://schemas.openxmlformats.org/officeDocument/2006/relationships/image" Target="/ppt/media/image7.png" Id="R7ce6d635f5344aa7" /><Relationship Type="http://schemas.openxmlformats.org/officeDocument/2006/relationships/image" Target="/ppt/media/image8.png" Id="Re275d537249f45bc" /><Relationship Type="http://schemas.openxmlformats.org/officeDocument/2006/relationships/image" Target="/ppt/media/image9.png" Id="Ref20df65905f44ac" /><Relationship Type="http://schemas.openxmlformats.org/officeDocument/2006/relationships/image" Target="/ppt/media/image10.png" Id="R15f2d3449c1b456f" /><Relationship Type="http://schemas.openxmlformats.org/officeDocument/2006/relationships/image" Target="/ppt/media/image11.png" Id="Ra093f15378aa4b6a" /><Relationship Type="http://schemas.openxmlformats.org/officeDocument/2006/relationships/image" Target="/ppt/media/image12.png" Id="R3cff368b0a9a44c1" /><Relationship Type="http://schemas.openxmlformats.org/officeDocument/2006/relationships/image" Target="/ppt/media/image13.png" Id="Refc2e11f51cc493a" /><Relationship Type="http://schemas.openxmlformats.org/officeDocument/2006/relationships/image" Target="/ppt/media/image14.png" Id="Ra104b7d733e14821" /><Relationship Type="http://schemas.openxmlformats.org/officeDocument/2006/relationships/image" Target="/ppt/media/image15.png" Id="R396238ac36824eaf" /><Relationship Type="http://schemas.openxmlformats.org/officeDocument/2006/relationships/image" Target="/ppt/media/image16.png" Id="R9f6632390d4844b0" /><Relationship Type="http://schemas.openxmlformats.org/officeDocument/2006/relationships/image" Target="/ppt/media/image17.png" Id="R7314a92a91f54455" /><Relationship Type="http://schemas.openxmlformats.org/officeDocument/2006/relationships/notesSlide" Target="/ppt/notesSlides/notesSlide1.xml" Id="Rbc7bd887d5ba41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pdf-path-1">
            <a:extLst xmlns:a="http://schemas.openxmlformats.org/drawingml/2006/main">
              <a:ext uri="{FF2B5EF4-FFF2-40B4-BE49-F238E27FC236}">
                <a16:creationId xmlns:a16="http://schemas.microsoft.com/office/drawing/2014/main" id="{982D8AE4-5803-4638-992F-CCAD2CD7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60" y="91015"/>
            <a:ext cx="5410066" cy="3474527"/>
          </a:xfrm>
          <a:custGeom xmlns:a="http://schemas.openxmlformats.org/drawingml/2006/main">
            <a:pathLst>
              <a:path w="5410066" h="3474527">
                <a:moveTo>
                  <a:pt x="592849" y="0"/>
                </a:moveTo>
                <a:lnTo>
                  <a:pt x="4817218" y="0"/>
                </a:lnTo>
                <a:cubicBezTo>
                  <a:pt x="4991189" y="0"/>
                  <a:pt x="5095571" y="0"/>
                  <a:pt x="5165159" y="29052"/>
                </a:cubicBezTo>
                <a:cubicBezTo>
                  <a:pt x="5265478" y="65563"/>
                  <a:pt x="5344501" y="144589"/>
                  <a:pt x="5381014" y="244908"/>
                </a:cubicBezTo>
                <a:cubicBezTo>
                  <a:pt x="5410066" y="314496"/>
                  <a:pt x="5410066" y="418878"/>
                  <a:pt x="5410066" y="592849"/>
                </a:cubicBezTo>
                <a:lnTo>
                  <a:pt x="5410066" y="2881678"/>
                </a:lnTo>
                <a:cubicBezTo>
                  <a:pt x="5410066" y="3055649"/>
                  <a:pt x="5410066" y="3160032"/>
                  <a:pt x="5381014" y="3229619"/>
                </a:cubicBezTo>
                <a:cubicBezTo>
                  <a:pt x="5344501" y="3329938"/>
                  <a:pt x="5265478" y="3408961"/>
                  <a:pt x="5165159" y="3445475"/>
                </a:cubicBezTo>
                <a:cubicBezTo>
                  <a:pt x="5095571" y="3474527"/>
                  <a:pt x="4991189" y="3474527"/>
                  <a:pt x="4817218" y="3474527"/>
                </a:cubicBezTo>
                <a:lnTo>
                  <a:pt x="592849" y="3474527"/>
                </a:lnTo>
                <a:cubicBezTo>
                  <a:pt x="418878" y="3474527"/>
                  <a:pt x="314495" y="3474527"/>
                  <a:pt x="244907" y="3445475"/>
                </a:cubicBezTo>
                <a:cubicBezTo>
                  <a:pt x="144589" y="3408961"/>
                  <a:pt x="65565" y="3329938"/>
                  <a:pt x="29052" y="3229619"/>
                </a:cubicBezTo>
                <a:cubicBezTo>
                  <a:pt x="0" y="3160032"/>
                  <a:pt x="0" y="3055649"/>
                  <a:pt x="0" y="2881678"/>
                </a:cubicBezTo>
                <a:lnTo>
                  <a:pt x="0" y="592849"/>
                </a:lnTo>
                <a:cubicBezTo>
                  <a:pt x="0" y="418878"/>
                  <a:pt x="0" y="314496"/>
                  <a:pt x="29052" y="244908"/>
                </a:cubicBezTo>
                <a:cubicBezTo>
                  <a:pt x="65565" y="144589"/>
                  <a:pt x="144589" y="65563"/>
                  <a:pt x="244907" y="29052"/>
                </a:cubicBezTo>
                <a:cubicBezTo>
                  <a:pt x="314495" y="0"/>
                  <a:pt x="418878" y="0"/>
                  <a:pt x="592849" y="0"/>
                </a:cubicBezTo>
              </a:path>
            </a:pathLst>
          </a:custGeom>
          <a:solidFill xmlns:a="http://schemas.openxmlformats.org/drawingml/2006/main">
            <a:srgbClr val="EED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EDE31BF9-ACE0-45E3-BC05-A5608216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004" y="3052296"/>
            <a:ext cx="3538391" cy="2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93" b="1" i="0">
                <a:solidFill>
                  <a:srgbClr val="88A7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93" b="1" i="0">
                <a:solidFill>
                  <a:srgbClr val="88A7B2"/>
                </a:solidFill>
                <a:latin typeface="Arial"/>
                <a:ea typeface="Arial"/>
                <a:cs typeface="Arial"/>
              </a:defRPr>
            </a:pPr>
            <a:r>
              <a:rPr sz="1893" b="1" i="0">
                <a:solidFill>
                  <a:srgbClr val="88A7B2"/>
                </a:solidFill>
                <a:latin typeface="Arial"/>
                <a:ea typeface="Arial"/>
                <a:cs typeface="Arial"/>
              </a:rPr>
              <a:t>2. Correspondence Prediction</a:t>
            </a:r>
          </a:p>
        </p:txBody>
      </p:sp>
      <p:sp>
        <p:nvSpPr>
          <p:cNvPr id="3" name="pdf-path-6">
            <a:extLst xmlns:a="http://schemas.openxmlformats.org/drawingml/2006/main">
              <a:ext uri="{FF2B5EF4-FFF2-40B4-BE49-F238E27FC236}">
                <a16:creationId xmlns:a16="http://schemas.microsoft.com/office/drawing/2014/main" id="{61F15759-A7BB-4C3A-ADE8-2EE892BD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8718" y="115909"/>
            <a:ext cx="2458540" cy="1408697"/>
          </a:xfrm>
          <a:custGeom xmlns:a="http://schemas.openxmlformats.org/drawingml/2006/main">
            <a:pathLst>
              <a:path w="2458540" h="1408697">
                <a:moveTo>
                  <a:pt x="333233" y="0"/>
                </a:moveTo>
                <a:lnTo>
                  <a:pt x="2125311" y="0"/>
                </a:lnTo>
                <a:cubicBezTo>
                  <a:pt x="2223097" y="0"/>
                  <a:pt x="2281769" y="0"/>
                  <a:pt x="2320882" y="16332"/>
                </a:cubicBezTo>
                <a:cubicBezTo>
                  <a:pt x="2377270" y="36854"/>
                  <a:pt x="2421693" y="81276"/>
                  <a:pt x="2442215" y="137660"/>
                </a:cubicBezTo>
                <a:cubicBezTo>
                  <a:pt x="2458540" y="176776"/>
                  <a:pt x="2458540" y="235447"/>
                  <a:pt x="2458540" y="333234"/>
                </a:cubicBezTo>
                <a:lnTo>
                  <a:pt x="2458540" y="1075466"/>
                </a:lnTo>
                <a:cubicBezTo>
                  <a:pt x="2458540" y="1173252"/>
                  <a:pt x="2458540" y="1231924"/>
                  <a:pt x="2442215" y="1271039"/>
                </a:cubicBezTo>
                <a:cubicBezTo>
                  <a:pt x="2421693" y="1327426"/>
                  <a:pt x="2377270" y="1371844"/>
                  <a:pt x="2320882" y="1392367"/>
                </a:cubicBezTo>
                <a:cubicBezTo>
                  <a:pt x="2281769" y="1408697"/>
                  <a:pt x="2223097" y="1408697"/>
                  <a:pt x="2125311" y="1408697"/>
                </a:cubicBezTo>
                <a:lnTo>
                  <a:pt x="333233" y="1408697"/>
                </a:lnTo>
                <a:cubicBezTo>
                  <a:pt x="235448" y="1408697"/>
                  <a:pt x="176774" y="1408697"/>
                  <a:pt x="137659" y="1392367"/>
                </a:cubicBezTo>
                <a:cubicBezTo>
                  <a:pt x="81272" y="1371844"/>
                  <a:pt x="36854" y="1327426"/>
                  <a:pt x="16331" y="1271039"/>
                </a:cubicBezTo>
                <a:cubicBezTo>
                  <a:pt x="0" y="1231924"/>
                  <a:pt x="0" y="1173252"/>
                  <a:pt x="0" y="1075466"/>
                </a:cubicBezTo>
                <a:lnTo>
                  <a:pt x="0" y="333234"/>
                </a:lnTo>
                <a:cubicBezTo>
                  <a:pt x="0" y="235447"/>
                  <a:pt x="0" y="176776"/>
                  <a:pt x="16331" y="137660"/>
                </a:cubicBezTo>
                <a:cubicBezTo>
                  <a:pt x="36854" y="81276"/>
                  <a:pt x="81272" y="36854"/>
                  <a:pt x="137659" y="16332"/>
                </a:cubicBezTo>
                <a:cubicBezTo>
                  <a:pt x="176774" y="0"/>
                  <a:pt x="235448" y="0"/>
                  <a:pt x="333233" y="0"/>
                </a:cubicBezTo>
              </a:path>
            </a:pathLst>
          </a:custGeom>
          <a:solidFill xmlns:a="http://schemas.openxmlformats.org/drawingml/2006/main">
            <a:srgbClr val="C0CCDC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7">
            <a:extLst xmlns:a="http://schemas.openxmlformats.org/drawingml/2006/main">
              <a:ext uri="{FF2B5EF4-FFF2-40B4-BE49-F238E27FC236}">
                <a16:creationId xmlns:a16="http://schemas.microsoft.com/office/drawing/2014/main" id="{64E8D967-367F-4490-A3BB-F015BF9E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5403" y="115909"/>
            <a:ext cx="2768275" cy="1408697"/>
          </a:xfrm>
          <a:custGeom xmlns:a="http://schemas.openxmlformats.org/drawingml/2006/main">
            <a:pathLst>
              <a:path w="2768275" h="1408697">
                <a:moveTo>
                  <a:pt x="333235" y="0"/>
                </a:moveTo>
                <a:lnTo>
                  <a:pt x="2435039" y="0"/>
                </a:lnTo>
                <a:cubicBezTo>
                  <a:pt x="2532826" y="0"/>
                  <a:pt x="2591498" y="0"/>
                  <a:pt x="2630618" y="16332"/>
                </a:cubicBezTo>
                <a:cubicBezTo>
                  <a:pt x="2686999" y="36854"/>
                  <a:pt x="2731421" y="81276"/>
                  <a:pt x="2751943" y="137660"/>
                </a:cubicBezTo>
                <a:cubicBezTo>
                  <a:pt x="2768275" y="176776"/>
                  <a:pt x="2768275" y="235447"/>
                  <a:pt x="2768275" y="333234"/>
                </a:cubicBezTo>
                <a:lnTo>
                  <a:pt x="2768275" y="1075466"/>
                </a:lnTo>
                <a:cubicBezTo>
                  <a:pt x="2768275" y="1173252"/>
                  <a:pt x="2768275" y="1231924"/>
                  <a:pt x="2751943" y="1271039"/>
                </a:cubicBezTo>
                <a:cubicBezTo>
                  <a:pt x="2731421" y="1327426"/>
                  <a:pt x="2686999" y="1371844"/>
                  <a:pt x="2630618" y="1392367"/>
                </a:cubicBezTo>
                <a:cubicBezTo>
                  <a:pt x="2591498" y="1408697"/>
                  <a:pt x="2532826" y="1408697"/>
                  <a:pt x="2435039" y="1408697"/>
                </a:cubicBezTo>
                <a:lnTo>
                  <a:pt x="333235" y="1408697"/>
                </a:lnTo>
                <a:cubicBezTo>
                  <a:pt x="235450" y="1408697"/>
                  <a:pt x="176777" y="1408697"/>
                  <a:pt x="137658" y="1392367"/>
                </a:cubicBezTo>
                <a:cubicBezTo>
                  <a:pt x="81276" y="1371844"/>
                  <a:pt x="36854" y="1327426"/>
                  <a:pt x="16333" y="1271039"/>
                </a:cubicBezTo>
                <a:cubicBezTo>
                  <a:pt x="0" y="1231924"/>
                  <a:pt x="0" y="1173252"/>
                  <a:pt x="0" y="1075466"/>
                </a:cubicBezTo>
                <a:lnTo>
                  <a:pt x="0" y="333234"/>
                </a:lnTo>
                <a:cubicBezTo>
                  <a:pt x="0" y="235447"/>
                  <a:pt x="0" y="176776"/>
                  <a:pt x="16333" y="137660"/>
                </a:cubicBezTo>
                <a:cubicBezTo>
                  <a:pt x="36854" y="81276"/>
                  <a:pt x="81276" y="36854"/>
                  <a:pt x="137658" y="16332"/>
                </a:cubicBezTo>
                <a:cubicBezTo>
                  <a:pt x="176777" y="0"/>
                  <a:pt x="235450" y="0"/>
                  <a:pt x="333235" y="0"/>
                </a:cubicBezTo>
              </a:path>
            </a:pathLst>
          </a:custGeom>
          <a:solidFill xmlns:a="http://schemas.openxmlformats.org/drawingml/2006/main">
            <a:srgbClr val="C5D1E0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8">
            <a:extLst xmlns:a="http://schemas.openxmlformats.org/drawingml/2006/main">
              <a:ext uri="{FF2B5EF4-FFF2-40B4-BE49-F238E27FC236}">
                <a16:creationId xmlns:a16="http://schemas.microsoft.com/office/drawing/2014/main" id="{9CBA5478-6213-4EBD-BE0E-5AF302F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33" y="3708743"/>
            <a:ext cx="11086087" cy="2358665"/>
          </a:xfrm>
          <a:custGeom xmlns:a="http://schemas.openxmlformats.org/drawingml/2006/main">
            <a:pathLst>
              <a:path w="11086087" h="2358665">
                <a:moveTo>
                  <a:pt x="381504" y="0"/>
                </a:moveTo>
                <a:lnTo>
                  <a:pt x="10704589" y="0"/>
                </a:lnTo>
                <a:cubicBezTo>
                  <a:pt x="10816536" y="0"/>
                  <a:pt x="10883708" y="0"/>
                  <a:pt x="10928491" y="18695"/>
                </a:cubicBezTo>
                <a:cubicBezTo>
                  <a:pt x="10993048" y="42191"/>
                  <a:pt x="11043899" y="93044"/>
                  <a:pt x="11067395" y="157600"/>
                </a:cubicBezTo>
                <a:cubicBezTo>
                  <a:pt x="11086087" y="202380"/>
                  <a:pt x="11086087" y="269552"/>
                  <a:pt x="11086087" y="381504"/>
                </a:cubicBezTo>
                <a:lnTo>
                  <a:pt x="11086087" y="1977161"/>
                </a:lnTo>
                <a:cubicBezTo>
                  <a:pt x="11086087" y="2089113"/>
                  <a:pt x="11086087" y="2156284"/>
                  <a:pt x="11067395" y="2201065"/>
                </a:cubicBezTo>
                <a:cubicBezTo>
                  <a:pt x="11043899" y="2265620"/>
                  <a:pt x="10993048" y="2316473"/>
                  <a:pt x="10928491" y="2339970"/>
                </a:cubicBezTo>
                <a:cubicBezTo>
                  <a:pt x="10883708" y="2358665"/>
                  <a:pt x="10816536" y="2358665"/>
                  <a:pt x="10704589" y="2358665"/>
                </a:cubicBezTo>
                <a:lnTo>
                  <a:pt x="381504" y="2358665"/>
                </a:lnTo>
                <a:cubicBezTo>
                  <a:pt x="269552" y="2358665"/>
                  <a:pt x="202381" y="2358665"/>
                  <a:pt x="157600" y="2339970"/>
                </a:cubicBezTo>
                <a:cubicBezTo>
                  <a:pt x="93044" y="2316473"/>
                  <a:pt x="42192" y="2265620"/>
                  <a:pt x="18695" y="2201065"/>
                </a:cubicBezTo>
                <a:cubicBezTo>
                  <a:pt x="0" y="2156284"/>
                  <a:pt x="0" y="2089113"/>
                  <a:pt x="0" y="1977161"/>
                </a:cubicBezTo>
                <a:lnTo>
                  <a:pt x="0" y="381504"/>
                </a:lnTo>
                <a:cubicBezTo>
                  <a:pt x="0" y="269552"/>
                  <a:pt x="0" y="202380"/>
                  <a:pt x="18695" y="157600"/>
                </a:cubicBezTo>
                <a:cubicBezTo>
                  <a:pt x="42192" y="93044"/>
                  <a:pt x="93044" y="42191"/>
                  <a:pt x="157600" y="18695"/>
                </a:cubicBezTo>
                <a:cubicBezTo>
                  <a:pt x="202381" y="0"/>
                  <a:pt x="269552" y="0"/>
                  <a:pt x="381504" y="0"/>
                </a:cubicBezTo>
              </a:path>
            </a:pathLst>
          </a:custGeom>
          <a:solidFill xmlns:a="http://schemas.openxmlformats.org/drawingml/2006/main">
            <a:srgbClr val="94CC9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30">
            <a:extLst xmlns:a="http://schemas.openxmlformats.org/drawingml/2006/main">
              <a:ext uri="{FF2B5EF4-FFF2-40B4-BE49-F238E27FC236}">
                <a16:creationId xmlns:a16="http://schemas.microsoft.com/office/drawing/2014/main" id="{4DA97B95-7670-40B6-BE99-6575F3F7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5041" y="1200352"/>
            <a:ext cx="164229" cy="169268"/>
          </a:xfrm>
          <a:custGeom xmlns:a="http://schemas.openxmlformats.org/drawingml/2006/main">
            <a:pathLst>
              <a:path w="164229" h="169268">
                <a:moveTo>
                  <a:pt x="135014" y="30112"/>
                </a:moveTo>
                <a:cubicBezTo>
                  <a:pt x="164229" y="60224"/>
                  <a:pt x="164229" y="109044"/>
                  <a:pt x="135014" y="139155"/>
                </a:cubicBezTo>
                <a:cubicBezTo>
                  <a:pt x="105797" y="169268"/>
                  <a:pt x="58432" y="169268"/>
                  <a:pt x="29216" y="139155"/>
                </a:cubicBezTo>
                <a:cubicBezTo>
                  <a:pt x="0" y="109044"/>
                  <a:pt x="0" y="60224"/>
                  <a:pt x="29216" y="30112"/>
                </a:cubicBezTo>
                <a:cubicBezTo>
                  <a:pt x="58432" y="0"/>
                  <a:pt x="105797" y="0"/>
                  <a:pt x="135014" y="30112"/>
                </a:cubicBezTo>
              </a:path>
            </a:pathLst>
          </a:custGeom>
          <a:solidFill xmlns:a="http://schemas.openxmlformats.org/drawingml/2006/main">
            <a:srgbClr val="121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31">
            <a:extLst xmlns:a="http://schemas.openxmlformats.org/drawingml/2006/main">
              <a:ext uri="{FF2B5EF4-FFF2-40B4-BE49-F238E27FC236}">
                <a16:creationId xmlns:a16="http://schemas.microsoft.com/office/drawing/2014/main" id="{B33EDB04-7F5B-4DB8-A054-4ACFE98E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5041" y="938183"/>
            <a:ext cx="164229" cy="169268"/>
          </a:xfrm>
          <a:custGeom xmlns:a="http://schemas.openxmlformats.org/drawingml/2006/main">
            <a:pathLst>
              <a:path w="164229" h="169268">
                <a:moveTo>
                  <a:pt x="135014" y="30112"/>
                </a:moveTo>
                <a:cubicBezTo>
                  <a:pt x="164229" y="60224"/>
                  <a:pt x="164229" y="109044"/>
                  <a:pt x="135014" y="139156"/>
                </a:cubicBezTo>
                <a:cubicBezTo>
                  <a:pt x="105797" y="169268"/>
                  <a:pt x="58432" y="169268"/>
                  <a:pt x="29216" y="139156"/>
                </a:cubicBezTo>
                <a:cubicBezTo>
                  <a:pt x="0" y="109044"/>
                  <a:pt x="0" y="60224"/>
                  <a:pt x="29216" y="30112"/>
                </a:cubicBezTo>
                <a:cubicBezTo>
                  <a:pt x="58432" y="0"/>
                  <a:pt x="105797" y="0"/>
                  <a:pt x="135014" y="30112"/>
                </a:cubicBezTo>
              </a:path>
            </a:pathLst>
          </a:custGeom>
          <a:solidFill xmlns:a="http://schemas.openxmlformats.org/drawingml/2006/main">
            <a:srgbClr val="DC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167C1A32-FEA1-4F3C-864C-E0A71E35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7909" y="1236263"/>
            <a:ext cx="546607" cy="126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7" b="1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7" b="1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pPr>
            <a:r>
              <a:rPr sz="997" b="1" i="0">
                <a:solidFill>
                  <a:srgbClr val="53585F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9" name="pdf-path-40">
            <a:extLst xmlns:a="http://schemas.openxmlformats.org/drawingml/2006/main">
              <a:ext uri="{FF2B5EF4-FFF2-40B4-BE49-F238E27FC236}">
                <a16:creationId xmlns:a16="http://schemas.microsoft.com/office/drawing/2014/main" id="{E5800859-099A-4580-86B2-304370BC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2419" y="1898945"/>
            <a:ext cx="843395" cy="1027217"/>
          </a:xfrm>
          <a:custGeom xmlns:a="http://schemas.openxmlformats.org/drawingml/2006/main">
            <a:pathLst>
              <a:path w="843395" h="1027217">
                <a:moveTo>
                  <a:pt x="328064" y="976"/>
                </a:moveTo>
                <a:cubicBezTo>
                  <a:pt x="322390" y="0"/>
                  <a:pt x="313205" y="1673"/>
                  <a:pt x="302554" y="5524"/>
                </a:cubicBezTo>
                <a:cubicBezTo>
                  <a:pt x="293764" y="8702"/>
                  <a:pt x="283622" y="16604"/>
                  <a:pt x="268344" y="32220"/>
                </a:cubicBezTo>
                <a:cubicBezTo>
                  <a:pt x="259524" y="41234"/>
                  <a:pt x="251914" y="47842"/>
                  <a:pt x="250151" y="47842"/>
                </a:cubicBezTo>
                <a:cubicBezTo>
                  <a:pt x="248480" y="47842"/>
                  <a:pt x="246428" y="48425"/>
                  <a:pt x="245603" y="49226"/>
                </a:cubicBezTo>
                <a:cubicBezTo>
                  <a:pt x="244778" y="50027"/>
                  <a:pt x="239028" y="51031"/>
                  <a:pt x="232947" y="51402"/>
                </a:cubicBezTo>
                <a:cubicBezTo>
                  <a:pt x="226866" y="51772"/>
                  <a:pt x="214741" y="53939"/>
                  <a:pt x="206053" y="56345"/>
                </a:cubicBezTo>
                <a:cubicBezTo>
                  <a:pt x="197366" y="58751"/>
                  <a:pt x="187935" y="61086"/>
                  <a:pt x="184894" y="61487"/>
                </a:cubicBezTo>
                <a:cubicBezTo>
                  <a:pt x="181853" y="61887"/>
                  <a:pt x="176504" y="63504"/>
                  <a:pt x="173029" y="65046"/>
                </a:cubicBezTo>
                <a:cubicBezTo>
                  <a:pt x="169554" y="66588"/>
                  <a:pt x="164319" y="68276"/>
                  <a:pt x="161560" y="68803"/>
                </a:cubicBezTo>
                <a:cubicBezTo>
                  <a:pt x="158801" y="69330"/>
                  <a:pt x="153451" y="71103"/>
                  <a:pt x="149695" y="72758"/>
                </a:cubicBezTo>
                <a:cubicBezTo>
                  <a:pt x="135782" y="78891"/>
                  <a:pt x="122415" y="84034"/>
                  <a:pt x="120429" y="84030"/>
                </a:cubicBezTo>
                <a:cubicBezTo>
                  <a:pt x="119303" y="84027"/>
                  <a:pt x="115017" y="85813"/>
                  <a:pt x="110937" y="87985"/>
                </a:cubicBezTo>
                <a:cubicBezTo>
                  <a:pt x="106857" y="90157"/>
                  <a:pt x="101069" y="91940"/>
                  <a:pt x="98083" y="91940"/>
                </a:cubicBezTo>
                <a:cubicBezTo>
                  <a:pt x="95097" y="91940"/>
                  <a:pt x="90111" y="92728"/>
                  <a:pt x="87010" y="93719"/>
                </a:cubicBezTo>
                <a:cubicBezTo>
                  <a:pt x="62945" y="101406"/>
                  <a:pt x="52871" y="107757"/>
                  <a:pt x="41527" y="122195"/>
                </a:cubicBezTo>
                <a:cubicBezTo>
                  <a:pt x="37491" y="127333"/>
                  <a:pt x="33771" y="131489"/>
                  <a:pt x="33221" y="131489"/>
                </a:cubicBezTo>
                <a:cubicBezTo>
                  <a:pt x="32673" y="131489"/>
                  <a:pt x="29733" y="133879"/>
                  <a:pt x="26696" y="136828"/>
                </a:cubicBezTo>
                <a:cubicBezTo>
                  <a:pt x="21358" y="142013"/>
                  <a:pt x="19709" y="145012"/>
                  <a:pt x="14634" y="156801"/>
                </a:cubicBezTo>
                <a:cubicBezTo>
                  <a:pt x="13324" y="159841"/>
                  <a:pt x="11617" y="163598"/>
                  <a:pt x="10876" y="165106"/>
                </a:cubicBezTo>
                <a:cubicBezTo>
                  <a:pt x="10135" y="166615"/>
                  <a:pt x="9492" y="171921"/>
                  <a:pt x="9492" y="176971"/>
                </a:cubicBezTo>
                <a:cubicBezTo>
                  <a:pt x="9492" y="182022"/>
                  <a:pt x="8663" y="186897"/>
                  <a:pt x="7712" y="187847"/>
                </a:cubicBezTo>
                <a:cubicBezTo>
                  <a:pt x="5919" y="189640"/>
                  <a:pt x="6560" y="201294"/>
                  <a:pt x="9096" y="215928"/>
                </a:cubicBezTo>
                <a:cubicBezTo>
                  <a:pt x="10287" y="222796"/>
                  <a:pt x="14076" y="233245"/>
                  <a:pt x="18983" y="242426"/>
                </a:cubicBezTo>
                <a:cubicBezTo>
                  <a:pt x="19790" y="243934"/>
                  <a:pt x="20566" y="246252"/>
                  <a:pt x="20566" y="247567"/>
                </a:cubicBezTo>
                <a:cubicBezTo>
                  <a:pt x="20566" y="248882"/>
                  <a:pt x="21279" y="249940"/>
                  <a:pt x="22148" y="249940"/>
                </a:cubicBezTo>
                <a:cubicBezTo>
                  <a:pt x="23017" y="249940"/>
                  <a:pt x="23730" y="251251"/>
                  <a:pt x="23730" y="252906"/>
                </a:cubicBezTo>
                <a:cubicBezTo>
                  <a:pt x="23730" y="254562"/>
                  <a:pt x="25069" y="258663"/>
                  <a:pt x="26696" y="262003"/>
                </a:cubicBezTo>
                <a:cubicBezTo>
                  <a:pt x="31256" y="271358"/>
                  <a:pt x="36598" y="288016"/>
                  <a:pt x="37375" y="295027"/>
                </a:cubicBezTo>
                <a:cubicBezTo>
                  <a:pt x="38029" y="300931"/>
                  <a:pt x="39548" y="305224"/>
                  <a:pt x="42911" y="311835"/>
                </a:cubicBezTo>
                <a:cubicBezTo>
                  <a:pt x="43679" y="313344"/>
                  <a:pt x="44295" y="316457"/>
                  <a:pt x="44295" y="318559"/>
                </a:cubicBezTo>
                <a:cubicBezTo>
                  <a:pt x="44295" y="320660"/>
                  <a:pt x="45811" y="325463"/>
                  <a:pt x="47657" y="329237"/>
                </a:cubicBezTo>
                <a:cubicBezTo>
                  <a:pt x="51107" y="336289"/>
                  <a:pt x="51572" y="337349"/>
                  <a:pt x="57940" y="349210"/>
                </a:cubicBezTo>
                <a:cubicBezTo>
                  <a:pt x="59989" y="353027"/>
                  <a:pt x="63718" y="357663"/>
                  <a:pt x="66047" y="359493"/>
                </a:cubicBezTo>
                <a:cubicBezTo>
                  <a:pt x="68378" y="361322"/>
                  <a:pt x="71937" y="364281"/>
                  <a:pt x="73958" y="366018"/>
                </a:cubicBezTo>
                <a:lnTo>
                  <a:pt x="77517" y="369182"/>
                </a:lnTo>
                <a:lnTo>
                  <a:pt x="72771" y="375510"/>
                </a:lnTo>
                <a:cubicBezTo>
                  <a:pt x="70141" y="378985"/>
                  <a:pt x="68050" y="382756"/>
                  <a:pt x="68025" y="383816"/>
                </a:cubicBezTo>
                <a:cubicBezTo>
                  <a:pt x="68001" y="384875"/>
                  <a:pt x="66517" y="388184"/>
                  <a:pt x="64861" y="391132"/>
                </a:cubicBezTo>
                <a:cubicBezTo>
                  <a:pt x="63205" y="394080"/>
                  <a:pt x="61004" y="398155"/>
                  <a:pt x="59918" y="400229"/>
                </a:cubicBezTo>
                <a:cubicBezTo>
                  <a:pt x="58832" y="402302"/>
                  <a:pt x="57281" y="405056"/>
                  <a:pt x="56556" y="406359"/>
                </a:cubicBezTo>
                <a:cubicBezTo>
                  <a:pt x="50823" y="416661"/>
                  <a:pt x="44295" y="431354"/>
                  <a:pt x="44295" y="433648"/>
                </a:cubicBezTo>
                <a:cubicBezTo>
                  <a:pt x="44295" y="435183"/>
                  <a:pt x="43582" y="437855"/>
                  <a:pt x="42713" y="439580"/>
                </a:cubicBezTo>
                <a:cubicBezTo>
                  <a:pt x="41845" y="441306"/>
                  <a:pt x="40418" y="443985"/>
                  <a:pt x="39550" y="445711"/>
                </a:cubicBezTo>
                <a:cubicBezTo>
                  <a:pt x="38681" y="447437"/>
                  <a:pt x="37968" y="449928"/>
                  <a:pt x="37968" y="451247"/>
                </a:cubicBezTo>
                <a:cubicBezTo>
                  <a:pt x="37968" y="452567"/>
                  <a:pt x="36184" y="457424"/>
                  <a:pt x="34013" y="461926"/>
                </a:cubicBezTo>
                <a:cubicBezTo>
                  <a:pt x="31841" y="466428"/>
                  <a:pt x="30057" y="471992"/>
                  <a:pt x="30057" y="474384"/>
                </a:cubicBezTo>
                <a:cubicBezTo>
                  <a:pt x="30057" y="476776"/>
                  <a:pt x="29344" y="479186"/>
                  <a:pt x="28476" y="479723"/>
                </a:cubicBezTo>
                <a:cubicBezTo>
                  <a:pt x="27607" y="480260"/>
                  <a:pt x="26894" y="482756"/>
                  <a:pt x="26894" y="485260"/>
                </a:cubicBezTo>
                <a:cubicBezTo>
                  <a:pt x="26894" y="487764"/>
                  <a:pt x="26180" y="490260"/>
                  <a:pt x="25312" y="490797"/>
                </a:cubicBezTo>
                <a:cubicBezTo>
                  <a:pt x="24443" y="491334"/>
                  <a:pt x="23730" y="495257"/>
                  <a:pt x="23730" y="499498"/>
                </a:cubicBezTo>
                <a:cubicBezTo>
                  <a:pt x="23730" y="503739"/>
                  <a:pt x="23017" y="507662"/>
                  <a:pt x="22148" y="508199"/>
                </a:cubicBezTo>
                <a:cubicBezTo>
                  <a:pt x="21279" y="508736"/>
                  <a:pt x="20566" y="512302"/>
                  <a:pt x="20566" y="516109"/>
                </a:cubicBezTo>
                <a:cubicBezTo>
                  <a:pt x="20566" y="519916"/>
                  <a:pt x="19853" y="523482"/>
                  <a:pt x="18983" y="524019"/>
                </a:cubicBezTo>
                <a:cubicBezTo>
                  <a:pt x="18115" y="524556"/>
                  <a:pt x="17402" y="528047"/>
                  <a:pt x="17402" y="531731"/>
                </a:cubicBezTo>
                <a:cubicBezTo>
                  <a:pt x="17402" y="535415"/>
                  <a:pt x="16575" y="539084"/>
                  <a:pt x="15622" y="540036"/>
                </a:cubicBezTo>
                <a:cubicBezTo>
                  <a:pt x="13870" y="541789"/>
                  <a:pt x="11588" y="554786"/>
                  <a:pt x="10085" y="570687"/>
                </a:cubicBezTo>
                <a:cubicBezTo>
                  <a:pt x="9633" y="575466"/>
                  <a:pt x="8504" y="579947"/>
                  <a:pt x="7712" y="580772"/>
                </a:cubicBezTo>
                <a:cubicBezTo>
                  <a:pt x="6920" y="581598"/>
                  <a:pt x="6328" y="588405"/>
                  <a:pt x="6328" y="595999"/>
                </a:cubicBezTo>
                <a:cubicBezTo>
                  <a:pt x="6328" y="603593"/>
                  <a:pt x="5615" y="610294"/>
                  <a:pt x="4746" y="610830"/>
                </a:cubicBezTo>
                <a:cubicBezTo>
                  <a:pt x="3816" y="611405"/>
                  <a:pt x="3164" y="620855"/>
                  <a:pt x="3164" y="633769"/>
                </a:cubicBezTo>
                <a:cubicBezTo>
                  <a:pt x="3164" y="646683"/>
                  <a:pt x="2512" y="656133"/>
                  <a:pt x="1582" y="656707"/>
                </a:cubicBezTo>
                <a:cubicBezTo>
                  <a:pt x="576" y="657330"/>
                  <a:pt x="0" y="678701"/>
                  <a:pt x="0" y="715834"/>
                </a:cubicBezTo>
                <a:cubicBezTo>
                  <a:pt x="0" y="752968"/>
                  <a:pt x="576" y="774537"/>
                  <a:pt x="1582" y="775159"/>
                </a:cubicBezTo>
                <a:cubicBezTo>
                  <a:pt x="2450" y="775696"/>
                  <a:pt x="3164" y="781402"/>
                  <a:pt x="3164" y="787815"/>
                </a:cubicBezTo>
                <a:cubicBezTo>
                  <a:pt x="3164" y="794227"/>
                  <a:pt x="3877" y="799934"/>
                  <a:pt x="4746" y="800471"/>
                </a:cubicBezTo>
                <a:cubicBezTo>
                  <a:pt x="5615" y="801007"/>
                  <a:pt x="6328" y="804574"/>
                  <a:pt x="6328" y="808380"/>
                </a:cubicBezTo>
                <a:cubicBezTo>
                  <a:pt x="6328" y="812187"/>
                  <a:pt x="7041" y="815754"/>
                  <a:pt x="7910" y="816290"/>
                </a:cubicBezTo>
                <a:cubicBezTo>
                  <a:pt x="8779" y="816827"/>
                  <a:pt x="9492" y="819059"/>
                  <a:pt x="9492" y="821234"/>
                </a:cubicBezTo>
                <a:cubicBezTo>
                  <a:pt x="9492" y="825749"/>
                  <a:pt x="13989" y="840734"/>
                  <a:pt x="16018" y="842986"/>
                </a:cubicBezTo>
                <a:cubicBezTo>
                  <a:pt x="16761" y="843812"/>
                  <a:pt x="17402" y="845761"/>
                  <a:pt x="17402" y="847337"/>
                </a:cubicBezTo>
                <a:cubicBezTo>
                  <a:pt x="17402" y="850107"/>
                  <a:pt x="18053" y="851663"/>
                  <a:pt x="21950" y="859201"/>
                </a:cubicBezTo>
                <a:cubicBezTo>
                  <a:pt x="22955" y="861145"/>
                  <a:pt x="23730" y="863846"/>
                  <a:pt x="23730" y="865134"/>
                </a:cubicBezTo>
                <a:cubicBezTo>
                  <a:pt x="23730" y="868128"/>
                  <a:pt x="35636" y="886729"/>
                  <a:pt x="48251" y="903299"/>
                </a:cubicBezTo>
                <a:cubicBezTo>
                  <a:pt x="58802" y="917159"/>
                  <a:pt x="70925" y="929854"/>
                  <a:pt x="82065" y="938697"/>
                </a:cubicBezTo>
                <a:cubicBezTo>
                  <a:pt x="85896" y="941737"/>
                  <a:pt x="94018" y="948219"/>
                  <a:pt x="100060" y="953132"/>
                </a:cubicBezTo>
                <a:cubicBezTo>
                  <a:pt x="106103" y="958044"/>
                  <a:pt x="112819" y="963036"/>
                  <a:pt x="115089" y="964206"/>
                </a:cubicBezTo>
                <a:cubicBezTo>
                  <a:pt x="117359" y="965375"/>
                  <a:pt x="121738" y="967900"/>
                  <a:pt x="124779" y="969940"/>
                </a:cubicBezTo>
                <a:cubicBezTo>
                  <a:pt x="131972" y="974768"/>
                  <a:pt x="174343" y="995288"/>
                  <a:pt x="187267" y="1000196"/>
                </a:cubicBezTo>
                <a:cubicBezTo>
                  <a:pt x="192539" y="1002197"/>
                  <a:pt x="202577" y="1005418"/>
                  <a:pt x="208426" y="1006919"/>
                </a:cubicBezTo>
                <a:cubicBezTo>
                  <a:pt x="211467" y="1007700"/>
                  <a:pt x="216103" y="1008917"/>
                  <a:pt x="218709" y="1009688"/>
                </a:cubicBezTo>
                <a:cubicBezTo>
                  <a:pt x="232078" y="1013642"/>
                  <a:pt x="237175" y="1014872"/>
                  <a:pt x="248767" y="1017005"/>
                </a:cubicBezTo>
                <a:cubicBezTo>
                  <a:pt x="273877" y="1021625"/>
                  <a:pt x="280634" y="1022664"/>
                  <a:pt x="297216" y="1023728"/>
                </a:cubicBezTo>
                <a:cubicBezTo>
                  <a:pt x="306485" y="1024323"/>
                  <a:pt x="314728" y="1025219"/>
                  <a:pt x="315408" y="1025903"/>
                </a:cubicBezTo>
                <a:cubicBezTo>
                  <a:pt x="316714" y="1027217"/>
                  <a:pt x="373741" y="1026343"/>
                  <a:pt x="392530" y="1024717"/>
                </a:cubicBezTo>
                <a:cubicBezTo>
                  <a:pt x="398611" y="1024190"/>
                  <a:pt x="405030" y="1023140"/>
                  <a:pt x="406767" y="1022344"/>
                </a:cubicBezTo>
                <a:cubicBezTo>
                  <a:pt x="408505" y="1021548"/>
                  <a:pt x="413854" y="1020574"/>
                  <a:pt x="418632" y="1020169"/>
                </a:cubicBezTo>
                <a:cubicBezTo>
                  <a:pt x="426086" y="1019537"/>
                  <a:pt x="443449" y="1016852"/>
                  <a:pt x="462335" y="1013445"/>
                </a:cubicBezTo>
                <a:cubicBezTo>
                  <a:pt x="465166" y="1012935"/>
                  <a:pt x="467987" y="1011845"/>
                  <a:pt x="468465" y="1011072"/>
                </a:cubicBezTo>
                <a:cubicBezTo>
                  <a:pt x="468943" y="1010299"/>
                  <a:pt x="470922" y="1009688"/>
                  <a:pt x="473013" y="1009688"/>
                </a:cubicBezTo>
                <a:cubicBezTo>
                  <a:pt x="475104" y="1009688"/>
                  <a:pt x="479257" y="1008744"/>
                  <a:pt x="482110" y="1007513"/>
                </a:cubicBezTo>
                <a:cubicBezTo>
                  <a:pt x="484962" y="1006281"/>
                  <a:pt x="491172" y="1004155"/>
                  <a:pt x="495952" y="1002767"/>
                </a:cubicBezTo>
                <a:cubicBezTo>
                  <a:pt x="500732" y="1001379"/>
                  <a:pt x="506741" y="999099"/>
                  <a:pt x="509201" y="997823"/>
                </a:cubicBezTo>
                <a:cubicBezTo>
                  <a:pt x="511661" y="996547"/>
                  <a:pt x="516655" y="994829"/>
                  <a:pt x="520275" y="993868"/>
                </a:cubicBezTo>
                <a:cubicBezTo>
                  <a:pt x="531983" y="990760"/>
                  <a:pt x="560573" y="976747"/>
                  <a:pt x="567141" y="970929"/>
                </a:cubicBezTo>
                <a:cubicBezTo>
                  <a:pt x="568512" y="969714"/>
                  <a:pt x="570232" y="968556"/>
                  <a:pt x="570898" y="968556"/>
                </a:cubicBezTo>
                <a:cubicBezTo>
                  <a:pt x="571565" y="968556"/>
                  <a:pt x="573931" y="967225"/>
                  <a:pt x="576238" y="965590"/>
                </a:cubicBezTo>
                <a:cubicBezTo>
                  <a:pt x="578543" y="963955"/>
                  <a:pt x="583460" y="960924"/>
                  <a:pt x="587114" y="958866"/>
                </a:cubicBezTo>
                <a:cubicBezTo>
                  <a:pt x="593683" y="955168"/>
                  <a:pt x="633078" y="923712"/>
                  <a:pt x="635167" y="920504"/>
                </a:cubicBezTo>
                <a:cubicBezTo>
                  <a:pt x="635761" y="919590"/>
                  <a:pt x="639684" y="915375"/>
                  <a:pt x="643867" y="911012"/>
                </a:cubicBezTo>
                <a:cubicBezTo>
                  <a:pt x="656322" y="898024"/>
                  <a:pt x="675658" y="871976"/>
                  <a:pt x="675902" y="867902"/>
                </a:cubicBezTo>
                <a:cubicBezTo>
                  <a:pt x="675966" y="866844"/>
                  <a:pt x="679310" y="861092"/>
                  <a:pt x="683220" y="855049"/>
                </a:cubicBezTo>
                <a:cubicBezTo>
                  <a:pt x="687128" y="849006"/>
                  <a:pt x="690338" y="843338"/>
                  <a:pt x="690338" y="842393"/>
                </a:cubicBezTo>
                <a:cubicBezTo>
                  <a:pt x="690338" y="841447"/>
                  <a:pt x="690955" y="839353"/>
                  <a:pt x="691722" y="837844"/>
                </a:cubicBezTo>
                <a:cubicBezTo>
                  <a:pt x="692490" y="836336"/>
                  <a:pt x="694012" y="832937"/>
                  <a:pt x="695085" y="830331"/>
                </a:cubicBezTo>
                <a:cubicBezTo>
                  <a:pt x="696155" y="827724"/>
                  <a:pt x="697481" y="824522"/>
                  <a:pt x="698248" y="823014"/>
                </a:cubicBezTo>
                <a:cubicBezTo>
                  <a:pt x="699015" y="821505"/>
                  <a:pt x="699830" y="818423"/>
                  <a:pt x="699830" y="816290"/>
                </a:cubicBezTo>
                <a:cubicBezTo>
                  <a:pt x="699830" y="814158"/>
                  <a:pt x="700346" y="812081"/>
                  <a:pt x="701214" y="811544"/>
                </a:cubicBezTo>
                <a:cubicBezTo>
                  <a:pt x="702083" y="811008"/>
                  <a:pt x="702796" y="808237"/>
                  <a:pt x="702796" y="805414"/>
                </a:cubicBezTo>
                <a:cubicBezTo>
                  <a:pt x="702796" y="802591"/>
                  <a:pt x="703893" y="798795"/>
                  <a:pt x="705169" y="797109"/>
                </a:cubicBezTo>
                <a:cubicBezTo>
                  <a:pt x="706444" y="795423"/>
                  <a:pt x="707514" y="791060"/>
                  <a:pt x="707542" y="787419"/>
                </a:cubicBezTo>
                <a:cubicBezTo>
                  <a:pt x="707570" y="783778"/>
                  <a:pt x="708255" y="780441"/>
                  <a:pt x="709124" y="779905"/>
                </a:cubicBezTo>
                <a:cubicBezTo>
                  <a:pt x="709993" y="779367"/>
                  <a:pt x="710706" y="774375"/>
                  <a:pt x="710706" y="768831"/>
                </a:cubicBezTo>
                <a:cubicBezTo>
                  <a:pt x="710706" y="763286"/>
                  <a:pt x="711419" y="758294"/>
                  <a:pt x="712288" y="757757"/>
                </a:cubicBezTo>
                <a:cubicBezTo>
                  <a:pt x="714306" y="756510"/>
                  <a:pt x="714497" y="702871"/>
                  <a:pt x="712486" y="700806"/>
                </a:cubicBezTo>
                <a:cubicBezTo>
                  <a:pt x="711004" y="699283"/>
                  <a:pt x="710025" y="689835"/>
                  <a:pt x="707938" y="654334"/>
                </a:cubicBezTo>
                <a:cubicBezTo>
                  <a:pt x="707299" y="643476"/>
                  <a:pt x="705860" y="633096"/>
                  <a:pt x="704774" y="631198"/>
                </a:cubicBezTo>
                <a:cubicBezTo>
                  <a:pt x="703688" y="629301"/>
                  <a:pt x="702796" y="622652"/>
                  <a:pt x="702796" y="616565"/>
                </a:cubicBezTo>
                <a:cubicBezTo>
                  <a:pt x="702796" y="610478"/>
                  <a:pt x="702083" y="605039"/>
                  <a:pt x="701214" y="604502"/>
                </a:cubicBezTo>
                <a:cubicBezTo>
                  <a:pt x="700346" y="603965"/>
                  <a:pt x="699830" y="600399"/>
                  <a:pt x="699830" y="596593"/>
                </a:cubicBezTo>
                <a:cubicBezTo>
                  <a:pt x="699830" y="592786"/>
                  <a:pt x="699116" y="589219"/>
                  <a:pt x="698248" y="588683"/>
                </a:cubicBezTo>
                <a:cubicBezTo>
                  <a:pt x="697380" y="588145"/>
                  <a:pt x="696666" y="583509"/>
                  <a:pt x="696666" y="578400"/>
                </a:cubicBezTo>
                <a:cubicBezTo>
                  <a:pt x="696666" y="573289"/>
                  <a:pt x="695952" y="568851"/>
                  <a:pt x="695085" y="568314"/>
                </a:cubicBezTo>
                <a:cubicBezTo>
                  <a:pt x="694215" y="567778"/>
                  <a:pt x="693503" y="564211"/>
                  <a:pt x="693503" y="560405"/>
                </a:cubicBezTo>
                <a:cubicBezTo>
                  <a:pt x="693502" y="556598"/>
                  <a:pt x="692789" y="553032"/>
                  <a:pt x="691920" y="552495"/>
                </a:cubicBezTo>
                <a:cubicBezTo>
                  <a:pt x="691051" y="551958"/>
                  <a:pt x="690338" y="548391"/>
                  <a:pt x="690338" y="544584"/>
                </a:cubicBezTo>
                <a:cubicBezTo>
                  <a:pt x="690338" y="540778"/>
                  <a:pt x="689625" y="537211"/>
                  <a:pt x="688756" y="536675"/>
                </a:cubicBezTo>
                <a:cubicBezTo>
                  <a:pt x="687888" y="536138"/>
                  <a:pt x="687007" y="533317"/>
                  <a:pt x="686976" y="530545"/>
                </a:cubicBezTo>
                <a:cubicBezTo>
                  <a:pt x="686945" y="527772"/>
                  <a:pt x="686042" y="523818"/>
                  <a:pt x="684802" y="521646"/>
                </a:cubicBezTo>
                <a:cubicBezTo>
                  <a:pt x="683560" y="519474"/>
                  <a:pt x="682459" y="515321"/>
                  <a:pt x="682429" y="512550"/>
                </a:cubicBezTo>
                <a:cubicBezTo>
                  <a:pt x="682397" y="509777"/>
                  <a:pt x="681714" y="507154"/>
                  <a:pt x="680847" y="506617"/>
                </a:cubicBezTo>
                <a:cubicBezTo>
                  <a:pt x="679977" y="506080"/>
                  <a:pt x="679265" y="503940"/>
                  <a:pt x="679265" y="501871"/>
                </a:cubicBezTo>
                <a:cubicBezTo>
                  <a:pt x="679264" y="499802"/>
                  <a:pt x="678551" y="497662"/>
                  <a:pt x="677682" y="497125"/>
                </a:cubicBezTo>
                <a:cubicBezTo>
                  <a:pt x="676814" y="496588"/>
                  <a:pt x="676100" y="493379"/>
                  <a:pt x="676100" y="490006"/>
                </a:cubicBezTo>
                <a:cubicBezTo>
                  <a:pt x="676099" y="486634"/>
                  <a:pt x="675387" y="483424"/>
                  <a:pt x="674518" y="482887"/>
                </a:cubicBezTo>
                <a:cubicBezTo>
                  <a:pt x="673650" y="482350"/>
                  <a:pt x="672937" y="480274"/>
                  <a:pt x="672937" y="478141"/>
                </a:cubicBezTo>
                <a:cubicBezTo>
                  <a:pt x="672937" y="476009"/>
                  <a:pt x="672306" y="472926"/>
                  <a:pt x="671552" y="471418"/>
                </a:cubicBezTo>
                <a:cubicBezTo>
                  <a:pt x="670797" y="469910"/>
                  <a:pt x="668950" y="465440"/>
                  <a:pt x="667597" y="461531"/>
                </a:cubicBezTo>
                <a:cubicBezTo>
                  <a:pt x="664388" y="452258"/>
                  <a:pt x="661692" y="444308"/>
                  <a:pt x="660281" y="440371"/>
                </a:cubicBezTo>
                <a:cubicBezTo>
                  <a:pt x="658693" y="435942"/>
                  <a:pt x="655409" y="428225"/>
                  <a:pt x="653754" y="424947"/>
                </a:cubicBezTo>
                <a:cubicBezTo>
                  <a:pt x="650745" y="418985"/>
                  <a:pt x="649070" y="415733"/>
                  <a:pt x="647823" y="413082"/>
                </a:cubicBezTo>
                <a:cubicBezTo>
                  <a:pt x="647107" y="411562"/>
                  <a:pt x="645250" y="407817"/>
                  <a:pt x="643670" y="404777"/>
                </a:cubicBezTo>
                <a:cubicBezTo>
                  <a:pt x="642089" y="401737"/>
                  <a:pt x="640145" y="397913"/>
                  <a:pt x="639319" y="396274"/>
                </a:cubicBezTo>
                <a:cubicBezTo>
                  <a:pt x="635997" y="389684"/>
                  <a:pt x="631720" y="382430"/>
                  <a:pt x="623302" y="369380"/>
                </a:cubicBezTo>
                <a:cubicBezTo>
                  <a:pt x="618444" y="361849"/>
                  <a:pt x="614403" y="355339"/>
                  <a:pt x="614403" y="354945"/>
                </a:cubicBezTo>
                <a:cubicBezTo>
                  <a:pt x="614403" y="354173"/>
                  <a:pt x="612195" y="351450"/>
                  <a:pt x="602934" y="340509"/>
                </a:cubicBezTo>
                <a:cubicBezTo>
                  <a:pt x="597128" y="333651"/>
                  <a:pt x="597001" y="333165"/>
                  <a:pt x="597001" y="320339"/>
                </a:cubicBezTo>
                <a:lnTo>
                  <a:pt x="597001" y="307287"/>
                </a:lnTo>
                <a:lnTo>
                  <a:pt x="609657" y="294236"/>
                </a:lnTo>
                <a:cubicBezTo>
                  <a:pt x="621658" y="281775"/>
                  <a:pt x="631805" y="265787"/>
                  <a:pt x="631805" y="259432"/>
                </a:cubicBezTo>
                <a:cubicBezTo>
                  <a:pt x="631805" y="257852"/>
                  <a:pt x="633113" y="253873"/>
                  <a:pt x="634771" y="250534"/>
                </a:cubicBezTo>
                <a:cubicBezTo>
                  <a:pt x="636429" y="247194"/>
                  <a:pt x="639308" y="241194"/>
                  <a:pt x="641099" y="237284"/>
                </a:cubicBezTo>
                <a:cubicBezTo>
                  <a:pt x="642890" y="233375"/>
                  <a:pt x="645409" y="228382"/>
                  <a:pt x="646636" y="226211"/>
                </a:cubicBezTo>
                <a:cubicBezTo>
                  <a:pt x="647863" y="224039"/>
                  <a:pt x="649717" y="220116"/>
                  <a:pt x="650788" y="217509"/>
                </a:cubicBezTo>
                <a:cubicBezTo>
                  <a:pt x="651861" y="214903"/>
                  <a:pt x="653383" y="211504"/>
                  <a:pt x="654150" y="209995"/>
                </a:cubicBezTo>
                <a:cubicBezTo>
                  <a:pt x="654918" y="208487"/>
                  <a:pt x="655535" y="201017"/>
                  <a:pt x="655535" y="193186"/>
                </a:cubicBezTo>
                <a:cubicBezTo>
                  <a:pt x="655535" y="184748"/>
                  <a:pt x="656180" y="178949"/>
                  <a:pt x="657117" y="178949"/>
                </a:cubicBezTo>
                <a:cubicBezTo>
                  <a:pt x="657985" y="178949"/>
                  <a:pt x="658672" y="177701"/>
                  <a:pt x="658699" y="176180"/>
                </a:cubicBezTo>
                <a:cubicBezTo>
                  <a:pt x="658758" y="172830"/>
                  <a:pt x="668255" y="153562"/>
                  <a:pt x="671355" y="150473"/>
                </a:cubicBezTo>
                <a:cubicBezTo>
                  <a:pt x="671790" y="150039"/>
                  <a:pt x="673120" y="147664"/>
                  <a:pt x="674320" y="145332"/>
                </a:cubicBezTo>
                <a:cubicBezTo>
                  <a:pt x="675521" y="142999"/>
                  <a:pt x="678732" y="138539"/>
                  <a:pt x="681440" y="135246"/>
                </a:cubicBezTo>
                <a:lnTo>
                  <a:pt x="686383" y="129116"/>
                </a:lnTo>
                <a:lnTo>
                  <a:pt x="687371" y="139399"/>
                </a:lnTo>
                <a:cubicBezTo>
                  <a:pt x="687920" y="145025"/>
                  <a:pt x="689118" y="152535"/>
                  <a:pt x="690140" y="156010"/>
                </a:cubicBezTo>
                <a:cubicBezTo>
                  <a:pt x="691162" y="159485"/>
                  <a:pt x="692649" y="165080"/>
                  <a:pt x="693503" y="168468"/>
                </a:cubicBezTo>
                <a:cubicBezTo>
                  <a:pt x="694356" y="171856"/>
                  <a:pt x="696544" y="176556"/>
                  <a:pt x="698248" y="178949"/>
                </a:cubicBezTo>
                <a:cubicBezTo>
                  <a:pt x="699951" y="181342"/>
                  <a:pt x="701214" y="184337"/>
                  <a:pt x="701214" y="185672"/>
                </a:cubicBezTo>
                <a:cubicBezTo>
                  <a:pt x="701214" y="187007"/>
                  <a:pt x="701928" y="188695"/>
                  <a:pt x="702796" y="189232"/>
                </a:cubicBezTo>
                <a:cubicBezTo>
                  <a:pt x="703665" y="189769"/>
                  <a:pt x="704378" y="192067"/>
                  <a:pt x="704378" y="194571"/>
                </a:cubicBezTo>
                <a:cubicBezTo>
                  <a:pt x="704378" y="197074"/>
                  <a:pt x="705091" y="199571"/>
                  <a:pt x="705960" y="200108"/>
                </a:cubicBezTo>
                <a:cubicBezTo>
                  <a:pt x="706857" y="200662"/>
                  <a:pt x="707542" y="208546"/>
                  <a:pt x="707542" y="218301"/>
                </a:cubicBezTo>
                <a:cubicBezTo>
                  <a:pt x="707542" y="228056"/>
                  <a:pt x="708227" y="235940"/>
                  <a:pt x="709124" y="236493"/>
                </a:cubicBezTo>
                <a:cubicBezTo>
                  <a:pt x="709993" y="237030"/>
                  <a:pt x="710706" y="239499"/>
                  <a:pt x="710706" y="242030"/>
                </a:cubicBezTo>
                <a:cubicBezTo>
                  <a:pt x="710706" y="248053"/>
                  <a:pt x="717040" y="261268"/>
                  <a:pt x="724944" y="271693"/>
                </a:cubicBezTo>
                <a:cubicBezTo>
                  <a:pt x="734912" y="284840"/>
                  <a:pt x="739182" y="292215"/>
                  <a:pt x="739182" y="296411"/>
                </a:cubicBezTo>
                <a:cubicBezTo>
                  <a:pt x="739182" y="298549"/>
                  <a:pt x="739895" y="300818"/>
                  <a:pt x="740764" y="301355"/>
                </a:cubicBezTo>
                <a:cubicBezTo>
                  <a:pt x="741661" y="301909"/>
                  <a:pt x="742346" y="309730"/>
                  <a:pt x="742346" y="319548"/>
                </a:cubicBezTo>
                <a:cubicBezTo>
                  <a:pt x="742346" y="329052"/>
                  <a:pt x="742875" y="336752"/>
                  <a:pt x="743533" y="336752"/>
                </a:cubicBezTo>
                <a:cubicBezTo>
                  <a:pt x="744189" y="336752"/>
                  <a:pt x="745599" y="338823"/>
                  <a:pt x="746696" y="341300"/>
                </a:cubicBezTo>
                <a:cubicBezTo>
                  <a:pt x="749126" y="346789"/>
                  <a:pt x="758184" y="356048"/>
                  <a:pt x="764098" y="359097"/>
                </a:cubicBezTo>
                <a:cubicBezTo>
                  <a:pt x="766492" y="360331"/>
                  <a:pt x="768805" y="361627"/>
                  <a:pt x="769239" y="362064"/>
                </a:cubicBezTo>
                <a:cubicBezTo>
                  <a:pt x="770424" y="363252"/>
                  <a:pt x="776780" y="366725"/>
                  <a:pt x="788223" y="372544"/>
                </a:cubicBezTo>
                <a:cubicBezTo>
                  <a:pt x="800496" y="378784"/>
                  <a:pt x="809349" y="379500"/>
                  <a:pt x="820852" y="374719"/>
                </a:cubicBezTo>
                <a:cubicBezTo>
                  <a:pt x="828901" y="371374"/>
                  <a:pt x="840230" y="359081"/>
                  <a:pt x="840230" y="353758"/>
                </a:cubicBezTo>
                <a:cubicBezTo>
                  <a:pt x="840230" y="352383"/>
                  <a:pt x="840945" y="350735"/>
                  <a:pt x="841812" y="350199"/>
                </a:cubicBezTo>
                <a:cubicBezTo>
                  <a:pt x="842682" y="349662"/>
                  <a:pt x="843395" y="343956"/>
                  <a:pt x="843395" y="337543"/>
                </a:cubicBezTo>
                <a:cubicBezTo>
                  <a:pt x="843395" y="331130"/>
                  <a:pt x="842682" y="325423"/>
                  <a:pt x="841812" y="324887"/>
                </a:cubicBezTo>
                <a:cubicBezTo>
                  <a:pt x="840945" y="324350"/>
                  <a:pt x="840230" y="319555"/>
                  <a:pt x="840230" y="314011"/>
                </a:cubicBezTo>
                <a:cubicBezTo>
                  <a:pt x="840230" y="308466"/>
                  <a:pt x="839518" y="303473"/>
                  <a:pt x="838649" y="302937"/>
                </a:cubicBezTo>
                <a:cubicBezTo>
                  <a:pt x="837781" y="302400"/>
                  <a:pt x="837067" y="299388"/>
                  <a:pt x="837067" y="296411"/>
                </a:cubicBezTo>
                <a:cubicBezTo>
                  <a:pt x="837067" y="291716"/>
                  <a:pt x="828011" y="271364"/>
                  <a:pt x="824807" y="268924"/>
                </a:cubicBezTo>
                <a:cubicBezTo>
                  <a:pt x="823408" y="267859"/>
                  <a:pt x="819819" y="261615"/>
                  <a:pt x="814721" y="251127"/>
                </a:cubicBezTo>
                <a:cubicBezTo>
                  <a:pt x="813989" y="249618"/>
                  <a:pt x="813535" y="241103"/>
                  <a:pt x="813535" y="232143"/>
                </a:cubicBezTo>
                <a:cubicBezTo>
                  <a:pt x="813535" y="223183"/>
                  <a:pt x="812741" y="215171"/>
                  <a:pt x="811953" y="214346"/>
                </a:cubicBezTo>
                <a:cubicBezTo>
                  <a:pt x="811164" y="213520"/>
                  <a:pt x="810359" y="209198"/>
                  <a:pt x="809976" y="204854"/>
                </a:cubicBezTo>
                <a:cubicBezTo>
                  <a:pt x="809591" y="200510"/>
                  <a:pt x="808336" y="194645"/>
                  <a:pt x="807207" y="191605"/>
                </a:cubicBezTo>
                <a:cubicBezTo>
                  <a:pt x="803602" y="181898"/>
                  <a:pt x="802111" y="178199"/>
                  <a:pt x="800681" y="175389"/>
                </a:cubicBezTo>
                <a:cubicBezTo>
                  <a:pt x="799914" y="173881"/>
                  <a:pt x="799297" y="170798"/>
                  <a:pt x="799297" y="168666"/>
                </a:cubicBezTo>
                <a:cubicBezTo>
                  <a:pt x="799297" y="166533"/>
                  <a:pt x="798584" y="164457"/>
                  <a:pt x="797715" y="163920"/>
                </a:cubicBezTo>
                <a:cubicBezTo>
                  <a:pt x="796844" y="163381"/>
                  <a:pt x="796133" y="156276"/>
                  <a:pt x="796133" y="148100"/>
                </a:cubicBezTo>
                <a:cubicBezTo>
                  <a:pt x="796133" y="139924"/>
                  <a:pt x="795422" y="132819"/>
                  <a:pt x="794551" y="132280"/>
                </a:cubicBezTo>
                <a:cubicBezTo>
                  <a:pt x="793683" y="131743"/>
                  <a:pt x="792982" y="126624"/>
                  <a:pt x="792969" y="120811"/>
                </a:cubicBezTo>
                <a:cubicBezTo>
                  <a:pt x="792940" y="107479"/>
                  <a:pt x="787830" y="92772"/>
                  <a:pt x="776754" y="74142"/>
                </a:cubicBezTo>
                <a:cubicBezTo>
                  <a:pt x="771167" y="64745"/>
                  <a:pt x="751526" y="49843"/>
                  <a:pt x="740962" y="46853"/>
                </a:cubicBezTo>
                <a:cubicBezTo>
                  <a:pt x="736041" y="45460"/>
                  <a:pt x="727070" y="42007"/>
                  <a:pt x="720989" y="39141"/>
                </a:cubicBezTo>
                <a:cubicBezTo>
                  <a:pt x="704110" y="31185"/>
                  <a:pt x="698098" y="28858"/>
                  <a:pt x="694095" y="28858"/>
                </a:cubicBezTo>
                <a:cubicBezTo>
                  <a:pt x="692080" y="28858"/>
                  <a:pt x="690084" y="28145"/>
                  <a:pt x="689547" y="27276"/>
                </a:cubicBezTo>
                <a:cubicBezTo>
                  <a:pt x="689010" y="26408"/>
                  <a:pt x="682046" y="25694"/>
                  <a:pt x="674123" y="25694"/>
                </a:cubicBezTo>
                <a:cubicBezTo>
                  <a:pt x="660827" y="25694"/>
                  <a:pt x="652601" y="27124"/>
                  <a:pt x="645647" y="30638"/>
                </a:cubicBezTo>
                <a:cubicBezTo>
                  <a:pt x="644139" y="31400"/>
                  <a:pt x="641473" y="32022"/>
                  <a:pt x="639714" y="32022"/>
                </a:cubicBezTo>
                <a:cubicBezTo>
                  <a:pt x="635725" y="32022"/>
                  <a:pt x="623218" y="37727"/>
                  <a:pt x="620731" y="40723"/>
                </a:cubicBezTo>
                <a:cubicBezTo>
                  <a:pt x="619712" y="41951"/>
                  <a:pt x="617860" y="43096"/>
                  <a:pt x="616775" y="43096"/>
                </a:cubicBezTo>
                <a:cubicBezTo>
                  <a:pt x="614478" y="43096"/>
                  <a:pt x="592490" y="60067"/>
                  <a:pt x="584543" y="68012"/>
                </a:cubicBezTo>
                <a:cubicBezTo>
                  <a:pt x="579167" y="73387"/>
                  <a:pt x="578952" y="73558"/>
                  <a:pt x="574458" y="70978"/>
                </a:cubicBezTo>
                <a:cubicBezTo>
                  <a:pt x="571953" y="69541"/>
                  <a:pt x="568157" y="68210"/>
                  <a:pt x="565955" y="68210"/>
                </a:cubicBezTo>
                <a:cubicBezTo>
                  <a:pt x="563752" y="68210"/>
                  <a:pt x="558709" y="65961"/>
                  <a:pt x="554683" y="63069"/>
                </a:cubicBezTo>
                <a:cubicBezTo>
                  <a:pt x="550657" y="60176"/>
                  <a:pt x="544870" y="56871"/>
                  <a:pt x="541830" y="55752"/>
                </a:cubicBezTo>
                <a:cubicBezTo>
                  <a:pt x="538789" y="54632"/>
                  <a:pt x="533251" y="52443"/>
                  <a:pt x="529569" y="50808"/>
                </a:cubicBezTo>
                <a:cubicBezTo>
                  <a:pt x="525886" y="49173"/>
                  <a:pt x="521877" y="47842"/>
                  <a:pt x="520671" y="47842"/>
                </a:cubicBezTo>
                <a:cubicBezTo>
                  <a:pt x="519464" y="47842"/>
                  <a:pt x="515880" y="46772"/>
                  <a:pt x="512760" y="45469"/>
                </a:cubicBezTo>
                <a:cubicBezTo>
                  <a:pt x="508831" y="43827"/>
                  <a:pt x="501470" y="43096"/>
                  <a:pt x="488833" y="43096"/>
                </a:cubicBezTo>
                <a:cubicBezTo>
                  <a:pt x="478802" y="43096"/>
                  <a:pt x="469380" y="42298"/>
                  <a:pt x="467872" y="41514"/>
                </a:cubicBezTo>
                <a:cubicBezTo>
                  <a:pt x="460604" y="37737"/>
                  <a:pt x="441991" y="34878"/>
                  <a:pt x="421796" y="34395"/>
                </a:cubicBezTo>
                <a:cubicBezTo>
                  <a:pt x="404674" y="33985"/>
                  <a:pt x="401429" y="33683"/>
                  <a:pt x="399253" y="31627"/>
                </a:cubicBezTo>
                <a:cubicBezTo>
                  <a:pt x="391301" y="24111"/>
                  <a:pt x="381142" y="17153"/>
                  <a:pt x="372557" y="13631"/>
                </a:cubicBezTo>
                <a:cubicBezTo>
                  <a:pt x="367042" y="11369"/>
                  <a:pt x="361212" y="8885"/>
                  <a:pt x="359703" y="8095"/>
                </a:cubicBezTo>
                <a:cubicBezTo>
                  <a:pt x="358195" y="7304"/>
                  <a:pt x="355386" y="6710"/>
                  <a:pt x="353376" y="6710"/>
                </a:cubicBezTo>
                <a:cubicBezTo>
                  <a:pt x="351366" y="6710"/>
                  <a:pt x="349059" y="6106"/>
                  <a:pt x="348234" y="5326"/>
                </a:cubicBezTo>
                <a:cubicBezTo>
                  <a:pt x="347408" y="4546"/>
                  <a:pt x="343799" y="3443"/>
                  <a:pt x="340324" y="2953"/>
                </a:cubicBezTo>
                <a:cubicBezTo>
                  <a:pt x="336849" y="2463"/>
                  <a:pt x="331366" y="1544"/>
                  <a:pt x="328064" y="9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44296">
            <a:solidFill>
              <a:srgbClr val="C5D1E0"/>
            </a:solidFill>
            <a:prstDash val="solid"/>
          </a:ln>
        </p:spPr>
      </p:sp>
      <p:sp>
        <p:nvSpPr>
          <p:cNvPr id="10" name="pdf-path-41">
            <a:extLst xmlns:a="http://schemas.openxmlformats.org/drawingml/2006/main">
              <a:ext uri="{FF2B5EF4-FFF2-40B4-BE49-F238E27FC236}">
                <a16:creationId xmlns:a16="http://schemas.microsoft.com/office/drawing/2014/main" id="{3AFC5657-9945-436B-A124-5FF3844F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7825" y="1887630"/>
            <a:ext cx="164223" cy="169268"/>
          </a:xfrm>
          <a:custGeom xmlns:a="http://schemas.openxmlformats.org/drawingml/2006/main">
            <a:pathLst>
              <a:path w="164223" h="169268">
                <a:moveTo>
                  <a:pt x="135007" y="30111"/>
                </a:moveTo>
                <a:cubicBezTo>
                  <a:pt x="164223" y="60224"/>
                  <a:pt x="164223" y="109044"/>
                  <a:pt x="135007" y="139156"/>
                </a:cubicBezTo>
                <a:cubicBezTo>
                  <a:pt x="105797" y="169268"/>
                  <a:pt x="58432" y="169268"/>
                  <a:pt x="29216" y="139156"/>
                </a:cubicBezTo>
                <a:cubicBezTo>
                  <a:pt x="0" y="109044"/>
                  <a:pt x="0" y="60224"/>
                  <a:pt x="29216" y="30111"/>
                </a:cubicBezTo>
                <a:cubicBezTo>
                  <a:pt x="58432" y="0"/>
                  <a:pt x="105797" y="0"/>
                  <a:pt x="135007" y="30111"/>
                </a:cubicBezTo>
              </a:path>
            </a:pathLst>
          </a:custGeom>
          <a:solidFill xmlns:a="http://schemas.openxmlformats.org/drawingml/2006/main">
            <a:srgbClr val="DC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44">
            <a:extLst xmlns:a="http://schemas.openxmlformats.org/drawingml/2006/main">
              <a:ext uri="{FF2B5EF4-FFF2-40B4-BE49-F238E27FC236}">
                <a16:creationId xmlns:a16="http://schemas.microsoft.com/office/drawing/2014/main" id="{F6474876-0DF7-4252-9CB6-B0753A3E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1476" y="2194075"/>
            <a:ext cx="790856" cy="740221"/>
          </a:xfrm>
          <a:custGeom xmlns:a="http://schemas.openxmlformats.org/drawingml/2006/main">
            <a:pathLst>
              <a:path w="790856" h="740221">
                <a:moveTo>
                  <a:pt x="330320" y="1831"/>
                </a:moveTo>
                <a:cubicBezTo>
                  <a:pt x="328672" y="2682"/>
                  <a:pt x="315969" y="3502"/>
                  <a:pt x="296703" y="3808"/>
                </a:cubicBezTo>
                <a:cubicBezTo>
                  <a:pt x="269921" y="4234"/>
                  <a:pt x="255576" y="5235"/>
                  <a:pt x="223338" y="8950"/>
                </a:cubicBezTo>
                <a:cubicBezTo>
                  <a:pt x="219922" y="9343"/>
                  <a:pt x="216003" y="10117"/>
                  <a:pt x="214637" y="10729"/>
                </a:cubicBezTo>
                <a:cubicBezTo>
                  <a:pt x="213271" y="11341"/>
                  <a:pt x="209801" y="12029"/>
                  <a:pt x="206727" y="12311"/>
                </a:cubicBezTo>
                <a:cubicBezTo>
                  <a:pt x="203654" y="12594"/>
                  <a:pt x="198026" y="13919"/>
                  <a:pt x="194269" y="15080"/>
                </a:cubicBezTo>
                <a:cubicBezTo>
                  <a:pt x="190512" y="16241"/>
                  <a:pt x="185137" y="17654"/>
                  <a:pt x="182405" y="18244"/>
                </a:cubicBezTo>
                <a:cubicBezTo>
                  <a:pt x="170099" y="20902"/>
                  <a:pt x="155900" y="25820"/>
                  <a:pt x="150764" y="29318"/>
                </a:cubicBezTo>
                <a:cubicBezTo>
                  <a:pt x="149057" y="30481"/>
                  <a:pt x="144634" y="32455"/>
                  <a:pt x="140877" y="33668"/>
                </a:cubicBezTo>
                <a:cubicBezTo>
                  <a:pt x="137120" y="34882"/>
                  <a:pt x="132967" y="36429"/>
                  <a:pt x="131781" y="37030"/>
                </a:cubicBezTo>
                <a:cubicBezTo>
                  <a:pt x="130595" y="37630"/>
                  <a:pt x="129099" y="38019"/>
                  <a:pt x="128419" y="38019"/>
                </a:cubicBezTo>
                <a:cubicBezTo>
                  <a:pt x="127740" y="38018"/>
                  <a:pt x="124049" y="39978"/>
                  <a:pt x="120311" y="42369"/>
                </a:cubicBezTo>
                <a:cubicBezTo>
                  <a:pt x="116574" y="44760"/>
                  <a:pt x="113118" y="46720"/>
                  <a:pt x="112402" y="46720"/>
                </a:cubicBezTo>
                <a:cubicBezTo>
                  <a:pt x="111686" y="46720"/>
                  <a:pt x="111018" y="47301"/>
                  <a:pt x="111018" y="47906"/>
                </a:cubicBezTo>
                <a:cubicBezTo>
                  <a:pt x="111018" y="48511"/>
                  <a:pt x="109006" y="49960"/>
                  <a:pt x="106667" y="51070"/>
                </a:cubicBezTo>
                <a:cubicBezTo>
                  <a:pt x="101770" y="53394"/>
                  <a:pt x="89845" y="62506"/>
                  <a:pt x="88277" y="65110"/>
                </a:cubicBezTo>
                <a:cubicBezTo>
                  <a:pt x="87693" y="66079"/>
                  <a:pt x="85829" y="67990"/>
                  <a:pt x="84124" y="69461"/>
                </a:cubicBezTo>
                <a:cubicBezTo>
                  <a:pt x="79864" y="73134"/>
                  <a:pt x="70083" y="88415"/>
                  <a:pt x="70083" y="91411"/>
                </a:cubicBezTo>
                <a:cubicBezTo>
                  <a:pt x="70083" y="92755"/>
                  <a:pt x="69382" y="93981"/>
                  <a:pt x="68699" y="93981"/>
                </a:cubicBezTo>
                <a:cubicBezTo>
                  <a:pt x="68016" y="93981"/>
                  <a:pt x="67512" y="95532"/>
                  <a:pt x="67512" y="97541"/>
                </a:cubicBezTo>
                <a:cubicBezTo>
                  <a:pt x="67512" y="99549"/>
                  <a:pt x="67009" y="101667"/>
                  <a:pt x="66326" y="102089"/>
                </a:cubicBezTo>
                <a:cubicBezTo>
                  <a:pt x="65627" y="102521"/>
                  <a:pt x="65140" y="108477"/>
                  <a:pt x="65140" y="115734"/>
                </a:cubicBezTo>
                <a:cubicBezTo>
                  <a:pt x="65140" y="122989"/>
                  <a:pt x="65627" y="128946"/>
                  <a:pt x="66326" y="129378"/>
                </a:cubicBezTo>
                <a:cubicBezTo>
                  <a:pt x="67009" y="129800"/>
                  <a:pt x="67512" y="133679"/>
                  <a:pt x="67512" y="138079"/>
                </a:cubicBezTo>
                <a:cubicBezTo>
                  <a:pt x="67512" y="142584"/>
                  <a:pt x="67026" y="146187"/>
                  <a:pt x="66326" y="146187"/>
                </a:cubicBezTo>
                <a:cubicBezTo>
                  <a:pt x="65556" y="146187"/>
                  <a:pt x="65140" y="152855"/>
                  <a:pt x="65140" y="163984"/>
                </a:cubicBezTo>
                <a:cubicBezTo>
                  <a:pt x="65140" y="174601"/>
                  <a:pt x="65591" y="182316"/>
                  <a:pt x="66326" y="182770"/>
                </a:cubicBezTo>
                <a:cubicBezTo>
                  <a:pt x="67009" y="183192"/>
                  <a:pt x="67512" y="187898"/>
                  <a:pt x="67512" y="193251"/>
                </a:cubicBezTo>
                <a:cubicBezTo>
                  <a:pt x="67512" y="203627"/>
                  <a:pt x="67516" y="203358"/>
                  <a:pt x="76214" y="210653"/>
                </a:cubicBezTo>
                <a:cubicBezTo>
                  <a:pt x="81558" y="215135"/>
                  <a:pt x="95419" y="218400"/>
                  <a:pt x="106271" y="217771"/>
                </a:cubicBezTo>
                <a:lnTo>
                  <a:pt x="115961" y="217376"/>
                </a:lnTo>
                <a:lnTo>
                  <a:pt x="115961" y="225681"/>
                </a:lnTo>
                <a:cubicBezTo>
                  <a:pt x="115961" y="230310"/>
                  <a:pt x="116464" y="234553"/>
                  <a:pt x="117147" y="234975"/>
                </a:cubicBezTo>
                <a:cubicBezTo>
                  <a:pt x="119447" y="236397"/>
                  <a:pt x="118611" y="252327"/>
                  <a:pt x="115961" y="257519"/>
                </a:cubicBezTo>
                <a:cubicBezTo>
                  <a:pt x="114620" y="260145"/>
                  <a:pt x="112239" y="264980"/>
                  <a:pt x="110622" y="268395"/>
                </a:cubicBezTo>
                <a:cubicBezTo>
                  <a:pt x="105879" y="278407"/>
                  <a:pt x="102505" y="283865"/>
                  <a:pt x="97571" y="289356"/>
                </a:cubicBezTo>
                <a:cubicBezTo>
                  <a:pt x="87341" y="300739"/>
                  <a:pt x="81703" y="306797"/>
                  <a:pt x="78191" y="309922"/>
                </a:cubicBezTo>
                <a:cubicBezTo>
                  <a:pt x="69779" y="317406"/>
                  <a:pt x="59547" y="328193"/>
                  <a:pt x="52484" y="337409"/>
                </a:cubicBezTo>
                <a:cubicBezTo>
                  <a:pt x="51046" y="339286"/>
                  <a:pt x="48241" y="342643"/>
                  <a:pt x="46156" y="344923"/>
                </a:cubicBezTo>
                <a:cubicBezTo>
                  <a:pt x="40502" y="351106"/>
                  <a:pt x="21140" y="380922"/>
                  <a:pt x="19460" y="386055"/>
                </a:cubicBezTo>
                <a:cubicBezTo>
                  <a:pt x="19069" y="387250"/>
                  <a:pt x="18283" y="388230"/>
                  <a:pt x="17681" y="388230"/>
                </a:cubicBezTo>
                <a:cubicBezTo>
                  <a:pt x="17077" y="388230"/>
                  <a:pt x="16692" y="389113"/>
                  <a:pt x="16692" y="390010"/>
                </a:cubicBezTo>
                <a:cubicBezTo>
                  <a:pt x="16692" y="390907"/>
                  <a:pt x="15235" y="394380"/>
                  <a:pt x="13527" y="397920"/>
                </a:cubicBezTo>
                <a:cubicBezTo>
                  <a:pt x="11820" y="401460"/>
                  <a:pt x="10363" y="404936"/>
                  <a:pt x="10363" y="405632"/>
                </a:cubicBezTo>
                <a:cubicBezTo>
                  <a:pt x="10363" y="406328"/>
                  <a:pt x="9860" y="408032"/>
                  <a:pt x="9177" y="409389"/>
                </a:cubicBezTo>
                <a:cubicBezTo>
                  <a:pt x="8494" y="410746"/>
                  <a:pt x="7289" y="412976"/>
                  <a:pt x="6607" y="414333"/>
                </a:cubicBezTo>
                <a:cubicBezTo>
                  <a:pt x="5923" y="415690"/>
                  <a:pt x="5420" y="418445"/>
                  <a:pt x="5420" y="420463"/>
                </a:cubicBezTo>
                <a:cubicBezTo>
                  <a:pt x="5420" y="422481"/>
                  <a:pt x="4917" y="424589"/>
                  <a:pt x="4234" y="425011"/>
                </a:cubicBezTo>
                <a:cubicBezTo>
                  <a:pt x="3550" y="425433"/>
                  <a:pt x="3047" y="428400"/>
                  <a:pt x="3047" y="431735"/>
                </a:cubicBezTo>
                <a:cubicBezTo>
                  <a:pt x="3047" y="435069"/>
                  <a:pt x="2346" y="438234"/>
                  <a:pt x="1663" y="438656"/>
                </a:cubicBezTo>
                <a:cubicBezTo>
                  <a:pt x="0" y="439683"/>
                  <a:pt x="0" y="477376"/>
                  <a:pt x="1663" y="478403"/>
                </a:cubicBezTo>
                <a:cubicBezTo>
                  <a:pt x="2346" y="478825"/>
                  <a:pt x="3047" y="482296"/>
                  <a:pt x="3047" y="486313"/>
                </a:cubicBezTo>
                <a:cubicBezTo>
                  <a:pt x="3047" y="490331"/>
                  <a:pt x="3550" y="493999"/>
                  <a:pt x="4234" y="494421"/>
                </a:cubicBezTo>
                <a:cubicBezTo>
                  <a:pt x="4917" y="494843"/>
                  <a:pt x="5420" y="496951"/>
                  <a:pt x="5420" y="498969"/>
                </a:cubicBezTo>
                <a:cubicBezTo>
                  <a:pt x="5420" y="500987"/>
                  <a:pt x="5923" y="503743"/>
                  <a:pt x="6607" y="505099"/>
                </a:cubicBezTo>
                <a:cubicBezTo>
                  <a:pt x="7289" y="506456"/>
                  <a:pt x="8494" y="508686"/>
                  <a:pt x="9177" y="510043"/>
                </a:cubicBezTo>
                <a:cubicBezTo>
                  <a:pt x="9860" y="511400"/>
                  <a:pt x="10363" y="513597"/>
                  <a:pt x="10363" y="514987"/>
                </a:cubicBezTo>
                <a:cubicBezTo>
                  <a:pt x="10363" y="516376"/>
                  <a:pt x="11820" y="519796"/>
                  <a:pt x="13527" y="522501"/>
                </a:cubicBezTo>
                <a:cubicBezTo>
                  <a:pt x="15235" y="525206"/>
                  <a:pt x="16692" y="528186"/>
                  <a:pt x="16692" y="529224"/>
                </a:cubicBezTo>
                <a:cubicBezTo>
                  <a:pt x="16692" y="530263"/>
                  <a:pt x="17195" y="531004"/>
                  <a:pt x="17878" y="531004"/>
                </a:cubicBezTo>
                <a:cubicBezTo>
                  <a:pt x="18561" y="531004"/>
                  <a:pt x="19065" y="532161"/>
                  <a:pt x="19065" y="533575"/>
                </a:cubicBezTo>
                <a:cubicBezTo>
                  <a:pt x="19065" y="534989"/>
                  <a:pt x="20773" y="538704"/>
                  <a:pt x="22821" y="541682"/>
                </a:cubicBezTo>
                <a:cubicBezTo>
                  <a:pt x="24871" y="544661"/>
                  <a:pt x="26579" y="547542"/>
                  <a:pt x="26579" y="548010"/>
                </a:cubicBezTo>
                <a:cubicBezTo>
                  <a:pt x="26579" y="548987"/>
                  <a:pt x="34769" y="560427"/>
                  <a:pt x="38048" y="564028"/>
                </a:cubicBezTo>
                <a:cubicBezTo>
                  <a:pt x="39254" y="565352"/>
                  <a:pt x="40224" y="566833"/>
                  <a:pt x="40224" y="567390"/>
                </a:cubicBezTo>
                <a:cubicBezTo>
                  <a:pt x="40224" y="568519"/>
                  <a:pt x="55640" y="587736"/>
                  <a:pt x="61976" y="594481"/>
                </a:cubicBezTo>
                <a:cubicBezTo>
                  <a:pt x="81350" y="615108"/>
                  <a:pt x="94935" y="629246"/>
                  <a:pt x="99944" y="633833"/>
                </a:cubicBezTo>
                <a:cubicBezTo>
                  <a:pt x="101546" y="635301"/>
                  <a:pt x="104104" y="637765"/>
                  <a:pt x="105480" y="639370"/>
                </a:cubicBezTo>
                <a:cubicBezTo>
                  <a:pt x="106856" y="640976"/>
                  <a:pt x="110370" y="644296"/>
                  <a:pt x="113390" y="646687"/>
                </a:cubicBezTo>
                <a:cubicBezTo>
                  <a:pt x="116410" y="649078"/>
                  <a:pt x="120370" y="652489"/>
                  <a:pt x="122091" y="654399"/>
                </a:cubicBezTo>
                <a:cubicBezTo>
                  <a:pt x="123812" y="656309"/>
                  <a:pt x="127185" y="659051"/>
                  <a:pt x="129605" y="660529"/>
                </a:cubicBezTo>
                <a:cubicBezTo>
                  <a:pt x="132026" y="662008"/>
                  <a:pt x="138829" y="667093"/>
                  <a:pt x="144635" y="671801"/>
                </a:cubicBezTo>
                <a:cubicBezTo>
                  <a:pt x="150440" y="676508"/>
                  <a:pt x="156571" y="680944"/>
                  <a:pt x="158279" y="681688"/>
                </a:cubicBezTo>
                <a:cubicBezTo>
                  <a:pt x="159987" y="682432"/>
                  <a:pt x="162448" y="684052"/>
                  <a:pt x="163816" y="685248"/>
                </a:cubicBezTo>
                <a:cubicBezTo>
                  <a:pt x="170261" y="690883"/>
                  <a:pt x="229359" y="719854"/>
                  <a:pt x="234412" y="719854"/>
                </a:cubicBezTo>
                <a:cubicBezTo>
                  <a:pt x="235441" y="719854"/>
                  <a:pt x="239535" y="721206"/>
                  <a:pt x="243508" y="722819"/>
                </a:cubicBezTo>
                <a:cubicBezTo>
                  <a:pt x="253321" y="726804"/>
                  <a:pt x="259155" y="728554"/>
                  <a:pt x="262295" y="728554"/>
                </a:cubicBezTo>
                <a:cubicBezTo>
                  <a:pt x="263742" y="728554"/>
                  <a:pt x="265083" y="729133"/>
                  <a:pt x="265459" y="729741"/>
                </a:cubicBezTo>
                <a:cubicBezTo>
                  <a:pt x="266249" y="731020"/>
                  <a:pt x="270212" y="731654"/>
                  <a:pt x="284838" y="733498"/>
                </a:cubicBezTo>
                <a:cubicBezTo>
                  <a:pt x="290644" y="734230"/>
                  <a:pt x="297175" y="735425"/>
                  <a:pt x="299274" y="736069"/>
                </a:cubicBezTo>
                <a:cubicBezTo>
                  <a:pt x="301371" y="736712"/>
                  <a:pt x="306814" y="737255"/>
                  <a:pt x="311336" y="737255"/>
                </a:cubicBezTo>
                <a:cubicBezTo>
                  <a:pt x="315858" y="737255"/>
                  <a:pt x="319813" y="737759"/>
                  <a:pt x="320235" y="738442"/>
                </a:cubicBezTo>
                <a:cubicBezTo>
                  <a:pt x="321215" y="740029"/>
                  <a:pt x="367054" y="740221"/>
                  <a:pt x="368683" y="738639"/>
                </a:cubicBezTo>
                <a:cubicBezTo>
                  <a:pt x="369332" y="738009"/>
                  <a:pt x="373789" y="737201"/>
                  <a:pt x="378570" y="736860"/>
                </a:cubicBezTo>
                <a:cubicBezTo>
                  <a:pt x="394854" y="735698"/>
                  <a:pt x="416381" y="732135"/>
                  <a:pt x="422075" y="729741"/>
                </a:cubicBezTo>
                <a:cubicBezTo>
                  <a:pt x="423441" y="729166"/>
                  <a:pt x="425904" y="728505"/>
                  <a:pt x="427612" y="728159"/>
                </a:cubicBezTo>
                <a:cubicBezTo>
                  <a:pt x="434169" y="726830"/>
                  <a:pt x="441585" y="724687"/>
                  <a:pt x="443629" y="723610"/>
                </a:cubicBezTo>
                <a:cubicBezTo>
                  <a:pt x="447148" y="721759"/>
                  <a:pt x="453928" y="718990"/>
                  <a:pt x="461822" y="716096"/>
                </a:cubicBezTo>
                <a:cubicBezTo>
                  <a:pt x="465920" y="714594"/>
                  <a:pt x="469874" y="712937"/>
                  <a:pt x="470523" y="712339"/>
                </a:cubicBezTo>
                <a:cubicBezTo>
                  <a:pt x="471172" y="711741"/>
                  <a:pt x="472417" y="711152"/>
                  <a:pt x="473292" y="711152"/>
                </a:cubicBezTo>
                <a:cubicBezTo>
                  <a:pt x="474166" y="711152"/>
                  <a:pt x="477859" y="709193"/>
                  <a:pt x="481597" y="706802"/>
                </a:cubicBezTo>
                <a:cubicBezTo>
                  <a:pt x="485335" y="704412"/>
                  <a:pt x="489055" y="702452"/>
                  <a:pt x="489704" y="702452"/>
                </a:cubicBezTo>
                <a:cubicBezTo>
                  <a:pt x="490355" y="702452"/>
                  <a:pt x="494175" y="700492"/>
                  <a:pt x="498406" y="698101"/>
                </a:cubicBezTo>
                <a:cubicBezTo>
                  <a:pt x="502635" y="695710"/>
                  <a:pt x="506526" y="693751"/>
                  <a:pt x="506909" y="693751"/>
                </a:cubicBezTo>
                <a:cubicBezTo>
                  <a:pt x="507291" y="693751"/>
                  <a:pt x="509416" y="692492"/>
                  <a:pt x="511655" y="690785"/>
                </a:cubicBezTo>
                <a:cubicBezTo>
                  <a:pt x="513893" y="689077"/>
                  <a:pt x="516238" y="687623"/>
                  <a:pt x="516796" y="687621"/>
                </a:cubicBezTo>
                <a:cubicBezTo>
                  <a:pt x="517354" y="687618"/>
                  <a:pt x="520498" y="685465"/>
                  <a:pt x="523915" y="682875"/>
                </a:cubicBezTo>
                <a:cubicBezTo>
                  <a:pt x="527332" y="680283"/>
                  <a:pt x="532030" y="677090"/>
                  <a:pt x="534396" y="675756"/>
                </a:cubicBezTo>
                <a:cubicBezTo>
                  <a:pt x="537954" y="673749"/>
                  <a:pt x="547556" y="666358"/>
                  <a:pt x="569990" y="648071"/>
                </a:cubicBezTo>
                <a:cubicBezTo>
                  <a:pt x="571376" y="646941"/>
                  <a:pt x="575296" y="643859"/>
                  <a:pt x="578691" y="641150"/>
                </a:cubicBezTo>
                <a:cubicBezTo>
                  <a:pt x="582087" y="638441"/>
                  <a:pt x="585169" y="635654"/>
                  <a:pt x="585612" y="635019"/>
                </a:cubicBezTo>
                <a:cubicBezTo>
                  <a:pt x="586055" y="634385"/>
                  <a:pt x="590131" y="629788"/>
                  <a:pt x="594708" y="624934"/>
                </a:cubicBezTo>
                <a:cubicBezTo>
                  <a:pt x="614850" y="603581"/>
                  <a:pt x="618483" y="599710"/>
                  <a:pt x="621602" y="595668"/>
                </a:cubicBezTo>
                <a:cubicBezTo>
                  <a:pt x="623421" y="593310"/>
                  <a:pt x="625885" y="590192"/>
                  <a:pt x="627140" y="588746"/>
                </a:cubicBezTo>
                <a:cubicBezTo>
                  <a:pt x="628394" y="587300"/>
                  <a:pt x="630886" y="584300"/>
                  <a:pt x="632478" y="582221"/>
                </a:cubicBezTo>
                <a:cubicBezTo>
                  <a:pt x="634071" y="580141"/>
                  <a:pt x="636941" y="576591"/>
                  <a:pt x="639004" y="574311"/>
                </a:cubicBezTo>
                <a:cubicBezTo>
                  <a:pt x="641067" y="572030"/>
                  <a:pt x="645126" y="566940"/>
                  <a:pt x="647903" y="562842"/>
                </a:cubicBezTo>
                <a:cubicBezTo>
                  <a:pt x="650679" y="558743"/>
                  <a:pt x="654516" y="553564"/>
                  <a:pt x="656405" y="551372"/>
                </a:cubicBezTo>
                <a:cubicBezTo>
                  <a:pt x="658297" y="549180"/>
                  <a:pt x="660617" y="545260"/>
                  <a:pt x="661745" y="542671"/>
                </a:cubicBezTo>
                <a:cubicBezTo>
                  <a:pt x="662873" y="540082"/>
                  <a:pt x="664704" y="536469"/>
                  <a:pt x="665700" y="534761"/>
                </a:cubicBezTo>
                <a:cubicBezTo>
                  <a:pt x="667696" y="531342"/>
                  <a:pt x="674406" y="517307"/>
                  <a:pt x="676378" y="512416"/>
                </a:cubicBezTo>
                <a:cubicBezTo>
                  <a:pt x="677067" y="510708"/>
                  <a:pt x="678148" y="508460"/>
                  <a:pt x="678751" y="507274"/>
                </a:cubicBezTo>
                <a:cubicBezTo>
                  <a:pt x="679355" y="506088"/>
                  <a:pt x="679740" y="503612"/>
                  <a:pt x="679740" y="501935"/>
                </a:cubicBezTo>
                <a:cubicBezTo>
                  <a:pt x="679740" y="500259"/>
                  <a:pt x="680441" y="498600"/>
                  <a:pt x="681124" y="498178"/>
                </a:cubicBezTo>
                <a:cubicBezTo>
                  <a:pt x="681807" y="497756"/>
                  <a:pt x="682311" y="495041"/>
                  <a:pt x="682311" y="492048"/>
                </a:cubicBezTo>
                <a:cubicBezTo>
                  <a:pt x="682311" y="489055"/>
                  <a:pt x="682815" y="486142"/>
                  <a:pt x="683498" y="485720"/>
                </a:cubicBezTo>
                <a:cubicBezTo>
                  <a:pt x="684181" y="485298"/>
                  <a:pt x="684857" y="481194"/>
                  <a:pt x="684882" y="476623"/>
                </a:cubicBezTo>
                <a:cubicBezTo>
                  <a:pt x="684907" y="471775"/>
                  <a:pt x="685626" y="467163"/>
                  <a:pt x="686662" y="465352"/>
                </a:cubicBezTo>
                <a:cubicBezTo>
                  <a:pt x="689143" y="461010"/>
                  <a:pt x="689133" y="441725"/>
                  <a:pt x="686662" y="438458"/>
                </a:cubicBezTo>
                <a:cubicBezTo>
                  <a:pt x="685619" y="437079"/>
                  <a:pt x="684904" y="433248"/>
                  <a:pt x="684882" y="429559"/>
                </a:cubicBezTo>
                <a:cubicBezTo>
                  <a:pt x="684860" y="426014"/>
                  <a:pt x="684181" y="422863"/>
                  <a:pt x="683498" y="422440"/>
                </a:cubicBezTo>
                <a:cubicBezTo>
                  <a:pt x="682815" y="422018"/>
                  <a:pt x="682311" y="419303"/>
                  <a:pt x="682311" y="416310"/>
                </a:cubicBezTo>
                <a:cubicBezTo>
                  <a:pt x="682311" y="413317"/>
                  <a:pt x="681807" y="410405"/>
                  <a:pt x="681124" y="409983"/>
                </a:cubicBezTo>
                <a:cubicBezTo>
                  <a:pt x="680441" y="409560"/>
                  <a:pt x="679740" y="407902"/>
                  <a:pt x="679740" y="406225"/>
                </a:cubicBezTo>
                <a:cubicBezTo>
                  <a:pt x="679740" y="404548"/>
                  <a:pt x="679355" y="402270"/>
                  <a:pt x="678751" y="401084"/>
                </a:cubicBezTo>
                <a:cubicBezTo>
                  <a:pt x="678148" y="399898"/>
                  <a:pt x="677071" y="397452"/>
                  <a:pt x="676378" y="395745"/>
                </a:cubicBezTo>
                <a:cubicBezTo>
                  <a:pt x="674117" y="390165"/>
                  <a:pt x="665528" y="372780"/>
                  <a:pt x="662537" y="367664"/>
                </a:cubicBezTo>
                <a:cubicBezTo>
                  <a:pt x="660013" y="363350"/>
                  <a:pt x="644562" y="340398"/>
                  <a:pt x="643355" y="339189"/>
                </a:cubicBezTo>
                <a:cubicBezTo>
                  <a:pt x="642560" y="338392"/>
                  <a:pt x="640263" y="335685"/>
                  <a:pt x="638213" y="333059"/>
                </a:cubicBezTo>
                <a:cubicBezTo>
                  <a:pt x="634644" y="328485"/>
                  <a:pt x="605880" y="299463"/>
                  <a:pt x="593325" y="287774"/>
                </a:cubicBezTo>
                <a:cubicBezTo>
                  <a:pt x="585249" y="280257"/>
                  <a:pt x="580970" y="274992"/>
                  <a:pt x="577109" y="267999"/>
                </a:cubicBezTo>
                <a:cubicBezTo>
                  <a:pt x="575332" y="264780"/>
                  <a:pt x="572840" y="260716"/>
                  <a:pt x="571572" y="258903"/>
                </a:cubicBezTo>
                <a:cubicBezTo>
                  <a:pt x="570304" y="257090"/>
                  <a:pt x="569200" y="255165"/>
                  <a:pt x="569200" y="254552"/>
                </a:cubicBezTo>
                <a:cubicBezTo>
                  <a:pt x="569199" y="252660"/>
                  <a:pt x="566229" y="246653"/>
                  <a:pt x="565244" y="246643"/>
                </a:cubicBezTo>
                <a:cubicBezTo>
                  <a:pt x="563750" y="246627"/>
                  <a:pt x="564181" y="240098"/>
                  <a:pt x="565838" y="237942"/>
                </a:cubicBezTo>
                <a:cubicBezTo>
                  <a:pt x="569189" y="233578"/>
                  <a:pt x="583912" y="225300"/>
                  <a:pt x="616461" y="209664"/>
                </a:cubicBezTo>
                <a:cubicBezTo>
                  <a:pt x="634947" y="200783"/>
                  <a:pt x="642745" y="198194"/>
                  <a:pt x="651067" y="198194"/>
                </a:cubicBezTo>
                <a:cubicBezTo>
                  <a:pt x="656268" y="198194"/>
                  <a:pt x="663865" y="200471"/>
                  <a:pt x="665106" y="202347"/>
                </a:cubicBezTo>
                <a:cubicBezTo>
                  <a:pt x="665537" y="202997"/>
                  <a:pt x="667749" y="205712"/>
                  <a:pt x="670051" y="208477"/>
                </a:cubicBezTo>
                <a:cubicBezTo>
                  <a:pt x="672352" y="211243"/>
                  <a:pt x="675152" y="216084"/>
                  <a:pt x="676378" y="219156"/>
                </a:cubicBezTo>
                <a:cubicBezTo>
                  <a:pt x="677605" y="222227"/>
                  <a:pt x="679790" y="226378"/>
                  <a:pt x="681124" y="228252"/>
                </a:cubicBezTo>
                <a:cubicBezTo>
                  <a:pt x="682459" y="230126"/>
                  <a:pt x="683498" y="233045"/>
                  <a:pt x="683498" y="234778"/>
                </a:cubicBezTo>
                <a:cubicBezTo>
                  <a:pt x="683498" y="236510"/>
                  <a:pt x="684001" y="238113"/>
                  <a:pt x="684684" y="238535"/>
                </a:cubicBezTo>
                <a:cubicBezTo>
                  <a:pt x="685367" y="238957"/>
                  <a:pt x="686069" y="240917"/>
                  <a:pt x="686069" y="242885"/>
                </a:cubicBezTo>
                <a:cubicBezTo>
                  <a:pt x="686068" y="244854"/>
                  <a:pt x="686572" y="246814"/>
                  <a:pt x="687255" y="247236"/>
                </a:cubicBezTo>
                <a:cubicBezTo>
                  <a:pt x="687937" y="247658"/>
                  <a:pt x="688441" y="251978"/>
                  <a:pt x="688441" y="256728"/>
                </a:cubicBezTo>
                <a:cubicBezTo>
                  <a:pt x="688441" y="261478"/>
                  <a:pt x="689176" y="266445"/>
                  <a:pt x="690023" y="267802"/>
                </a:cubicBezTo>
                <a:cubicBezTo>
                  <a:pt x="691249" y="269765"/>
                  <a:pt x="691249" y="270782"/>
                  <a:pt x="690023" y="272745"/>
                </a:cubicBezTo>
                <a:cubicBezTo>
                  <a:pt x="689020" y="274351"/>
                  <a:pt x="688441" y="280484"/>
                  <a:pt x="688441" y="290147"/>
                </a:cubicBezTo>
                <a:cubicBezTo>
                  <a:pt x="688441" y="298705"/>
                  <a:pt x="687971" y="305327"/>
                  <a:pt x="687255" y="305769"/>
                </a:cubicBezTo>
                <a:cubicBezTo>
                  <a:pt x="686572" y="306191"/>
                  <a:pt x="686069" y="308655"/>
                  <a:pt x="686069" y="311306"/>
                </a:cubicBezTo>
                <a:cubicBezTo>
                  <a:pt x="686068" y="313958"/>
                  <a:pt x="685367" y="316421"/>
                  <a:pt x="684684" y="316843"/>
                </a:cubicBezTo>
                <a:cubicBezTo>
                  <a:pt x="684001" y="317265"/>
                  <a:pt x="683498" y="319477"/>
                  <a:pt x="683498" y="321787"/>
                </a:cubicBezTo>
                <a:cubicBezTo>
                  <a:pt x="683498" y="324097"/>
                  <a:pt x="682994" y="326309"/>
                  <a:pt x="682311" y="326731"/>
                </a:cubicBezTo>
                <a:cubicBezTo>
                  <a:pt x="681628" y="327153"/>
                  <a:pt x="681124" y="328899"/>
                  <a:pt x="681124" y="330488"/>
                </a:cubicBezTo>
                <a:cubicBezTo>
                  <a:pt x="681124" y="332077"/>
                  <a:pt x="680167" y="334859"/>
                  <a:pt x="679147" y="336816"/>
                </a:cubicBezTo>
                <a:cubicBezTo>
                  <a:pt x="676855" y="341209"/>
                  <a:pt x="676791" y="346954"/>
                  <a:pt x="678949" y="351054"/>
                </a:cubicBezTo>
                <a:cubicBezTo>
                  <a:pt x="682597" y="357981"/>
                  <a:pt x="684345" y="360459"/>
                  <a:pt x="687057" y="363116"/>
                </a:cubicBezTo>
                <a:cubicBezTo>
                  <a:pt x="692256" y="368208"/>
                  <a:pt x="706448" y="379263"/>
                  <a:pt x="710787" y="381507"/>
                </a:cubicBezTo>
                <a:cubicBezTo>
                  <a:pt x="713139" y="382723"/>
                  <a:pt x="715920" y="384466"/>
                  <a:pt x="716917" y="385462"/>
                </a:cubicBezTo>
                <a:cubicBezTo>
                  <a:pt x="717913" y="386458"/>
                  <a:pt x="721683" y="389513"/>
                  <a:pt x="725222" y="392185"/>
                </a:cubicBezTo>
                <a:cubicBezTo>
                  <a:pt x="731465" y="396898"/>
                  <a:pt x="731953" y="396931"/>
                  <a:pt x="741636" y="396931"/>
                </a:cubicBezTo>
                <a:cubicBezTo>
                  <a:pt x="752252" y="396931"/>
                  <a:pt x="757191" y="395422"/>
                  <a:pt x="764179" y="390208"/>
                </a:cubicBezTo>
                <a:cubicBezTo>
                  <a:pt x="771591" y="384676"/>
                  <a:pt x="779208" y="371753"/>
                  <a:pt x="779208" y="364698"/>
                </a:cubicBezTo>
                <a:cubicBezTo>
                  <a:pt x="779208" y="362027"/>
                  <a:pt x="779711" y="359583"/>
                  <a:pt x="780394" y="359161"/>
                </a:cubicBezTo>
                <a:cubicBezTo>
                  <a:pt x="781077" y="358739"/>
                  <a:pt x="781580" y="355034"/>
                  <a:pt x="781580" y="351054"/>
                </a:cubicBezTo>
                <a:cubicBezTo>
                  <a:pt x="781580" y="347050"/>
                  <a:pt x="782532" y="342343"/>
                  <a:pt x="783558" y="340375"/>
                </a:cubicBezTo>
                <a:cubicBezTo>
                  <a:pt x="784617" y="338344"/>
                  <a:pt x="785334" y="333494"/>
                  <a:pt x="785337" y="329103"/>
                </a:cubicBezTo>
                <a:cubicBezTo>
                  <a:pt x="785342" y="324875"/>
                  <a:pt x="785841" y="321022"/>
                  <a:pt x="786525" y="320600"/>
                </a:cubicBezTo>
                <a:cubicBezTo>
                  <a:pt x="787207" y="320178"/>
                  <a:pt x="787908" y="316007"/>
                  <a:pt x="787908" y="311306"/>
                </a:cubicBezTo>
                <a:cubicBezTo>
                  <a:pt x="787908" y="306605"/>
                  <a:pt x="788412" y="302434"/>
                  <a:pt x="789095" y="302012"/>
                </a:cubicBezTo>
                <a:cubicBezTo>
                  <a:pt x="790667" y="301041"/>
                  <a:pt x="790856" y="272379"/>
                  <a:pt x="789292" y="270768"/>
                </a:cubicBezTo>
                <a:cubicBezTo>
                  <a:pt x="788662" y="270119"/>
                  <a:pt x="787850" y="265860"/>
                  <a:pt x="787513" y="261078"/>
                </a:cubicBezTo>
                <a:cubicBezTo>
                  <a:pt x="786665" y="249090"/>
                  <a:pt x="784643" y="237838"/>
                  <a:pt x="782964" y="234580"/>
                </a:cubicBezTo>
                <a:cubicBezTo>
                  <a:pt x="782191" y="233078"/>
                  <a:pt x="781076" y="230598"/>
                  <a:pt x="780394" y="229241"/>
                </a:cubicBezTo>
                <a:cubicBezTo>
                  <a:pt x="779711" y="227884"/>
                  <a:pt x="779208" y="225682"/>
                  <a:pt x="779208" y="224297"/>
                </a:cubicBezTo>
                <a:cubicBezTo>
                  <a:pt x="779208" y="222913"/>
                  <a:pt x="778704" y="220710"/>
                  <a:pt x="778021" y="219353"/>
                </a:cubicBezTo>
                <a:cubicBezTo>
                  <a:pt x="777337" y="217996"/>
                  <a:pt x="776134" y="215767"/>
                  <a:pt x="775451" y="214410"/>
                </a:cubicBezTo>
                <a:cubicBezTo>
                  <a:pt x="774767" y="213053"/>
                  <a:pt x="774264" y="211351"/>
                  <a:pt x="774263" y="210653"/>
                </a:cubicBezTo>
                <a:cubicBezTo>
                  <a:pt x="774263" y="209360"/>
                  <a:pt x="760955" y="188254"/>
                  <a:pt x="759432" y="187121"/>
                </a:cubicBezTo>
                <a:cubicBezTo>
                  <a:pt x="758974" y="186779"/>
                  <a:pt x="757292" y="184568"/>
                  <a:pt x="755676" y="182177"/>
                </a:cubicBezTo>
                <a:cubicBezTo>
                  <a:pt x="754059" y="179786"/>
                  <a:pt x="751311" y="176437"/>
                  <a:pt x="749545" y="174860"/>
                </a:cubicBezTo>
                <a:cubicBezTo>
                  <a:pt x="742682" y="168731"/>
                  <a:pt x="741126" y="167384"/>
                  <a:pt x="737680" y="163589"/>
                </a:cubicBezTo>
                <a:cubicBezTo>
                  <a:pt x="735722" y="161430"/>
                  <a:pt x="732503" y="158737"/>
                  <a:pt x="730364" y="157656"/>
                </a:cubicBezTo>
                <a:cubicBezTo>
                  <a:pt x="728225" y="156575"/>
                  <a:pt x="724619" y="154332"/>
                  <a:pt x="722454" y="152712"/>
                </a:cubicBezTo>
                <a:cubicBezTo>
                  <a:pt x="720288" y="151092"/>
                  <a:pt x="715164" y="147986"/>
                  <a:pt x="711182" y="145791"/>
                </a:cubicBezTo>
                <a:cubicBezTo>
                  <a:pt x="698873" y="139008"/>
                  <a:pt x="695111" y="137040"/>
                  <a:pt x="687650" y="132542"/>
                </a:cubicBezTo>
                <a:cubicBezTo>
                  <a:pt x="683684" y="130152"/>
                  <a:pt x="679069" y="127122"/>
                  <a:pt x="677169" y="126016"/>
                </a:cubicBezTo>
                <a:cubicBezTo>
                  <a:pt x="669894" y="121782"/>
                  <a:pt x="666095" y="116351"/>
                  <a:pt x="666095" y="109801"/>
                </a:cubicBezTo>
                <a:cubicBezTo>
                  <a:pt x="666095" y="107847"/>
                  <a:pt x="665710" y="105450"/>
                  <a:pt x="665106" y="104264"/>
                </a:cubicBezTo>
                <a:cubicBezTo>
                  <a:pt x="664504" y="103078"/>
                  <a:pt x="663192" y="100381"/>
                  <a:pt x="662339" y="98332"/>
                </a:cubicBezTo>
                <a:cubicBezTo>
                  <a:pt x="657486" y="86689"/>
                  <a:pt x="654675" y="83616"/>
                  <a:pt x="643552" y="77963"/>
                </a:cubicBezTo>
                <a:cubicBezTo>
                  <a:pt x="633820" y="73019"/>
                  <a:pt x="629360" y="70479"/>
                  <a:pt x="624569" y="67285"/>
                </a:cubicBezTo>
                <a:cubicBezTo>
                  <a:pt x="617770" y="62753"/>
                  <a:pt x="615832" y="61641"/>
                  <a:pt x="608946" y="58387"/>
                </a:cubicBezTo>
                <a:cubicBezTo>
                  <a:pt x="598913" y="53644"/>
                  <a:pt x="598000" y="53378"/>
                  <a:pt x="589172" y="51663"/>
                </a:cubicBezTo>
                <a:cubicBezTo>
                  <a:pt x="582047" y="50279"/>
                  <a:pt x="580071" y="49156"/>
                  <a:pt x="572956" y="42764"/>
                </a:cubicBezTo>
                <a:cubicBezTo>
                  <a:pt x="567200" y="37594"/>
                  <a:pt x="562710" y="34751"/>
                  <a:pt x="556939" y="32679"/>
                </a:cubicBezTo>
                <a:cubicBezTo>
                  <a:pt x="552493" y="31083"/>
                  <a:pt x="545919" y="28768"/>
                  <a:pt x="542503" y="27538"/>
                </a:cubicBezTo>
                <a:cubicBezTo>
                  <a:pt x="539088" y="26308"/>
                  <a:pt x="532454" y="24550"/>
                  <a:pt x="527672" y="23583"/>
                </a:cubicBezTo>
                <a:cubicBezTo>
                  <a:pt x="522891" y="22615"/>
                  <a:pt x="516508" y="21300"/>
                  <a:pt x="513434" y="20617"/>
                </a:cubicBezTo>
                <a:cubicBezTo>
                  <a:pt x="504255" y="18575"/>
                  <a:pt x="493704" y="16915"/>
                  <a:pt x="481201" y="15871"/>
                </a:cubicBezTo>
                <a:cubicBezTo>
                  <a:pt x="474712" y="15329"/>
                  <a:pt x="467966" y="14171"/>
                  <a:pt x="466370" y="13300"/>
                </a:cubicBezTo>
                <a:cubicBezTo>
                  <a:pt x="463534" y="11751"/>
                  <a:pt x="458306" y="11902"/>
                  <a:pt x="441652" y="13893"/>
                </a:cubicBezTo>
                <a:cubicBezTo>
                  <a:pt x="436572" y="14501"/>
                  <a:pt x="433601" y="14090"/>
                  <a:pt x="428601" y="12114"/>
                </a:cubicBezTo>
                <a:cubicBezTo>
                  <a:pt x="423051" y="9920"/>
                  <a:pt x="418665" y="9424"/>
                  <a:pt x="397356" y="8950"/>
                </a:cubicBezTo>
                <a:cubicBezTo>
                  <a:pt x="379165" y="8545"/>
                  <a:pt x="370383" y="7920"/>
                  <a:pt x="364926" y="6379"/>
                </a:cubicBezTo>
                <a:cubicBezTo>
                  <a:pt x="349943" y="2148"/>
                  <a:pt x="333861" y="0"/>
                  <a:pt x="330320" y="1831"/>
                </a:cubicBezTo>
              </a:path>
            </a:pathLst>
          </a:custGeom>
          <a:noFill xmlns:a="http://schemas.openxmlformats.org/drawingml/2006/main"/>
          <a:ln xmlns:a="http://schemas.openxmlformats.org/drawingml/2006/main" w="44296">
            <a:solidFill>
              <a:srgbClr val="C5D1E0"/>
            </a:solidFill>
            <a:prstDash val="solid"/>
          </a:ln>
        </p:spPr>
      </p:sp>
      <p:sp>
        <p:nvSpPr>
          <p:cNvPr id="12" name="pdf-path-45">
            <a:extLst xmlns:a="http://schemas.openxmlformats.org/drawingml/2006/main">
              <a:ext uri="{FF2B5EF4-FFF2-40B4-BE49-F238E27FC236}">
                <a16:creationId xmlns:a16="http://schemas.microsoft.com/office/drawing/2014/main" id="{E589ED4F-3ECE-4C2E-862A-E2299902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132" y="2280560"/>
            <a:ext cx="164223" cy="169268"/>
          </a:xfrm>
          <a:custGeom xmlns:a="http://schemas.openxmlformats.org/drawingml/2006/main">
            <a:pathLst>
              <a:path w="164223" h="169268">
                <a:moveTo>
                  <a:pt x="135013" y="30112"/>
                </a:moveTo>
                <a:cubicBezTo>
                  <a:pt x="164223" y="60224"/>
                  <a:pt x="164223" y="109044"/>
                  <a:pt x="135013" y="139156"/>
                </a:cubicBezTo>
                <a:cubicBezTo>
                  <a:pt x="105797" y="169268"/>
                  <a:pt x="58432" y="169268"/>
                  <a:pt x="29216" y="139156"/>
                </a:cubicBezTo>
                <a:cubicBezTo>
                  <a:pt x="0" y="109044"/>
                  <a:pt x="0" y="60224"/>
                  <a:pt x="29216" y="30112"/>
                </a:cubicBezTo>
                <a:cubicBezTo>
                  <a:pt x="58432" y="0"/>
                  <a:pt x="105797" y="0"/>
                  <a:pt x="135013" y="30112"/>
                </a:cubicBezTo>
              </a:path>
            </a:pathLst>
          </a:custGeom>
          <a:solidFill xmlns:a="http://schemas.openxmlformats.org/drawingml/2006/main">
            <a:srgbClr val="DC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46">
            <a:extLst xmlns:a="http://schemas.openxmlformats.org/drawingml/2006/main">
              <a:ext uri="{FF2B5EF4-FFF2-40B4-BE49-F238E27FC236}">
                <a16:creationId xmlns:a16="http://schemas.microsoft.com/office/drawing/2014/main" id="{A9F50BC6-DD61-44A6-8F22-12155B27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5163" y="2329036"/>
            <a:ext cx="164229" cy="169268"/>
          </a:xfrm>
          <a:custGeom xmlns:a="http://schemas.openxmlformats.org/drawingml/2006/main">
            <a:pathLst>
              <a:path w="164229" h="169268">
                <a:moveTo>
                  <a:pt x="135013" y="30112"/>
                </a:moveTo>
                <a:cubicBezTo>
                  <a:pt x="164229" y="60224"/>
                  <a:pt x="164229" y="109045"/>
                  <a:pt x="135013" y="139156"/>
                </a:cubicBezTo>
                <a:cubicBezTo>
                  <a:pt x="105797" y="169268"/>
                  <a:pt x="58432" y="169268"/>
                  <a:pt x="29216" y="139156"/>
                </a:cubicBezTo>
                <a:cubicBezTo>
                  <a:pt x="0" y="109045"/>
                  <a:pt x="0" y="60224"/>
                  <a:pt x="29216" y="30112"/>
                </a:cubicBezTo>
                <a:cubicBezTo>
                  <a:pt x="58432" y="0"/>
                  <a:pt x="105797" y="0"/>
                  <a:pt x="135013" y="30112"/>
                </a:cubicBezTo>
              </a:path>
            </a:pathLst>
          </a:custGeom>
          <a:solidFill xmlns:a="http://schemas.openxmlformats.org/drawingml/2006/main">
            <a:srgbClr val="121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48">
            <a:extLst xmlns:a="http://schemas.openxmlformats.org/drawingml/2006/main">
              <a:ext uri="{FF2B5EF4-FFF2-40B4-BE49-F238E27FC236}">
                <a16:creationId xmlns:a16="http://schemas.microsoft.com/office/drawing/2014/main" id="{1187918F-11D9-4874-AFF8-2A0AE52F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1179" y="1977773"/>
            <a:ext cx="814401" cy="947447"/>
          </a:xfrm>
          <a:custGeom xmlns:a="http://schemas.openxmlformats.org/drawingml/2006/main">
            <a:pathLst>
              <a:path w="814401" h="947447">
                <a:moveTo>
                  <a:pt x="470451" y="795"/>
                </a:moveTo>
                <a:cubicBezTo>
                  <a:pt x="457762" y="695"/>
                  <a:pt x="457221" y="749"/>
                  <a:pt x="452654" y="4750"/>
                </a:cubicBezTo>
                <a:cubicBezTo>
                  <a:pt x="450054" y="7027"/>
                  <a:pt x="447754" y="9527"/>
                  <a:pt x="447513" y="10287"/>
                </a:cubicBezTo>
                <a:cubicBezTo>
                  <a:pt x="447271" y="11046"/>
                  <a:pt x="443801" y="13675"/>
                  <a:pt x="439998" y="16021"/>
                </a:cubicBezTo>
                <a:cubicBezTo>
                  <a:pt x="436194" y="18367"/>
                  <a:pt x="432397" y="21706"/>
                  <a:pt x="431495" y="23535"/>
                </a:cubicBezTo>
                <a:cubicBezTo>
                  <a:pt x="430591" y="25365"/>
                  <a:pt x="428444" y="27532"/>
                  <a:pt x="426748" y="28282"/>
                </a:cubicBezTo>
                <a:cubicBezTo>
                  <a:pt x="425054" y="29031"/>
                  <a:pt x="423783" y="30075"/>
                  <a:pt x="423783" y="30655"/>
                </a:cubicBezTo>
                <a:cubicBezTo>
                  <a:pt x="423783" y="31234"/>
                  <a:pt x="415725" y="31643"/>
                  <a:pt x="405985" y="31643"/>
                </a:cubicBezTo>
                <a:cubicBezTo>
                  <a:pt x="390326" y="31643"/>
                  <a:pt x="387650" y="32052"/>
                  <a:pt x="382255" y="34807"/>
                </a:cubicBezTo>
                <a:cubicBezTo>
                  <a:pt x="373433" y="39314"/>
                  <a:pt x="364380" y="45738"/>
                  <a:pt x="358130" y="52209"/>
                </a:cubicBezTo>
                <a:cubicBezTo>
                  <a:pt x="355129" y="55316"/>
                  <a:pt x="351605" y="57944"/>
                  <a:pt x="350220" y="57944"/>
                </a:cubicBezTo>
                <a:cubicBezTo>
                  <a:pt x="348836" y="57944"/>
                  <a:pt x="345597" y="60025"/>
                  <a:pt x="342903" y="62492"/>
                </a:cubicBezTo>
                <a:cubicBezTo>
                  <a:pt x="340210" y="64960"/>
                  <a:pt x="335502" y="68340"/>
                  <a:pt x="332423" y="70006"/>
                </a:cubicBezTo>
                <a:cubicBezTo>
                  <a:pt x="329344" y="71673"/>
                  <a:pt x="323673" y="75842"/>
                  <a:pt x="319964" y="79301"/>
                </a:cubicBezTo>
                <a:cubicBezTo>
                  <a:pt x="316257" y="82759"/>
                  <a:pt x="312846" y="85431"/>
                  <a:pt x="312253" y="85431"/>
                </a:cubicBezTo>
                <a:cubicBezTo>
                  <a:pt x="311659" y="85431"/>
                  <a:pt x="308940" y="87712"/>
                  <a:pt x="306321" y="90374"/>
                </a:cubicBezTo>
                <a:cubicBezTo>
                  <a:pt x="303700" y="93037"/>
                  <a:pt x="296984" y="98330"/>
                  <a:pt x="291292" y="102239"/>
                </a:cubicBezTo>
                <a:cubicBezTo>
                  <a:pt x="280731" y="109491"/>
                  <a:pt x="273645" y="116416"/>
                  <a:pt x="269539" y="123200"/>
                </a:cubicBezTo>
                <a:cubicBezTo>
                  <a:pt x="268275" y="125289"/>
                  <a:pt x="266181" y="127173"/>
                  <a:pt x="264991" y="127551"/>
                </a:cubicBezTo>
                <a:cubicBezTo>
                  <a:pt x="263802" y="127929"/>
                  <a:pt x="261808" y="130183"/>
                  <a:pt x="260443" y="132495"/>
                </a:cubicBezTo>
                <a:cubicBezTo>
                  <a:pt x="259078" y="134806"/>
                  <a:pt x="255515" y="139131"/>
                  <a:pt x="252730" y="141987"/>
                </a:cubicBezTo>
                <a:cubicBezTo>
                  <a:pt x="249947" y="144843"/>
                  <a:pt x="247016" y="148770"/>
                  <a:pt x="246007" y="150688"/>
                </a:cubicBezTo>
                <a:cubicBezTo>
                  <a:pt x="244999" y="152605"/>
                  <a:pt x="242144" y="155083"/>
                  <a:pt x="239877" y="156422"/>
                </a:cubicBezTo>
                <a:cubicBezTo>
                  <a:pt x="237610" y="157762"/>
                  <a:pt x="235027" y="160611"/>
                  <a:pt x="234143" y="162553"/>
                </a:cubicBezTo>
                <a:cubicBezTo>
                  <a:pt x="233258" y="164494"/>
                  <a:pt x="230385" y="167047"/>
                  <a:pt x="227616" y="168287"/>
                </a:cubicBezTo>
                <a:cubicBezTo>
                  <a:pt x="222437" y="170606"/>
                  <a:pt x="208435" y="187349"/>
                  <a:pt x="208435" y="191226"/>
                </a:cubicBezTo>
                <a:cubicBezTo>
                  <a:pt x="208435" y="192324"/>
                  <a:pt x="208020" y="193203"/>
                  <a:pt x="207446" y="193203"/>
                </a:cubicBezTo>
                <a:cubicBezTo>
                  <a:pt x="206872" y="193203"/>
                  <a:pt x="205474" y="195284"/>
                  <a:pt x="204480" y="197752"/>
                </a:cubicBezTo>
                <a:cubicBezTo>
                  <a:pt x="203486" y="200219"/>
                  <a:pt x="202223" y="203156"/>
                  <a:pt x="201514" y="204475"/>
                </a:cubicBezTo>
                <a:cubicBezTo>
                  <a:pt x="200805" y="205794"/>
                  <a:pt x="200130" y="209794"/>
                  <a:pt x="200130" y="213176"/>
                </a:cubicBezTo>
                <a:cubicBezTo>
                  <a:pt x="200130" y="216558"/>
                  <a:pt x="199504" y="219628"/>
                  <a:pt x="198746" y="220097"/>
                </a:cubicBezTo>
                <a:cubicBezTo>
                  <a:pt x="197986" y="220566"/>
                  <a:pt x="197361" y="223066"/>
                  <a:pt x="197361" y="225634"/>
                </a:cubicBezTo>
                <a:cubicBezTo>
                  <a:pt x="197361" y="228202"/>
                  <a:pt x="196760" y="230687"/>
                  <a:pt x="195977" y="231171"/>
                </a:cubicBezTo>
                <a:cubicBezTo>
                  <a:pt x="195194" y="231655"/>
                  <a:pt x="193357" y="234832"/>
                  <a:pt x="191824" y="238092"/>
                </a:cubicBezTo>
                <a:cubicBezTo>
                  <a:pt x="190292" y="241353"/>
                  <a:pt x="187356" y="245441"/>
                  <a:pt x="185496" y="247188"/>
                </a:cubicBezTo>
                <a:cubicBezTo>
                  <a:pt x="183637" y="248936"/>
                  <a:pt x="182134" y="251126"/>
                  <a:pt x="182134" y="252132"/>
                </a:cubicBezTo>
                <a:cubicBezTo>
                  <a:pt x="182134" y="253139"/>
                  <a:pt x="181510" y="253912"/>
                  <a:pt x="180750" y="253912"/>
                </a:cubicBezTo>
                <a:cubicBezTo>
                  <a:pt x="179992" y="253912"/>
                  <a:pt x="179366" y="254948"/>
                  <a:pt x="179366" y="256087"/>
                </a:cubicBezTo>
                <a:cubicBezTo>
                  <a:pt x="179366" y="257226"/>
                  <a:pt x="178741" y="258065"/>
                  <a:pt x="177982" y="258065"/>
                </a:cubicBezTo>
                <a:cubicBezTo>
                  <a:pt x="177223" y="258065"/>
                  <a:pt x="176598" y="259631"/>
                  <a:pt x="176598" y="261427"/>
                </a:cubicBezTo>
                <a:cubicBezTo>
                  <a:pt x="176598" y="263222"/>
                  <a:pt x="175564" y="266141"/>
                  <a:pt x="174225" y="267952"/>
                </a:cubicBezTo>
                <a:cubicBezTo>
                  <a:pt x="169588" y="274216"/>
                  <a:pt x="165144" y="283586"/>
                  <a:pt x="164140" y="289111"/>
                </a:cubicBezTo>
                <a:cubicBezTo>
                  <a:pt x="163584" y="292163"/>
                  <a:pt x="162321" y="297148"/>
                  <a:pt x="161371" y="300185"/>
                </a:cubicBezTo>
                <a:cubicBezTo>
                  <a:pt x="160421" y="303222"/>
                  <a:pt x="159285" y="314472"/>
                  <a:pt x="158998" y="325101"/>
                </a:cubicBezTo>
                <a:cubicBezTo>
                  <a:pt x="158710" y="335731"/>
                  <a:pt x="157937" y="344946"/>
                  <a:pt x="157218" y="345667"/>
                </a:cubicBezTo>
                <a:cubicBezTo>
                  <a:pt x="156500" y="346388"/>
                  <a:pt x="156031" y="348121"/>
                  <a:pt x="156031" y="349424"/>
                </a:cubicBezTo>
                <a:cubicBezTo>
                  <a:pt x="156031" y="350727"/>
                  <a:pt x="155349" y="351940"/>
                  <a:pt x="154648" y="352193"/>
                </a:cubicBezTo>
                <a:cubicBezTo>
                  <a:pt x="153946" y="352446"/>
                  <a:pt x="153267" y="356338"/>
                  <a:pt x="153066" y="360894"/>
                </a:cubicBezTo>
                <a:cubicBezTo>
                  <a:pt x="152864" y="365449"/>
                  <a:pt x="151886" y="369976"/>
                  <a:pt x="150891" y="370979"/>
                </a:cubicBezTo>
                <a:cubicBezTo>
                  <a:pt x="148105" y="373787"/>
                  <a:pt x="148280" y="431732"/>
                  <a:pt x="151088" y="435445"/>
                </a:cubicBezTo>
                <a:cubicBezTo>
                  <a:pt x="152202" y="436919"/>
                  <a:pt x="153041" y="441177"/>
                  <a:pt x="153066" y="444739"/>
                </a:cubicBezTo>
                <a:cubicBezTo>
                  <a:pt x="153090" y="448300"/>
                  <a:pt x="153889" y="451586"/>
                  <a:pt x="154648" y="452055"/>
                </a:cubicBezTo>
                <a:cubicBezTo>
                  <a:pt x="155407" y="452525"/>
                  <a:pt x="156031" y="457139"/>
                  <a:pt x="156031" y="462338"/>
                </a:cubicBezTo>
                <a:cubicBezTo>
                  <a:pt x="156031" y="473967"/>
                  <a:pt x="160362" y="483459"/>
                  <a:pt x="168490" y="489430"/>
                </a:cubicBezTo>
                <a:cubicBezTo>
                  <a:pt x="171476" y="491624"/>
                  <a:pt x="177163" y="496316"/>
                  <a:pt x="181146" y="499910"/>
                </a:cubicBezTo>
                <a:cubicBezTo>
                  <a:pt x="185129" y="503505"/>
                  <a:pt x="188882" y="506424"/>
                  <a:pt x="189452" y="506436"/>
                </a:cubicBezTo>
                <a:cubicBezTo>
                  <a:pt x="192417" y="506497"/>
                  <a:pt x="189647" y="511579"/>
                  <a:pt x="182925" y="518301"/>
                </a:cubicBezTo>
                <a:cubicBezTo>
                  <a:pt x="178770" y="522457"/>
                  <a:pt x="174185" y="527482"/>
                  <a:pt x="172840" y="529573"/>
                </a:cubicBezTo>
                <a:cubicBezTo>
                  <a:pt x="171496" y="531663"/>
                  <a:pt x="169015" y="534517"/>
                  <a:pt x="167303" y="535901"/>
                </a:cubicBezTo>
                <a:cubicBezTo>
                  <a:pt x="165592" y="537284"/>
                  <a:pt x="164146" y="539160"/>
                  <a:pt x="164140" y="540053"/>
                </a:cubicBezTo>
                <a:cubicBezTo>
                  <a:pt x="164134" y="540947"/>
                  <a:pt x="160794" y="545401"/>
                  <a:pt x="156625" y="549941"/>
                </a:cubicBezTo>
                <a:cubicBezTo>
                  <a:pt x="152456" y="554480"/>
                  <a:pt x="149111" y="558834"/>
                  <a:pt x="149111" y="559630"/>
                </a:cubicBezTo>
                <a:cubicBezTo>
                  <a:pt x="149111" y="560426"/>
                  <a:pt x="147794" y="562144"/>
                  <a:pt x="146342" y="563387"/>
                </a:cubicBezTo>
                <a:cubicBezTo>
                  <a:pt x="143240" y="566044"/>
                  <a:pt x="131362" y="583724"/>
                  <a:pt x="127952" y="590677"/>
                </a:cubicBezTo>
                <a:cubicBezTo>
                  <a:pt x="126648" y="593334"/>
                  <a:pt x="125053" y="596459"/>
                  <a:pt x="124392" y="597598"/>
                </a:cubicBezTo>
                <a:cubicBezTo>
                  <a:pt x="123731" y="598737"/>
                  <a:pt x="122119" y="602487"/>
                  <a:pt x="120832" y="605903"/>
                </a:cubicBezTo>
                <a:cubicBezTo>
                  <a:pt x="119547" y="609320"/>
                  <a:pt x="117639" y="614106"/>
                  <a:pt x="116680" y="616384"/>
                </a:cubicBezTo>
                <a:cubicBezTo>
                  <a:pt x="113622" y="623645"/>
                  <a:pt x="111736" y="630260"/>
                  <a:pt x="111736" y="633984"/>
                </a:cubicBezTo>
                <a:cubicBezTo>
                  <a:pt x="111736" y="635973"/>
                  <a:pt x="111111" y="637865"/>
                  <a:pt x="110352" y="638334"/>
                </a:cubicBezTo>
                <a:cubicBezTo>
                  <a:pt x="109593" y="638803"/>
                  <a:pt x="108967" y="640529"/>
                  <a:pt x="108967" y="642091"/>
                </a:cubicBezTo>
                <a:cubicBezTo>
                  <a:pt x="108967" y="645315"/>
                  <a:pt x="109081" y="645323"/>
                  <a:pt x="94533" y="639915"/>
                </a:cubicBezTo>
                <a:cubicBezTo>
                  <a:pt x="86083" y="636775"/>
                  <a:pt x="82764" y="636357"/>
                  <a:pt x="68034" y="636357"/>
                </a:cubicBezTo>
                <a:cubicBezTo>
                  <a:pt x="58301" y="636356"/>
                  <a:pt x="50928" y="636943"/>
                  <a:pt x="50434" y="637741"/>
                </a:cubicBezTo>
                <a:cubicBezTo>
                  <a:pt x="49965" y="638500"/>
                  <a:pt x="48326" y="639125"/>
                  <a:pt x="46875" y="639125"/>
                </a:cubicBezTo>
                <a:cubicBezTo>
                  <a:pt x="45424" y="639125"/>
                  <a:pt x="40995" y="640483"/>
                  <a:pt x="36988" y="642289"/>
                </a:cubicBezTo>
                <a:cubicBezTo>
                  <a:pt x="32980" y="644095"/>
                  <a:pt x="27376" y="646427"/>
                  <a:pt x="24530" y="647431"/>
                </a:cubicBezTo>
                <a:cubicBezTo>
                  <a:pt x="21682" y="648434"/>
                  <a:pt x="19388" y="649790"/>
                  <a:pt x="19388" y="650396"/>
                </a:cubicBezTo>
                <a:cubicBezTo>
                  <a:pt x="19388" y="651003"/>
                  <a:pt x="18122" y="651583"/>
                  <a:pt x="16619" y="651583"/>
                </a:cubicBezTo>
                <a:cubicBezTo>
                  <a:pt x="15118" y="651583"/>
                  <a:pt x="10742" y="654652"/>
                  <a:pt x="6930" y="658505"/>
                </a:cubicBezTo>
                <a:cubicBezTo>
                  <a:pt x="400" y="665105"/>
                  <a:pt x="0" y="666010"/>
                  <a:pt x="9" y="672743"/>
                </a:cubicBezTo>
                <a:cubicBezTo>
                  <a:pt x="17" y="679107"/>
                  <a:pt x="701" y="680503"/>
                  <a:pt x="5743" y="686387"/>
                </a:cubicBezTo>
                <a:cubicBezTo>
                  <a:pt x="8856" y="690019"/>
                  <a:pt x="13656" y="694181"/>
                  <a:pt x="16421" y="695681"/>
                </a:cubicBezTo>
                <a:cubicBezTo>
                  <a:pt x="19187" y="697181"/>
                  <a:pt x="22402" y="698949"/>
                  <a:pt x="23541" y="699636"/>
                </a:cubicBezTo>
                <a:cubicBezTo>
                  <a:pt x="24680" y="700322"/>
                  <a:pt x="30519" y="702302"/>
                  <a:pt x="36592" y="703986"/>
                </a:cubicBezTo>
                <a:cubicBezTo>
                  <a:pt x="47251" y="706943"/>
                  <a:pt x="56126" y="710742"/>
                  <a:pt x="60322" y="714072"/>
                </a:cubicBezTo>
                <a:cubicBezTo>
                  <a:pt x="66278" y="718798"/>
                  <a:pt x="78712" y="732026"/>
                  <a:pt x="78712" y="733649"/>
                </a:cubicBezTo>
                <a:cubicBezTo>
                  <a:pt x="78712" y="735892"/>
                  <a:pt x="82974" y="744463"/>
                  <a:pt x="84447" y="745117"/>
                </a:cubicBezTo>
                <a:cubicBezTo>
                  <a:pt x="85017" y="745371"/>
                  <a:pt x="85633" y="747085"/>
                  <a:pt x="85633" y="748875"/>
                </a:cubicBezTo>
                <a:cubicBezTo>
                  <a:pt x="85633" y="750665"/>
                  <a:pt x="86259" y="752559"/>
                  <a:pt x="87018" y="753027"/>
                </a:cubicBezTo>
                <a:cubicBezTo>
                  <a:pt x="87777" y="753497"/>
                  <a:pt x="88385" y="754908"/>
                  <a:pt x="88402" y="756191"/>
                </a:cubicBezTo>
                <a:cubicBezTo>
                  <a:pt x="88419" y="757476"/>
                  <a:pt x="89686" y="760028"/>
                  <a:pt x="91171" y="761926"/>
                </a:cubicBezTo>
                <a:cubicBezTo>
                  <a:pt x="92655" y="763824"/>
                  <a:pt x="93724" y="767145"/>
                  <a:pt x="93742" y="769243"/>
                </a:cubicBezTo>
                <a:cubicBezTo>
                  <a:pt x="93758" y="771341"/>
                  <a:pt x="94418" y="774055"/>
                  <a:pt x="95126" y="775373"/>
                </a:cubicBezTo>
                <a:cubicBezTo>
                  <a:pt x="95832" y="776691"/>
                  <a:pt x="98451" y="782122"/>
                  <a:pt x="100860" y="787436"/>
                </a:cubicBezTo>
                <a:cubicBezTo>
                  <a:pt x="103270" y="792750"/>
                  <a:pt x="106754" y="800373"/>
                  <a:pt x="108572" y="804244"/>
                </a:cubicBezTo>
                <a:cubicBezTo>
                  <a:pt x="110391" y="808117"/>
                  <a:pt x="111736" y="811595"/>
                  <a:pt x="111736" y="812154"/>
                </a:cubicBezTo>
                <a:cubicBezTo>
                  <a:pt x="111736" y="812714"/>
                  <a:pt x="113514" y="815914"/>
                  <a:pt x="115691" y="819076"/>
                </a:cubicBezTo>
                <a:cubicBezTo>
                  <a:pt x="117868" y="822237"/>
                  <a:pt x="121412" y="827599"/>
                  <a:pt x="123403" y="831138"/>
                </a:cubicBezTo>
                <a:cubicBezTo>
                  <a:pt x="127347" y="838148"/>
                  <a:pt x="144821" y="857241"/>
                  <a:pt x="147331" y="857241"/>
                </a:cubicBezTo>
                <a:cubicBezTo>
                  <a:pt x="148187" y="857241"/>
                  <a:pt x="149055" y="857610"/>
                  <a:pt x="149308" y="858229"/>
                </a:cubicBezTo>
                <a:cubicBezTo>
                  <a:pt x="150273" y="860594"/>
                  <a:pt x="166725" y="871306"/>
                  <a:pt x="171258" y="872467"/>
                </a:cubicBezTo>
                <a:cubicBezTo>
                  <a:pt x="176814" y="873891"/>
                  <a:pt x="185009" y="876005"/>
                  <a:pt x="191824" y="878004"/>
                </a:cubicBezTo>
                <a:cubicBezTo>
                  <a:pt x="198304" y="879906"/>
                  <a:pt x="208931" y="882053"/>
                  <a:pt x="216938" y="882948"/>
                </a:cubicBezTo>
                <a:cubicBezTo>
                  <a:pt x="220544" y="883351"/>
                  <a:pt x="223662" y="884148"/>
                  <a:pt x="223662" y="884728"/>
                </a:cubicBezTo>
                <a:cubicBezTo>
                  <a:pt x="223662" y="885308"/>
                  <a:pt x="227023" y="886079"/>
                  <a:pt x="231176" y="886508"/>
                </a:cubicBezTo>
                <a:cubicBezTo>
                  <a:pt x="235329" y="886936"/>
                  <a:pt x="240963" y="888156"/>
                  <a:pt x="243832" y="889078"/>
                </a:cubicBezTo>
                <a:cubicBezTo>
                  <a:pt x="249322" y="890845"/>
                  <a:pt x="261048" y="895980"/>
                  <a:pt x="262222" y="897186"/>
                </a:cubicBezTo>
                <a:cubicBezTo>
                  <a:pt x="262602" y="897576"/>
                  <a:pt x="265728" y="899320"/>
                  <a:pt x="269144" y="901141"/>
                </a:cubicBezTo>
                <a:cubicBezTo>
                  <a:pt x="272560" y="902962"/>
                  <a:pt x="276251" y="905454"/>
                  <a:pt x="277449" y="906480"/>
                </a:cubicBezTo>
                <a:cubicBezTo>
                  <a:pt x="278647" y="907507"/>
                  <a:pt x="280271" y="908260"/>
                  <a:pt x="281009" y="908260"/>
                </a:cubicBezTo>
                <a:cubicBezTo>
                  <a:pt x="283193" y="908260"/>
                  <a:pt x="289896" y="911686"/>
                  <a:pt x="289907" y="912808"/>
                </a:cubicBezTo>
                <a:cubicBezTo>
                  <a:pt x="289913" y="913377"/>
                  <a:pt x="290465" y="913797"/>
                  <a:pt x="291292" y="913797"/>
                </a:cubicBezTo>
                <a:cubicBezTo>
                  <a:pt x="292118" y="913797"/>
                  <a:pt x="297662" y="915953"/>
                  <a:pt x="303552" y="918543"/>
                </a:cubicBezTo>
                <a:cubicBezTo>
                  <a:pt x="309441" y="921132"/>
                  <a:pt x="315767" y="923426"/>
                  <a:pt x="317592" y="923684"/>
                </a:cubicBezTo>
                <a:cubicBezTo>
                  <a:pt x="319417" y="923942"/>
                  <a:pt x="321167" y="924488"/>
                  <a:pt x="321547" y="924871"/>
                </a:cubicBezTo>
                <a:cubicBezTo>
                  <a:pt x="321927" y="925253"/>
                  <a:pt x="326089" y="926620"/>
                  <a:pt x="330643" y="928035"/>
                </a:cubicBezTo>
                <a:cubicBezTo>
                  <a:pt x="335198" y="929450"/>
                  <a:pt x="340413" y="931162"/>
                  <a:pt x="342311" y="931792"/>
                </a:cubicBezTo>
                <a:cubicBezTo>
                  <a:pt x="356971" y="936660"/>
                  <a:pt x="369373" y="939577"/>
                  <a:pt x="381662" y="940889"/>
                </a:cubicBezTo>
                <a:cubicBezTo>
                  <a:pt x="385458" y="941293"/>
                  <a:pt x="390672" y="942161"/>
                  <a:pt x="393329" y="942866"/>
                </a:cubicBezTo>
                <a:cubicBezTo>
                  <a:pt x="395986" y="943571"/>
                  <a:pt x="402077" y="944048"/>
                  <a:pt x="406776" y="944053"/>
                </a:cubicBezTo>
                <a:cubicBezTo>
                  <a:pt x="411475" y="944056"/>
                  <a:pt x="415586" y="944851"/>
                  <a:pt x="416070" y="945635"/>
                </a:cubicBezTo>
                <a:cubicBezTo>
                  <a:pt x="417191" y="947447"/>
                  <a:pt x="483140" y="946322"/>
                  <a:pt x="499718" y="944250"/>
                </a:cubicBezTo>
                <a:cubicBezTo>
                  <a:pt x="506170" y="943443"/>
                  <a:pt x="516386" y="942215"/>
                  <a:pt x="522459" y="941482"/>
                </a:cubicBezTo>
                <a:cubicBezTo>
                  <a:pt x="534373" y="940044"/>
                  <a:pt x="540829" y="938837"/>
                  <a:pt x="542629" y="937724"/>
                </a:cubicBezTo>
                <a:cubicBezTo>
                  <a:pt x="543254" y="937338"/>
                  <a:pt x="546738" y="936579"/>
                  <a:pt x="550341" y="935945"/>
                </a:cubicBezTo>
                <a:cubicBezTo>
                  <a:pt x="553945" y="935311"/>
                  <a:pt x="562279" y="933209"/>
                  <a:pt x="568732" y="931199"/>
                </a:cubicBezTo>
                <a:cubicBezTo>
                  <a:pt x="575184" y="929188"/>
                  <a:pt x="582274" y="927072"/>
                  <a:pt x="584552" y="926651"/>
                </a:cubicBezTo>
                <a:cubicBezTo>
                  <a:pt x="586829" y="926229"/>
                  <a:pt x="588918" y="925563"/>
                  <a:pt x="589297" y="925069"/>
                </a:cubicBezTo>
                <a:cubicBezTo>
                  <a:pt x="589677" y="924574"/>
                  <a:pt x="591253" y="923925"/>
                  <a:pt x="592659" y="923684"/>
                </a:cubicBezTo>
                <a:cubicBezTo>
                  <a:pt x="594066" y="923443"/>
                  <a:pt x="598655" y="921501"/>
                  <a:pt x="602942" y="919334"/>
                </a:cubicBezTo>
                <a:cubicBezTo>
                  <a:pt x="607229" y="917167"/>
                  <a:pt x="613147" y="914915"/>
                  <a:pt x="615993" y="914390"/>
                </a:cubicBezTo>
                <a:cubicBezTo>
                  <a:pt x="618840" y="913866"/>
                  <a:pt x="621135" y="912890"/>
                  <a:pt x="621135" y="912215"/>
                </a:cubicBezTo>
                <a:cubicBezTo>
                  <a:pt x="621135" y="911540"/>
                  <a:pt x="622385" y="911028"/>
                  <a:pt x="623903" y="911028"/>
                </a:cubicBezTo>
                <a:cubicBezTo>
                  <a:pt x="625422" y="911028"/>
                  <a:pt x="626672" y="910449"/>
                  <a:pt x="626672" y="909842"/>
                </a:cubicBezTo>
                <a:cubicBezTo>
                  <a:pt x="626672" y="909235"/>
                  <a:pt x="628967" y="908062"/>
                  <a:pt x="631814" y="907074"/>
                </a:cubicBezTo>
                <a:cubicBezTo>
                  <a:pt x="634660" y="906085"/>
                  <a:pt x="639266" y="903753"/>
                  <a:pt x="642097" y="901932"/>
                </a:cubicBezTo>
                <a:cubicBezTo>
                  <a:pt x="644927" y="900111"/>
                  <a:pt x="647853" y="898570"/>
                  <a:pt x="648622" y="898570"/>
                </a:cubicBezTo>
                <a:cubicBezTo>
                  <a:pt x="649391" y="898571"/>
                  <a:pt x="652919" y="896385"/>
                  <a:pt x="656532" y="893627"/>
                </a:cubicBezTo>
                <a:cubicBezTo>
                  <a:pt x="660145" y="890868"/>
                  <a:pt x="664514" y="887880"/>
                  <a:pt x="666221" y="887101"/>
                </a:cubicBezTo>
                <a:cubicBezTo>
                  <a:pt x="667929" y="886322"/>
                  <a:pt x="669385" y="885177"/>
                  <a:pt x="669385" y="884530"/>
                </a:cubicBezTo>
                <a:cubicBezTo>
                  <a:pt x="669386" y="883552"/>
                  <a:pt x="676585" y="878393"/>
                  <a:pt x="687183" y="871676"/>
                </a:cubicBezTo>
                <a:cubicBezTo>
                  <a:pt x="688381" y="870917"/>
                  <a:pt x="692392" y="867579"/>
                  <a:pt x="696081" y="864162"/>
                </a:cubicBezTo>
                <a:cubicBezTo>
                  <a:pt x="699771" y="860745"/>
                  <a:pt x="703289" y="857691"/>
                  <a:pt x="703992" y="857438"/>
                </a:cubicBezTo>
                <a:cubicBezTo>
                  <a:pt x="704694" y="857186"/>
                  <a:pt x="705328" y="856149"/>
                  <a:pt x="705376" y="855263"/>
                </a:cubicBezTo>
                <a:cubicBezTo>
                  <a:pt x="705424" y="854378"/>
                  <a:pt x="709395" y="850343"/>
                  <a:pt x="714274" y="846167"/>
                </a:cubicBezTo>
                <a:cubicBezTo>
                  <a:pt x="719154" y="841991"/>
                  <a:pt x="723166" y="838044"/>
                  <a:pt x="723173" y="837466"/>
                </a:cubicBezTo>
                <a:cubicBezTo>
                  <a:pt x="723180" y="836888"/>
                  <a:pt x="726311" y="833138"/>
                  <a:pt x="730094" y="829161"/>
                </a:cubicBezTo>
                <a:cubicBezTo>
                  <a:pt x="739817" y="818936"/>
                  <a:pt x="751118" y="805012"/>
                  <a:pt x="754615" y="798905"/>
                </a:cubicBezTo>
                <a:cubicBezTo>
                  <a:pt x="756252" y="796045"/>
                  <a:pt x="758371" y="792920"/>
                  <a:pt x="759163" y="791984"/>
                </a:cubicBezTo>
                <a:cubicBezTo>
                  <a:pt x="765177" y="784875"/>
                  <a:pt x="767467" y="781794"/>
                  <a:pt x="767468" y="780910"/>
                </a:cubicBezTo>
                <a:cubicBezTo>
                  <a:pt x="767470" y="779843"/>
                  <a:pt x="775899" y="768295"/>
                  <a:pt x="779333" y="764695"/>
                </a:cubicBezTo>
                <a:cubicBezTo>
                  <a:pt x="780420" y="763556"/>
                  <a:pt x="784267" y="758556"/>
                  <a:pt x="787837" y="753621"/>
                </a:cubicBezTo>
                <a:cubicBezTo>
                  <a:pt x="791406" y="748686"/>
                  <a:pt x="794778" y="744382"/>
                  <a:pt x="795351" y="744129"/>
                </a:cubicBezTo>
                <a:cubicBezTo>
                  <a:pt x="795924" y="743876"/>
                  <a:pt x="796340" y="742861"/>
                  <a:pt x="796340" y="741756"/>
                </a:cubicBezTo>
                <a:cubicBezTo>
                  <a:pt x="796340" y="740651"/>
                  <a:pt x="798626" y="736606"/>
                  <a:pt x="801283" y="732660"/>
                </a:cubicBezTo>
                <a:cubicBezTo>
                  <a:pt x="803940" y="728714"/>
                  <a:pt x="806029" y="724355"/>
                  <a:pt x="806029" y="723168"/>
                </a:cubicBezTo>
                <a:cubicBezTo>
                  <a:pt x="806029" y="721981"/>
                  <a:pt x="806545" y="720527"/>
                  <a:pt x="807216" y="719806"/>
                </a:cubicBezTo>
                <a:cubicBezTo>
                  <a:pt x="807886" y="719085"/>
                  <a:pt x="809576" y="714458"/>
                  <a:pt x="810973" y="709523"/>
                </a:cubicBezTo>
                <a:cubicBezTo>
                  <a:pt x="813929" y="699076"/>
                  <a:pt x="814401" y="670998"/>
                  <a:pt x="811764" y="654945"/>
                </a:cubicBezTo>
                <a:cubicBezTo>
                  <a:pt x="810891" y="649630"/>
                  <a:pt x="809814" y="642130"/>
                  <a:pt x="809391" y="638334"/>
                </a:cubicBezTo>
                <a:cubicBezTo>
                  <a:pt x="808968" y="634538"/>
                  <a:pt x="807905" y="630948"/>
                  <a:pt x="807216" y="630226"/>
                </a:cubicBezTo>
                <a:cubicBezTo>
                  <a:pt x="806527" y="629505"/>
                  <a:pt x="806029" y="627157"/>
                  <a:pt x="806029" y="625085"/>
                </a:cubicBezTo>
                <a:cubicBezTo>
                  <a:pt x="806029" y="623013"/>
                  <a:pt x="805190" y="620489"/>
                  <a:pt x="804052" y="619350"/>
                </a:cubicBezTo>
                <a:cubicBezTo>
                  <a:pt x="802913" y="618211"/>
                  <a:pt x="801877" y="615818"/>
                  <a:pt x="801877" y="614209"/>
                </a:cubicBezTo>
                <a:cubicBezTo>
                  <a:pt x="801876" y="612599"/>
                  <a:pt x="800627" y="608849"/>
                  <a:pt x="799108" y="605706"/>
                </a:cubicBezTo>
                <a:cubicBezTo>
                  <a:pt x="797589" y="602563"/>
                  <a:pt x="796340" y="598990"/>
                  <a:pt x="796340" y="597993"/>
                </a:cubicBezTo>
                <a:cubicBezTo>
                  <a:pt x="796339" y="596997"/>
                  <a:pt x="795715" y="596214"/>
                  <a:pt x="794956" y="596214"/>
                </a:cubicBezTo>
                <a:cubicBezTo>
                  <a:pt x="794196" y="596214"/>
                  <a:pt x="793572" y="595117"/>
                  <a:pt x="793571" y="593643"/>
                </a:cubicBezTo>
                <a:cubicBezTo>
                  <a:pt x="793571" y="592169"/>
                  <a:pt x="792947" y="590553"/>
                  <a:pt x="792187" y="590084"/>
                </a:cubicBezTo>
                <a:cubicBezTo>
                  <a:pt x="791428" y="589614"/>
                  <a:pt x="790803" y="588124"/>
                  <a:pt x="790803" y="586722"/>
                </a:cubicBezTo>
                <a:cubicBezTo>
                  <a:pt x="790803" y="585320"/>
                  <a:pt x="788714" y="581597"/>
                  <a:pt x="786058" y="578416"/>
                </a:cubicBezTo>
                <a:cubicBezTo>
                  <a:pt x="783400" y="575236"/>
                  <a:pt x="781113" y="571779"/>
                  <a:pt x="781113" y="570902"/>
                </a:cubicBezTo>
                <a:cubicBezTo>
                  <a:pt x="781113" y="570025"/>
                  <a:pt x="778612" y="566710"/>
                  <a:pt x="775576" y="563387"/>
                </a:cubicBezTo>
                <a:cubicBezTo>
                  <a:pt x="772540" y="560065"/>
                  <a:pt x="770237" y="556456"/>
                  <a:pt x="770237" y="555478"/>
                </a:cubicBezTo>
                <a:cubicBezTo>
                  <a:pt x="770237" y="554499"/>
                  <a:pt x="768198" y="551895"/>
                  <a:pt x="765886" y="549743"/>
                </a:cubicBezTo>
                <a:cubicBezTo>
                  <a:pt x="763575" y="547591"/>
                  <a:pt x="760427" y="543699"/>
                  <a:pt x="758767" y="541042"/>
                </a:cubicBezTo>
                <a:cubicBezTo>
                  <a:pt x="755416" y="535673"/>
                  <a:pt x="751877" y="531348"/>
                  <a:pt x="746705" y="526013"/>
                </a:cubicBezTo>
                <a:cubicBezTo>
                  <a:pt x="744807" y="524056"/>
                  <a:pt x="740619" y="518840"/>
                  <a:pt x="737411" y="514544"/>
                </a:cubicBezTo>
                <a:cubicBezTo>
                  <a:pt x="734203" y="510247"/>
                  <a:pt x="730247" y="506331"/>
                  <a:pt x="728710" y="505843"/>
                </a:cubicBezTo>
                <a:cubicBezTo>
                  <a:pt x="727173" y="505355"/>
                  <a:pt x="725942" y="504162"/>
                  <a:pt x="725942" y="503075"/>
                </a:cubicBezTo>
                <a:cubicBezTo>
                  <a:pt x="725941" y="501987"/>
                  <a:pt x="725316" y="501097"/>
                  <a:pt x="724557" y="501097"/>
                </a:cubicBezTo>
                <a:cubicBezTo>
                  <a:pt x="723798" y="501097"/>
                  <a:pt x="723173" y="500496"/>
                  <a:pt x="723173" y="499910"/>
                </a:cubicBezTo>
                <a:cubicBezTo>
                  <a:pt x="723173" y="498204"/>
                  <a:pt x="692386" y="466475"/>
                  <a:pt x="690742" y="466491"/>
                </a:cubicBezTo>
                <a:cubicBezTo>
                  <a:pt x="689242" y="466506"/>
                  <a:pt x="681297" y="456177"/>
                  <a:pt x="678086" y="450078"/>
                </a:cubicBezTo>
                <a:cubicBezTo>
                  <a:pt x="676532" y="447125"/>
                  <a:pt x="676782" y="446161"/>
                  <a:pt x="681448" y="440388"/>
                </a:cubicBezTo>
                <a:cubicBezTo>
                  <a:pt x="687487" y="432916"/>
                  <a:pt x="690149" y="428632"/>
                  <a:pt x="690149" y="425953"/>
                </a:cubicBezTo>
                <a:cubicBezTo>
                  <a:pt x="690149" y="424897"/>
                  <a:pt x="690988" y="423338"/>
                  <a:pt x="692127" y="422393"/>
                </a:cubicBezTo>
                <a:cubicBezTo>
                  <a:pt x="693265" y="421448"/>
                  <a:pt x="694302" y="418442"/>
                  <a:pt x="694302" y="415867"/>
                </a:cubicBezTo>
                <a:cubicBezTo>
                  <a:pt x="694302" y="413293"/>
                  <a:pt x="694942" y="410059"/>
                  <a:pt x="695884" y="408551"/>
                </a:cubicBezTo>
                <a:cubicBezTo>
                  <a:pt x="697246" y="406368"/>
                  <a:pt x="697246" y="405196"/>
                  <a:pt x="695884" y="403014"/>
                </a:cubicBezTo>
                <a:cubicBezTo>
                  <a:pt x="694942" y="401506"/>
                  <a:pt x="694302" y="399274"/>
                  <a:pt x="694302" y="398070"/>
                </a:cubicBezTo>
                <a:cubicBezTo>
                  <a:pt x="694302" y="395775"/>
                  <a:pt x="688684" y="385300"/>
                  <a:pt x="684414" y="379680"/>
                </a:cubicBezTo>
                <a:cubicBezTo>
                  <a:pt x="681285" y="375559"/>
                  <a:pt x="680703" y="357031"/>
                  <a:pt x="683623" y="351402"/>
                </a:cubicBezTo>
                <a:cubicBezTo>
                  <a:pt x="684664" y="349397"/>
                  <a:pt x="691601" y="341991"/>
                  <a:pt x="698850" y="334989"/>
                </a:cubicBezTo>
                <a:cubicBezTo>
                  <a:pt x="706099" y="327986"/>
                  <a:pt x="713407" y="319631"/>
                  <a:pt x="715065" y="316400"/>
                </a:cubicBezTo>
                <a:cubicBezTo>
                  <a:pt x="716723" y="313170"/>
                  <a:pt x="718537" y="310097"/>
                  <a:pt x="719217" y="309677"/>
                </a:cubicBezTo>
                <a:cubicBezTo>
                  <a:pt x="719899" y="309256"/>
                  <a:pt x="720403" y="307994"/>
                  <a:pt x="720405" y="306711"/>
                </a:cubicBezTo>
                <a:cubicBezTo>
                  <a:pt x="720406" y="305427"/>
                  <a:pt x="722284" y="302051"/>
                  <a:pt x="724557" y="299394"/>
                </a:cubicBezTo>
                <a:cubicBezTo>
                  <a:pt x="728182" y="295157"/>
                  <a:pt x="728707" y="293640"/>
                  <a:pt x="728710" y="286145"/>
                </a:cubicBezTo>
                <a:cubicBezTo>
                  <a:pt x="728711" y="281445"/>
                  <a:pt x="729335" y="277122"/>
                  <a:pt x="730094" y="276653"/>
                </a:cubicBezTo>
                <a:cubicBezTo>
                  <a:pt x="730853" y="276184"/>
                  <a:pt x="731478" y="272220"/>
                  <a:pt x="731478" y="267755"/>
                </a:cubicBezTo>
                <a:cubicBezTo>
                  <a:pt x="731478" y="263288"/>
                  <a:pt x="732104" y="259325"/>
                  <a:pt x="732862" y="258856"/>
                </a:cubicBezTo>
                <a:cubicBezTo>
                  <a:pt x="733683" y="258349"/>
                  <a:pt x="734246" y="249508"/>
                  <a:pt x="734246" y="237301"/>
                </a:cubicBezTo>
                <a:cubicBezTo>
                  <a:pt x="734246" y="225095"/>
                  <a:pt x="733683" y="216451"/>
                  <a:pt x="732862" y="215945"/>
                </a:cubicBezTo>
                <a:cubicBezTo>
                  <a:pt x="732104" y="215475"/>
                  <a:pt x="731478" y="210977"/>
                  <a:pt x="731478" y="205859"/>
                </a:cubicBezTo>
                <a:cubicBezTo>
                  <a:pt x="731478" y="200741"/>
                  <a:pt x="731094" y="195902"/>
                  <a:pt x="730489" y="195181"/>
                </a:cubicBezTo>
                <a:cubicBezTo>
                  <a:pt x="729885" y="194460"/>
                  <a:pt x="728506" y="191557"/>
                  <a:pt x="727524" y="188655"/>
                </a:cubicBezTo>
                <a:cubicBezTo>
                  <a:pt x="726117" y="184503"/>
                  <a:pt x="726028" y="182495"/>
                  <a:pt x="727326" y="179361"/>
                </a:cubicBezTo>
                <a:cubicBezTo>
                  <a:pt x="728267" y="177085"/>
                  <a:pt x="728775" y="172859"/>
                  <a:pt x="728315" y="169474"/>
                </a:cubicBezTo>
                <a:cubicBezTo>
                  <a:pt x="727871" y="166215"/>
                  <a:pt x="727006" y="160620"/>
                  <a:pt x="726535" y="157016"/>
                </a:cubicBezTo>
                <a:cubicBezTo>
                  <a:pt x="726064" y="153411"/>
                  <a:pt x="725240" y="150661"/>
                  <a:pt x="724557" y="151083"/>
                </a:cubicBezTo>
                <a:cubicBezTo>
                  <a:pt x="723874" y="151505"/>
                  <a:pt x="723173" y="149767"/>
                  <a:pt x="723173" y="147128"/>
                </a:cubicBezTo>
                <a:cubicBezTo>
                  <a:pt x="723173" y="144489"/>
                  <a:pt x="722754" y="142240"/>
                  <a:pt x="722184" y="141987"/>
                </a:cubicBezTo>
                <a:cubicBezTo>
                  <a:pt x="721615" y="141733"/>
                  <a:pt x="719930" y="138893"/>
                  <a:pt x="718426" y="135856"/>
                </a:cubicBezTo>
                <a:cubicBezTo>
                  <a:pt x="715215" y="129364"/>
                  <a:pt x="710600" y="122271"/>
                  <a:pt x="709133" y="121619"/>
                </a:cubicBezTo>
                <a:cubicBezTo>
                  <a:pt x="708563" y="121366"/>
                  <a:pt x="707946" y="120376"/>
                  <a:pt x="707946" y="119443"/>
                </a:cubicBezTo>
                <a:cubicBezTo>
                  <a:pt x="707946" y="118511"/>
                  <a:pt x="706902" y="116565"/>
                  <a:pt x="705574" y="115093"/>
                </a:cubicBezTo>
                <a:cubicBezTo>
                  <a:pt x="701103" y="110139"/>
                  <a:pt x="698943" y="103628"/>
                  <a:pt x="697466" y="91363"/>
                </a:cubicBezTo>
                <a:cubicBezTo>
                  <a:pt x="697077" y="88137"/>
                  <a:pt x="696229" y="85431"/>
                  <a:pt x="695686" y="85431"/>
                </a:cubicBezTo>
                <a:cubicBezTo>
                  <a:pt x="695143" y="85431"/>
                  <a:pt x="693356" y="83182"/>
                  <a:pt x="691731" y="80289"/>
                </a:cubicBezTo>
                <a:cubicBezTo>
                  <a:pt x="690105" y="77397"/>
                  <a:pt x="685567" y="72191"/>
                  <a:pt x="681646" y="68820"/>
                </a:cubicBezTo>
                <a:cubicBezTo>
                  <a:pt x="677723" y="65449"/>
                  <a:pt x="673306" y="61652"/>
                  <a:pt x="671758" y="60317"/>
                </a:cubicBezTo>
                <a:cubicBezTo>
                  <a:pt x="670211" y="58982"/>
                  <a:pt x="666523" y="57222"/>
                  <a:pt x="663651" y="56362"/>
                </a:cubicBezTo>
                <a:cubicBezTo>
                  <a:pt x="660779" y="55501"/>
                  <a:pt x="656020" y="52369"/>
                  <a:pt x="652972" y="49441"/>
                </a:cubicBezTo>
                <a:cubicBezTo>
                  <a:pt x="649925" y="46512"/>
                  <a:pt x="646958" y="44102"/>
                  <a:pt x="646447" y="44102"/>
                </a:cubicBezTo>
                <a:cubicBezTo>
                  <a:pt x="645935" y="44102"/>
                  <a:pt x="644295" y="42658"/>
                  <a:pt x="642690" y="40937"/>
                </a:cubicBezTo>
                <a:cubicBezTo>
                  <a:pt x="638423" y="36366"/>
                  <a:pt x="631380" y="31643"/>
                  <a:pt x="628847" y="31643"/>
                </a:cubicBezTo>
                <a:cubicBezTo>
                  <a:pt x="627636" y="31643"/>
                  <a:pt x="626672" y="31165"/>
                  <a:pt x="626672" y="30457"/>
                </a:cubicBezTo>
                <a:cubicBezTo>
                  <a:pt x="626672" y="29749"/>
                  <a:pt x="625216" y="28619"/>
                  <a:pt x="623508" y="28084"/>
                </a:cubicBezTo>
                <a:cubicBezTo>
                  <a:pt x="621800" y="27549"/>
                  <a:pt x="616407" y="25314"/>
                  <a:pt x="611643" y="23140"/>
                </a:cubicBezTo>
                <a:cubicBezTo>
                  <a:pt x="606880" y="20966"/>
                  <a:pt x="602084" y="19185"/>
                  <a:pt x="600964" y="19185"/>
                </a:cubicBezTo>
                <a:cubicBezTo>
                  <a:pt x="599845" y="19185"/>
                  <a:pt x="598988" y="18828"/>
                  <a:pt x="598988" y="18196"/>
                </a:cubicBezTo>
                <a:cubicBezTo>
                  <a:pt x="598988" y="17565"/>
                  <a:pt x="596281" y="16222"/>
                  <a:pt x="593055" y="15428"/>
                </a:cubicBezTo>
                <a:cubicBezTo>
                  <a:pt x="586594" y="13839"/>
                  <a:pt x="574853" y="9986"/>
                  <a:pt x="571105" y="8111"/>
                </a:cubicBezTo>
                <a:cubicBezTo>
                  <a:pt x="569786" y="7452"/>
                  <a:pt x="566073" y="6925"/>
                  <a:pt x="562800" y="6925"/>
                </a:cubicBezTo>
                <a:cubicBezTo>
                  <a:pt x="559525" y="6925"/>
                  <a:pt x="556204" y="6245"/>
                  <a:pt x="555482" y="5541"/>
                </a:cubicBezTo>
                <a:cubicBezTo>
                  <a:pt x="554761" y="4836"/>
                  <a:pt x="552224" y="4075"/>
                  <a:pt x="549946" y="3761"/>
                </a:cubicBezTo>
                <a:cubicBezTo>
                  <a:pt x="547668" y="3446"/>
                  <a:pt x="544543" y="2671"/>
                  <a:pt x="543024" y="1981"/>
                </a:cubicBezTo>
                <a:cubicBezTo>
                  <a:pt x="538664" y="0"/>
                  <a:pt x="511675" y="317"/>
                  <a:pt x="510989" y="2377"/>
                </a:cubicBezTo>
                <a:cubicBezTo>
                  <a:pt x="510674" y="3320"/>
                  <a:pt x="509885" y="3783"/>
                  <a:pt x="509209" y="3365"/>
                </a:cubicBezTo>
                <a:cubicBezTo>
                  <a:pt x="508534" y="2948"/>
                  <a:pt x="505223" y="5041"/>
                  <a:pt x="501893" y="8111"/>
                </a:cubicBezTo>
                <a:cubicBezTo>
                  <a:pt x="498563" y="11181"/>
                  <a:pt x="495592" y="13648"/>
                  <a:pt x="495169" y="13648"/>
                </a:cubicBezTo>
                <a:cubicBezTo>
                  <a:pt x="494747" y="13648"/>
                  <a:pt x="493054" y="11560"/>
                  <a:pt x="491413" y="8902"/>
                </a:cubicBezTo>
                <a:cubicBezTo>
                  <a:pt x="489771" y="6245"/>
                  <a:pt x="487482" y="4157"/>
                  <a:pt x="486468" y="4157"/>
                </a:cubicBezTo>
                <a:cubicBezTo>
                  <a:pt x="485455" y="4157"/>
                  <a:pt x="484393" y="3268"/>
                  <a:pt x="484095" y="2377"/>
                </a:cubicBezTo>
                <a:cubicBezTo>
                  <a:pt x="483735" y="1296"/>
                  <a:pt x="479202" y="864"/>
                  <a:pt x="470451" y="795"/>
                </a:cubicBezTo>
                <a:moveTo>
                  <a:pt x="544211" y="94527"/>
                </a:moveTo>
                <a:cubicBezTo>
                  <a:pt x="545638" y="93955"/>
                  <a:pt x="546584" y="94220"/>
                  <a:pt x="546584" y="95120"/>
                </a:cubicBezTo>
                <a:cubicBezTo>
                  <a:pt x="546584" y="95959"/>
                  <a:pt x="548673" y="99529"/>
                  <a:pt x="551330" y="103228"/>
                </a:cubicBezTo>
                <a:cubicBezTo>
                  <a:pt x="553987" y="106927"/>
                  <a:pt x="556273" y="110675"/>
                  <a:pt x="556273" y="111533"/>
                </a:cubicBezTo>
                <a:cubicBezTo>
                  <a:pt x="556273" y="112392"/>
                  <a:pt x="557097" y="113115"/>
                  <a:pt x="558053" y="113115"/>
                </a:cubicBezTo>
                <a:cubicBezTo>
                  <a:pt x="559010" y="113115"/>
                  <a:pt x="561283" y="114571"/>
                  <a:pt x="563195" y="116280"/>
                </a:cubicBezTo>
                <a:cubicBezTo>
                  <a:pt x="567931" y="120512"/>
                  <a:pt x="574971" y="124278"/>
                  <a:pt x="576049" y="123200"/>
                </a:cubicBezTo>
                <a:cubicBezTo>
                  <a:pt x="576534" y="122714"/>
                  <a:pt x="576839" y="123106"/>
                  <a:pt x="576839" y="123991"/>
                </a:cubicBezTo>
                <a:cubicBezTo>
                  <a:pt x="576839" y="124877"/>
                  <a:pt x="578456" y="125574"/>
                  <a:pt x="580399" y="125574"/>
                </a:cubicBezTo>
                <a:cubicBezTo>
                  <a:pt x="582402" y="125574"/>
                  <a:pt x="583651" y="126175"/>
                  <a:pt x="583167" y="126958"/>
                </a:cubicBezTo>
                <a:cubicBezTo>
                  <a:pt x="582645" y="127804"/>
                  <a:pt x="584902" y="128342"/>
                  <a:pt x="588902" y="128342"/>
                </a:cubicBezTo>
                <a:cubicBezTo>
                  <a:pt x="595041" y="128342"/>
                  <a:pt x="595700" y="128764"/>
                  <a:pt x="602942" y="136252"/>
                </a:cubicBezTo>
                <a:cubicBezTo>
                  <a:pt x="611596" y="145199"/>
                  <a:pt x="614213" y="149799"/>
                  <a:pt x="614213" y="156620"/>
                </a:cubicBezTo>
                <a:cubicBezTo>
                  <a:pt x="614213" y="159197"/>
                  <a:pt x="614839" y="161688"/>
                  <a:pt x="615598" y="162157"/>
                </a:cubicBezTo>
                <a:cubicBezTo>
                  <a:pt x="616357" y="162626"/>
                  <a:pt x="616982" y="164138"/>
                  <a:pt x="616982" y="165519"/>
                </a:cubicBezTo>
                <a:cubicBezTo>
                  <a:pt x="616982" y="166899"/>
                  <a:pt x="617901" y="168792"/>
                  <a:pt x="618960" y="169671"/>
                </a:cubicBezTo>
                <a:cubicBezTo>
                  <a:pt x="620768" y="171173"/>
                  <a:pt x="621409" y="174081"/>
                  <a:pt x="623311" y="186678"/>
                </a:cubicBezTo>
                <a:cubicBezTo>
                  <a:pt x="623740" y="189530"/>
                  <a:pt x="624609" y="192191"/>
                  <a:pt x="625287" y="192610"/>
                </a:cubicBezTo>
                <a:cubicBezTo>
                  <a:pt x="625967" y="193030"/>
                  <a:pt x="626672" y="195748"/>
                  <a:pt x="626672" y="198740"/>
                </a:cubicBezTo>
                <a:cubicBezTo>
                  <a:pt x="626672" y="201732"/>
                  <a:pt x="627297" y="204277"/>
                  <a:pt x="628056" y="204277"/>
                </a:cubicBezTo>
                <a:cubicBezTo>
                  <a:pt x="628933" y="204277"/>
                  <a:pt x="629440" y="215074"/>
                  <a:pt x="629440" y="233939"/>
                </a:cubicBezTo>
                <a:cubicBezTo>
                  <a:pt x="629440" y="252805"/>
                  <a:pt x="628933" y="263601"/>
                  <a:pt x="628056" y="263601"/>
                </a:cubicBezTo>
                <a:cubicBezTo>
                  <a:pt x="627297" y="263601"/>
                  <a:pt x="626672" y="265110"/>
                  <a:pt x="626672" y="266963"/>
                </a:cubicBezTo>
                <a:cubicBezTo>
                  <a:pt x="626672" y="268817"/>
                  <a:pt x="626047" y="270647"/>
                  <a:pt x="625287" y="271116"/>
                </a:cubicBezTo>
                <a:cubicBezTo>
                  <a:pt x="624529" y="271585"/>
                  <a:pt x="623903" y="275139"/>
                  <a:pt x="623903" y="279026"/>
                </a:cubicBezTo>
                <a:cubicBezTo>
                  <a:pt x="623903" y="286040"/>
                  <a:pt x="622424" y="291865"/>
                  <a:pt x="618762" y="300580"/>
                </a:cubicBezTo>
                <a:cubicBezTo>
                  <a:pt x="617715" y="303074"/>
                  <a:pt x="616982" y="306663"/>
                  <a:pt x="616982" y="308491"/>
                </a:cubicBezTo>
                <a:cubicBezTo>
                  <a:pt x="616982" y="310318"/>
                  <a:pt x="616471" y="312028"/>
                  <a:pt x="615796" y="312445"/>
                </a:cubicBezTo>
                <a:cubicBezTo>
                  <a:pt x="615120" y="312863"/>
                  <a:pt x="614227" y="315310"/>
                  <a:pt x="613818" y="317784"/>
                </a:cubicBezTo>
                <a:cubicBezTo>
                  <a:pt x="613409" y="320259"/>
                  <a:pt x="612357" y="325046"/>
                  <a:pt x="611446" y="328463"/>
                </a:cubicBezTo>
                <a:cubicBezTo>
                  <a:pt x="610533" y="331880"/>
                  <a:pt x="609412" y="339922"/>
                  <a:pt x="609073" y="346260"/>
                </a:cubicBezTo>
                <a:cubicBezTo>
                  <a:pt x="608554" y="355947"/>
                  <a:pt x="609022" y="358884"/>
                  <a:pt x="611643" y="365442"/>
                </a:cubicBezTo>
                <a:cubicBezTo>
                  <a:pt x="615198" y="374336"/>
                  <a:pt x="618313" y="379931"/>
                  <a:pt x="619355" y="378889"/>
                </a:cubicBezTo>
                <a:cubicBezTo>
                  <a:pt x="620537" y="377707"/>
                  <a:pt x="623775" y="382853"/>
                  <a:pt x="623706" y="385810"/>
                </a:cubicBezTo>
                <a:cubicBezTo>
                  <a:pt x="623670" y="387328"/>
                  <a:pt x="623297" y="387748"/>
                  <a:pt x="622915" y="386798"/>
                </a:cubicBezTo>
                <a:cubicBezTo>
                  <a:pt x="622532" y="385850"/>
                  <a:pt x="621008" y="385019"/>
                  <a:pt x="619553" y="385019"/>
                </a:cubicBezTo>
                <a:cubicBezTo>
                  <a:pt x="618098" y="385019"/>
                  <a:pt x="616982" y="384394"/>
                  <a:pt x="616982" y="383635"/>
                </a:cubicBezTo>
                <a:cubicBezTo>
                  <a:pt x="616982" y="382876"/>
                  <a:pt x="616049" y="382250"/>
                  <a:pt x="615005" y="382250"/>
                </a:cubicBezTo>
                <a:cubicBezTo>
                  <a:pt x="613129" y="382250"/>
                  <a:pt x="599281" y="376584"/>
                  <a:pt x="594637" y="373945"/>
                </a:cubicBezTo>
                <a:cubicBezTo>
                  <a:pt x="593318" y="373196"/>
                  <a:pt x="590549" y="372561"/>
                  <a:pt x="588704" y="372561"/>
                </a:cubicBezTo>
                <a:cubicBezTo>
                  <a:pt x="586859" y="372561"/>
                  <a:pt x="585211" y="371969"/>
                  <a:pt x="584947" y="371177"/>
                </a:cubicBezTo>
                <a:cubicBezTo>
                  <a:pt x="584683" y="370384"/>
                  <a:pt x="583084" y="369722"/>
                  <a:pt x="581388" y="369594"/>
                </a:cubicBezTo>
                <a:cubicBezTo>
                  <a:pt x="579691" y="369467"/>
                  <a:pt x="578223" y="368800"/>
                  <a:pt x="578223" y="368210"/>
                </a:cubicBezTo>
                <a:cubicBezTo>
                  <a:pt x="578223" y="367621"/>
                  <a:pt x="576965" y="367171"/>
                  <a:pt x="575258" y="367222"/>
                </a:cubicBezTo>
                <a:cubicBezTo>
                  <a:pt x="573549" y="367271"/>
                  <a:pt x="569593" y="366712"/>
                  <a:pt x="566556" y="365837"/>
                </a:cubicBezTo>
                <a:cubicBezTo>
                  <a:pt x="563520" y="364963"/>
                  <a:pt x="558519" y="363693"/>
                  <a:pt x="555482" y="363069"/>
                </a:cubicBezTo>
                <a:cubicBezTo>
                  <a:pt x="552446" y="362444"/>
                  <a:pt x="547856" y="361226"/>
                  <a:pt x="545200" y="360300"/>
                </a:cubicBezTo>
                <a:cubicBezTo>
                  <a:pt x="539153" y="358194"/>
                  <a:pt x="527751" y="356083"/>
                  <a:pt x="516527" y="355159"/>
                </a:cubicBezTo>
                <a:cubicBezTo>
                  <a:pt x="511782" y="354768"/>
                  <a:pt x="507825" y="354158"/>
                  <a:pt x="507825" y="353775"/>
                </a:cubicBezTo>
                <a:cubicBezTo>
                  <a:pt x="507825" y="353392"/>
                  <a:pt x="509190" y="352105"/>
                  <a:pt x="510791" y="350809"/>
                </a:cubicBezTo>
                <a:cubicBezTo>
                  <a:pt x="514026" y="348188"/>
                  <a:pt x="517483" y="339385"/>
                  <a:pt x="517515" y="333802"/>
                </a:cubicBezTo>
                <a:cubicBezTo>
                  <a:pt x="517548" y="328105"/>
                  <a:pt x="514097" y="321126"/>
                  <a:pt x="508418" y="315610"/>
                </a:cubicBezTo>
                <a:cubicBezTo>
                  <a:pt x="505550" y="312823"/>
                  <a:pt x="502754" y="310468"/>
                  <a:pt x="502289" y="310468"/>
                </a:cubicBezTo>
                <a:cubicBezTo>
                  <a:pt x="499697" y="310468"/>
                  <a:pt x="483318" y="292170"/>
                  <a:pt x="483897" y="289902"/>
                </a:cubicBezTo>
                <a:cubicBezTo>
                  <a:pt x="484843" y="286201"/>
                  <a:pt x="473981" y="280996"/>
                  <a:pt x="468078" y="282388"/>
                </a:cubicBezTo>
                <a:cubicBezTo>
                  <a:pt x="463340" y="283505"/>
                  <a:pt x="458191" y="288240"/>
                  <a:pt x="458191" y="291484"/>
                </a:cubicBezTo>
                <a:cubicBezTo>
                  <a:pt x="458191" y="293989"/>
                  <a:pt x="440685" y="313236"/>
                  <a:pt x="438416" y="313236"/>
                </a:cubicBezTo>
                <a:cubicBezTo>
                  <a:pt x="435963" y="313236"/>
                  <a:pt x="431403" y="319204"/>
                  <a:pt x="427737" y="327079"/>
                </a:cubicBezTo>
                <a:cubicBezTo>
                  <a:pt x="426854" y="328977"/>
                  <a:pt x="425391" y="332047"/>
                  <a:pt x="424574" y="333802"/>
                </a:cubicBezTo>
                <a:cubicBezTo>
                  <a:pt x="423482" y="336145"/>
                  <a:pt x="423553" y="337586"/>
                  <a:pt x="424771" y="339537"/>
                </a:cubicBezTo>
                <a:cubicBezTo>
                  <a:pt x="425684" y="340998"/>
                  <a:pt x="426534" y="343126"/>
                  <a:pt x="426551" y="344085"/>
                </a:cubicBezTo>
                <a:cubicBezTo>
                  <a:pt x="426568" y="345044"/>
                  <a:pt x="427835" y="347329"/>
                  <a:pt x="429319" y="349227"/>
                </a:cubicBezTo>
                <a:cubicBezTo>
                  <a:pt x="430804" y="351125"/>
                  <a:pt x="431873" y="353063"/>
                  <a:pt x="431890" y="353577"/>
                </a:cubicBezTo>
                <a:cubicBezTo>
                  <a:pt x="431907" y="354090"/>
                  <a:pt x="426881" y="354775"/>
                  <a:pt x="420619" y="355159"/>
                </a:cubicBezTo>
                <a:cubicBezTo>
                  <a:pt x="410047" y="355807"/>
                  <a:pt x="405202" y="356468"/>
                  <a:pt x="383046" y="360103"/>
                </a:cubicBezTo>
                <a:cubicBezTo>
                  <a:pt x="368095" y="362555"/>
                  <a:pt x="361054" y="363973"/>
                  <a:pt x="356152" y="365640"/>
                </a:cubicBezTo>
                <a:cubicBezTo>
                  <a:pt x="353496" y="366543"/>
                  <a:pt x="349326" y="367259"/>
                  <a:pt x="346858" y="367222"/>
                </a:cubicBezTo>
                <a:cubicBezTo>
                  <a:pt x="344389" y="367184"/>
                  <a:pt x="342311" y="367940"/>
                  <a:pt x="342311" y="368804"/>
                </a:cubicBezTo>
                <a:cubicBezTo>
                  <a:pt x="342311" y="369666"/>
                  <a:pt x="341961" y="370036"/>
                  <a:pt x="341520" y="369594"/>
                </a:cubicBezTo>
                <a:cubicBezTo>
                  <a:pt x="340607" y="368682"/>
                  <a:pt x="322366" y="375138"/>
                  <a:pt x="313637" y="379482"/>
                </a:cubicBezTo>
                <a:cubicBezTo>
                  <a:pt x="310447" y="381069"/>
                  <a:pt x="306902" y="382250"/>
                  <a:pt x="305727" y="382250"/>
                </a:cubicBezTo>
                <a:cubicBezTo>
                  <a:pt x="304552" y="382250"/>
                  <a:pt x="303552" y="382876"/>
                  <a:pt x="303552" y="383635"/>
                </a:cubicBezTo>
                <a:cubicBezTo>
                  <a:pt x="303552" y="384394"/>
                  <a:pt x="302389" y="385019"/>
                  <a:pt x="300783" y="385019"/>
                </a:cubicBezTo>
                <a:cubicBezTo>
                  <a:pt x="299177" y="385019"/>
                  <a:pt x="294911" y="387305"/>
                  <a:pt x="291292" y="389963"/>
                </a:cubicBezTo>
                <a:cubicBezTo>
                  <a:pt x="287672" y="392620"/>
                  <a:pt x="283750" y="394709"/>
                  <a:pt x="282591" y="394709"/>
                </a:cubicBezTo>
                <a:cubicBezTo>
                  <a:pt x="281431" y="394709"/>
                  <a:pt x="279036" y="396542"/>
                  <a:pt x="277251" y="398663"/>
                </a:cubicBezTo>
                <a:cubicBezTo>
                  <a:pt x="272237" y="404623"/>
                  <a:pt x="271054" y="404860"/>
                  <a:pt x="269144" y="400245"/>
                </a:cubicBezTo>
                <a:cubicBezTo>
                  <a:pt x="267837" y="397092"/>
                  <a:pt x="267760" y="395499"/>
                  <a:pt x="268946" y="394313"/>
                </a:cubicBezTo>
                <a:cubicBezTo>
                  <a:pt x="269944" y="393314"/>
                  <a:pt x="270528" y="387116"/>
                  <a:pt x="270528" y="377307"/>
                </a:cubicBezTo>
                <a:cubicBezTo>
                  <a:pt x="270528" y="368451"/>
                  <a:pt x="271124" y="361381"/>
                  <a:pt x="271912" y="360894"/>
                </a:cubicBezTo>
                <a:cubicBezTo>
                  <a:pt x="272671" y="360425"/>
                  <a:pt x="273296" y="356719"/>
                  <a:pt x="273296" y="352588"/>
                </a:cubicBezTo>
                <a:cubicBezTo>
                  <a:pt x="273296" y="348457"/>
                  <a:pt x="273922" y="345074"/>
                  <a:pt x="274680" y="345074"/>
                </a:cubicBezTo>
                <a:cubicBezTo>
                  <a:pt x="275440" y="345074"/>
                  <a:pt x="276065" y="343137"/>
                  <a:pt x="276065" y="340723"/>
                </a:cubicBezTo>
                <a:cubicBezTo>
                  <a:pt x="276065" y="336363"/>
                  <a:pt x="278099" y="328502"/>
                  <a:pt x="280416" y="323915"/>
                </a:cubicBezTo>
                <a:cubicBezTo>
                  <a:pt x="281081" y="322596"/>
                  <a:pt x="281602" y="320044"/>
                  <a:pt x="281602" y="318180"/>
                </a:cubicBezTo>
                <a:cubicBezTo>
                  <a:pt x="281602" y="316316"/>
                  <a:pt x="282227" y="314497"/>
                  <a:pt x="282986" y="314027"/>
                </a:cubicBezTo>
                <a:cubicBezTo>
                  <a:pt x="283745" y="313558"/>
                  <a:pt x="284370" y="311780"/>
                  <a:pt x="284370" y="310072"/>
                </a:cubicBezTo>
                <a:cubicBezTo>
                  <a:pt x="284370" y="308364"/>
                  <a:pt x="285233" y="305811"/>
                  <a:pt x="286347" y="304338"/>
                </a:cubicBezTo>
                <a:cubicBezTo>
                  <a:pt x="287462" y="302864"/>
                  <a:pt x="288301" y="299746"/>
                  <a:pt x="288325" y="297417"/>
                </a:cubicBezTo>
                <a:cubicBezTo>
                  <a:pt x="288410" y="289273"/>
                  <a:pt x="297528" y="265422"/>
                  <a:pt x="301179" y="263799"/>
                </a:cubicBezTo>
                <a:cubicBezTo>
                  <a:pt x="301748" y="263546"/>
                  <a:pt x="302168" y="262719"/>
                  <a:pt x="302168" y="261822"/>
                </a:cubicBezTo>
                <a:cubicBezTo>
                  <a:pt x="302168" y="258262"/>
                  <a:pt x="309020" y="247704"/>
                  <a:pt x="315812" y="240663"/>
                </a:cubicBezTo>
                <a:cubicBezTo>
                  <a:pt x="316761" y="239679"/>
                  <a:pt x="317394" y="238135"/>
                  <a:pt x="317394" y="237103"/>
                </a:cubicBezTo>
                <a:cubicBezTo>
                  <a:pt x="317394" y="236072"/>
                  <a:pt x="319300" y="233009"/>
                  <a:pt x="321547" y="230380"/>
                </a:cubicBezTo>
                <a:cubicBezTo>
                  <a:pt x="323794" y="227752"/>
                  <a:pt x="325668" y="224848"/>
                  <a:pt x="325700" y="223854"/>
                </a:cubicBezTo>
                <a:cubicBezTo>
                  <a:pt x="325730" y="222861"/>
                  <a:pt x="326250" y="222275"/>
                  <a:pt x="326886" y="222668"/>
                </a:cubicBezTo>
                <a:cubicBezTo>
                  <a:pt x="327522" y="223061"/>
                  <a:pt x="330478" y="220927"/>
                  <a:pt x="333411" y="217922"/>
                </a:cubicBezTo>
                <a:cubicBezTo>
                  <a:pt x="336346" y="214916"/>
                  <a:pt x="339546" y="212583"/>
                  <a:pt x="340531" y="212583"/>
                </a:cubicBezTo>
                <a:cubicBezTo>
                  <a:pt x="341515" y="212583"/>
                  <a:pt x="342311" y="212067"/>
                  <a:pt x="342311" y="211396"/>
                </a:cubicBezTo>
                <a:cubicBezTo>
                  <a:pt x="342311" y="210725"/>
                  <a:pt x="343355" y="209655"/>
                  <a:pt x="344683" y="209221"/>
                </a:cubicBezTo>
                <a:cubicBezTo>
                  <a:pt x="348922" y="207834"/>
                  <a:pt x="360760" y="200540"/>
                  <a:pt x="361294" y="198938"/>
                </a:cubicBezTo>
                <a:cubicBezTo>
                  <a:pt x="361577" y="198088"/>
                  <a:pt x="362670" y="197356"/>
                  <a:pt x="363667" y="197356"/>
                </a:cubicBezTo>
                <a:cubicBezTo>
                  <a:pt x="366705" y="197356"/>
                  <a:pt x="373761" y="187951"/>
                  <a:pt x="374741" y="182723"/>
                </a:cubicBezTo>
                <a:cubicBezTo>
                  <a:pt x="376194" y="174973"/>
                  <a:pt x="374771" y="162675"/>
                  <a:pt x="372170" y="160773"/>
                </a:cubicBezTo>
                <a:cubicBezTo>
                  <a:pt x="370926" y="159862"/>
                  <a:pt x="370202" y="158786"/>
                  <a:pt x="370588" y="158400"/>
                </a:cubicBezTo>
                <a:cubicBezTo>
                  <a:pt x="370974" y="158014"/>
                  <a:pt x="370361" y="156987"/>
                  <a:pt x="369204" y="156027"/>
                </a:cubicBezTo>
                <a:cubicBezTo>
                  <a:pt x="366154" y="153495"/>
                  <a:pt x="366653" y="150422"/>
                  <a:pt x="370588" y="147326"/>
                </a:cubicBezTo>
                <a:cubicBezTo>
                  <a:pt x="372486" y="145833"/>
                  <a:pt x="374105" y="143870"/>
                  <a:pt x="374148" y="142975"/>
                </a:cubicBezTo>
                <a:cubicBezTo>
                  <a:pt x="374191" y="142081"/>
                  <a:pt x="377674" y="138766"/>
                  <a:pt x="381860" y="135461"/>
                </a:cubicBezTo>
                <a:cubicBezTo>
                  <a:pt x="388170" y="130478"/>
                  <a:pt x="390063" y="129495"/>
                  <a:pt x="393131" y="130319"/>
                </a:cubicBezTo>
                <a:cubicBezTo>
                  <a:pt x="402035" y="132711"/>
                  <a:pt x="416068" y="132808"/>
                  <a:pt x="423387" y="130319"/>
                </a:cubicBezTo>
                <a:cubicBezTo>
                  <a:pt x="427402" y="128955"/>
                  <a:pt x="430704" y="127164"/>
                  <a:pt x="430704" y="126562"/>
                </a:cubicBezTo>
                <a:cubicBezTo>
                  <a:pt x="430704" y="125960"/>
                  <a:pt x="431691" y="125574"/>
                  <a:pt x="433077" y="125574"/>
                </a:cubicBezTo>
                <a:cubicBezTo>
                  <a:pt x="434462" y="125574"/>
                  <a:pt x="437051" y="124087"/>
                  <a:pt x="438811" y="122212"/>
                </a:cubicBezTo>
                <a:cubicBezTo>
                  <a:pt x="441746" y="119088"/>
                  <a:pt x="442757" y="118884"/>
                  <a:pt x="450478" y="119641"/>
                </a:cubicBezTo>
                <a:cubicBezTo>
                  <a:pt x="455112" y="120095"/>
                  <a:pt x="459447" y="120957"/>
                  <a:pt x="460168" y="121619"/>
                </a:cubicBezTo>
                <a:cubicBezTo>
                  <a:pt x="460890" y="122280"/>
                  <a:pt x="465674" y="122805"/>
                  <a:pt x="470649" y="122805"/>
                </a:cubicBezTo>
                <a:cubicBezTo>
                  <a:pt x="480051" y="122805"/>
                  <a:pt x="496546" y="117832"/>
                  <a:pt x="501102" y="113709"/>
                </a:cubicBezTo>
                <a:cubicBezTo>
                  <a:pt x="502350" y="112579"/>
                  <a:pt x="503758" y="112212"/>
                  <a:pt x="504266" y="112720"/>
                </a:cubicBezTo>
                <a:cubicBezTo>
                  <a:pt x="504774" y="113228"/>
                  <a:pt x="505057" y="112815"/>
                  <a:pt x="505057" y="111929"/>
                </a:cubicBezTo>
                <a:cubicBezTo>
                  <a:pt x="505057" y="111043"/>
                  <a:pt x="505814" y="110347"/>
                  <a:pt x="506639" y="110347"/>
                </a:cubicBezTo>
                <a:cubicBezTo>
                  <a:pt x="507464" y="110347"/>
                  <a:pt x="510726" y="107390"/>
                  <a:pt x="513956" y="103821"/>
                </a:cubicBezTo>
                <a:cubicBezTo>
                  <a:pt x="519772" y="97395"/>
                  <a:pt x="519955" y="97470"/>
                  <a:pt x="530764" y="96505"/>
                </a:cubicBezTo>
                <a:cubicBezTo>
                  <a:pt x="536767" y="95969"/>
                  <a:pt x="542882" y="95060"/>
                  <a:pt x="544211" y="94527"/>
                </a:cubicBezTo>
              </a:path>
            </a:pathLst>
          </a:custGeom>
          <a:noFill xmlns:a="http://schemas.openxmlformats.org/drawingml/2006/main"/>
          <a:ln xmlns:a="http://schemas.openxmlformats.org/drawingml/2006/main" w="44296">
            <a:solidFill>
              <a:srgbClr val="C5D1E0"/>
            </a:solidFill>
            <a:prstDash val="solid"/>
          </a:ln>
        </p:spPr>
      </p:sp>
      <p:sp>
        <p:nvSpPr>
          <p:cNvPr id="15" name="pdf-path-49">
            <a:extLst xmlns:a="http://schemas.openxmlformats.org/drawingml/2006/main">
              <a:ext uri="{FF2B5EF4-FFF2-40B4-BE49-F238E27FC236}">
                <a16:creationId xmlns:a16="http://schemas.microsoft.com/office/drawing/2014/main" id="{308259BF-2F7C-48DF-9DEF-F0E2DA3C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718" y="1915948"/>
            <a:ext cx="164222" cy="169268"/>
          </a:xfrm>
          <a:custGeom xmlns:a="http://schemas.openxmlformats.org/drawingml/2006/main">
            <a:pathLst>
              <a:path w="164222" h="169268">
                <a:moveTo>
                  <a:pt x="135013" y="30112"/>
                </a:moveTo>
                <a:cubicBezTo>
                  <a:pt x="164222" y="60224"/>
                  <a:pt x="164222" y="109045"/>
                  <a:pt x="135013" y="139156"/>
                </a:cubicBezTo>
                <a:cubicBezTo>
                  <a:pt x="105797" y="169268"/>
                  <a:pt x="58431" y="169268"/>
                  <a:pt x="29216" y="139156"/>
                </a:cubicBezTo>
                <a:cubicBezTo>
                  <a:pt x="0" y="109045"/>
                  <a:pt x="0" y="60224"/>
                  <a:pt x="29216" y="30112"/>
                </a:cubicBezTo>
                <a:cubicBezTo>
                  <a:pt x="58431" y="0"/>
                  <a:pt x="105797" y="0"/>
                  <a:pt x="135013" y="30112"/>
                </a:cubicBezTo>
              </a:path>
            </a:pathLst>
          </a:custGeom>
          <a:solidFill xmlns:a="http://schemas.openxmlformats.org/drawingml/2006/main">
            <a:srgbClr val="DC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62">
            <a:extLst xmlns:a="http://schemas.openxmlformats.org/drawingml/2006/main">
              <a:ext uri="{FF2B5EF4-FFF2-40B4-BE49-F238E27FC236}">
                <a16:creationId xmlns:a16="http://schemas.microsoft.com/office/drawing/2014/main" id="{0B5535E6-0843-4257-B1E4-9D4F3601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808" y="4254301"/>
            <a:ext cx="1319300" cy="1267548"/>
          </a:xfrm>
          <a:custGeom xmlns:a="http://schemas.openxmlformats.org/drawingml/2006/main">
            <a:pathLst>
              <a:path w="1319300" h="1267548">
                <a:moveTo>
                  <a:pt x="0" y="0"/>
                </a:moveTo>
                <a:lnTo>
                  <a:pt x="1319300" y="0"/>
                </a:lnTo>
                <a:lnTo>
                  <a:pt x="1319300" y="1267548"/>
                </a:lnTo>
                <a:lnTo>
                  <a:pt x="0" y="12675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312">
            <a:solidFill>
              <a:srgbClr val="000000"/>
            </a:solidFill>
            <a:prstDash val="solid"/>
          </a:ln>
        </p:spPr>
      </p:sp>
      <p:sp>
        <p:nvSpPr>
          <p:cNvPr id="17" name="pdf-path-65">
            <a:extLst xmlns:a="http://schemas.openxmlformats.org/drawingml/2006/main">
              <a:ext uri="{FF2B5EF4-FFF2-40B4-BE49-F238E27FC236}">
                <a16:creationId xmlns:a16="http://schemas.microsoft.com/office/drawing/2014/main" id="{1C1B2FA5-721F-4859-85A4-19556DF0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3252" y="4467624"/>
            <a:ext cx="1160620" cy="1273103"/>
          </a:xfrm>
          <a:custGeom xmlns:a="http://schemas.openxmlformats.org/drawingml/2006/main">
            <a:pathLst>
              <a:path w="1160620" h="1273103">
                <a:moveTo>
                  <a:pt x="0" y="0"/>
                </a:moveTo>
                <a:lnTo>
                  <a:pt x="1160620" y="0"/>
                </a:lnTo>
                <a:lnTo>
                  <a:pt x="1160620" y="1273103"/>
                </a:lnTo>
                <a:lnTo>
                  <a:pt x="0" y="12731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312">
            <a:solidFill>
              <a:srgbClr val="000000"/>
            </a:solidFill>
            <a:prstDash val="solid"/>
          </a:ln>
        </p:spPr>
      </p:sp>
      <p:sp>
        <p:nvSpPr>
          <p:cNvPr id="18" name="pdf-path-68">
            <a:extLst xmlns:a="http://schemas.openxmlformats.org/drawingml/2006/main">
              <a:ext uri="{FF2B5EF4-FFF2-40B4-BE49-F238E27FC236}">
                <a16:creationId xmlns:a16="http://schemas.microsoft.com/office/drawing/2014/main" id="{C25C4C57-D59E-480F-BE5E-A03DA4E2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0282" y="4181916"/>
            <a:ext cx="1222364" cy="1273103"/>
          </a:xfrm>
          <a:custGeom xmlns:a="http://schemas.openxmlformats.org/drawingml/2006/main">
            <a:pathLst>
              <a:path w="1222364" h="1273103">
                <a:moveTo>
                  <a:pt x="0" y="0"/>
                </a:moveTo>
                <a:lnTo>
                  <a:pt x="1222364" y="0"/>
                </a:lnTo>
                <a:lnTo>
                  <a:pt x="1222364" y="1273103"/>
                </a:lnTo>
                <a:lnTo>
                  <a:pt x="0" y="12731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312">
            <a:solidFill>
              <a:srgbClr val="000000"/>
            </a:solidFill>
            <a:prstDash val="solid"/>
          </a:ln>
        </p:spPr>
      </p:sp>
      <p:sp>
        <p:nvSpPr>
          <p:cNvPr id="19" name="pdf-path-71">
            <a:extLst xmlns:a="http://schemas.openxmlformats.org/drawingml/2006/main">
              <a:ext uri="{FF2B5EF4-FFF2-40B4-BE49-F238E27FC236}">
                <a16:creationId xmlns:a16="http://schemas.microsoft.com/office/drawing/2014/main" id="{81B1A2E1-F39A-4275-A214-2B32B8DA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9968" y="4334470"/>
            <a:ext cx="1139028" cy="1186308"/>
          </a:xfrm>
          <a:custGeom xmlns:a="http://schemas.openxmlformats.org/drawingml/2006/main">
            <a:pathLst>
              <a:path w="1139028" h="1186308">
                <a:moveTo>
                  <a:pt x="0" y="0"/>
                </a:moveTo>
                <a:lnTo>
                  <a:pt x="1139028" y="0"/>
                </a:lnTo>
                <a:lnTo>
                  <a:pt x="1139028" y="1186308"/>
                </a:lnTo>
                <a:lnTo>
                  <a:pt x="0" y="11863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312">
            <a:solidFill>
              <a:srgbClr val="000000"/>
            </a:solidFill>
            <a:prstDash val="solid"/>
          </a:ln>
        </p:spPr>
      </p:sp>
      <p:sp>
        <p:nvSpPr>
          <p:cNvPr id="20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0C38F897-0A4C-409B-83B6-0A8292D7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1521" y="4669761"/>
            <a:ext cx="452574" cy="379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90" b="1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90" b="1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pPr>
            <a:r>
              <a:rPr sz="2990" b="1" i="0">
                <a:solidFill>
                  <a:srgbClr val="53585F"/>
                </a:solidFill>
                <a:latin typeface="Arial"/>
                <a:ea typeface="Arial"/>
                <a:cs typeface="Arial"/>
              </a:rPr>
              <a:t>….</a:t>
            </a:r>
          </a:p>
        </p:txBody>
      </p:sp>
      <p:sp>
        <p:nvSpPr>
          <p:cNvPr id="21" name="pdf-path-75">
            <a:extLst xmlns:a="http://schemas.openxmlformats.org/drawingml/2006/main">
              <a:ext uri="{FF2B5EF4-FFF2-40B4-BE49-F238E27FC236}">
                <a16:creationId xmlns:a16="http://schemas.microsoft.com/office/drawing/2014/main" id="{755A4A5A-F980-4606-8A9A-7B3052A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2419" y="4334470"/>
            <a:ext cx="1139028" cy="1186308"/>
          </a:xfrm>
          <a:custGeom xmlns:a="http://schemas.openxmlformats.org/drawingml/2006/main">
            <a:pathLst>
              <a:path w="1139028" h="1186308">
                <a:moveTo>
                  <a:pt x="0" y="0"/>
                </a:moveTo>
                <a:lnTo>
                  <a:pt x="1139028" y="0"/>
                </a:lnTo>
                <a:lnTo>
                  <a:pt x="1139028" y="1186308"/>
                </a:lnTo>
                <a:lnTo>
                  <a:pt x="0" y="11863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312">
            <a:solidFill>
              <a:srgbClr val="000000"/>
            </a:solidFill>
            <a:prstDash val="solid"/>
          </a:ln>
        </p:spPr>
      </p:sp>
      <p:sp>
        <p:nvSpPr>
          <p:cNvPr id="22" name="pdf-path-78">
            <a:extLst xmlns:a="http://schemas.openxmlformats.org/drawingml/2006/main">
              <a:ext uri="{FF2B5EF4-FFF2-40B4-BE49-F238E27FC236}">
                <a16:creationId xmlns:a16="http://schemas.microsoft.com/office/drawing/2014/main" id="{F431E1B6-6558-4074-B024-A929E4DE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4108" y="4188933"/>
            <a:ext cx="1139028" cy="1212993"/>
          </a:xfrm>
          <a:custGeom xmlns:a="http://schemas.openxmlformats.org/drawingml/2006/main">
            <a:pathLst>
              <a:path w="1139028" h="1212993">
                <a:moveTo>
                  <a:pt x="0" y="0"/>
                </a:moveTo>
                <a:lnTo>
                  <a:pt x="1139028" y="0"/>
                </a:lnTo>
                <a:lnTo>
                  <a:pt x="1139028" y="1212993"/>
                </a:lnTo>
                <a:lnTo>
                  <a:pt x="0" y="12129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312">
            <a:solidFill>
              <a:srgbClr val="000000"/>
            </a:solidFill>
            <a:prstDash val="solid"/>
          </a:ln>
        </p:spPr>
      </p:sp>
      <p:sp>
        <p:nvSpPr>
          <p:cNvPr id="23" name="pdf-path-81">
            <a:extLst xmlns:a="http://schemas.openxmlformats.org/drawingml/2006/main">
              <a:ext uri="{FF2B5EF4-FFF2-40B4-BE49-F238E27FC236}">
                <a16:creationId xmlns:a16="http://schemas.microsoft.com/office/drawing/2014/main" id="{78E549CD-726E-49DE-902E-FDB8230C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1330" y="4334470"/>
            <a:ext cx="1139028" cy="1186308"/>
          </a:xfrm>
          <a:custGeom xmlns:a="http://schemas.openxmlformats.org/drawingml/2006/main">
            <a:pathLst>
              <a:path w="1139028" h="1186308">
                <a:moveTo>
                  <a:pt x="0" y="0"/>
                </a:moveTo>
                <a:lnTo>
                  <a:pt x="1139028" y="0"/>
                </a:lnTo>
                <a:lnTo>
                  <a:pt x="1139028" y="1186308"/>
                </a:lnTo>
                <a:lnTo>
                  <a:pt x="0" y="11863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312">
            <a:solidFill>
              <a:srgbClr val="000000"/>
            </a:solidFill>
            <a:prstDash val="solid"/>
          </a:ln>
        </p:spPr>
      </p:sp>
      <p:sp>
        <p:nvSpPr>
          <p:cNvPr id="24" name="pdf-path-84">
            <a:extLst xmlns:a="http://schemas.openxmlformats.org/drawingml/2006/main">
              <a:ext uri="{FF2B5EF4-FFF2-40B4-BE49-F238E27FC236}">
                <a16:creationId xmlns:a16="http://schemas.microsoft.com/office/drawing/2014/main" id="{0669C69C-E6C1-4675-A9F9-A40BF5A3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7006" y="4225314"/>
            <a:ext cx="1064790" cy="1186308"/>
          </a:xfrm>
          <a:custGeom xmlns:a="http://schemas.openxmlformats.org/drawingml/2006/main">
            <a:pathLst>
              <a:path w="1064790" h="1186308">
                <a:moveTo>
                  <a:pt x="0" y="0"/>
                </a:moveTo>
                <a:lnTo>
                  <a:pt x="1064790" y="0"/>
                </a:lnTo>
                <a:lnTo>
                  <a:pt x="1064790" y="1186308"/>
                </a:lnTo>
                <a:lnTo>
                  <a:pt x="0" y="11863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312">
            <a:solidFill>
              <a:srgbClr val="000000"/>
            </a:solidFill>
            <a:prstDash val="solid"/>
          </a:ln>
        </p:spPr>
      </p:sp>
      <p:sp>
        <p:nvSpPr>
          <p:cNvPr id="25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57F8DA76-75DD-41AA-8818-118CCD9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5018" y="4612103"/>
            <a:ext cx="452574" cy="379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90" b="1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90" b="1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pPr>
            <a:r>
              <a:rPr sz="2990" b="1" i="0">
                <a:solidFill>
                  <a:srgbClr val="53585F"/>
                </a:solidFill>
                <a:latin typeface="Arial"/>
                <a:ea typeface="Arial"/>
                <a:cs typeface="Arial"/>
              </a:rPr>
              <a:t>….</a:t>
            </a:r>
          </a:p>
        </p:txBody>
      </p:sp>
      <p:sp>
        <p:nvSpPr>
          <p:cNvPr id="26" name="pdf-path-88">
            <a:extLst xmlns:a="http://schemas.openxmlformats.org/drawingml/2006/main">
              <a:ext uri="{FF2B5EF4-FFF2-40B4-BE49-F238E27FC236}">
                <a16:creationId xmlns:a16="http://schemas.microsoft.com/office/drawing/2014/main" id="{5472F5A1-D4DF-4BA2-8116-B563810D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1449" y="821717"/>
            <a:ext cx="164223" cy="169268"/>
          </a:xfrm>
          <a:custGeom xmlns:a="http://schemas.openxmlformats.org/drawingml/2006/main">
            <a:pathLst>
              <a:path w="164223" h="169268">
                <a:moveTo>
                  <a:pt x="135007" y="30112"/>
                </a:moveTo>
                <a:cubicBezTo>
                  <a:pt x="164223" y="60224"/>
                  <a:pt x="164223" y="109044"/>
                  <a:pt x="135007" y="139156"/>
                </a:cubicBezTo>
                <a:cubicBezTo>
                  <a:pt x="105792" y="169268"/>
                  <a:pt x="58427" y="169268"/>
                  <a:pt x="29214" y="139156"/>
                </a:cubicBezTo>
                <a:cubicBezTo>
                  <a:pt x="0" y="109044"/>
                  <a:pt x="0" y="60224"/>
                  <a:pt x="29214" y="30112"/>
                </a:cubicBezTo>
                <a:cubicBezTo>
                  <a:pt x="58427" y="0"/>
                  <a:pt x="105792" y="0"/>
                  <a:pt x="135007" y="30112"/>
                </a:cubicBezTo>
              </a:path>
            </a:pathLst>
          </a:custGeom>
          <a:solidFill xmlns:a="http://schemas.openxmlformats.org/drawingml/2006/main">
            <a:srgbClr val="121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89">
            <a:extLst xmlns:a="http://schemas.openxmlformats.org/drawingml/2006/main">
              <a:ext uri="{FF2B5EF4-FFF2-40B4-BE49-F238E27FC236}">
                <a16:creationId xmlns:a16="http://schemas.microsoft.com/office/drawing/2014/main" id="{3BF02FD0-28A0-4175-BB45-A127115B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0972" y="549362"/>
            <a:ext cx="164223" cy="169268"/>
          </a:xfrm>
          <a:custGeom xmlns:a="http://schemas.openxmlformats.org/drawingml/2006/main">
            <a:pathLst>
              <a:path w="164223" h="169268">
                <a:moveTo>
                  <a:pt x="135007" y="30112"/>
                </a:moveTo>
                <a:cubicBezTo>
                  <a:pt x="164223" y="60224"/>
                  <a:pt x="164223" y="109045"/>
                  <a:pt x="135007" y="139156"/>
                </a:cubicBezTo>
                <a:cubicBezTo>
                  <a:pt x="105797" y="169268"/>
                  <a:pt x="58426" y="169268"/>
                  <a:pt x="29216" y="139156"/>
                </a:cubicBezTo>
                <a:cubicBezTo>
                  <a:pt x="0" y="109045"/>
                  <a:pt x="0" y="60224"/>
                  <a:pt x="29216" y="30112"/>
                </a:cubicBezTo>
                <a:cubicBezTo>
                  <a:pt x="58426" y="0"/>
                  <a:pt x="105797" y="0"/>
                  <a:pt x="135007" y="30112"/>
                </a:cubicBezTo>
              </a:path>
            </a:pathLst>
          </a:custGeom>
          <a:solidFill xmlns:a="http://schemas.openxmlformats.org/drawingml/2006/main">
            <a:srgbClr val="DC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path-93">
            <a:extLst xmlns:a="http://schemas.openxmlformats.org/drawingml/2006/main">
              <a:ext uri="{FF2B5EF4-FFF2-40B4-BE49-F238E27FC236}">
                <a16:creationId xmlns:a16="http://schemas.microsoft.com/office/drawing/2014/main" id="{E732F42D-AF8C-4DCD-9924-18B93DC8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3614" y="2085024"/>
            <a:ext cx="868974" cy="854867"/>
          </a:xfrm>
          <a:custGeom xmlns:a="http://schemas.openxmlformats.org/drawingml/2006/main">
            <a:pathLst>
              <a:path w="868974" h="854867">
                <a:moveTo>
                  <a:pt x="360944" y="28"/>
                </a:moveTo>
                <a:cubicBezTo>
                  <a:pt x="321790" y="64"/>
                  <a:pt x="286639" y="1660"/>
                  <a:pt x="264641" y="4379"/>
                </a:cubicBezTo>
                <a:cubicBezTo>
                  <a:pt x="250663" y="6106"/>
                  <a:pt x="247578" y="6406"/>
                  <a:pt x="242295" y="6950"/>
                </a:cubicBezTo>
                <a:cubicBezTo>
                  <a:pt x="239432" y="7244"/>
                  <a:pt x="234262" y="8001"/>
                  <a:pt x="230826" y="8532"/>
                </a:cubicBezTo>
                <a:cubicBezTo>
                  <a:pt x="227390" y="9062"/>
                  <a:pt x="222022" y="9472"/>
                  <a:pt x="218763" y="9520"/>
                </a:cubicBezTo>
                <a:cubicBezTo>
                  <a:pt x="215505" y="9568"/>
                  <a:pt x="212545" y="10012"/>
                  <a:pt x="212238" y="10509"/>
                </a:cubicBezTo>
                <a:cubicBezTo>
                  <a:pt x="211931" y="11006"/>
                  <a:pt x="209434" y="11691"/>
                  <a:pt x="206701" y="12091"/>
                </a:cubicBezTo>
                <a:cubicBezTo>
                  <a:pt x="196296" y="13613"/>
                  <a:pt x="185095" y="15859"/>
                  <a:pt x="171106" y="19012"/>
                </a:cubicBezTo>
                <a:cubicBezTo>
                  <a:pt x="166240" y="20109"/>
                  <a:pt x="160345" y="21226"/>
                  <a:pt x="158055" y="21583"/>
                </a:cubicBezTo>
                <a:cubicBezTo>
                  <a:pt x="155765" y="21940"/>
                  <a:pt x="152000" y="22908"/>
                  <a:pt x="149749" y="23758"/>
                </a:cubicBezTo>
                <a:cubicBezTo>
                  <a:pt x="147499" y="24608"/>
                  <a:pt x="143775" y="25829"/>
                  <a:pt x="141444" y="26329"/>
                </a:cubicBezTo>
                <a:cubicBezTo>
                  <a:pt x="137896" y="27089"/>
                  <a:pt x="133563" y="28252"/>
                  <a:pt x="127800" y="29888"/>
                </a:cubicBezTo>
                <a:cubicBezTo>
                  <a:pt x="127227" y="30051"/>
                  <a:pt x="125037" y="30920"/>
                  <a:pt x="122856" y="31866"/>
                </a:cubicBezTo>
                <a:cubicBezTo>
                  <a:pt x="120675" y="32811"/>
                  <a:pt x="117782" y="33632"/>
                  <a:pt x="116528" y="33843"/>
                </a:cubicBezTo>
                <a:cubicBezTo>
                  <a:pt x="114371" y="34208"/>
                  <a:pt x="110713" y="35553"/>
                  <a:pt x="106047" y="37601"/>
                </a:cubicBezTo>
                <a:cubicBezTo>
                  <a:pt x="104902" y="38103"/>
                  <a:pt x="102206" y="39254"/>
                  <a:pt x="100115" y="40171"/>
                </a:cubicBezTo>
                <a:cubicBezTo>
                  <a:pt x="98024" y="41089"/>
                  <a:pt x="95802" y="41951"/>
                  <a:pt x="95171" y="41951"/>
                </a:cubicBezTo>
                <a:cubicBezTo>
                  <a:pt x="94540" y="41951"/>
                  <a:pt x="92167" y="42783"/>
                  <a:pt x="90029" y="43929"/>
                </a:cubicBezTo>
                <a:cubicBezTo>
                  <a:pt x="87893" y="45074"/>
                  <a:pt x="85620" y="46103"/>
                  <a:pt x="84889" y="46103"/>
                </a:cubicBezTo>
                <a:cubicBezTo>
                  <a:pt x="84156" y="46103"/>
                  <a:pt x="82719" y="46594"/>
                  <a:pt x="81724" y="47092"/>
                </a:cubicBezTo>
                <a:cubicBezTo>
                  <a:pt x="80730" y="47591"/>
                  <a:pt x="76220" y="49820"/>
                  <a:pt x="71639" y="52036"/>
                </a:cubicBezTo>
                <a:cubicBezTo>
                  <a:pt x="67058" y="54253"/>
                  <a:pt x="63033" y="56195"/>
                  <a:pt x="62741" y="56584"/>
                </a:cubicBezTo>
                <a:cubicBezTo>
                  <a:pt x="62449" y="56974"/>
                  <a:pt x="60948" y="57772"/>
                  <a:pt x="59379" y="58166"/>
                </a:cubicBezTo>
                <a:cubicBezTo>
                  <a:pt x="57810" y="58560"/>
                  <a:pt x="56412" y="59180"/>
                  <a:pt x="56412" y="59550"/>
                </a:cubicBezTo>
                <a:cubicBezTo>
                  <a:pt x="56412" y="59921"/>
                  <a:pt x="54912" y="60903"/>
                  <a:pt x="53051" y="61726"/>
                </a:cubicBezTo>
                <a:cubicBezTo>
                  <a:pt x="49172" y="63441"/>
                  <a:pt x="25296" y="82187"/>
                  <a:pt x="20818" y="87037"/>
                </a:cubicBezTo>
                <a:cubicBezTo>
                  <a:pt x="13448" y="95021"/>
                  <a:pt x="8949" y="102270"/>
                  <a:pt x="6382" y="110965"/>
                </a:cubicBezTo>
                <a:cubicBezTo>
                  <a:pt x="5602" y="113609"/>
                  <a:pt x="4655" y="115908"/>
                  <a:pt x="4208" y="115908"/>
                </a:cubicBezTo>
                <a:cubicBezTo>
                  <a:pt x="3759" y="115908"/>
                  <a:pt x="3416" y="117715"/>
                  <a:pt x="3416" y="120061"/>
                </a:cubicBezTo>
                <a:cubicBezTo>
                  <a:pt x="3416" y="122407"/>
                  <a:pt x="2601" y="125745"/>
                  <a:pt x="1637" y="127378"/>
                </a:cubicBezTo>
                <a:cubicBezTo>
                  <a:pt x="108" y="129966"/>
                  <a:pt x="0" y="130767"/>
                  <a:pt x="1241" y="133310"/>
                </a:cubicBezTo>
                <a:cubicBezTo>
                  <a:pt x="2024" y="134916"/>
                  <a:pt x="3163" y="139277"/>
                  <a:pt x="3614" y="143000"/>
                </a:cubicBezTo>
                <a:cubicBezTo>
                  <a:pt x="5181" y="155942"/>
                  <a:pt x="5651" y="159023"/>
                  <a:pt x="6580" y="160006"/>
                </a:cubicBezTo>
                <a:cubicBezTo>
                  <a:pt x="7094" y="160550"/>
                  <a:pt x="7569" y="162562"/>
                  <a:pt x="7569" y="164357"/>
                </a:cubicBezTo>
                <a:cubicBezTo>
                  <a:pt x="7569" y="166151"/>
                  <a:pt x="7968" y="167919"/>
                  <a:pt x="8360" y="168312"/>
                </a:cubicBezTo>
                <a:cubicBezTo>
                  <a:pt x="9415" y="169368"/>
                  <a:pt x="11704" y="176406"/>
                  <a:pt x="11722" y="178595"/>
                </a:cubicBezTo>
                <a:cubicBezTo>
                  <a:pt x="11730" y="179638"/>
                  <a:pt x="12445" y="181295"/>
                  <a:pt x="13304" y="182154"/>
                </a:cubicBezTo>
                <a:cubicBezTo>
                  <a:pt x="14163" y="183013"/>
                  <a:pt x="14882" y="184971"/>
                  <a:pt x="14886" y="186504"/>
                </a:cubicBezTo>
                <a:cubicBezTo>
                  <a:pt x="14889" y="188039"/>
                  <a:pt x="15735" y="190719"/>
                  <a:pt x="16666" y="192437"/>
                </a:cubicBezTo>
                <a:cubicBezTo>
                  <a:pt x="18240" y="195344"/>
                  <a:pt x="18949" y="197996"/>
                  <a:pt x="20620" y="205884"/>
                </a:cubicBezTo>
                <a:cubicBezTo>
                  <a:pt x="20985" y="207602"/>
                  <a:pt x="21988" y="210605"/>
                  <a:pt x="22795" y="212410"/>
                </a:cubicBezTo>
                <a:cubicBezTo>
                  <a:pt x="23603" y="214214"/>
                  <a:pt x="24353" y="216185"/>
                  <a:pt x="24378" y="216958"/>
                </a:cubicBezTo>
                <a:cubicBezTo>
                  <a:pt x="24402" y="217730"/>
                  <a:pt x="25099" y="220402"/>
                  <a:pt x="25960" y="222692"/>
                </a:cubicBezTo>
                <a:cubicBezTo>
                  <a:pt x="26820" y="224984"/>
                  <a:pt x="27587" y="228193"/>
                  <a:pt x="27740" y="229811"/>
                </a:cubicBezTo>
                <a:cubicBezTo>
                  <a:pt x="27891" y="231430"/>
                  <a:pt x="28386" y="232984"/>
                  <a:pt x="28926" y="233371"/>
                </a:cubicBezTo>
                <a:cubicBezTo>
                  <a:pt x="30329" y="234376"/>
                  <a:pt x="32485" y="240960"/>
                  <a:pt x="32485" y="244247"/>
                </a:cubicBezTo>
                <a:cubicBezTo>
                  <a:pt x="32485" y="245781"/>
                  <a:pt x="33099" y="247016"/>
                  <a:pt x="33671" y="247016"/>
                </a:cubicBezTo>
                <a:cubicBezTo>
                  <a:pt x="34244" y="247016"/>
                  <a:pt x="34660" y="248079"/>
                  <a:pt x="34660" y="249191"/>
                </a:cubicBezTo>
                <a:cubicBezTo>
                  <a:pt x="34660" y="250302"/>
                  <a:pt x="35077" y="251407"/>
                  <a:pt x="35649" y="251761"/>
                </a:cubicBezTo>
                <a:cubicBezTo>
                  <a:pt x="36222" y="252115"/>
                  <a:pt x="36638" y="253990"/>
                  <a:pt x="36638" y="255914"/>
                </a:cubicBezTo>
                <a:cubicBezTo>
                  <a:pt x="36638" y="257839"/>
                  <a:pt x="37462" y="260927"/>
                  <a:pt x="38418" y="262835"/>
                </a:cubicBezTo>
                <a:cubicBezTo>
                  <a:pt x="41636" y="269261"/>
                  <a:pt x="41977" y="269891"/>
                  <a:pt x="41977" y="271932"/>
                </a:cubicBezTo>
                <a:cubicBezTo>
                  <a:pt x="41977" y="273051"/>
                  <a:pt x="42393" y="274346"/>
                  <a:pt x="42965" y="274700"/>
                </a:cubicBezTo>
                <a:cubicBezTo>
                  <a:pt x="43538" y="275054"/>
                  <a:pt x="43954" y="276609"/>
                  <a:pt x="43954" y="278260"/>
                </a:cubicBezTo>
                <a:cubicBezTo>
                  <a:pt x="43954" y="279910"/>
                  <a:pt x="44568" y="281663"/>
                  <a:pt x="45141" y="282017"/>
                </a:cubicBezTo>
                <a:cubicBezTo>
                  <a:pt x="45713" y="282371"/>
                  <a:pt x="46130" y="283892"/>
                  <a:pt x="46130" y="285576"/>
                </a:cubicBezTo>
                <a:cubicBezTo>
                  <a:pt x="46130" y="287261"/>
                  <a:pt x="46546" y="288740"/>
                  <a:pt x="47118" y="288740"/>
                </a:cubicBezTo>
                <a:cubicBezTo>
                  <a:pt x="47691" y="288740"/>
                  <a:pt x="48107" y="289752"/>
                  <a:pt x="48107" y="291113"/>
                </a:cubicBezTo>
                <a:cubicBezTo>
                  <a:pt x="48107" y="292475"/>
                  <a:pt x="48909" y="294223"/>
                  <a:pt x="49689" y="294871"/>
                </a:cubicBezTo>
                <a:cubicBezTo>
                  <a:pt x="50469" y="295518"/>
                  <a:pt x="51319" y="298458"/>
                  <a:pt x="51667" y="301396"/>
                </a:cubicBezTo>
                <a:cubicBezTo>
                  <a:pt x="52015" y="304334"/>
                  <a:pt x="52965" y="307546"/>
                  <a:pt x="53841" y="308515"/>
                </a:cubicBezTo>
                <a:cubicBezTo>
                  <a:pt x="54719" y="309484"/>
                  <a:pt x="55424" y="311567"/>
                  <a:pt x="55424" y="313063"/>
                </a:cubicBezTo>
                <a:cubicBezTo>
                  <a:pt x="55424" y="314560"/>
                  <a:pt x="55840" y="316071"/>
                  <a:pt x="56412" y="316425"/>
                </a:cubicBezTo>
                <a:cubicBezTo>
                  <a:pt x="56985" y="316779"/>
                  <a:pt x="57599" y="318334"/>
                  <a:pt x="57599" y="319985"/>
                </a:cubicBezTo>
                <a:cubicBezTo>
                  <a:pt x="57599" y="321635"/>
                  <a:pt x="57916" y="323250"/>
                  <a:pt x="58390" y="323544"/>
                </a:cubicBezTo>
                <a:cubicBezTo>
                  <a:pt x="58865" y="323837"/>
                  <a:pt x="59991" y="326750"/>
                  <a:pt x="60763" y="330070"/>
                </a:cubicBezTo>
                <a:cubicBezTo>
                  <a:pt x="61535" y="333390"/>
                  <a:pt x="62775" y="337048"/>
                  <a:pt x="63532" y="338177"/>
                </a:cubicBezTo>
                <a:cubicBezTo>
                  <a:pt x="64289" y="339307"/>
                  <a:pt x="64916" y="341530"/>
                  <a:pt x="64916" y="343121"/>
                </a:cubicBezTo>
                <a:cubicBezTo>
                  <a:pt x="64916" y="344712"/>
                  <a:pt x="65199" y="346087"/>
                  <a:pt x="65706" y="346087"/>
                </a:cubicBezTo>
                <a:cubicBezTo>
                  <a:pt x="66579" y="346087"/>
                  <a:pt x="67318" y="348328"/>
                  <a:pt x="68673" y="356172"/>
                </a:cubicBezTo>
                <a:cubicBezTo>
                  <a:pt x="68996" y="358039"/>
                  <a:pt x="69746" y="359812"/>
                  <a:pt x="70255" y="360127"/>
                </a:cubicBezTo>
                <a:cubicBezTo>
                  <a:pt x="70764" y="360442"/>
                  <a:pt x="71046" y="361729"/>
                  <a:pt x="71046" y="363093"/>
                </a:cubicBezTo>
                <a:cubicBezTo>
                  <a:pt x="71046" y="364458"/>
                  <a:pt x="71462" y="365904"/>
                  <a:pt x="72035" y="366258"/>
                </a:cubicBezTo>
                <a:cubicBezTo>
                  <a:pt x="72608" y="366612"/>
                  <a:pt x="73221" y="368430"/>
                  <a:pt x="73221" y="370212"/>
                </a:cubicBezTo>
                <a:cubicBezTo>
                  <a:pt x="73221" y="371995"/>
                  <a:pt x="73853" y="374252"/>
                  <a:pt x="74606" y="375156"/>
                </a:cubicBezTo>
                <a:cubicBezTo>
                  <a:pt x="75358" y="376061"/>
                  <a:pt x="76608" y="379322"/>
                  <a:pt x="77374" y="382473"/>
                </a:cubicBezTo>
                <a:cubicBezTo>
                  <a:pt x="78140" y="385623"/>
                  <a:pt x="79114" y="388930"/>
                  <a:pt x="79549" y="389790"/>
                </a:cubicBezTo>
                <a:cubicBezTo>
                  <a:pt x="79983" y="390649"/>
                  <a:pt x="80808" y="394065"/>
                  <a:pt x="81527" y="397502"/>
                </a:cubicBezTo>
                <a:cubicBezTo>
                  <a:pt x="82246" y="400938"/>
                  <a:pt x="83243" y="404209"/>
                  <a:pt x="83702" y="404818"/>
                </a:cubicBezTo>
                <a:cubicBezTo>
                  <a:pt x="84161" y="405428"/>
                  <a:pt x="85264" y="408736"/>
                  <a:pt x="86075" y="412135"/>
                </a:cubicBezTo>
                <a:cubicBezTo>
                  <a:pt x="88220" y="421128"/>
                  <a:pt x="90315" y="427164"/>
                  <a:pt x="91216" y="427164"/>
                </a:cubicBezTo>
                <a:cubicBezTo>
                  <a:pt x="91650" y="427164"/>
                  <a:pt x="91809" y="429026"/>
                  <a:pt x="91809" y="431317"/>
                </a:cubicBezTo>
                <a:cubicBezTo>
                  <a:pt x="91809" y="433608"/>
                  <a:pt x="92423" y="435469"/>
                  <a:pt x="92996" y="435469"/>
                </a:cubicBezTo>
                <a:cubicBezTo>
                  <a:pt x="93569" y="435469"/>
                  <a:pt x="93985" y="437120"/>
                  <a:pt x="93985" y="439029"/>
                </a:cubicBezTo>
                <a:cubicBezTo>
                  <a:pt x="93985" y="440938"/>
                  <a:pt x="94383" y="442789"/>
                  <a:pt x="94776" y="443182"/>
                </a:cubicBezTo>
                <a:cubicBezTo>
                  <a:pt x="95903" y="444310"/>
                  <a:pt x="98120" y="451421"/>
                  <a:pt x="98138" y="453860"/>
                </a:cubicBezTo>
                <a:cubicBezTo>
                  <a:pt x="98146" y="455078"/>
                  <a:pt x="98861" y="456706"/>
                  <a:pt x="99719" y="457419"/>
                </a:cubicBezTo>
                <a:cubicBezTo>
                  <a:pt x="100578" y="458132"/>
                  <a:pt x="101301" y="459958"/>
                  <a:pt x="101301" y="461572"/>
                </a:cubicBezTo>
                <a:cubicBezTo>
                  <a:pt x="101301" y="463186"/>
                  <a:pt x="101717" y="464975"/>
                  <a:pt x="102290" y="465329"/>
                </a:cubicBezTo>
                <a:cubicBezTo>
                  <a:pt x="102863" y="465683"/>
                  <a:pt x="103279" y="467238"/>
                  <a:pt x="103279" y="468889"/>
                </a:cubicBezTo>
                <a:cubicBezTo>
                  <a:pt x="103279" y="470539"/>
                  <a:pt x="103893" y="472094"/>
                  <a:pt x="104465" y="472448"/>
                </a:cubicBezTo>
                <a:cubicBezTo>
                  <a:pt x="105038" y="472802"/>
                  <a:pt x="105454" y="474513"/>
                  <a:pt x="105454" y="476205"/>
                </a:cubicBezTo>
                <a:cubicBezTo>
                  <a:pt x="105454" y="477898"/>
                  <a:pt x="105979" y="480461"/>
                  <a:pt x="106641" y="481742"/>
                </a:cubicBezTo>
                <a:cubicBezTo>
                  <a:pt x="109265" y="486820"/>
                  <a:pt x="109607" y="487649"/>
                  <a:pt x="109607" y="490048"/>
                </a:cubicBezTo>
                <a:cubicBezTo>
                  <a:pt x="109607" y="491417"/>
                  <a:pt x="110209" y="493156"/>
                  <a:pt x="110991" y="493805"/>
                </a:cubicBezTo>
                <a:cubicBezTo>
                  <a:pt x="111773" y="494454"/>
                  <a:pt x="112807" y="497119"/>
                  <a:pt x="113166" y="499737"/>
                </a:cubicBezTo>
                <a:cubicBezTo>
                  <a:pt x="113525" y="502356"/>
                  <a:pt x="114361" y="506031"/>
                  <a:pt x="115144" y="507845"/>
                </a:cubicBezTo>
                <a:cubicBezTo>
                  <a:pt x="118335" y="515239"/>
                  <a:pt x="118901" y="517073"/>
                  <a:pt x="118901" y="519315"/>
                </a:cubicBezTo>
                <a:cubicBezTo>
                  <a:pt x="118901" y="520605"/>
                  <a:pt x="119607" y="522196"/>
                  <a:pt x="120285" y="522874"/>
                </a:cubicBezTo>
                <a:cubicBezTo>
                  <a:pt x="120963" y="523552"/>
                  <a:pt x="121548" y="524829"/>
                  <a:pt x="121670" y="525840"/>
                </a:cubicBezTo>
                <a:cubicBezTo>
                  <a:pt x="122307" y="531120"/>
                  <a:pt x="124010" y="537871"/>
                  <a:pt x="125031" y="538891"/>
                </a:cubicBezTo>
                <a:cubicBezTo>
                  <a:pt x="125669" y="539529"/>
                  <a:pt x="126217" y="541167"/>
                  <a:pt x="126217" y="542451"/>
                </a:cubicBezTo>
                <a:cubicBezTo>
                  <a:pt x="126217" y="543735"/>
                  <a:pt x="126831" y="545063"/>
                  <a:pt x="127404" y="545417"/>
                </a:cubicBezTo>
                <a:cubicBezTo>
                  <a:pt x="127977" y="545771"/>
                  <a:pt x="128393" y="547217"/>
                  <a:pt x="128393" y="548581"/>
                </a:cubicBezTo>
                <a:cubicBezTo>
                  <a:pt x="128393" y="549945"/>
                  <a:pt x="128809" y="551391"/>
                  <a:pt x="129382" y="551745"/>
                </a:cubicBezTo>
                <a:cubicBezTo>
                  <a:pt x="129954" y="552099"/>
                  <a:pt x="130370" y="553503"/>
                  <a:pt x="130370" y="554909"/>
                </a:cubicBezTo>
                <a:cubicBezTo>
                  <a:pt x="130370" y="556315"/>
                  <a:pt x="130843" y="558265"/>
                  <a:pt x="131359" y="559260"/>
                </a:cubicBezTo>
                <a:cubicBezTo>
                  <a:pt x="131876" y="560254"/>
                  <a:pt x="132863" y="563208"/>
                  <a:pt x="133535" y="565785"/>
                </a:cubicBezTo>
                <a:cubicBezTo>
                  <a:pt x="134206" y="568362"/>
                  <a:pt x="135487" y="571678"/>
                  <a:pt x="136302" y="573299"/>
                </a:cubicBezTo>
                <a:cubicBezTo>
                  <a:pt x="137119" y="574921"/>
                  <a:pt x="137687" y="577443"/>
                  <a:pt x="137687" y="578836"/>
                </a:cubicBezTo>
                <a:cubicBezTo>
                  <a:pt x="137687" y="580230"/>
                  <a:pt x="138103" y="582247"/>
                  <a:pt x="138676" y="583385"/>
                </a:cubicBezTo>
                <a:cubicBezTo>
                  <a:pt x="139248" y="584522"/>
                  <a:pt x="140278" y="586400"/>
                  <a:pt x="140851" y="587538"/>
                </a:cubicBezTo>
                <a:cubicBezTo>
                  <a:pt x="141424" y="588675"/>
                  <a:pt x="141840" y="590882"/>
                  <a:pt x="141840" y="592283"/>
                </a:cubicBezTo>
                <a:cubicBezTo>
                  <a:pt x="141840" y="593685"/>
                  <a:pt x="143044" y="597455"/>
                  <a:pt x="144411" y="600787"/>
                </a:cubicBezTo>
                <a:cubicBezTo>
                  <a:pt x="145776" y="604118"/>
                  <a:pt x="147430" y="608887"/>
                  <a:pt x="148167" y="611465"/>
                </a:cubicBezTo>
                <a:cubicBezTo>
                  <a:pt x="148905" y="614042"/>
                  <a:pt x="149870" y="616656"/>
                  <a:pt x="150343" y="617200"/>
                </a:cubicBezTo>
                <a:cubicBezTo>
                  <a:pt x="150816" y="617744"/>
                  <a:pt x="151332" y="619551"/>
                  <a:pt x="151332" y="621155"/>
                </a:cubicBezTo>
                <a:cubicBezTo>
                  <a:pt x="151332" y="622758"/>
                  <a:pt x="151748" y="624121"/>
                  <a:pt x="152320" y="624121"/>
                </a:cubicBezTo>
                <a:cubicBezTo>
                  <a:pt x="152893" y="624121"/>
                  <a:pt x="153309" y="625048"/>
                  <a:pt x="153309" y="626296"/>
                </a:cubicBezTo>
                <a:cubicBezTo>
                  <a:pt x="153309" y="629060"/>
                  <a:pt x="154996" y="634991"/>
                  <a:pt x="157067" y="639150"/>
                </a:cubicBezTo>
                <a:cubicBezTo>
                  <a:pt x="157909" y="640842"/>
                  <a:pt x="158917" y="644516"/>
                  <a:pt x="159241" y="647257"/>
                </a:cubicBezTo>
                <a:cubicBezTo>
                  <a:pt x="159566" y="649999"/>
                  <a:pt x="160440" y="652740"/>
                  <a:pt x="161219" y="653388"/>
                </a:cubicBezTo>
                <a:cubicBezTo>
                  <a:pt x="161999" y="654035"/>
                  <a:pt x="162801" y="655264"/>
                  <a:pt x="162801" y="656156"/>
                </a:cubicBezTo>
                <a:cubicBezTo>
                  <a:pt x="162801" y="657646"/>
                  <a:pt x="163903" y="662071"/>
                  <a:pt x="165767" y="667230"/>
                </a:cubicBezTo>
                <a:cubicBezTo>
                  <a:pt x="167779" y="672798"/>
                  <a:pt x="168932" y="676953"/>
                  <a:pt x="168932" y="678896"/>
                </a:cubicBezTo>
                <a:cubicBezTo>
                  <a:pt x="168932" y="680075"/>
                  <a:pt x="169654" y="681744"/>
                  <a:pt x="170513" y="682457"/>
                </a:cubicBezTo>
                <a:cubicBezTo>
                  <a:pt x="171372" y="683169"/>
                  <a:pt x="172095" y="684995"/>
                  <a:pt x="172095" y="686609"/>
                </a:cubicBezTo>
                <a:cubicBezTo>
                  <a:pt x="172095" y="688223"/>
                  <a:pt x="172511" y="689815"/>
                  <a:pt x="173084" y="690168"/>
                </a:cubicBezTo>
                <a:cubicBezTo>
                  <a:pt x="173656" y="690523"/>
                  <a:pt x="174073" y="692384"/>
                  <a:pt x="174073" y="694322"/>
                </a:cubicBezTo>
                <a:cubicBezTo>
                  <a:pt x="174073" y="696258"/>
                  <a:pt x="174677" y="698114"/>
                  <a:pt x="175259" y="698474"/>
                </a:cubicBezTo>
                <a:cubicBezTo>
                  <a:pt x="175841" y="698834"/>
                  <a:pt x="175989" y="699713"/>
                  <a:pt x="175655" y="700253"/>
                </a:cubicBezTo>
                <a:cubicBezTo>
                  <a:pt x="175321" y="700794"/>
                  <a:pt x="175747" y="702607"/>
                  <a:pt x="176643" y="704407"/>
                </a:cubicBezTo>
                <a:cubicBezTo>
                  <a:pt x="177540" y="706206"/>
                  <a:pt x="178226" y="708940"/>
                  <a:pt x="178226" y="710536"/>
                </a:cubicBezTo>
                <a:cubicBezTo>
                  <a:pt x="178226" y="712133"/>
                  <a:pt x="178840" y="713742"/>
                  <a:pt x="179412" y="714096"/>
                </a:cubicBezTo>
                <a:cubicBezTo>
                  <a:pt x="179985" y="714450"/>
                  <a:pt x="180401" y="716633"/>
                  <a:pt x="180401" y="718842"/>
                </a:cubicBezTo>
                <a:cubicBezTo>
                  <a:pt x="180401" y="721051"/>
                  <a:pt x="180811" y="723000"/>
                  <a:pt x="181390" y="723192"/>
                </a:cubicBezTo>
                <a:cubicBezTo>
                  <a:pt x="181968" y="723385"/>
                  <a:pt x="182698" y="724729"/>
                  <a:pt x="182971" y="726159"/>
                </a:cubicBezTo>
                <a:cubicBezTo>
                  <a:pt x="184820" y="735857"/>
                  <a:pt x="185881" y="739675"/>
                  <a:pt x="186728" y="740199"/>
                </a:cubicBezTo>
                <a:cubicBezTo>
                  <a:pt x="187263" y="740529"/>
                  <a:pt x="187717" y="742722"/>
                  <a:pt x="187717" y="744945"/>
                </a:cubicBezTo>
                <a:cubicBezTo>
                  <a:pt x="187717" y="747168"/>
                  <a:pt x="188133" y="749139"/>
                  <a:pt x="188706" y="749493"/>
                </a:cubicBezTo>
                <a:cubicBezTo>
                  <a:pt x="189279" y="749847"/>
                  <a:pt x="189695" y="751566"/>
                  <a:pt x="189695" y="753250"/>
                </a:cubicBezTo>
                <a:cubicBezTo>
                  <a:pt x="189695" y="754934"/>
                  <a:pt x="190309" y="756216"/>
                  <a:pt x="190881" y="756216"/>
                </a:cubicBezTo>
                <a:cubicBezTo>
                  <a:pt x="191454" y="756216"/>
                  <a:pt x="191870" y="757169"/>
                  <a:pt x="191870" y="758194"/>
                </a:cubicBezTo>
                <a:cubicBezTo>
                  <a:pt x="191870" y="759218"/>
                  <a:pt x="192702" y="761879"/>
                  <a:pt x="193847" y="764126"/>
                </a:cubicBezTo>
                <a:cubicBezTo>
                  <a:pt x="194992" y="766373"/>
                  <a:pt x="196022" y="769017"/>
                  <a:pt x="196022" y="770059"/>
                </a:cubicBezTo>
                <a:cubicBezTo>
                  <a:pt x="196022" y="771101"/>
                  <a:pt x="196746" y="772299"/>
                  <a:pt x="197604" y="772630"/>
                </a:cubicBezTo>
                <a:cubicBezTo>
                  <a:pt x="198464" y="772959"/>
                  <a:pt x="199187" y="773809"/>
                  <a:pt x="199187" y="774607"/>
                </a:cubicBezTo>
                <a:cubicBezTo>
                  <a:pt x="199187" y="775405"/>
                  <a:pt x="199603" y="776189"/>
                  <a:pt x="200175" y="776189"/>
                </a:cubicBezTo>
                <a:cubicBezTo>
                  <a:pt x="200748" y="776189"/>
                  <a:pt x="201110" y="776458"/>
                  <a:pt x="200967" y="776980"/>
                </a:cubicBezTo>
                <a:cubicBezTo>
                  <a:pt x="200683" y="778014"/>
                  <a:pt x="201630" y="779538"/>
                  <a:pt x="208283" y="788450"/>
                </a:cubicBezTo>
                <a:cubicBezTo>
                  <a:pt x="210711" y="791701"/>
                  <a:pt x="212628" y="794584"/>
                  <a:pt x="212634" y="794975"/>
                </a:cubicBezTo>
                <a:cubicBezTo>
                  <a:pt x="212640" y="795366"/>
                  <a:pt x="213664" y="795996"/>
                  <a:pt x="214809" y="796360"/>
                </a:cubicBezTo>
                <a:cubicBezTo>
                  <a:pt x="215954" y="796723"/>
                  <a:pt x="216786" y="797548"/>
                  <a:pt x="216786" y="798139"/>
                </a:cubicBezTo>
                <a:cubicBezTo>
                  <a:pt x="216786" y="799146"/>
                  <a:pt x="222729" y="805258"/>
                  <a:pt x="223707" y="805258"/>
                </a:cubicBezTo>
                <a:cubicBezTo>
                  <a:pt x="224669" y="805258"/>
                  <a:pt x="237748" y="816120"/>
                  <a:pt x="237748" y="816925"/>
                </a:cubicBezTo>
                <a:cubicBezTo>
                  <a:pt x="237748" y="817395"/>
                  <a:pt x="238103" y="817716"/>
                  <a:pt x="238737" y="817717"/>
                </a:cubicBezTo>
                <a:cubicBezTo>
                  <a:pt x="239370" y="817716"/>
                  <a:pt x="241385" y="818855"/>
                  <a:pt x="243086" y="820287"/>
                </a:cubicBezTo>
                <a:cubicBezTo>
                  <a:pt x="244788" y="821719"/>
                  <a:pt x="246820" y="823055"/>
                  <a:pt x="247635" y="823055"/>
                </a:cubicBezTo>
                <a:cubicBezTo>
                  <a:pt x="248450" y="823055"/>
                  <a:pt x="249019" y="823471"/>
                  <a:pt x="249019" y="824044"/>
                </a:cubicBezTo>
                <a:cubicBezTo>
                  <a:pt x="249019" y="824617"/>
                  <a:pt x="249928" y="825032"/>
                  <a:pt x="250997" y="825032"/>
                </a:cubicBezTo>
                <a:cubicBezTo>
                  <a:pt x="252065" y="825032"/>
                  <a:pt x="254287" y="826062"/>
                  <a:pt x="255742" y="827208"/>
                </a:cubicBezTo>
                <a:cubicBezTo>
                  <a:pt x="257199" y="828354"/>
                  <a:pt x="258746" y="829185"/>
                  <a:pt x="259302" y="829185"/>
                </a:cubicBezTo>
                <a:cubicBezTo>
                  <a:pt x="259857" y="829185"/>
                  <a:pt x="260811" y="829767"/>
                  <a:pt x="261478" y="830570"/>
                </a:cubicBezTo>
                <a:cubicBezTo>
                  <a:pt x="262144" y="831373"/>
                  <a:pt x="263919" y="832365"/>
                  <a:pt x="265432" y="832745"/>
                </a:cubicBezTo>
                <a:cubicBezTo>
                  <a:pt x="266944" y="833124"/>
                  <a:pt x="270060" y="834405"/>
                  <a:pt x="272354" y="835513"/>
                </a:cubicBezTo>
                <a:cubicBezTo>
                  <a:pt x="274647" y="836622"/>
                  <a:pt x="277030" y="837491"/>
                  <a:pt x="277692" y="837491"/>
                </a:cubicBezTo>
                <a:cubicBezTo>
                  <a:pt x="278356" y="837490"/>
                  <a:pt x="280475" y="838192"/>
                  <a:pt x="282241" y="839073"/>
                </a:cubicBezTo>
                <a:cubicBezTo>
                  <a:pt x="285260" y="840579"/>
                  <a:pt x="293212" y="843175"/>
                  <a:pt x="299049" y="844412"/>
                </a:cubicBezTo>
                <a:cubicBezTo>
                  <a:pt x="300481" y="844715"/>
                  <a:pt x="303066" y="845287"/>
                  <a:pt x="304784" y="845796"/>
                </a:cubicBezTo>
                <a:cubicBezTo>
                  <a:pt x="316802" y="849359"/>
                  <a:pt x="325379" y="850928"/>
                  <a:pt x="338203" y="851729"/>
                </a:cubicBezTo>
                <a:cubicBezTo>
                  <a:pt x="342784" y="852015"/>
                  <a:pt x="347341" y="852568"/>
                  <a:pt x="348486" y="853113"/>
                </a:cubicBezTo>
                <a:cubicBezTo>
                  <a:pt x="349631" y="853657"/>
                  <a:pt x="358527" y="854312"/>
                  <a:pt x="368262" y="854497"/>
                </a:cubicBezTo>
                <a:cubicBezTo>
                  <a:pt x="387704" y="854867"/>
                  <a:pt x="397891" y="854571"/>
                  <a:pt x="399505" y="853311"/>
                </a:cubicBezTo>
                <a:cubicBezTo>
                  <a:pt x="400084" y="852859"/>
                  <a:pt x="402554" y="852086"/>
                  <a:pt x="404844" y="851729"/>
                </a:cubicBezTo>
                <a:cubicBezTo>
                  <a:pt x="414306" y="850253"/>
                  <a:pt x="425088" y="848118"/>
                  <a:pt x="432925" y="845994"/>
                </a:cubicBezTo>
                <a:cubicBezTo>
                  <a:pt x="437506" y="844752"/>
                  <a:pt x="443092" y="843175"/>
                  <a:pt x="445383" y="842632"/>
                </a:cubicBezTo>
                <a:cubicBezTo>
                  <a:pt x="447673" y="842089"/>
                  <a:pt x="450566" y="841336"/>
                  <a:pt x="451711" y="840853"/>
                </a:cubicBezTo>
                <a:cubicBezTo>
                  <a:pt x="452856" y="840370"/>
                  <a:pt x="455550" y="839371"/>
                  <a:pt x="457841" y="838677"/>
                </a:cubicBezTo>
                <a:cubicBezTo>
                  <a:pt x="462568" y="837246"/>
                  <a:pt x="467103" y="835359"/>
                  <a:pt x="474254" y="831756"/>
                </a:cubicBezTo>
                <a:cubicBezTo>
                  <a:pt x="476974" y="830386"/>
                  <a:pt x="479766" y="829185"/>
                  <a:pt x="480384" y="829185"/>
                </a:cubicBezTo>
                <a:cubicBezTo>
                  <a:pt x="481002" y="829185"/>
                  <a:pt x="483891" y="827630"/>
                  <a:pt x="486910" y="825626"/>
                </a:cubicBezTo>
                <a:cubicBezTo>
                  <a:pt x="489929" y="823622"/>
                  <a:pt x="493006" y="821869"/>
                  <a:pt x="493633" y="821869"/>
                </a:cubicBezTo>
                <a:cubicBezTo>
                  <a:pt x="494260" y="821869"/>
                  <a:pt x="496015" y="820756"/>
                  <a:pt x="497589" y="819298"/>
                </a:cubicBezTo>
                <a:cubicBezTo>
                  <a:pt x="499161" y="817840"/>
                  <a:pt x="502079" y="815891"/>
                  <a:pt x="504114" y="814947"/>
                </a:cubicBezTo>
                <a:cubicBezTo>
                  <a:pt x="511178" y="811672"/>
                  <a:pt x="536544" y="789258"/>
                  <a:pt x="536544" y="786274"/>
                </a:cubicBezTo>
                <a:cubicBezTo>
                  <a:pt x="536544" y="785240"/>
                  <a:pt x="542880" y="776713"/>
                  <a:pt x="544059" y="776189"/>
                </a:cubicBezTo>
                <a:cubicBezTo>
                  <a:pt x="544489" y="775998"/>
                  <a:pt x="544850" y="775517"/>
                  <a:pt x="544850" y="775003"/>
                </a:cubicBezTo>
                <a:cubicBezTo>
                  <a:pt x="544850" y="774488"/>
                  <a:pt x="546405" y="771413"/>
                  <a:pt x="548409" y="768279"/>
                </a:cubicBezTo>
                <a:cubicBezTo>
                  <a:pt x="550414" y="765145"/>
                  <a:pt x="552167" y="762481"/>
                  <a:pt x="552167" y="762149"/>
                </a:cubicBezTo>
                <a:cubicBezTo>
                  <a:pt x="552167" y="761817"/>
                  <a:pt x="552797" y="759730"/>
                  <a:pt x="553749" y="757601"/>
                </a:cubicBezTo>
                <a:cubicBezTo>
                  <a:pt x="556878" y="750598"/>
                  <a:pt x="558281" y="746514"/>
                  <a:pt x="558297" y="743956"/>
                </a:cubicBezTo>
                <a:cubicBezTo>
                  <a:pt x="558305" y="742570"/>
                  <a:pt x="559032" y="740542"/>
                  <a:pt x="559879" y="739606"/>
                </a:cubicBezTo>
                <a:cubicBezTo>
                  <a:pt x="560844" y="738539"/>
                  <a:pt x="561618" y="734600"/>
                  <a:pt x="562054" y="728927"/>
                </a:cubicBezTo>
                <a:cubicBezTo>
                  <a:pt x="562483" y="723346"/>
                  <a:pt x="563361" y="719365"/>
                  <a:pt x="564229" y="718645"/>
                </a:cubicBezTo>
                <a:cubicBezTo>
                  <a:pt x="565056" y="717958"/>
                  <a:pt x="565614" y="715461"/>
                  <a:pt x="565614" y="712515"/>
                </a:cubicBezTo>
                <a:cubicBezTo>
                  <a:pt x="565614" y="709754"/>
                  <a:pt x="566030" y="707133"/>
                  <a:pt x="566603" y="706780"/>
                </a:cubicBezTo>
                <a:cubicBezTo>
                  <a:pt x="567175" y="706425"/>
                  <a:pt x="567789" y="704455"/>
                  <a:pt x="567789" y="702231"/>
                </a:cubicBezTo>
                <a:cubicBezTo>
                  <a:pt x="567789" y="700008"/>
                  <a:pt x="568205" y="697839"/>
                  <a:pt x="568777" y="697486"/>
                </a:cubicBezTo>
                <a:cubicBezTo>
                  <a:pt x="569350" y="697131"/>
                  <a:pt x="569766" y="694547"/>
                  <a:pt x="569766" y="691751"/>
                </a:cubicBezTo>
                <a:cubicBezTo>
                  <a:pt x="569766" y="688954"/>
                  <a:pt x="570182" y="686370"/>
                  <a:pt x="570755" y="686015"/>
                </a:cubicBezTo>
                <a:cubicBezTo>
                  <a:pt x="571327" y="685662"/>
                  <a:pt x="571941" y="683800"/>
                  <a:pt x="571941" y="681863"/>
                </a:cubicBezTo>
                <a:cubicBezTo>
                  <a:pt x="571941" y="679926"/>
                  <a:pt x="572357" y="678065"/>
                  <a:pt x="572930" y="677711"/>
                </a:cubicBezTo>
                <a:cubicBezTo>
                  <a:pt x="573503" y="677356"/>
                  <a:pt x="573919" y="675599"/>
                  <a:pt x="573919" y="673756"/>
                </a:cubicBezTo>
                <a:cubicBezTo>
                  <a:pt x="573919" y="671912"/>
                  <a:pt x="574519" y="669349"/>
                  <a:pt x="575303" y="668219"/>
                </a:cubicBezTo>
                <a:cubicBezTo>
                  <a:pt x="576632" y="666305"/>
                  <a:pt x="577357" y="663953"/>
                  <a:pt x="578863" y="653981"/>
                </a:cubicBezTo>
                <a:cubicBezTo>
                  <a:pt x="579187" y="651830"/>
                  <a:pt x="579735" y="649749"/>
                  <a:pt x="580247" y="649432"/>
                </a:cubicBezTo>
                <a:cubicBezTo>
                  <a:pt x="580759" y="649116"/>
                  <a:pt x="581235" y="647820"/>
                  <a:pt x="581235" y="646466"/>
                </a:cubicBezTo>
                <a:cubicBezTo>
                  <a:pt x="581235" y="643617"/>
                  <a:pt x="585942" y="637567"/>
                  <a:pt x="588157" y="637567"/>
                </a:cubicBezTo>
                <a:cubicBezTo>
                  <a:pt x="589996" y="637567"/>
                  <a:pt x="594279" y="633310"/>
                  <a:pt x="600022" y="625703"/>
                </a:cubicBezTo>
                <a:cubicBezTo>
                  <a:pt x="602397" y="622556"/>
                  <a:pt x="604713" y="619968"/>
                  <a:pt x="605163" y="619968"/>
                </a:cubicBezTo>
                <a:cubicBezTo>
                  <a:pt x="605612" y="619968"/>
                  <a:pt x="607291" y="617854"/>
                  <a:pt x="608722" y="615420"/>
                </a:cubicBezTo>
                <a:cubicBezTo>
                  <a:pt x="610154" y="612986"/>
                  <a:pt x="612324" y="610069"/>
                  <a:pt x="613667" y="608894"/>
                </a:cubicBezTo>
                <a:cubicBezTo>
                  <a:pt x="615010" y="607720"/>
                  <a:pt x="619348" y="603082"/>
                  <a:pt x="623356" y="598611"/>
                </a:cubicBezTo>
                <a:cubicBezTo>
                  <a:pt x="627365" y="594141"/>
                  <a:pt x="633619" y="587528"/>
                  <a:pt x="637199" y="583780"/>
                </a:cubicBezTo>
                <a:cubicBezTo>
                  <a:pt x="640777" y="580032"/>
                  <a:pt x="643724" y="576555"/>
                  <a:pt x="643724" y="576068"/>
                </a:cubicBezTo>
                <a:cubicBezTo>
                  <a:pt x="643724" y="575581"/>
                  <a:pt x="644447" y="575079"/>
                  <a:pt x="645306" y="575079"/>
                </a:cubicBezTo>
                <a:cubicBezTo>
                  <a:pt x="646165" y="575079"/>
                  <a:pt x="646888" y="574625"/>
                  <a:pt x="646888" y="574090"/>
                </a:cubicBezTo>
                <a:cubicBezTo>
                  <a:pt x="646888" y="573556"/>
                  <a:pt x="649112" y="570787"/>
                  <a:pt x="651831" y="567960"/>
                </a:cubicBezTo>
                <a:cubicBezTo>
                  <a:pt x="654551" y="565135"/>
                  <a:pt x="662778" y="556436"/>
                  <a:pt x="670223" y="548581"/>
                </a:cubicBezTo>
                <a:cubicBezTo>
                  <a:pt x="677666" y="540726"/>
                  <a:pt x="690593" y="527520"/>
                  <a:pt x="698895" y="519117"/>
                </a:cubicBezTo>
                <a:cubicBezTo>
                  <a:pt x="707198" y="510713"/>
                  <a:pt x="716967" y="500580"/>
                  <a:pt x="720648" y="496573"/>
                </a:cubicBezTo>
                <a:cubicBezTo>
                  <a:pt x="724329" y="492566"/>
                  <a:pt x="727677" y="489306"/>
                  <a:pt x="728162" y="489455"/>
                </a:cubicBezTo>
                <a:cubicBezTo>
                  <a:pt x="728648" y="489603"/>
                  <a:pt x="729371" y="488845"/>
                  <a:pt x="729745" y="487872"/>
                </a:cubicBezTo>
                <a:cubicBezTo>
                  <a:pt x="730118" y="486900"/>
                  <a:pt x="736082" y="480427"/>
                  <a:pt x="742994" y="473437"/>
                </a:cubicBezTo>
                <a:cubicBezTo>
                  <a:pt x="755553" y="460736"/>
                  <a:pt x="764415" y="451302"/>
                  <a:pt x="769887" y="444763"/>
                </a:cubicBezTo>
                <a:cubicBezTo>
                  <a:pt x="771485" y="442855"/>
                  <a:pt x="773264" y="440788"/>
                  <a:pt x="773843" y="440215"/>
                </a:cubicBezTo>
                <a:cubicBezTo>
                  <a:pt x="774421" y="439642"/>
                  <a:pt x="775835" y="438322"/>
                  <a:pt x="776809" y="437249"/>
                </a:cubicBezTo>
                <a:cubicBezTo>
                  <a:pt x="777782" y="436176"/>
                  <a:pt x="780450" y="433338"/>
                  <a:pt x="782741" y="430921"/>
                </a:cubicBezTo>
                <a:cubicBezTo>
                  <a:pt x="788127" y="425238"/>
                  <a:pt x="791980" y="420786"/>
                  <a:pt x="797770" y="413717"/>
                </a:cubicBezTo>
                <a:cubicBezTo>
                  <a:pt x="800347" y="410571"/>
                  <a:pt x="802877" y="407778"/>
                  <a:pt x="803306" y="407587"/>
                </a:cubicBezTo>
                <a:cubicBezTo>
                  <a:pt x="803736" y="407396"/>
                  <a:pt x="804097" y="406637"/>
                  <a:pt x="804097" y="405807"/>
                </a:cubicBezTo>
                <a:cubicBezTo>
                  <a:pt x="804097" y="404978"/>
                  <a:pt x="804821" y="403962"/>
                  <a:pt x="805679" y="403632"/>
                </a:cubicBezTo>
                <a:cubicBezTo>
                  <a:pt x="806538" y="403302"/>
                  <a:pt x="807064" y="402584"/>
                  <a:pt x="807064" y="402050"/>
                </a:cubicBezTo>
                <a:cubicBezTo>
                  <a:pt x="807064" y="401516"/>
                  <a:pt x="809088" y="399123"/>
                  <a:pt x="811414" y="396711"/>
                </a:cubicBezTo>
                <a:cubicBezTo>
                  <a:pt x="813740" y="394299"/>
                  <a:pt x="816326" y="390915"/>
                  <a:pt x="817149" y="389196"/>
                </a:cubicBezTo>
                <a:cubicBezTo>
                  <a:pt x="817972" y="387478"/>
                  <a:pt x="819815" y="384785"/>
                  <a:pt x="821302" y="383066"/>
                </a:cubicBezTo>
                <a:cubicBezTo>
                  <a:pt x="822788" y="381348"/>
                  <a:pt x="825141" y="377734"/>
                  <a:pt x="826641" y="375156"/>
                </a:cubicBezTo>
                <a:cubicBezTo>
                  <a:pt x="828140" y="372579"/>
                  <a:pt x="829955" y="369994"/>
                  <a:pt x="830596" y="369421"/>
                </a:cubicBezTo>
                <a:cubicBezTo>
                  <a:pt x="833089" y="367192"/>
                  <a:pt x="839534" y="357494"/>
                  <a:pt x="840680" y="354195"/>
                </a:cubicBezTo>
                <a:cubicBezTo>
                  <a:pt x="841346" y="352284"/>
                  <a:pt x="842498" y="350007"/>
                  <a:pt x="843252" y="349251"/>
                </a:cubicBezTo>
                <a:cubicBezTo>
                  <a:pt x="844005" y="348495"/>
                  <a:pt x="845043" y="346628"/>
                  <a:pt x="845427" y="345098"/>
                </a:cubicBezTo>
                <a:cubicBezTo>
                  <a:pt x="845811" y="343569"/>
                  <a:pt x="846614" y="341736"/>
                  <a:pt x="847405" y="340946"/>
                </a:cubicBezTo>
                <a:cubicBezTo>
                  <a:pt x="848195" y="340155"/>
                  <a:pt x="849250" y="338245"/>
                  <a:pt x="849580" y="336595"/>
                </a:cubicBezTo>
                <a:cubicBezTo>
                  <a:pt x="849909" y="334946"/>
                  <a:pt x="850516" y="333431"/>
                  <a:pt x="850963" y="333431"/>
                </a:cubicBezTo>
                <a:cubicBezTo>
                  <a:pt x="851412" y="333431"/>
                  <a:pt x="852537" y="330865"/>
                  <a:pt x="853534" y="327697"/>
                </a:cubicBezTo>
                <a:cubicBezTo>
                  <a:pt x="854531" y="324528"/>
                  <a:pt x="855815" y="321671"/>
                  <a:pt x="856303" y="321369"/>
                </a:cubicBezTo>
                <a:cubicBezTo>
                  <a:pt x="856791" y="321067"/>
                  <a:pt x="857094" y="319460"/>
                  <a:pt x="857094" y="317809"/>
                </a:cubicBezTo>
                <a:cubicBezTo>
                  <a:pt x="857094" y="316158"/>
                  <a:pt x="857511" y="314604"/>
                  <a:pt x="858083" y="314250"/>
                </a:cubicBezTo>
                <a:cubicBezTo>
                  <a:pt x="858655" y="313896"/>
                  <a:pt x="859270" y="312450"/>
                  <a:pt x="859270" y="311086"/>
                </a:cubicBezTo>
                <a:cubicBezTo>
                  <a:pt x="859270" y="309722"/>
                  <a:pt x="859686" y="308276"/>
                  <a:pt x="860258" y="307922"/>
                </a:cubicBezTo>
                <a:cubicBezTo>
                  <a:pt x="860831" y="307568"/>
                  <a:pt x="861247" y="306130"/>
                  <a:pt x="861247" y="304560"/>
                </a:cubicBezTo>
                <a:cubicBezTo>
                  <a:pt x="861247" y="302990"/>
                  <a:pt x="861841" y="301197"/>
                  <a:pt x="862433" y="300605"/>
                </a:cubicBezTo>
                <a:cubicBezTo>
                  <a:pt x="863759" y="299280"/>
                  <a:pt x="865355" y="290707"/>
                  <a:pt x="866190" y="280633"/>
                </a:cubicBezTo>
                <a:cubicBezTo>
                  <a:pt x="866535" y="276467"/>
                  <a:pt x="867276" y="272832"/>
                  <a:pt x="867772" y="272525"/>
                </a:cubicBezTo>
                <a:cubicBezTo>
                  <a:pt x="868974" y="271783"/>
                  <a:pt x="868778" y="244724"/>
                  <a:pt x="867574" y="243456"/>
                </a:cubicBezTo>
                <a:cubicBezTo>
                  <a:pt x="867058" y="242912"/>
                  <a:pt x="866504" y="238853"/>
                  <a:pt x="866190" y="234557"/>
                </a:cubicBezTo>
                <a:cubicBezTo>
                  <a:pt x="865444" y="224342"/>
                  <a:pt x="864172" y="216814"/>
                  <a:pt x="862631" y="213992"/>
                </a:cubicBezTo>
                <a:cubicBezTo>
                  <a:pt x="861949" y="212741"/>
                  <a:pt x="861247" y="210517"/>
                  <a:pt x="861247" y="209048"/>
                </a:cubicBezTo>
                <a:cubicBezTo>
                  <a:pt x="861247" y="207578"/>
                  <a:pt x="860831" y="206477"/>
                  <a:pt x="860258" y="206477"/>
                </a:cubicBezTo>
                <a:cubicBezTo>
                  <a:pt x="859686" y="206477"/>
                  <a:pt x="859270" y="204998"/>
                  <a:pt x="859270" y="203313"/>
                </a:cubicBezTo>
                <a:cubicBezTo>
                  <a:pt x="859270" y="201629"/>
                  <a:pt x="858655" y="200108"/>
                  <a:pt x="858083" y="199754"/>
                </a:cubicBezTo>
                <a:cubicBezTo>
                  <a:pt x="857511" y="199400"/>
                  <a:pt x="857094" y="198167"/>
                  <a:pt x="857094" y="196985"/>
                </a:cubicBezTo>
                <a:cubicBezTo>
                  <a:pt x="857094" y="193820"/>
                  <a:pt x="846936" y="173627"/>
                  <a:pt x="843450" y="169894"/>
                </a:cubicBezTo>
                <a:cubicBezTo>
                  <a:pt x="841797" y="168125"/>
                  <a:pt x="840483" y="166360"/>
                  <a:pt x="840483" y="165939"/>
                </a:cubicBezTo>
                <a:cubicBezTo>
                  <a:pt x="840483" y="165518"/>
                  <a:pt x="838567" y="162989"/>
                  <a:pt x="836133" y="160402"/>
                </a:cubicBezTo>
                <a:cubicBezTo>
                  <a:pt x="833699" y="157815"/>
                  <a:pt x="828999" y="152933"/>
                  <a:pt x="825850" y="149526"/>
                </a:cubicBezTo>
                <a:cubicBezTo>
                  <a:pt x="820626" y="143875"/>
                  <a:pt x="802979" y="129355"/>
                  <a:pt x="801329" y="129355"/>
                </a:cubicBezTo>
                <a:cubicBezTo>
                  <a:pt x="800948" y="129355"/>
                  <a:pt x="799315" y="128421"/>
                  <a:pt x="797572" y="127180"/>
                </a:cubicBezTo>
                <a:cubicBezTo>
                  <a:pt x="793316" y="124149"/>
                  <a:pt x="785919" y="120655"/>
                  <a:pt x="779577" y="118677"/>
                </a:cubicBezTo>
                <a:cubicBezTo>
                  <a:pt x="758246" y="112024"/>
                  <a:pt x="759998" y="112359"/>
                  <a:pt x="739039" y="112349"/>
                </a:cubicBezTo>
                <a:cubicBezTo>
                  <a:pt x="724487" y="112343"/>
                  <a:pt x="718174" y="112637"/>
                  <a:pt x="715111" y="113734"/>
                </a:cubicBezTo>
                <a:cubicBezTo>
                  <a:pt x="712820" y="114553"/>
                  <a:pt x="709819" y="115064"/>
                  <a:pt x="708585" y="114920"/>
                </a:cubicBezTo>
                <a:cubicBezTo>
                  <a:pt x="707352" y="114776"/>
                  <a:pt x="705994" y="115104"/>
                  <a:pt x="705619" y="115711"/>
                </a:cubicBezTo>
                <a:cubicBezTo>
                  <a:pt x="705245" y="116317"/>
                  <a:pt x="704269" y="116897"/>
                  <a:pt x="703444" y="116897"/>
                </a:cubicBezTo>
                <a:cubicBezTo>
                  <a:pt x="702391" y="116897"/>
                  <a:pt x="702060" y="115624"/>
                  <a:pt x="702060" y="112745"/>
                </a:cubicBezTo>
                <a:cubicBezTo>
                  <a:pt x="702060" y="110487"/>
                  <a:pt x="701446" y="108353"/>
                  <a:pt x="700873" y="107999"/>
                </a:cubicBezTo>
                <a:cubicBezTo>
                  <a:pt x="700300" y="107645"/>
                  <a:pt x="699884" y="105826"/>
                  <a:pt x="699884" y="103846"/>
                </a:cubicBezTo>
                <a:cubicBezTo>
                  <a:pt x="699884" y="101443"/>
                  <a:pt x="698536" y="98144"/>
                  <a:pt x="695929" y="94156"/>
                </a:cubicBezTo>
                <a:cubicBezTo>
                  <a:pt x="693782" y="90872"/>
                  <a:pt x="691811" y="88019"/>
                  <a:pt x="691381" y="87828"/>
                </a:cubicBezTo>
                <a:cubicBezTo>
                  <a:pt x="690952" y="87637"/>
                  <a:pt x="690590" y="87011"/>
                  <a:pt x="690590" y="86246"/>
                </a:cubicBezTo>
                <a:cubicBezTo>
                  <a:pt x="690590" y="85482"/>
                  <a:pt x="688916" y="83211"/>
                  <a:pt x="686833" y="81303"/>
                </a:cubicBezTo>
                <a:cubicBezTo>
                  <a:pt x="684750" y="79395"/>
                  <a:pt x="682219" y="77048"/>
                  <a:pt x="681297" y="75963"/>
                </a:cubicBezTo>
                <a:cubicBezTo>
                  <a:pt x="680372" y="74879"/>
                  <a:pt x="678825" y="73127"/>
                  <a:pt x="677736" y="72206"/>
                </a:cubicBezTo>
                <a:cubicBezTo>
                  <a:pt x="676649" y="71286"/>
                  <a:pt x="674840" y="69649"/>
                  <a:pt x="673782" y="68647"/>
                </a:cubicBezTo>
                <a:cubicBezTo>
                  <a:pt x="672723" y="67645"/>
                  <a:pt x="671368" y="66867"/>
                  <a:pt x="670816" y="66867"/>
                </a:cubicBezTo>
                <a:cubicBezTo>
                  <a:pt x="670263" y="66867"/>
                  <a:pt x="669405" y="66147"/>
                  <a:pt x="668838" y="65087"/>
                </a:cubicBezTo>
                <a:cubicBezTo>
                  <a:pt x="668271" y="64027"/>
                  <a:pt x="663899" y="61000"/>
                  <a:pt x="659149" y="58562"/>
                </a:cubicBezTo>
                <a:cubicBezTo>
                  <a:pt x="654399" y="56123"/>
                  <a:pt x="649725" y="53685"/>
                  <a:pt x="648866" y="53025"/>
                </a:cubicBezTo>
                <a:cubicBezTo>
                  <a:pt x="644726" y="49843"/>
                  <a:pt x="629235" y="42081"/>
                  <a:pt x="625532" y="41358"/>
                </a:cubicBezTo>
                <a:cubicBezTo>
                  <a:pt x="623739" y="41008"/>
                  <a:pt x="621283" y="40315"/>
                  <a:pt x="619994" y="39775"/>
                </a:cubicBezTo>
                <a:cubicBezTo>
                  <a:pt x="618706" y="39236"/>
                  <a:pt x="616536" y="38300"/>
                  <a:pt x="615248" y="37798"/>
                </a:cubicBezTo>
                <a:cubicBezTo>
                  <a:pt x="613960" y="37297"/>
                  <a:pt x="611627" y="36362"/>
                  <a:pt x="609909" y="35623"/>
                </a:cubicBezTo>
                <a:cubicBezTo>
                  <a:pt x="608191" y="34884"/>
                  <a:pt x="606253" y="34179"/>
                  <a:pt x="605558" y="34041"/>
                </a:cubicBezTo>
                <a:cubicBezTo>
                  <a:pt x="604863" y="33903"/>
                  <a:pt x="602909" y="32880"/>
                  <a:pt x="601208" y="31668"/>
                </a:cubicBezTo>
                <a:cubicBezTo>
                  <a:pt x="599507" y="30456"/>
                  <a:pt x="597720" y="29569"/>
                  <a:pt x="597253" y="29690"/>
                </a:cubicBezTo>
                <a:cubicBezTo>
                  <a:pt x="596125" y="29985"/>
                  <a:pt x="589583" y="28425"/>
                  <a:pt x="586970" y="27318"/>
                </a:cubicBezTo>
                <a:cubicBezTo>
                  <a:pt x="582677" y="25498"/>
                  <a:pt x="570040" y="22236"/>
                  <a:pt x="565021" y="21583"/>
                </a:cubicBezTo>
                <a:cubicBezTo>
                  <a:pt x="562157" y="21210"/>
                  <a:pt x="559462" y="20445"/>
                  <a:pt x="558890" y="20001"/>
                </a:cubicBezTo>
                <a:cubicBezTo>
                  <a:pt x="558317" y="19557"/>
                  <a:pt x="555732" y="18939"/>
                  <a:pt x="553156" y="18617"/>
                </a:cubicBezTo>
                <a:cubicBezTo>
                  <a:pt x="544243" y="17502"/>
                  <a:pt x="534861" y="15797"/>
                  <a:pt x="532788" y="14860"/>
                </a:cubicBezTo>
                <a:cubicBezTo>
                  <a:pt x="531643" y="14342"/>
                  <a:pt x="528641" y="13650"/>
                  <a:pt x="526064" y="13277"/>
                </a:cubicBezTo>
                <a:cubicBezTo>
                  <a:pt x="523487" y="12904"/>
                  <a:pt x="519040" y="12248"/>
                  <a:pt x="516177" y="11695"/>
                </a:cubicBezTo>
                <a:cubicBezTo>
                  <a:pt x="513313" y="11143"/>
                  <a:pt x="507113" y="10246"/>
                  <a:pt x="502532" y="9718"/>
                </a:cubicBezTo>
                <a:cubicBezTo>
                  <a:pt x="497951" y="9190"/>
                  <a:pt x="492671" y="8309"/>
                  <a:pt x="490667" y="7741"/>
                </a:cubicBezTo>
                <a:cubicBezTo>
                  <a:pt x="488663" y="7172"/>
                  <a:pt x="483799" y="6330"/>
                  <a:pt x="479791" y="5961"/>
                </a:cubicBezTo>
                <a:cubicBezTo>
                  <a:pt x="466332" y="4722"/>
                  <a:pt x="454720" y="3409"/>
                  <a:pt x="450525" y="2797"/>
                </a:cubicBezTo>
                <a:cubicBezTo>
                  <a:pt x="441653" y="1503"/>
                  <a:pt x="391717" y="0"/>
                  <a:pt x="360944" y="28"/>
                </a:cubicBezTo>
                <a:moveTo>
                  <a:pt x="777995" y="190658"/>
                </a:moveTo>
                <a:cubicBezTo>
                  <a:pt x="784171" y="192761"/>
                  <a:pt x="793617" y="203310"/>
                  <a:pt x="793617" y="208059"/>
                </a:cubicBezTo>
                <a:cubicBezTo>
                  <a:pt x="793616" y="209525"/>
                  <a:pt x="794033" y="210630"/>
                  <a:pt x="794605" y="210630"/>
                </a:cubicBezTo>
                <a:cubicBezTo>
                  <a:pt x="795178" y="210630"/>
                  <a:pt x="795792" y="211639"/>
                  <a:pt x="795792" y="212805"/>
                </a:cubicBezTo>
                <a:cubicBezTo>
                  <a:pt x="795792" y="213971"/>
                  <a:pt x="796570" y="216218"/>
                  <a:pt x="797572" y="217749"/>
                </a:cubicBezTo>
                <a:cubicBezTo>
                  <a:pt x="799170" y="220189"/>
                  <a:pt x="799418" y="223244"/>
                  <a:pt x="799352" y="242665"/>
                </a:cubicBezTo>
                <a:cubicBezTo>
                  <a:pt x="799286" y="261862"/>
                  <a:pt x="798888" y="264920"/>
                  <a:pt x="797374" y="266593"/>
                </a:cubicBezTo>
                <a:cubicBezTo>
                  <a:pt x="796414" y="267654"/>
                  <a:pt x="795792" y="270258"/>
                  <a:pt x="795792" y="272327"/>
                </a:cubicBezTo>
                <a:cubicBezTo>
                  <a:pt x="795792" y="274396"/>
                  <a:pt x="795178" y="276324"/>
                  <a:pt x="794605" y="276678"/>
                </a:cubicBezTo>
                <a:cubicBezTo>
                  <a:pt x="794033" y="277032"/>
                  <a:pt x="793617" y="278477"/>
                  <a:pt x="793617" y="279841"/>
                </a:cubicBezTo>
                <a:cubicBezTo>
                  <a:pt x="793617" y="281206"/>
                  <a:pt x="793200" y="282652"/>
                  <a:pt x="792628" y="283006"/>
                </a:cubicBezTo>
                <a:cubicBezTo>
                  <a:pt x="792055" y="283360"/>
                  <a:pt x="791442" y="284915"/>
                  <a:pt x="791442" y="286565"/>
                </a:cubicBezTo>
                <a:cubicBezTo>
                  <a:pt x="791442" y="288216"/>
                  <a:pt x="791026" y="289968"/>
                  <a:pt x="790453" y="290322"/>
                </a:cubicBezTo>
                <a:cubicBezTo>
                  <a:pt x="789881" y="290676"/>
                  <a:pt x="789465" y="291689"/>
                  <a:pt x="789465" y="292695"/>
                </a:cubicBezTo>
                <a:cubicBezTo>
                  <a:pt x="789465" y="293702"/>
                  <a:pt x="788073" y="297086"/>
                  <a:pt x="786498" y="300210"/>
                </a:cubicBezTo>
                <a:cubicBezTo>
                  <a:pt x="784923" y="303334"/>
                  <a:pt x="782847" y="308125"/>
                  <a:pt x="781752" y="310690"/>
                </a:cubicBezTo>
                <a:cubicBezTo>
                  <a:pt x="780657" y="313255"/>
                  <a:pt x="777294" y="318938"/>
                  <a:pt x="774237" y="323346"/>
                </a:cubicBezTo>
                <a:cubicBezTo>
                  <a:pt x="771181" y="327755"/>
                  <a:pt x="768700" y="331700"/>
                  <a:pt x="768700" y="332047"/>
                </a:cubicBezTo>
                <a:cubicBezTo>
                  <a:pt x="768701" y="332395"/>
                  <a:pt x="767252" y="334172"/>
                  <a:pt x="765537" y="336002"/>
                </a:cubicBezTo>
                <a:cubicBezTo>
                  <a:pt x="763821" y="337833"/>
                  <a:pt x="762376" y="339527"/>
                  <a:pt x="762372" y="339957"/>
                </a:cubicBezTo>
                <a:cubicBezTo>
                  <a:pt x="762370" y="340387"/>
                  <a:pt x="761595" y="341681"/>
                  <a:pt x="760593" y="342726"/>
                </a:cubicBezTo>
                <a:cubicBezTo>
                  <a:pt x="758141" y="345280"/>
                  <a:pt x="754614" y="349454"/>
                  <a:pt x="747937" y="357556"/>
                </a:cubicBezTo>
                <a:cubicBezTo>
                  <a:pt x="744869" y="361280"/>
                  <a:pt x="741550" y="365065"/>
                  <a:pt x="740621" y="366060"/>
                </a:cubicBezTo>
                <a:cubicBezTo>
                  <a:pt x="736602" y="370364"/>
                  <a:pt x="735126" y="371911"/>
                  <a:pt x="727965" y="380297"/>
                </a:cubicBezTo>
                <a:cubicBezTo>
                  <a:pt x="723807" y="385166"/>
                  <a:pt x="717986" y="391689"/>
                  <a:pt x="714913" y="394733"/>
                </a:cubicBezTo>
                <a:cubicBezTo>
                  <a:pt x="711839" y="397777"/>
                  <a:pt x="709376" y="400762"/>
                  <a:pt x="709376" y="401259"/>
                </a:cubicBezTo>
                <a:cubicBezTo>
                  <a:pt x="709376" y="401756"/>
                  <a:pt x="708347" y="402477"/>
                  <a:pt x="707201" y="402841"/>
                </a:cubicBezTo>
                <a:cubicBezTo>
                  <a:pt x="706056" y="403205"/>
                  <a:pt x="705224" y="403740"/>
                  <a:pt x="705224" y="404225"/>
                </a:cubicBezTo>
                <a:cubicBezTo>
                  <a:pt x="705224" y="405188"/>
                  <a:pt x="700067" y="410559"/>
                  <a:pt x="695138" y="414706"/>
                </a:cubicBezTo>
                <a:cubicBezTo>
                  <a:pt x="693423" y="416149"/>
                  <a:pt x="691814" y="417878"/>
                  <a:pt x="691579" y="418463"/>
                </a:cubicBezTo>
                <a:cubicBezTo>
                  <a:pt x="691344" y="419047"/>
                  <a:pt x="687875" y="422147"/>
                  <a:pt x="683867" y="425384"/>
                </a:cubicBezTo>
                <a:cubicBezTo>
                  <a:pt x="679859" y="428621"/>
                  <a:pt x="673811" y="433813"/>
                  <a:pt x="670618" y="436854"/>
                </a:cubicBezTo>
                <a:cubicBezTo>
                  <a:pt x="664700" y="442487"/>
                  <a:pt x="662794" y="444096"/>
                  <a:pt x="653611" y="450893"/>
                </a:cubicBezTo>
                <a:cubicBezTo>
                  <a:pt x="650748" y="453013"/>
                  <a:pt x="646303" y="456794"/>
                  <a:pt x="643724" y="459397"/>
                </a:cubicBezTo>
                <a:cubicBezTo>
                  <a:pt x="641145" y="462000"/>
                  <a:pt x="635251" y="467185"/>
                  <a:pt x="630672" y="470866"/>
                </a:cubicBezTo>
                <a:cubicBezTo>
                  <a:pt x="626094" y="474547"/>
                  <a:pt x="621699" y="478037"/>
                  <a:pt x="620983" y="478578"/>
                </a:cubicBezTo>
                <a:cubicBezTo>
                  <a:pt x="619099" y="480003"/>
                  <a:pt x="619293" y="474806"/>
                  <a:pt x="621181" y="473239"/>
                </a:cubicBezTo>
                <a:cubicBezTo>
                  <a:pt x="622033" y="472532"/>
                  <a:pt x="622936" y="468721"/>
                  <a:pt x="623356" y="464340"/>
                </a:cubicBezTo>
                <a:cubicBezTo>
                  <a:pt x="623752" y="460212"/>
                  <a:pt x="624727" y="455919"/>
                  <a:pt x="625532" y="454651"/>
                </a:cubicBezTo>
                <a:cubicBezTo>
                  <a:pt x="626336" y="453382"/>
                  <a:pt x="627113" y="450709"/>
                  <a:pt x="627113" y="448719"/>
                </a:cubicBezTo>
                <a:cubicBezTo>
                  <a:pt x="627113" y="446728"/>
                  <a:pt x="627529" y="444722"/>
                  <a:pt x="628102" y="444368"/>
                </a:cubicBezTo>
                <a:cubicBezTo>
                  <a:pt x="628674" y="444014"/>
                  <a:pt x="629090" y="441736"/>
                  <a:pt x="629090" y="439226"/>
                </a:cubicBezTo>
                <a:cubicBezTo>
                  <a:pt x="629090" y="436717"/>
                  <a:pt x="629506" y="434439"/>
                  <a:pt x="630079" y="434085"/>
                </a:cubicBezTo>
                <a:cubicBezTo>
                  <a:pt x="630652" y="433731"/>
                  <a:pt x="631266" y="431256"/>
                  <a:pt x="631266" y="428746"/>
                </a:cubicBezTo>
                <a:cubicBezTo>
                  <a:pt x="631266" y="426236"/>
                  <a:pt x="631682" y="423958"/>
                  <a:pt x="632255" y="423604"/>
                </a:cubicBezTo>
                <a:cubicBezTo>
                  <a:pt x="632827" y="423251"/>
                  <a:pt x="633243" y="421389"/>
                  <a:pt x="633243" y="419452"/>
                </a:cubicBezTo>
                <a:cubicBezTo>
                  <a:pt x="633243" y="417515"/>
                  <a:pt x="633660" y="415653"/>
                  <a:pt x="634232" y="415299"/>
                </a:cubicBezTo>
                <a:cubicBezTo>
                  <a:pt x="634805" y="414945"/>
                  <a:pt x="635419" y="412976"/>
                  <a:pt x="635419" y="410949"/>
                </a:cubicBezTo>
                <a:cubicBezTo>
                  <a:pt x="635419" y="408921"/>
                  <a:pt x="635986" y="405832"/>
                  <a:pt x="636803" y="404027"/>
                </a:cubicBezTo>
                <a:cubicBezTo>
                  <a:pt x="637620" y="402223"/>
                  <a:pt x="638682" y="398804"/>
                  <a:pt x="638978" y="396513"/>
                </a:cubicBezTo>
                <a:cubicBezTo>
                  <a:pt x="639874" y="389562"/>
                  <a:pt x="640586" y="385256"/>
                  <a:pt x="641549" y="383066"/>
                </a:cubicBezTo>
                <a:cubicBezTo>
                  <a:pt x="642052" y="381921"/>
                  <a:pt x="642841" y="378722"/>
                  <a:pt x="643131" y="376145"/>
                </a:cubicBezTo>
                <a:cubicBezTo>
                  <a:pt x="644137" y="367198"/>
                  <a:pt x="644972" y="363263"/>
                  <a:pt x="646295" y="361709"/>
                </a:cubicBezTo>
                <a:cubicBezTo>
                  <a:pt x="647529" y="360260"/>
                  <a:pt x="648069" y="358153"/>
                  <a:pt x="649657" y="346285"/>
                </a:cubicBezTo>
                <a:cubicBezTo>
                  <a:pt x="649982" y="343851"/>
                  <a:pt x="650526" y="341935"/>
                  <a:pt x="651040" y="341935"/>
                </a:cubicBezTo>
                <a:cubicBezTo>
                  <a:pt x="651556" y="341935"/>
                  <a:pt x="652029" y="340039"/>
                  <a:pt x="652029" y="337782"/>
                </a:cubicBezTo>
                <a:cubicBezTo>
                  <a:pt x="652029" y="335525"/>
                  <a:pt x="652445" y="333390"/>
                  <a:pt x="653018" y="333036"/>
                </a:cubicBezTo>
                <a:cubicBezTo>
                  <a:pt x="653591" y="332682"/>
                  <a:pt x="654204" y="330547"/>
                  <a:pt x="654204" y="328290"/>
                </a:cubicBezTo>
                <a:cubicBezTo>
                  <a:pt x="654204" y="326033"/>
                  <a:pt x="654621" y="324137"/>
                  <a:pt x="655194" y="324137"/>
                </a:cubicBezTo>
                <a:cubicBezTo>
                  <a:pt x="655766" y="324137"/>
                  <a:pt x="656182" y="321943"/>
                  <a:pt x="656182" y="319194"/>
                </a:cubicBezTo>
                <a:cubicBezTo>
                  <a:pt x="656182" y="316444"/>
                  <a:pt x="656763" y="313669"/>
                  <a:pt x="657369" y="313063"/>
                </a:cubicBezTo>
                <a:cubicBezTo>
                  <a:pt x="658639" y="311793"/>
                  <a:pt x="661652" y="298219"/>
                  <a:pt x="660928" y="297046"/>
                </a:cubicBezTo>
                <a:cubicBezTo>
                  <a:pt x="660662" y="296615"/>
                  <a:pt x="661064" y="295776"/>
                  <a:pt x="661917" y="295068"/>
                </a:cubicBezTo>
                <a:cubicBezTo>
                  <a:pt x="662794" y="294340"/>
                  <a:pt x="663498" y="291980"/>
                  <a:pt x="663498" y="289729"/>
                </a:cubicBezTo>
                <a:cubicBezTo>
                  <a:pt x="663499" y="287542"/>
                  <a:pt x="663915" y="285535"/>
                  <a:pt x="664487" y="285181"/>
                </a:cubicBezTo>
                <a:cubicBezTo>
                  <a:pt x="665060" y="284827"/>
                  <a:pt x="665476" y="283128"/>
                  <a:pt x="665476" y="281424"/>
                </a:cubicBezTo>
                <a:cubicBezTo>
                  <a:pt x="665476" y="279719"/>
                  <a:pt x="666247" y="277155"/>
                  <a:pt x="667059" y="275887"/>
                </a:cubicBezTo>
                <a:cubicBezTo>
                  <a:pt x="667870" y="274618"/>
                  <a:pt x="668834" y="270443"/>
                  <a:pt x="669234" y="266593"/>
                </a:cubicBezTo>
                <a:cubicBezTo>
                  <a:pt x="669635" y="262712"/>
                  <a:pt x="670608" y="259149"/>
                  <a:pt x="671409" y="258485"/>
                </a:cubicBezTo>
                <a:cubicBezTo>
                  <a:pt x="672202" y="257826"/>
                  <a:pt x="672793" y="255682"/>
                  <a:pt x="672793" y="253739"/>
                </a:cubicBezTo>
                <a:cubicBezTo>
                  <a:pt x="672793" y="249518"/>
                  <a:pt x="675941" y="244418"/>
                  <a:pt x="680703" y="240885"/>
                </a:cubicBezTo>
                <a:cubicBezTo>
                  <a:pt x="682611" y="239469"/>
                  <a:pt x="684246" y="237838"/>
                  <a:pt x="684263" y="237326"/>
                </a:cubicBezTo>
                <a:cubicBezTo>
                  <a:pt x="684278" y="236814"/>
                  <a:pt x="687794" y="233094"/>
                  <a:pt x="691974" y="229020"/>
                </a:cubicBezTo>
                <a:cubicBezTo>
                  <a:pt x="696155" y="224947"/>
                  <a:pt x="699897" y="220725"/>
                  <a:pt x="700280" y="219726"/>
                </a:cubicBezTo>
                <a:cubicBezTo>
                  <a:pt x="700663" y="218728"/>
                  <a:pt x="701640" y="217947"/>
                  <a:pt x="702455" y="217947"/>
                </a:cubicBezTo>
                <a:cubicBezTo>
                  <a:pt x="703270" y="217947"/>
                  <a:pt x="704103" y="217224"/>
                  <a:pt x="704433" y="216364"/>
                </a:cubicBezTo>
                <a:cubicBezTo>
                  <a:pt x="704763" y="215505"/>
                  <a:pt x="705751" y="214783"/>
                  <a:pt x="706609" y="214783"/>
                </a:cubicBezTo>
                <a:cubicBezTo>
                  <a:pt x="707464" y="214783"/>
                  <a:pt x="708763" y="213951"/>
                  <a:pt x="709376" y="212805"/>
                </a:cubicBezTo>
                <a:cubicBezTo>
                  <a:pt x="709990" y="211660"/>
                  <a:pt x="711108" y="210630"/>
                  <a:pt x="711947" y="210630"/>
                </a:cubicBezTo>
                <a:cubicBezTo>
                  <a:pt x="712786" y="210630"/>
                  <a:pt x="713529" y="210199"/>
                  <a:pt x="713529" y="209641"/>
                </a:cubicBezTo>
                <a:cubicBezTo>
                  <a:pt x="713529" y="208358"/>
                  <a:pt x="727926" y="198172"/>
                  <a:pt x="729745" y="198172"/>
                </a:cubicBezTo>
                <a:cubicBezTo>
                  <a:pt x="730488" y="198172"/>
                  <a:pt x="732776" y="197033"/>
                  <a:pt x="734885" y="195601"/>
                </a:cubicBezTo>
                <a:cubicBezTo>
                  <a:pt x="736996" y="194169"/>
                  <a:pt x="739472" y="192832"/>
                  <a:pt x="740423" y="192832"/>
                </a:cubicBezTo>
                <a:cubicBezTo>
                  <a:pt x="741373" y="192832"/>
                  <a:pt x="742734" y="192301"/>
                  <a:pt x="743389" y="191646"/>
                </a:cubicBezTo>
                <a:cubicBezTo>
                  <a:pt x="745120" y="189915"/>
                  <a:pt x="773441" y="189107"/>
                  <a:pt x="777995" y="190658"/>
                </a:cubicBezTo>
              </a:path>
            </a:pathLst>
          </a:custGeom>
          <a:noFill xmlns:a="http://schemas.openxmlformats.org/drawingml/2006/main"/>
          <a:ln xmlns:a="http://schemas.openxmlformats.org/drawingml/2006/main" w="44296">
            <a:solidFill>
              <a:srgbClr val="9EC2C9"/>
            </a:solidFill>
            <a:prstDash val="solid"/>
          </a:ln>
        </p:spPr>
      </p:sp>
      <p:sp>
        <p:nvSpPr>
          <p:cNvPr id="29" name="pdf-path-95">
            <a:extLst xmlns:a="http://schemas.openxmlformats.org/drawingml/2006/main">
              <a:ext uri="{FF2B5EF4-FFF2-40B4-BE49-F238E27FC236}">
                <a16:creationId xmlns:a16="http://schemas.microsoft.com/office/drawing/2014/main" id="{1B9D8FEE-61A1-4913-A915-70E83E3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962" y="2147704"/>
            <a:ext cx="720889" cy="728151"/>
          </a:xfrm>
          <a:custGeom xmlns:a="http://schemas.openxmlformats.org/drawingml/2006/main">
            <a:pathLst>
              <a:path w="720889" h="728151">
                <a:moveTo>
                  <a:pt x="303444" y="44"/>
                </a:moveTo>
                <a:cubicBezTo>
                  <a:pt x="286469" y="0"/>
                  <a:pt x="258691" y="1188"/>
                  <a:pt x="257369" y="2022"/>
                </a:cubicBezTo>
                <a:cubicBezTo>
                  <a:pt x="256876" y="2333"/>
                  <a:pt x="250291" y="2856"/>
                  <a:pt x="242735" y="3208"/>
                </a:cubicBezTo>
                <a:cubicBezTo>
                  <a:pt x="235179" y="3561"/>
                  <a:pt x="227677" y="4345"/>
                  <a:pt x="226124" y="4791"/>
                </a:cubicBezTo>
                <a:cubicBezTo>
                  <a:pt x="224572" y="5236"/>
                  <a:pt x="221170" y="5581"/>
                  <a:pt x="218610" y="5581"/>
                </a:cubicBezTo>
                <a:cubicBezTo>
                  <a:pt x="216050" y="5581"/>
                  <a:pt x="213726" y="5758"/>
                  <a:pt x="213468" y="6174"/>
                </a:cubicBezTo>
                <a:cubicBezTo>
                  <a:pt x="213211" y="6591"/>
                  <a:pt x="208885" y="7246"/>
                  <a:pt x="203779" y="7559"/>
                </a:cubicBezTo>
                <a:cubicBezTo>
                  <a:pt x="198672" y="7871"/>
                  <a:pt x="193032" y="8821"/>
                  <a:pt x="191321" y="9536"/>
                </a:cubicBezTo>
                <a:cubicBezTo>
                  <a:pt x="189609" y="10252"/>
                  <a:pt x="184653" y="10972"/>
                  <a:pt x="180247" y="11316"/>
                </a:cubicBezTo>
                <a:cubicBezTo>
                  <a:pt x="175841" y="11660"/>
                  <a:pt x="171841" y="12333"/>
                  <a:pt x="171348" y="12700"/>
                </a:cubicBezTo>
                <a:cubicBezTo>
                  <a:pt x="170855" y="13068"/>
                  <a:pt x="167976" y="13683"/>
                  <a:pt x="165020" y="14085"/>
                </a:cubicBezTo>
                <a:cubicBezTo>
                  <a:pt x="162065" y="14486"/>
                  <a:pt x="159234" y="14904"/>
                  <a:pt x="158495" y="15073"/>
                </a:cubicBezTo>
                <a:cubicBezTo>
                  <a:pt x="157755" y="15243"/>
                  <a:pt x="155025" y="15588"/>
                  <a:pt x="152562" y="15864"/>
                </a:cubicBezTo>
                <a:cubicBezTo>
                  <a:pt x="150099" y="16140"/>
                  <a:pt x="147691" y="16804"/>
                  <a:pt x="147223" y="17249"/>
                </a:cubicBezTo>
                <a:cubicBezTo>
                  <a:pt x="146755" y="17693"/>
                  <a:pt x="145190" y="18039"/>
                  <a:pt x="143663" y="18039"/>
                </a:cubicBezTo>
                <a:cubicBezTo>
                  <a:pt x="142136" y="18039"/>
                  <a:pt x="140411" y="18524"/>
                  <a:pt x="139907" y="19028"/>
                </a:cubicBezTo>
                <a:cubicBezTo>
                  <a:pt x="139402" y="19533"/>
                  <a:pt x="137585" y="19948"/>
                  <a:pt x="135754" y="20017"/>
                </a:cubicBezTo>
                <a:cubicBezTo>
                  <a:pt x="133922" y="20086"/>
                  <a:pt x="132230" y="20431"/>
                  <a:pt x="131996" y="20808"/>
                </a:cubicBezTo>
                <a:cubicBezTo>
                  <a:pt x="131763" y="21186"/>
                  <a:pt x="129365" y="21854"/>
                  <a:pt x="126657" y="22192"/>
                </a:cubicBezTo>
                <a:cubicBezTo>
                  <a:pt x="123949" y="22530"/>
                  <a:pt x="121558" y="22990"/>
                  <a:pt x="121318" y="23379"/>
                </a:cubicBezTo>
                <a:cubicBezTo>
                  <a:pt x="121077" y="23768"/>
                  <a:pt x="118762" y="24412"/>
                  <a:pt x="116177" y="24763"/>
                </a:cubicBezTo>
                <a:cubicBezTo>
                  <a:pt x="113591" y="25114"/>
                  <a:pt x="109896" y="26209"/>
                  <a:pt x="108069" y="27136"/>
                </a:cubicBezTo>
                <a:cubicBezTo>
                  <a:pt x="106241" y="28063"/>
                  <a:pt x="103952" y="28718"/>
                  <a:pt x="102928" y="28718"/>
                </a:cubicBezTo>
                <a:cubicBezTo>
                  <a:pt x="101903" y="28718"/>
                  <a:pt x="99519" y="29512"/>
                  <a:pt x="97588" y="30498"/>
                </a:cubicBezTo>
                <a:cubicBezTo>
                  <a:pt x="95658" y="31483"/>
                  <a:pt x="93601" y="32277"/>
                  <a:pt x="93040" y="32277"/>
                </a:cubicBezTo>
                <a:cubicBezTo>
                  <a:pt x="92479" y="32277"/>
                  <a:pt x="90637" y="32981"/>
                  <a:pt x="89085" y="33662"/>
                </a:cubicBezTo>
                <a:cubicBezTo>
                  <a:pt x="87533" y="34342"/>
                  <a:pt x="83784" y="35727"/>
                  <a:pt x="80582" y="36826"/>
                </a:cubicBezTo>
                <a:cubicBezTo>
                  <a:pt x="77380" y="37925"/>
                  <a:pt x="72911" y="39672"/>
                  <a:pt x="70695" y="40781"/>
                </a:cubicBezTo>
                <a:cubicBezTo>
                  <a:pt x="63891" y="44185"/>
                  <a:pt x="56822" y="47184"/>
                  <a:pt x="56655" y="46713"/>
                </a:cubicBezTo>
                <a:cubicBezTo>
                  <a:pt x="56567" y="46467"/>
                  <a:pt x="56046" y="46860"/>
                  <a:pt x="55270" y="47504"/>
                </a:cubicBezTo>
                <a:cubicBezTo>
                  <a:pt x="54494" y="48148"/>
                  <a:pt x="51113" y="49869"/>
                  <a:pt x="47953" y="51459"/>
                </a:cubicBezTo>
                <a:cubicBezTo>
                  <a:pt x="41050" y="54933"/>
                  <a:pt x="26419" y="66422"/>
                  <a:pt x="19873" y="73409"/>
                </a:cubicBezTo>
                <a:cubicBezTo>
                  <a:pt x="17270" y="76188"/>
                  <a:pt x="13557" y="80784"/>
                  <a:pt x="11766" y="83494"/>
                </a:cubicBezTo>
                <a:cubicBezTo>
                  <a:pt x="9974" y="86204"/>
                  <a:pt x="7885" y="89325"/>
                  <a:pt x="7020" y="90613"/>
                </a:cubicBezTo>
                <a:cubicBezTo>
                  <a:pt x="6154" y="91901"/>
                  <a:pt x="5196" y="94631"/>
                  <a:pt x="4844" y="96545"/>
                </a:cubicBezTo>
                <a:cubicBezTo>
                  <a:pt x="4494" y="98460"/>
                  <a:pt x="3536" y="100715"/>
                  <a:pt x="2867" y="101687"/>
                </a:cubicBezTo>
                <a:cubicBezTo>
                  <a:pt x="2198" y="102659"/>
                  <a:pt x="1680" y="104967"/>
                  <a:pt x="1680" y="106828"/>
                </a:cubicBezTo>
                <a:cubicBezTo>
                  <a:pt x="1680" y="108689"/>
                  <a:pt x="1208" y="110388"/>
                  <a:pt x="692" y="110388"/>
                </a:cubicBezTo>
                <a:cubicBezTo>
                  <a:pt x="58" y="110388"/>
                  <a:pt x="0" y="114911"/>
                  <a:pt x="296" y="124428"/>
                </a:cubicBezTo>
                <a:cubicBezTo>
                  <a:pt x="876" y="143030"/>
                  <a:pt x="1655" y="150872"/>
                  <a:pt x="3064" y="152508"/>
                </a:cubicBezTo>
                <a:cubicBezTo>
                  <a:pt x="3767" y="153323"/>
                  <a:pt x="4524" y="158331"/>
                  <a:pt x="5042" y="165362"/>
                </a:cubicBezTo>
                <a:cubicBezTo>
                  <a:pt x="5584" y="172704"/>
                  <a:pt x="6161" y="177006"/>
                  <a:pt x="6822" y="177227"/>
                </a:cubicBezTo>
                <a:cubicBezTo>
                  <a:pt x="7445" y="177434"/>
                  <a:pt x="8009" y="179669"/>
                  <a:pt x="8009" y="182566"/>
                </a:cubicBezTo>
                <a:cubicBezTo>
                  <a:pt x="8009" y="185234"/>
                  <a:pt x="8307" y="187312"/>
                  <a:pt x="8800" y="187312"/>
                </a:cubicBezTo>
                <a:cubicBezTo>
                  <a:pt x="9333" y="187312"/>
                  <a:pt x="9788" y="190661"/>
                  <a:pt x="9788" y="195617"/>
                </a:cubicBezTo>
                <a:cubicBezTo>
                  <a:pt x="9788" y="200199"/>
                  <a:pt x="10118" y="204443"/>
                  <a:pt x="10580" y="204911"/>
                </a:cubicBezTo>
                <a:cubicBezTo>
                  <a:pt x="11040" y="205379"/>
                  <a:pt x="11611" y="212404"/>
                  <a:pt x="11766" y="220534"/>
                </a:cubicBezTo>
                <a:cubicBezTo>
                  <a:pt x="12016" y="233717"/>
                  <a:pt x="12143" y="235671"/>
                  <a:pt x="13941" y="239320"/>
                </a:cubicBezTo>
                <a:cubicBezTo>
                  <a:pt x="15049" y="241569"/>
                  <a:pt x="15918" y="245197"/>
                  <a:pt x="15918" y="247229"/>
                </a:cubicBezTo>
                <a:cubicBezTo>
                  <a:pt x="15918" y="249262"/>
                  <a:pt x="16414" y="251078"/>
                  <a:pt x="16907" y="251382"/>
                </a:cubicBezTo>
                <a:cubicBezTo>
                  <a:pt x="17437" y="251709"/>
                  <a:pt x="17896" y="257206"/>
                  <a:pt x="17896" y="264829"/>
                </a:cubicBezTo>
                <a:cubicBezTo>
                  <a:pt x="17896" y="272451"/>
                  <a:pt x="18157" y="277948"/>
                  <a:pt x="18687" y="278276"/>
                </a:cubicBezTo>
                <a:cubicBezTo>
                  <a:pt x="19180" y="278580"/>
                  <a:pt x="19676" y="279841"/>
                  <a:pt x="19676" y="281044"/>
                </a:cubicBezTo>
                <a:cubicBezTo>
                  <a:pt x="19676" y="282247"/>
                  <a:pt x="19974" y="283219"/>
                  <a:pt x="20467" y="283219"/>
                </a:cubicBezTo>
                <a:cubicBezTo>
                  <a:pt x="21005" y="283219"/>
                  <a:pt x="21448" y="286801"/>
                  <a:pt x="21456" y="292316"/>
                </a:cubicBezTo>
                <a:cubicBezTo>
                  <a:pt x="21468" y="300861"/>
                  <a:pt x="22827" y="307783"/>
                  <a:pt x="25014" y="310509"/>
                </a:cubicBezTo>
                <a:cubicBezTo>
                  <a:pt x="26178" y="311958"/>
                  <a:pt x="26961" y="318671"/>
                  <a:pt x="27388" y="330679"/>
                </a:cubicBezTo>
                <a:cubicBezTo>
                  <a:pt x="27671" y="338620"/>
                  <a:pt x="28105" y="342693"/>
                  <a:pt x="29167" y="344917"/>
                </a:cubicBezTo>
                <a:cubicBezTo>
                  <a:pt x="30016" y="346693"/>
                  <a:pt x="30770" y="351000"/>
                  <a:pt x="30947" y="354804"/>
                </a:cubicBezTo>
                <a:cubicBezTo>
                  <a:pt x="31120" y="358499"/>
                  <a:pt x="31855" y="362818"/>
                  <a:pt x="32529" y="364296"/>
                </a:cubicBezTo>
                <a:cubicBezTo>
                  <a:pt x="36787" y="373626"/>
                  <a:pt x="37473" y="375792"/>
                  <a:pt x="37473" y="380314"/>
                </a:cubicBezTo>
                <a:cubicBezTo>
                  <a:pt x="37473" y="383000"/>
                  <a:pt x="37969" y="385546"/>
                  <a:pt x="38461" y="385851"/>
                </a:cubicBezTo>
                <a:cubicBezTo>
                  <a:pt x="38954" y="386155"/>
                  <a:pt x="39252" y="389978"/>
                  <a:pt x="39252" y="394354"/>
                </a:cubicBezTo>
                <a:cubicBezTo>
                  <a:pt x="39252" y="398730"/>
                  <a:pt x="39748" y="402553"/>
                  <a:pt x="40241" y="402857"/>
                </a:cubicBezTo>
                <a:cubicBezTo>
                  <a:pt x="40734" y="403161"/>
                  <a:pt x="41032" y="405545"/>
                  <a:pt x="41032" y="408196"/>
                </a:cubicBezTo>
                <a:cubicBezTo>
                  <a:pt x="41032" y="410848"/>
                  <a:pt x="41535" y="413235"/>
                  <a:pt x="42021" y="413535"/>
                </a:cubicBezTo>
                <a:cubicBezTo>
                  <a:pt x="42508" y="413836"/>
                  <a:pt x="43416" y="416190"/>
                  <a:pt x="44197" y="418875"/>
                </a:cubicBezTo>
                <a:cubicBezTo>
                  <a:pt x="44976" y="421559"/>
                  <a:pt x="46112" y="423818"/>
                  <a:pt x="46570" y="423818"/>
                </a:cubicBezTo>
                <a:cubicBezTo>
                  <a:pt x="47026" y="423818"/>
                  <a:pt x="47360" y="424642"/>
                  <a:pt x="47360" y="425598"/>
                </a:cubicBezTo>
                <a:cubicBezTo>
                  <a:pt x="47360" y="426554"/>
                  <a:pt x="47659" y="427469"/>
                  <a:pt x="48151" y="427773"/>
                </a:cubicBezTo>
                <a:cubicBezTo>
                  <a:pt x="48644" y="428078"/>
                  <a:pt x="49140" y="431424"/>
                  <a:pt x="49140" y="435090"/>
                </a:cubicBezTo>
                <a:cubicBezTo>
                  <a:pt x="49140" y="438936"/>
                  <a:pt x="49612" y="441813"/>
                  <a:pt x="50128" y="441813"/>
                </a:cubicBezTo>
                <a:cubicBezTo>
                  <a:pt x="50621" y="441813"/>
                  <a:pt x="50920" y="443730"/>
                  <a:pt x="50920" y="446164"/>
                </a:cubicBezTo>
                <a:cubicBezTo>
                  <a:pt x="50920" y="448598"/>
                  <a:pt x="51416" y="450803"/>
                  <a:pt x="51908" y="451107"/>
                </a:cubicBezTo>
                <a:cubicBezTo>
                  <a:pt x="52401" y="451412"/>
                  <a:pt x="52676" y="453542"/>
                  <a:pt x="52699" y="455854"/>
                </a:cubicBezTo>
                <a:cubicBezTo>
                  <a:pt x="52724" y="458205"/>
                  <a:pt x="53528" y="461416"/>
                  <a:pt x="54479" y="463170"/>
                </a:cubicBezTo>
                <a:cubicBezTo>
                  <a:pt x="57352" y="468472"/>
                  <a:pt x="58351" y="470719"/>
                  <a:pt x="58632" y="472860"/>
                </a:cubicBezTo>
                <a:cubicBezTo>
                  <a:pt x="58988" y="475570"/>
                  <a:pt x="61137" y="480177"/>
                  <a:pt x="61993" y="480177"/>
                </a:cubicBezTo>
                <a:cubicBezTo>
                  <a:pt x="62366" y="480177"/>
                  <a:pt x="62587" y="481012"/>
                  <a:pt x="62587" y="481956"/>
                </a:cubicBezTo>
                <a:cubicBezTo>
                  <a:pt x="62587" y="482900"/>
                  <a:pt x="62902" y="483769"/>
                  <a:pt x="63378" y="483934"/>
                </a:cubicBezTo>
                <a:cubicBezTo>
                  <a:pt x="63853" y="484098"/>
                  <a:pt x="64939" y="487208"/>
                  <a:pt x="65751" y="490657"/>
                </a:cubicBezTo>
                <a:cubicBezTo>
                  <a:pt x="68427" y="502027"/>
                  <a:pt x="69086" y="503916"/>
                  <a:pt x="69904" y="505488"/>
                </a:cubicBezTo>
                <a:cubicBezTo>
                  <a:pt x="70348" y="506344"/>
                  <a:pt x="70695" y="507851"/>
                  <a:pt x="70695" y="508850"/>
                </a:cubicBezTo>
                <a:cubicBezTo>
                  <a:pt x="70695" y="509849"/>
                  <a:pt x="71114" y="511703"/>
                  <a:pt x="71683" y="512805"/>
                </a:cubicBezTo>
                <a:cubicBezTo>
                  <a:pt x="73486" y="516293"/>
                  <a:pt x="74556" y="518180"/>
                  <a:pt x="75836" y="520715"/>
                </a:cubicBezTo>
                <a:cubicBezTo>
                  <a:pt x="76521" y="522070"/>
                  <a:pt x="77283" y="523281"/>
                  <a:pt x="77616" y="523285"/>
                </a:cubicBezTo>
                <a:cubicBezTo>
                  <a:pt x="78302" y="523293"/>
                  <a:pt x="80551" y="527585"/>
                  <a:pt x="80582" y="529020"/>
                </a:cubicBezTo>
                <a:cubicBezTo>
                  <a:pt x="80593" y="529538"/>
                  <a:pt x="81399" y="530952"/>
                  <a:pt x="82362" y="532184"/>
                </a:cubicBezTo>
                <a:cubicBezTo>
                  <a:pt x="83325" y="533416"/>
                  <a:pt x="84114" y="535500"/>
                  <a:pt x="84141" y="536732"/>
                </a:cubicBezTo>
                <a:cubicBezTo>
                  <a:pt x="84168" y="537964"/>
                  <a:pt x="84802" y="539731"/>
                  <a:pt x="85525" y="540687"/>
                </a:cubicBezTo>
                <a:cubicBezTo>
                  <a:pt x="86249" y="541644"/>
                  <a:pt x="86712" y="543336"/>
                  <a:pt x="86712" y="544445"/>
                </a:cubicBezTo>
                <a:cubicBezTo>
                  <a:pt x="86712" y="545553"/>
                  <a:pt x="87208" y="546711"/>
                  <a:pt x="87701" y="547015"/>
                </a:cubicBezTo>
                <a:cubicBezTo>
                  <a:pt x="88194" y="547320"/>
                  <a:pt x="88492" y="548480"/>
                  <a:pt x="88492" y="549586"/>
                </a:cubicBezTo>
                <a:cubicBezTo>
                  <a:pt x="88492" y="550692"/>
                  <a:pt x="89783" y="553386"/>
                  <a:pt x="91261" y="555716"/>
                </a:cubicBezTo>
                <a:cubicBezTo>
                  <a:pt x="92738" y="558047"/>
                  <a:pt x="93831" y="560382"/>
                  <a:pt x="93831" y="560858"/>
                </a:cubicBezTo>
                <a:cubicBezTo>
                  <a:pt x="93831" y="561333"/>
                  <a:pt x="94365" y="561847"/>
                  <a:pt x="94820" y="561847"/>
                </a:cubicBezTo>
                <a:cubicBezTo>
                  <a:pt x="95274" y="561847"/>
                  <a:pt x="96031" y="563286"/>
                  <a:pt x="96599" y="565010"/>
                </a:cubicBezTo>
                <a:cubicBezTo>
                  <a:pt x="97169" y="566735"/>
                  <a:pt x="97935" y="567977"/>
                  <a:pt x="98379" y="567977"/>
                </a:cubicBezTo>
                <a:cubicBezTo>
                  <a:pt x="99969" y="567977"/>
                  <a:pt x="107242" y="584320"/>
                  <a:pt x="107278" y="587949"/>
                </a:cubicBezTo>
                <a:cubicBezTo>
                  <a:pt x="107286" y="588759"/>
                  <a:pt x="107924" y="589643"/>
                  <a:pt x="108662" y="589927"/>
                </a:cubicBezTo>
                <a:cubicBezTo>
                  <a:pt x="109401" y="590210"/>
                  <a:pt x="110046" y="590952"/>
                  <a:pt x="110046" y="591706"/>
                </a:cubicBezTo>
                <a:cubicBezTo>
                  <a:pt x="110046" y="592461"/>
                  <a:pt x="110542" y="593090"/>
                  <a:pt x="111035" y="593090"/>
                </a:cubicBezTo>
                <a:cubicBezTo>
                  <a:pt x="111528" y="593090"/>
                  <a:pt x="111815" y="593661"/>
                  <a:pt x="111826" y="594277"/>
                </a:cubicBezTo>
                <a:cubicBezTo>
                  <a:pt x="111837" y="594893"/>
                  <a:pt x="113278" y="596923"/>
                  <a:pt x="114990" y="598825"/>
                </a:cubicBezTo>
                <a:cubicBezTo>
                  <a:pt x="116702" y="600727"/>
                  <a:pt x="118154" y="602737"/>
                  <a:pt x="118154" y="603176"/>
                </a:cubicBezTo>
                <a:cubicBezTo>
                  <a:pt x="118154" y="603614"/>
                  <a:pt x="118754" y="603966"/>
                  <a:pt x="119538" y="603966"/>
                </a:cubicBezTo>
                <a:cubicBezTo>
                  <a:pt x="120323" y="603966"/>
                  <a:pt x="121258" y="604761"/>
                  <a:pt x="121516" y="605746"/>
                </a:cubicBezTo>
                <a:cubicBezTo>
                  <a:pt x="121773" y="606732"/>
                  <a:pt x="122267" y="607526"/>
                  <a:pt x="122702" y="607526"/>
                </a:cubicBezTo>
                <a:cubicBezTo>
                  <a:pt x="123137" y="607526"/>
                  <a:pt x="123493" y="608164"/>
                  <a:pt x="123493" y="608911"/>
                </a:cubicBezTo>
                <a:cubicBezTo>
                  <a:pt x="123493" y="610372"/>
                  <a:pt x="125166" y="613390"/>
                  <a:pt x="126855" y="615238"/>
                </a:cubicBezTo>
                <a:cubicBezTo>
                  <a:pt x="127430" y="615868"/>
                  <a:pt x="128133" y="617612"/>
                  <a:pt x="128437" y="618996"/>
                </a:cubicBezTo>
                <a:cubicBezTo>
                  <a:pt x="128741" y="620379"/>
                  <a:pt x="129991" y="622432"/>
                  <a:pt x="131205" y="623741"/>
                </a:cubicBezTo>
                <a:cubicBezTo>
                  <a:pt x="132419" y="625051"/>
                  <a:pt x="133380" y="626572"/>
                  <a:pt x="133380" y="627103"/>
                </a:cubicBezTo>
                <a:cubicBezTo>
                  <a:pt x="133380" y="628057"/>
                  <a:pt x="135737" y="630738"/>
                  <a:pt x="141093" y="635408"/>
                </a:cubicBezTo>
                <a:cubicBezTo>
                  <a:pt x="142610" y="636732"/>
                  <a:pt x="145683" y="640067"/>
                  <a:pt x="147816" y="642924"/>
                </a:cubicBezTo>
                <a:cubicBezTo>
                  <a:pt x="151940" y="648444"/>
                  <a:pt x="173062" y="670015"/>
                  <a:pt x="178071" y="673772"/>
                </a:cubicBezTo>
                <a:cubicBezTo>
                  <a:pt x="179714" y="675003"/>
                  <a:pt x="182431" y="677625"/>
                  <a:pt x="184202" y="679506"/>
                </a:cubicBezTo>
                <a:cubicBezTo>
                  <a:pt x="189377" y="685008"/>
                  <a:pt x="204322" y="696278"/>
                  <a:pt x="204768" y="695129"/>
                </a:cubicBezTo>
                <a:cubicBezTo>
                  <a:pt x="204851" y="694913"/>
                  <a:pt x="205795" y="695518"/>
                  <a:pt x="206943" y="696513"/>
                </a:cubicBezTo>
                <a:cubicBezTo>
                  <a:pt x="210698" y="699765"/>
                  <a:pt x="214633" y="702445"/>
                  <a:pt x="216039" y="702445"/>
                </a:cubicBezTo>
                <a:cubicBezTo>
                  <a:pt x="216798" y="702445"/>
                  <a:pt x="217424" y="702731"/>
                  <a:pt x="217424" y="703236"/>
                </a:cubicBezTo>
                <a:cubicBezTo>
                  <a:pt x="217424" y="703741"/>
                  <a:pt x="218496" y="704719"/>
                  <a:pt x="219797" y="705213"/>
                </a:cubicBezTo>
                <a:cubicBezTo>
                  <a:pt x="221098" y="705709"/>
                  <a:pt x="225537" y="707608"/>
                  <a:pt x="229486" y="709564"/>
                </a:cubicBezTo>
                <a:cubicBezTo>
                  <a:pt x="233435" y="711521"/>
                  <a:pt x="236816" y="713124"/>
                  <a:pt x="237198" y="713124"/>
                </a:cubicBezTo>
                <a:cubicBezTo>
                  <a:pt x="237580" y="713124"/>
                  <a:pt x="239173" y="713728"/>
                  <a:pt x="240560" y="714310"/>
                </a:cubicBezTo>
                <a:cubicBezTo>
                  <a:pt x="241947" y="714892"/>
                  <a:pt x="243578" y="715364"/>
                  <a:pt x="244318" y="715496"/>
                </a:cubicBezTo>
                <a:cubicBezTo>
                  <a:pt x="247180" y="716010"/>
                  <a:pt x="248531" y="716509"/>
                  <a:pt x="252425" y="718265"/>
                </a:cubicBezTo>
                <a:cubicBezTo>
                  <a:pt x="254642" y="719264"/>
                  <a:pt x="258962" y="720578"/>
                  <a:pt x="261917" y="721231"/>
                </a:cubicBezTo>
                <a:cubicBezTo>
                  <a:pt x="264872" y="721885"/>
                  <a:pt x="267554" y="722663"/>
                  <a:pt x="268047" y="723011"/>
                </a:cubicBezTo>
                <a:cubicBezTo>
                  <a:pt x="268539" y="723359"/>
                  <a:pt x="272363" y="724043"/>
                  <a:pt x="276550" y="724396"/>
                </a:cubicBezTo>
                <a:cubicBezTo>
                  <a:pt x="280737" y="724747"/>
                  <a:pt x="284792" y="725433"/>
                  <a:pt x="285449" y="725977"/>
                </a:cubicBezTo>
                <a:cubicBezTo>
                  <a:pt x="286106" y="726521"/>
                  <a:pt x="289433" y="727196"/>
                  <a:pt x="292964" y="727559"/>
                </a:cubicBezTo>
                <a:cubicBezTo>
                  <a:pt x="296493" y="727923"/>
                  <a:pt x="308610" y="728151"/>
                  <a:pt x="319857" y="727954"/>
                </a:cubicBezTo>
                <a:cubicBezTo>
                  <a:pt x="335877" y="727675"/>
                  <a:pt x="341037" y="727249"/>
                  <a:pt x="343191" y="726175"/>
                </a:cubicBezTo>
                <a:cubicBezTo>
                  <a:pt x="344703" y="725421"/>
                  <a:pt x="347651" y="724820"/>
                  <a:pt x="349915" y="724790"/>
                </a:cubicBezTo>
                <a:cubicBezTo>
                  <a:pt x="354347" y="724734"/>
                  <a:pt x="360014" y="723855"/>
                  <a:pt x="365734" y="722220"/>
                </a:cubicBezTo>
                <a:cubicBezTo>
                  <a:pt x="367704" y="721657"/>
                  <a:pt x="371119" y="720722"/>
                  <a:pt x="373447" y="720243"/>
                </a:cubicBezTo>
                <a:cubicBezTo>
                  <a:pt x="375774" y="719763"/>
                  <a:pt x="379151" y="718741"/>
                  <a:pt x="380763" y="718068"/>
                </a:cubicBezTo>
                <a:cubicBezTo>
                  <a:pt x="382376" y="717393"/>
                  <a:pt x="383879" y="716852"/>
                  <a:pt x="384125" y="716880"/>
                </a:cubicBezTo>
                <a:cubicBezTo>
                  <a:pt x="384372" y="716909"/>
                  <a:pt x="386204" y="716159"/>
                  <a:pt x="388277" y="715101"/>
                </a:cubicBezTo>
                <a:cubicBezTo>
                  <a:pt x="390351" y="714043"/>
                  <a:pt x="392556" y="713124"/>
                  <a:pt x="393221" y="713124"/>
                </a:cubicBezTo>
                <a:cubicBezTo>
                  <a:pt x="393887" y="713124"/>
                  <a:pt x="396126" y="712329"/>
                  <a:pt x="398166" y="711343"/>
                </a:cubicBezTo>
                <a:cubicBezTo>
                  <a:pt x="400204" y="710358"/>
                  <a:pt x="402374" y="709564"/>
                  <a:pt x="402911" y="709564"/>
                </a:cubicBezTo>
                <a:cubicBezTo>
                  <a:pt x="403448" y="709564"/>
                  <a:pt x="404820" y="708770"/>
                  <a:pt x="405877" y="707785"/>
                </a:cubicBezTo>
                <a:cubicBezTo>
                  <a:pt x="406935" y="706799"/>
                  <a:pt x="408376" y="706005"/>
                  <a:pt x="409239" y="706005"/>
                </a:cubicBezTo>
                <a:cubicBezTo>
                  <a:pt x="410102" y="706005"/>
                  <a:pt x="411097" y="705529"/>
                  <a:pt x="411414" y="705015"/>
                </a:cubicBezTo>
                <a:cubicBezTo>
                  <a:pt x="411732" y="704502"/>
                  <a:pt x="413639" y="703414"/>
                  <a:pt x="415567" y="702643"/>
                </a:cubicBezTo>
                <a:cubicBezTo>
                  <a:pt x="417495" y="701871"/>
                  <a:pt x="418929" y="701056"/>
                  <a:pt x="418929" y="700666"/>
                </a:cubicBezTo>
                <a:cubicBezTo>
                  <a:pt x="418929" y="700274"/>
                  <a:pt x="420145" y="699442"/>
                  <a:pt x="421500" y="698886"/>
                </a:cubicBezTo>
                <a:cubicBezTo>
                  <a:pt x="424535" y="697639"/>
                  <a:pt x="427157" y="696101"/>
                  <a:pt x="429212" y="694338"/>
                </a:cubicBezTo>
                <a:cubicBezTo>
                  <a:pt x="432215" y="691760"/>
                  <a:pt x="433019" y="691214"/>
                  <a:pt x="441472" y="684648"/>
                </a:cubicBezTo>
                <a:cubicBezTo>
                  <a:pt x="449557" y="678366"/>
                  <a:pt x="468168" y="659933"/>
                  <a:pt x="468168" y="658347"/>
                </a:cubicBezTo>
                <a:cubicBezTo>
                  <a:pt x="468168" y="657937"/>
                  <a:pt x="469160" y="657293"/>
                  <a:pt x="470145" y="656765"/>
                </a:cubicBezTo>
                <a:cubicBezTo>
                  <a:pt x="471131" y="656238"/>
                  <a:pt x="471925" y="655439"/>
                  <a:pt x="471925" y="654986"/>
                </a:cubicBezTo>
                <a:cubicBezTo>
                  <a:pt x="471925" y="654533"/>
                  <a:pt x="472795" y="653169"/>
                  <a:pt x="473902" y="652019"/>
                </a:cubicBezTo>
                <a:cubicBezTo>
                  <a:pt x="477498" y="648289"/>
                  <a:pt x="482957" y="641309"/>
                  <a:pt x="484383" y="638770"/>
                </a:cubicBezTo>
                <a:cubicBezTo>
                  <a:pt x="485149" y="637407"/>
                  <a:pt x="488029" y="634205"/>
                  <a:pt x="490711" y="631454"/>
                </a:cubicBezTo>
                <a:cubicBezTo>
                  <a:pt x="495659" y="626379"/>
                  <a:pt x="499573" y="620722"/>
                  <a:pt x="499610" y="618798"/>
                </a:cubicBezTo>
                <a:cubicBezTo>
                  <a:pt x="499620" y="618216"/>
                  <a:pt x="500426" y="616668"/>
                  <a:pt x="501390" y="615436"/>
                </a:cubicBezTo>
                <a:cubicBezTo>
                  <a:pt x="502352" y="614205"/>
                  <a:pt x="503150" y="612962"/>
                  <a:pt x="503170" y="612470"/>
                </a:cubicBezTo>
                <a:cubicBezTo>
                  <a:pt x="503188" y="611977"/>
                  <a:pt x="504399" y="610042"/>
                  <a:pt x="505937" y="608317"/>
                </a:cubicBezTo>
                <a:cubicBezTo>
                  <a:pt x="507477" y="606593"/>
                  <a:pt x="509547" y="603564"/>
                  <a:pt x="510486" y="601594"/>
                </a:cubicBezTo>
                <a:cubicBezTo>
                  <a:pt x="511425" y="599623"/>
                  <a:pt x="513089" y="596942"/>
                  <a:pt x="514046" y="595464"/>
                </a:cubicBezTo>
                <a:cubicBezTo>
                  <a:pt x="515794" y="592762"/>
                  <a:pt x="516948" y="590119"/>
                  <a:pt x="518593" y="585972"/>
                </a:cubicBezTo>
                <a:cubicBezTo>
                  <a:pt x="519083" y="584740"/>
                  <a:pt x="519938" y="583070"/>
                  <a:pt x="520373" y="582214"/>
                </a:cubicBezTo>
                <a:cubicBezTo>
                  <a:pt x="520808" y="581359"/>
                  <a:pt x="521164" y="579695"/>
                  <a:pt x="521164" y="578457"/>
                </a:cubicBezTo>
                <a:cubicBezTo>
                  <a:pt x="521164" y="577219"/>
                  <a:pt x="521462" y="576084"/>
                  <a:pt x="521955" y="576084"/>
                </a:cubicBezTo>
                <a:cubicBezTo>
                  <a:pt x="522448" y="576084"/>
                  <a:pt x="522944" y="575673"/>
                  <a:pt x="522944" y="575095"/>
                </a:cubicBezTo>
                <a:cubicBezTo>
                  <a:pt x="522944" y="574518"/>
                  <a:pt x="523442" y="573303"/>
                  <a:pt x="524131" y="572525"/>
                </a:cubicBezTo>
                <a:cubicBezTo>
                  <a:pt x="525296" y="571209"/>
                  <a:pt x="527899" y="566990"/>
                  <a:pt x="529865" y="563033"/>
                </a:cubicBezTo>
                <a:cubicBezTo>
                  <a:pt x="530328" y="562103"/>
                  <a:pt x="531076" y="560378"/>
                  <a:pt x="531645" y="559276"/>
                </a:cubicBezTo>
                <a:cubicBezTo>
                  <a:pt x="532215" y="558173"/>
                  <a:pt x="532831" y="556844"/>
                  <a:pt x="532831" y="556310"/>
                </a:cubicBezTo>
                <a:cubicBezTo>
                  <a:pt x="532831" y="555775"/>
                  <a:pt x="533308" y="554844"/>
                  <a:pt x="534018" y="554134"/>
                </a:cubicBezTo>
                <a:cubicBezTo>
                  <a:pt x="534728" y="553424"/>
                  <a:pt x="535666" y="550932"/>
                  <a:pt x="535996" y="548597"/>
                </a:cubicBezTo>
                <a:cubicBezTo>
                  <a:pt x="536325" y="546263"/>
                  <a:pt x="537089" y="543361"/>
                  <a:pt x="537775" y="542269"/>
                </a:cubicBezTo>
                <a:cubicBezTo>
                  <a:pt x="538460" y="541178"/>
                  <a:pt x="538962" y="539515"/>
                  <a:pt x="538962" y="538512"/>
                </a:cubicBezTo>
                <a:cubicBezTo>
                  <a:pt x="538962" y="537510"/>
                  <a:pt x="539317" y="536732"/>
                  <a:pt x="539753" y="536732"/>
                </a:cubicBezTo>
                <a:cubicBezTo>
                  <a:pt x="540188" y="536732"/>
                  <a:pt x="540836" y="536012"/>
                  <a:pt x="541137" y="535150"/>
                </a:cubicBezTo>
                <a:cubicBezTo>
                  <a:pt x="541437" y="534288"/>
                  <a:pt x="542684" y="531830"/>
                  <a:pt x="543905" y="529613"/>
                </a:cubicBezTo>
                <a:cubicBezTo>
                  <a:pt x="545126" y="527397"/>
                  <a:pt x="546067" y="524583"/>
                  <a:pt x="546081" y="523483"/>
                </a:cubicBezTo>
                <a:cubicBezTo>
                  <a:pt x="546109" y="521241"/>
                  <a:pt x="551617" y="515178"/>
                  <a:pt x="553595" y="515178"/>
                </a:cubicBezTo>
                <a:cubicBezTo>
                  <a:pt x="554299" y="515178"/>
                  <a:pt x="556173" y="514579"/>
                  <a:pt x="557748" y="513794"/>
                </a:cubicBezTo>
                <a:cubicBezTo>
                  <a:pt x="559322" y="513008"/>
                  <a:pt x="561059" y="512306"/>
                  <a:pt x="561703" y="512212"/>
                </a:cubicBezTo>
                <a:cubicBezTo>
                  <a:pt x="562346" y="512117"/>
                  <a:pt x="563957" y="511287"/>
                  <a:pt x="565262" y="510432"/>
                </a:cubicBezTo>
                <a:cubicBezTo>
                  <a:pt x="566568" y="509576"/>
                  <a:pt x="567635" y="509008"/>
                  <a:pt x="567635" y="509246"/>
                </a:cubicBezTo>
                <a:cubicBezTo>
                  <a:pt x="567635" y="509712"/>
                  <a:pt x="574591" y="506661"/>
                  <a:pt x="581280" y="503115"/>
                </a:cubicBezTo>
                <a:cubicBezTo>
                  <a:pt x="583569" y="501902"/>
                  <a:pt x="585999" y="500940"/>
                  <a:pt x="586619" y="500940"/>
                </a:cubicBezTo>
                <a:cubicBezTo>
                  <a:pt x="587239" y="500940"/>
                  <a:pt x="588852" y="499883"/>
                  <a:pt x="590376" y="498765"/>
                </a:cubicBezTo>
                <a:cubicBezTo>
                  <a:pt x="591900" y="497646"/>
                  <a:pt x="594436" y="496131"/>
                  <a:pt x="595913" y="495403"/>
                </a:cubicBezTo>
                <a:cubicBezTo>
                  <a:pt x="597391" y="494675"/>
                  <a:pt x="598831" y="493875"/>
                  <a:pt x="599077" y="493623"/>
                </a:cubicBezTo>
                <a:cubicBezTo>
                  <a:pt x="599943" y="492738"/>
                  <a:pt x="610510" y="486504"/>
                  <a:pt x="611139" y="486504"/>
                </a:cubicBezTo>
                <a:cubicBezTo>
                  <a:pt x="611490" y="486504"/>
                  <a:pt x="614892" y="484124"/>
                  <a:pt x="618654" y="481165"/>
                </a:cubicBezTo>
                <a:cubicBezTo>
                  <a:pt x="628595" y="473345"/>
                  <a:pt x="628906" y="473058"/>
                  <a:pt x="629728" y="473058"/>
                </a:cubicBezTo>
                <a:cubicBezTo>
                  <a:pt x="630767" y="473058"/>
                  <a:pt x="635973" y="469281"/>
                  <a:pt x="636847" y="467916"/>
                </a:cubicBezTo>
                <a:cubicBezTo>
                  <a:pt x="637240" y="467300"/>
                  <a:pt x="638110" y="466730"/>
                  <a:pt x="638824" y="466730"/>
                </a:cubicBezTo>
                <a:cubicBezTo>
                  <a:pt x="639539" y="466730"/>
                  <a:pt x="640208" y="466567"/>
                  <a:pt x="640208" y="466136"/>
                </a:cubicBezTo>
                <a:cubicBezTo>
                  <a:pt x="640208" y="464968"/>
                  <a:pt x="646020" y="458820"/>
                  <a:pt x="647129" y="458820"/>
                </a:cubicBezTo>
                <a:cubicBezTo>
                  <a:pt x="647658" y="458820"/>
                  <a:pt x="648230" y="458175"/>
                  <a:pt x="648514" y="457435"/>
                </a:cubicBezTo>
                <a:cubicBezTo>
                  <a:pt x="648798" y="456696"/>
                  <a:pt x="649737" y="456051"/>
                  <a:pt x="650491" y="456051"/>
                </a:cubicBezTo>
                <a:cubicBezTo>
                  <a:pt x="651245" y="456051"/>
                  <a:pt x="651876" y="455732"/>
                  <a:pt x="651876" y="455260"/>
                </a:cubicBezTo>
                <a:cubicBezTo>
                  <a:pt x="651876" y="454788"/>
                  <a:pt x="653420" y="452629"/>
                  <a:pt x="655436" y="450514"/>
                </a:cubicBezTo>
                <a:cubicBezTo>
                  <a:pt x="660780" y="444905"/>
                  <a:pt x="664717" y="440534"/>
                  <a:pt x="671848" y="431728"/>
                </a:cubicBezTo>
                <a:cubicBezTo>
                  <a:pt x="675339" y="427417"/>
                  <a:pt x="678572" y="423818"/>
                  <a:pt x="678967" y="423818"/>
                </a:cubicBezTo>
                <a:cubicBezTo>
                  <a:pt x="679363" y="423818"/>
                  <a:pt x="679561" y="423370"/>
                  <a:pt x="679561" y="422829"/>
                </a:cubicBezTo>
                <a:cubicBezTo>
                  <a:pt x="679561" y="422289"/>
                  <a:pt x="681889" y="418392"/>
                  <a:pt x="684702" y="414129"/>
                </a:cubicBezTo>
                <a:cubicBezTo>
                  <a:pt x="689680" y="406584"/>
                  <a:pt x="690906" y="404790"/>
                  <a:pt x="692809" y="401077"/>
                </a:cubicBezTo>
                <a:cubicBezTo>
                  <a:pt x="693315" y="400092"/>
                  <a:pt x="694349" y="398007"/>
                  <a:pt x="695183" y="396529"/>
                </a:cubicBezTo>
                <a:cubicBezTo>
                  <a:pt x="696620" y="393978"/>
                  <a:pt x="699434" y="388291"/>
                  <a:pt x="703093" y="380314"/>
                </a:cubicBezTo>
                <a:cubicBezTo>
                  <a:pt x="704001" y="378331"/>
                  <a:pt x="704948" y="375388"/>
                  <a:pt x="705267" y="373788"/>
                </a:cubicBezTo>
                <a:cubicBezTo>
                  <a:pt x="705587" y="372188"/>
                  <a:pt x="706223" y="370691"/>
                  <a:pt x="706651" y="370426"/>
                </a:cubicBezTo>
                <a:cubicBezTo>
                  <a:pt x="707080" y="370161"/>
                  <a:pt x="707442" y="369029"/>
                  <a:pt x="707442" y="367856"/>
                </a:cubicBezTo>
                <a:cubicBezTo>
                  <a:pt x="707442" y="366682"/>
                  <a:pt x="707741" y="365392"/>
                  <a:pt x="708233" y="365087"/>
                </a:cubicBezTo>
                <a:cubicBezTo>
                  <a:pt x="708727" y="364783"/>
                  <a:pt x="709223" y="363886"/>
                  <a:pt x="709223" y="362912"/>
                </a:cubicBezTo>
                <a:cubicBezTo>
                  <a:pt x="709223" y="361938"/>
                  <a:pt x="709709" y="360246"/>
                  <a:pt x="710409" y="359155"/>
                </a:cubicBezTo>
                <a:cubicBezTo>
                  <a:pt x="711110" y="358063"/>
                  <a:pt x="712042" y="355191"/>
                  <a:pt x="712387" y="352827"/>
                </a:cubicBezTo>
                <a:cubicBezTo>
                  <a:pt x="712731" y="350462"/>
                  <a:pt x="713487" y="347969"/>
                  <a:pt x="714167" y="347290"/>
                </a:cubicBezTo>
                <a:cubicBezTo>
                  <a:pt x="714851" y="346605"/>
                  <a:pt x="715353" y="344191"/>
                  <a:pt x="715353" y="341951"/>
                </a:cubicBezTo>
                <a:cubicBezTo>
                  <a:pt x="715353" y="339728"/>
                  <a:pt x="715850" y="337707"/>
                  <a:pt x="716341" y="337403"/>
                </a:cubicBezTo>
                <a:cubicBezTo>
                  <a:pt x="716834" y="337098"/>
                  <a:pt x="717330" y="335013"/>
                  <a:pt x="717330" y="332854"/>
                </a:cubicBezTo>
                <a:cubicBezTo>
                  <a:pt x="717330" y="330695"/>
                  <a:pt x="717629" y="328808"/>
                  <a:pt x="718121" y="328504"/>
                </a:cubicBezTo>
                <a:cubicBezTo>
                  <a:pt x="718614" y="328199"/>
                  <a:pt x="719110" y="324824"/>
                  <a:pt x="719110" y="321187"/>
                </a:cubicBezTo>
                <a:cubicBezTo>
                  <a:pt x="719110" y="317550"/>
                  <a:pt x="719408" y="314373"/>
                  <a:pt x="719901" y="314068"/>
                </a:cubicBezTo>
                <a:cubicBezTo>
                  <a:pt x="720446" y="313731"/>
                  <a:pt x="720889" y="306976"/>
                  <a:pt x="720889" y="296666"/>
                </a:cubicBezTo>
                <a:cubicBezTo>
                  <a:pt x="720889" y="286357"/>
                  <a:pt x="720447" y="279404"/>
                  <a:pt x="719901" y="279067"/>
                </a:cubicBezTo>
                <a:cubicBezTo>
                  <a:pt x="719408" y="278762"/>
                  <a:pt x="719110" y="276081"/>
                  <a:pt x="719110" y="272937"/>
                </a:cubicBezTo>
                <a:cubicBezTo>
                  <a:pt x="719110" y="269793"/>
                  <a:pt x="718614" y="266913"/>
                  <a:pt x="718121" y="266609"/>
                </a:cubicBezTo>
                <a:cubicBezTo>
                  <a:pt x="717629" y="266304"/>
                  <a:pt x="717330" y="264249"/>
                  <a:pt x="717330" y="262061"/>
                </a:cubicBezTo>
                <a:cubicBezTo>
                  <a:pt x="717330" y="259873"/>
                  <a:pt x="716834" y="258105"/>
                  <a:pt x="716341" y="258105"/>
                </a:cubicBezTo>
                <a:cubicBezTo>
                  <a:pt x="715850" y="258105"/>
                  <a:pt x="715353" y="256804"/>
                  <a:pt x="715353" y="255139"/>
                </a:cubicBezTo>
                <a:cubicBezTo>
                  <a:pt x="715353" y="253475"/>
                  <a:pt x="714851" y="251556"/>
                  <a:pt x="714167" y="250987"/>
                </a:cubicBezTo>
                <a:cubicBezTo>
                  <a:pt x="713480" y="250418"/>
                  <a:pt x="712728" y="248120"/>
                  <a:pt x="712387" y="245845"/>
                </a:cubicBezTo>
                <a:cubicBezTo>
                  <a:pt x="712046" y="243570"/>
                  <a:pt x="710795" y="239807"/>
                  <a:pt x="709618" y="237540"/>
                </a:cubicBezTo>
                <a:cubicBezTo>
                  <a:pt x="708441" y="235273"/>
                  <a:pt x="706346" y="231351"/>
                  <a:pt x="705069" y="228641"/>
                </a:cubicBezTo>
                <a:cubicBezTo>
                  <a:pt x="702325" y="222811"/>
                  <a:pt x="701245" y="220759"/>
                  <a:pt x="699138" y="218358"/>
                </a:cubicBezTo>
                <a:cubicBezTo>
                  <a:pt x="698275" y="217376"/>
                  <a:pt x="697556" y="216159"/>
                  <a:pt x="697556" y="215590"/>
                </a:cubicBezTo>
                <a:cubicBezTo>
                  <a:pt x="697556" y="215020"/>
                  <a:pt x="696761" y="213713"/>
                  <a:pt x="695776" y="212821"/>
                </a:cubicBezTo>
                <a:cubicBezTo>
                  <a:pt x="694791" y="211930"/>
                  <a:pt x="693995" y="210864"/>
                  <a:pt x="693995" y="210448"/>
                </a:cubicBezTo>
                <a:cubicBezTo>
                  <a:pt x="693995" y="210032"/>
                  <a:pt x="693276" y="208983"/>
                  <a:pt x="692414" y="208075"/>
                </a:cubicBezTo>
                <a:cubicBezTo>
                  <a:pt x="691552" y="207167"/>
                  <a:pt x="689392" y="204702"/>
                  <a:pt x="687668" y="202538"/>
                </a:cubicBezTo>
                <a:cubicBezTo>
                  <a:pt x="682993" y="196671"/>
                  <a:pt x="670790" y="184816"/>
                  <a:pt x="668684" y="184148"/>
                </a:cubicBezTo>
                <a:cubicBezTo>
                  <a:pt x="666695" y="183516"/>
                  <a:pt x="666429" y="183467"/>
                  <a:pt x="661565" y="179402"/>
                </a:cubicBezTo>
                <a:cubicBezTo>
                  <a:pt x="659777" y="177907"/>
                  <a:pt x="657786" y="176633"/>
                  <a:pt x="657017" y="176633"/>
                </a:cubicBezTo>
                <a:cubicBezTo>
                  <a:pt x="656249" y="176633"/>
                  <a:pt x="655343" y="176136"/>
                  <a:pt x="655040" y="175645"/>
                </a:cubicBezTo>
                <a:cubicBezTo>
                  <a:pt x="654059" y="174058"/>
                  <a:pt x="645040" y="170520"/>
                  <a:pt x="630717" y="165757"/>
                </a:cubicBezTo>
                <a:cubicBezTo>
                  <a:pt x="619245" y="161943"/>
                  <a:pt x="617533" y="161407"/>
                  <a:pt x="614897" y="161407"/>
                </a:cubicBezTo>
                <a:cubicBezTo>
                  <a:pt x="613606" y="161407"/>
                  <a:pt x="612235" y="160911"/>
                  <a:pt x="611930" y="160418"/>
                </a:cubicBezTo>
                <a:cubicBezTo>
                  <a:pt x="611626" y="159926"/>
                  <a:pt x="610355" y="159627"/>
                  <a:pt x="608965" y="159627"/>
                </a:cubicBezTo>
                <a:cubicBezTo>
                  <a:pt x="607098" y="159627"/>
                  <a:pt x="606198" y="159136"/>
                  <a:pt x="605801" y="157650"/>
                </a:cubicBezTo>
                <a:cubicBezTo>
                  <a:pt x="605503" y="156541"/>
                  <a:pt x="605214" y="141400"/>
                  <a:pt x="605207" y="124032"/>
                </a:cubicBezTo>
                <a:cubicBezTo>
                  <a:pt x="605199" y="103587"/>
                  <a:pt x="604996" y="92393"/>
                  <a:pt x="604416" y="92393"/>
                </a:cubicBezTo>
                <a:cubicBezTo>
                  <a:pt x="603923" y="92393"/>
                  <a:pt x="603427" y="91569"/>
                  <a:pt x="603427" y="90613"/>
                </a:cubicBezTo>
                <a:cubicBezTo>
                  <a:pt x="603427" y="89657"/>
                  <a:pt x="603129" y="88742"/>
                  <a:pt x="602636" y="88438"/>
                </a:cubicBezTo>
                <a:cubicBezTo>
                  <a:pt x="602143" y="88133"/>
                  <a:pt x="601648" y="87026"/>
                  <a:pt x="601648" y="86065"/>
                </a:cubicBezTo>
                <a:cubicBezTo>
                  <a:pt x="601648" y="85104"/>
                  <a:pt x="600208" y="82388"/>
                  <a:pt x="598484" y="79935"/>
                </a:cubicBezTo>
                <a:cubicBezTo>
                  <a:pt x="596760" y="77481"/>
                  <a:pt x="595518" y="75231"/>
                  <a:pt x="595518" y="74991"/>
                </a:cubicBezTo>
                <a:cubicBezTo>
                  <a:pt x="595518" y="74180"/>
                  <a:pt x="586046" y="65130"/>
                  <a:pt x="581082" y="61149"/>
                </a:cubicBezTo>
                <a:cubicBezTo>
                  <a:pt x="578373" y="58976"/>
                  <a:pt x="575515" y="56592"/>
                  <a:pt x="574754" y="55809"/>
                </a:cubicBezTo>
                <a:cubicBezTo>
                  <a:pt x="573288" y="54301"/>
                  <a:pt x="570658" y="52656"/>
                  <a:pt x="566251" y="50470"/>
                </a:cubicBezTo>
                <a:cubicBezTo>
                  <a:pt x="564773" y="49737"/>
                  <a:pt x="563531" y="48835"/>
                  <a:pt x="563285" y="48493"/>
                </a:cubicBezTo>
                <a:cubicBezTo>
                  <a:pt x="562821" y="47850"/>
                  <a:pt x="554982" y="43766"/>
                  <a:pt x="554188" y="43747"/>
                </a:cubicBezTo>
                <a:cubicBezTo>
                  <a:pt x="553942" y="43741"/>
                  <a:pt x="550319" y="41930"/>
                  <a:pt x="546081" y="39792"/>
                </a:cubicBezTo>
                <a:cubicBezTo>
                  <a:pt x="541842" y="37654"/>
                  <a:pt x="537968" y="36034"/>
                  <a:pt x="537380" y="36034"/>
                </a:cubicBezTo>
                <a:cubicBezTo>
                  <a:pt x="536791" y="36034"/>
                  <a:pt x="534926" y="35229"/>
                  <a:pt x="533425" y="34453"/>
                </a:cubicBezTo>
                <a:cubicBezTo>
                  <a:pt x="531923" y="33676"/>
                  <a:pt x="530151" y="33040"/>
                  <a:pt x="529272" y="32871"/>
                </a:cubicBezTo>
                <a:cubicBezTo>
                  <a:pt x="528392" y="32701"/>
                  <a:pt x="525856" y="31720"/>
                  <a:pt x="523735" y="30695"/>
                </a:cubicBezTo>
                <a:cubicBezTo>
                  <a:pt x="521615" y="29671"/>
                  <a:pt x="518959" y="28718"/>
                  <a:pt x="517802" y="28718"/>
                </a:cubicBezTo>
                <a:cubicBezTo>
                  <a:pt x="516646" y="28718"/>
                  <a:pt x="514640" y="28112"/>
                  <a:pt x="513452" y="27334"/>
                </a:cubicBezTo>
                <a:cubicBezTo>
                  <a:pt x="512264" y="26555"/>
                  <a:pt x="510732" y="25869"/>
                  <a:pt x="510090" y="25752"/>
                </a:cubicBezTo>
                <a:cubicBezTo>
                  <a:pt x="506255" y="25052"/>
                  <a:pt x="502561" y="23958"/>
                  <a:pt x="501785" y="23379"/>
                </a:cubicBezTo>
                <a:cubicBezTo>
                  <a:pt x="500674" y="22549"/>
                  <a:pt x="495901" y="21358"/>
                  <a:pt x="494864" y="21599"/>
                </a:cubicBezTo>
                <a:cubicBezTo>
                  <a:pt x="494443" y="21697"/>
                  <a:pt x="493648" y="21429"/>
                  <a:pt x="493084" y="21006"/>
                </a:cubicBezTo>
                <a:cubicBezTo>
                  <a:pt x="492520" y="20583"/>
                  <a:pt x="490600" y="20117"/>
                  <a:pt x="488932" y="20017"/>
                </a:cubicBezTo>
                <a:cubicBezTo>
                  <a:pt x="487263" y="19917"/>
                  <a:pt x="485524" y="19569"/>
                  <a:pt x="484976" y="19226"/>
                </a:cubicBezTo>
                <a:cubicBezTo>
                  <a:pt x="484429" y="18884"/>
                  <a:pt x="483342" y="18540"/>
                  <a:pt x="482603" y="18435"/>
                </a:cubicBezTo>
                <a:cubicBezTo>
                  <a:pt x="481233" y="18240"/>
                  <a:pt x="475142" y="16352"/>
                  <a:pt x="472716" y="15469"/>
                </a:cubicBezTo>
                <a:cubicBezTo>
                  <a:pt x="471978" y="15200"/>
                  <a:pt x="470388" y="15003"/>
                  <a:pt x="469157" y="14876"/>
                </a:cubicBezTo>
                <a:cubicBezTo>
                  <a:pt x="463132" y="14255"/>
                  <a:pt x="457900" y="13312"/>
                  <a:pt x="457094" y="12700"/>
                </a:cubicBezTo>
                <a:cubicBezTo>
                  <a:pt x="456602" y="12327"/>
                  <a:pt x="453076" y="11675"/>
                  <a:pt x="449382" y="11316"/>
                </a:cubicBezTo>
                <a:cubicBezTo>
                  <a:pt x="445687" y="10957"/>
                  <a:pt x="441416" y="10178"/>
                  <a:pt x="439692" y="9536"/>
                </a:cubicBezTo>
                <a:cubicBezTo>
                  <a:pt x="437968" y="8894"/>
                  <a:pt x="432357" y="8076"/>
                  <a:pt x="427432" y="7757"/>
                </a:cubicBezTo>
                <a:cubicBezTo>
                  <a:pt x="422506" y="7437"/>
                  <a:pt x="418210" y="6831"/>
                  <a:pt x="417742" y="6372"/>
                </a:cubicBezTo>
                <a:cubicBezTo>
                  <a:pt x="417275" y="5914"/>
                  <a:pt x="414927" y="5581"/>
                  <a:pt x="412600" y="5581"/>
                </a:cubicBezTo>
                <a:cubicBezTo>
                  <a:pt x="410274" y="5581"/>
                  <a:pt x="406475" y="5099"/>
                  <a:pt x="404098" y="4593"/>
                </a:cubicBezTo>
                <a:cubicBezTo>
                  <a:pt x="397021" y="3086"/>
                  <a:pt x="331410" y="118"/>
                  <a:pt x="303444" y="44"/>
                </a:cubicBezTo>
                <a:moveTo>
                  <a:pt x="620039" y="224093"/>
                </a:moveTo>
                <a:cubicBezTo>
                  <a:pt x="620850" y="222780"/>
                  <a:pt x="629221" y="223014"/>
                  <a:pt x="634078" y="224488"/>
                </a:cubicBezTo>
                <a:cubicBezTo>
                  <a:pt x="639776" y="226218"/>
                  <a:pt x="641990" y="227344"/>
                  <a:pt x="645152" y="230619"/>
                </a:cubicBezTo>
                <a:cubicBezTo>
                  <a:pt x="647715" y="233272"/>
                  <a:pt x="652667" y="242621"/>
                  <a:pt x="652667" y="244659"/>
                </a:cubicBezTo>
                <a:cubicBezTo>
                  <a:pt x="652667" y="245189"/>
                  <a:pt x="653204" y="246374"/>
                  <a:pt x="653655" y="247229"/>
                </a:cubicBezTo>
                <a:cubicBezTo>
                  <a:pt x="654107" y="248085"/>
                  <a:pt x="654883" y="251642"/>
                  <a:pt x="655436" y="255337"/>
                </a:cubicBezTo>
                <a:cubicBezTo>
                  <a:pt x="655988" y="259032"/>
                  <a:pt x="657088" y="263930"/>
                  <a:pt x="657808" y="266213"/>
                </a:cubicBezTo>
                <a:cubicBezTo>
                  <a:pt x="659386" y="271218"/>
                  <a:pt x="659492" y="288747"/>
                  <a:pt x="658006" y="291525"/>
                </a:cubicBezTo>
                <a:cubicBezTo>
                  <a:pt x="657449" y="292565"/>
                  <a:pt x="656646" y="296942"/>
                  <a:pt x="656227" y="301412"/>
                </a:cubicBezTo>
                <a:cubicBezTo>
                  <a:pt x="654835" y="316238"/>
                  <a:pt x="654249" y="319907"/>
                  <a:pt x="653458" y="320396"/>
                </a:cubicBezTo>
                <a:cubicBezTo>
                  <a:pt x="653027" y="320663"/>
                  <a:pt x="652667" y="322072"/>
                  <a:pt x="652667" y="323362"/>
                </a:cubicBezTo>
                <a:cubicBezTo>
                  <a:pt x="652667" y="325576"/>
                  <a:pt x="651537" y="329822"/>
                  <a:pt x="649898" y="333843"/>
                </a:cubicBezTo>
                <a:cubicBezTo>
                  <a:pt x="649496" y="334828"/>
                  <a:pt x="648719" y="337361"/>
                  <a:pt x="648118" y="339578"/>
                </a:cubicBezTo>
                <a:cubicBezTo>
                  <a:pt x="647518" y="341795"/>
                  <a:pt x="646597" y="344337"/>
                  <a:pt x="645943" y="345115"/>
                </a:cubicBezTo>
                <a:cubicBezTo>
                  <a:pt x="645289" y="345892"/>
                  <a:pt x="644757" y="347407"/>
                  <a:pt x="644757" y="348476"/>
                </a:cubicBezTo>
                <a:cubicBezTo>
                  <a:pt x="644757" y="349546"/>
                  <a:pt x="644260" y="350454"/>
                  <a:pt x="643769" y="350454"/>
                </a:cubicBezTo>
                <a:cubicBezTo>
                  <a:pt x="643276" y="350454"/>
                  <a:pt x="642978" y="351248"/>
                  <a:pt x="642978" y="352233"/>
                </a:cubicBezTo>
                <a:cubicBezTo>
                  <a:pt x="642978" y="353219"/>
                  <a:pt x="642556" y="354009"/>
                  <a:pt x="642187" y="354013"/>
                </a:cubicBezTo>
                <a:cubicBezTo>
                  <a:pt x="641474" y="354021"/>
                  <a:pt x="639220" y="358178"/>
                  <a:pt x="639220" y="359550"/>
                </a:cubicBezTo>
                <a:cubicBezTo>
                  <a:pt x="639220" y="359996"/>
                  <a:pt x="638127" y="362304"/>
                  <a:pt x="636649" y="364494"/>
                </a:cubicBezTo>
                <a:cubicBezTo>
                  <a:pt x="635171" y="366684"/>
                  <a:pt x="633880" y="368736"/>
                  <a:pt x="633880" y="369240"/>
                </a:cubicBezTo>
                <a:cubicBezTo>
                  <a:pt x="633880" y="370846"/>
                  <a:pt x="629502" y="378014"/>
                  <a:pt x="628146" y="378534"/>
                </a:cubicBezTo>
                <a:cubicBezTo>
                  <a:pt x="627427" y="378810"/>
                  <a:pt x="626762" y="379636"/>
                  <a:pt x="626762" y="380314"/>
                </a:cubicBezTo>
                <a:cubicBezTo>
                  <a:pt x="626762" y="380992"/>
                  <a:pt x="625967" y="382191"/>
                  <a:pt x="624982" y="383082"/>
                </a:cubicBezTo>
                <a:cubicBezTo>
                  <a:pt x="623997" y="383974"/>
                  <a:pt x="623202" y="385216"/>
                  <a:pt x="623202" y="385851"/>
                </a:cubicBezTo>
                <a:cubicBezTo>
                  <a:pt x="623202" y="386485"/>
                  <a:pt x="622527" y="387580"/>
                  <a:pt x="621620" y="388224"/>
                </a:cubicBezTo>
                <a:cubicBezTo>
                  <a:pt x="620713" y="388867"/>
                  <a:pt x="619646" y="389834"/>
                  <a:pt x="619445" y="390399"/>
                </a:cubicBezTo>
                <a:cubicBezTo>
                  <a:pt x="619105" y="391355"/>
                  <a:pt x="615609" y="395388"/>
                  <a:pt x="603625" y="408592"/>
                </a:cubicBezTo>
                <a:cubicBezTo>
                  <a:pt x="600977" y="411510"/>
                  <a:pt x="598171" y="413931"/>
                  <a:pt x="597495" y="413931"/>
                </a:cubicBezTo>
                <a:cubicBezTo>
                  <a:pt x="596819" y="413931"/>
                  <a:pt x="596309" y="414415"/>
                  <a:pt x="596309" y="414920"/>
                </a:cubicBezTo>
                <a:cubicBezTo>
                  <a:pt x="596309" y="415424"/>
                  <a:pt x="595364" y="416231"/>
                  <a:pt x="594133" y="416699"/>
                </a:cubicBezTo>
                <a:cubicBezTo>
                  <a:pt x="592902" y="417168"/>
                  <a:pt x="591760" y="417970"/>
                  <a:pt x="591760" y="418479"/>
                </a:cubicBezTo>
                <a:cubicBezTo>
                  <a:pt x="591760" y="419467"/>
                  <a:pt x="587111" y="424807"/>
                  <a:pt x="586224" y="424807"/>
                </a:cubicBezTo>
                <a:cubicBezTo>
                  <a:pt x="585933" y="424807"/>
                  <a:pt x="584612" y="425726"/>
                  <a:pt x="583257" y="426982"/>
                </a:cubicBezTo>
                <a:cubicBezTo>
                  <a:pt x="581903" y="428238"/>
                  <a:pt x="578898" y="430622"/>
                  <a:pt x="576533" y="432322"/>
                </a:cubicBezTo>
                <a:cubicBezTo>
                  <a:pt x="572669" y="435099"/>
                  <a:pt x="572184" y="435315"/>
                  <a:pt x="572184" y="433706"/>
                </a:cubicBezTo>
                <a:cubicBezTo>
                  <a:pt x="572184" y="432721"/>
                  <a:pt x="572482" y="431926"/>
                  <a:pt x="572975" y="431926"/>
                </a:cubicBezTo>
                <a:cubicBezTo>
                  <a:pt x="573467" y="431926"/>
                  <a:pt x="573963" y="430344"/>
                  <a:pt x="573963" y="428366"/>
                </a:cubicBezTo>
                <a:cubicBezTo>
                  <a:pt x="573963" y="426389"/>
                  <a:pt x="574322" y="424081"/>
                  <a:pt x="574754" y="423225"/>
                </a:cubicBezTo>
                <a:cubicBezTo>
                  <a:pt x="576673" y="419425"/>
                  <a:pt x="577522" y="414751"/>
                  <a:pt x="577522" y="408394"/>
                </a:cubicBezTo>
                <a:cubicBezTo>
                  <a:pt x="577522" y="404481"/>
                  <a:pt x="577986" y="400187"/>
                  <a:pt x="578709" y="398506"/>
                </a:cubicBezTo>
                <a:cubicBezTo>
                  <a:pt x="579405" y="396889"/>
                  <a:pt x="580660" y="393255"/>
                  <a:pt x="581280" y="390399"/>
                </a:cubicBezTo>
                <a:cubicBezTo>
                  <a:pt x="581900" y="387543"/>
                  <a:pt x="582651" y="385115"/>
                  <a:pt x="583060" y="384862"/>
                </a:cubicBezTo>
                <a:cubicBezTo>
                  <a:pt x="583468" y="384610"/>
                  <a:pt x="583851" y="379622"/>
                  <a:pt x="583851" y="373986"/>
                </a:cubicBezTo>
                <a:cubicBezTo>
                  <a:pt x="583851" y="367751"/>
                  <a:pt x="584097" y="363900"/>
                  <a:pt x="584642" y="363900"/>
                </a:cubicBezTo>
                <a:cubicBezTo>
                  <a:pt x="585162" y="363900"/>
                  <a:pt x="585631" y="360843"/>
                  <a:pt x="585631" y="356782"/>
                </a:cubicBezTo>
                <a:cubicBezTo>
                  <a:pt x="585631" y="352939"/>
                  <a:pt x="585927" y="349366"/>
                  <a:pt x="586421" y="348872"/>
                </a:cubicBezTo>
                <a:cubicBezTo>
                  <a:pt x="587792" y="347500"/>
                  <a:pt x="589980" y="338266"/>
                  <a:pt x="589980" y="333843"/>
                </a:cubicBezTo>
                <a:cubicBezTo>
                  <a:pt x="589980" y="331679"/>
                  <a:pt x="590476" y="329599"/>
                  <a:pt x="590969" y="329295"/>
                </a:cubicBezTo>
                <a:cubicBezTo>
                  <a:pt x="591504" y="328964"/>
                  <a:pt x="591760" y="323276"/>
                  <a:pt x="591760" y="315057"/>
                </a:cubicBezTo>
                <a:cubicBezTo>
                  <a:pt x="591760" y="306837"/>
                  <a:pt x="592214" y="300951"/>
                  <a:pt x="592749" y="300621"/>
                </a:cubicBezTo>
                <a:cubicBezTo>
                  <a:pt x="593242" y="300317"/>
                  <a:pt x="593738" y="297934"/>
                  <a:pt x="593738" y="295282"/>
                </a:cubicBezTo>
                <a:cubicBezTo>
                  <a:pt x="593738" y="292630"/>
                  <a:pt x="594036" y="290248"/>
                  <a:pt x="594529" y="289943"/>
                </a:cubicBezTo>
                <a:cubicBezTo>
                  <a:pt x="595035" y="289629"/>
                  <a:pt x="595518" y="285108"/>
                  <a:pt x="595518" y="279660"/>
                </a:cubicBezTo>
                <a:cubicBezTo>
                  <a:pt x="595518" y="273157"/>
                  <a:pt x="595750" y="269738"/>
                  <a:pt x="596507" y="268982"/>
                </a:cubicBezTo>
                <a:cubicBezTo>
                  <a:pt x="597297" y="268191"/>
                  <a:pt x="597772" y="262485"/>
                  <a:pt x="598088" y="249602"/>
                </a:cubicBezTo>
                <a:cubicBezTo>
                  <a:pt x="598334" y="239567"/>
                  <a:pt x="598831" y="231204"/>
                  <a:pt x="599077" y="231014"/>
                </a:cubicBezTo>
                <a:cubicBezTo>
                  <a:pt x="601557" y="229104"/>
                  <a:pt x="604638" y="227787"/>
                  <a:pt x="607778" y="227257"/>
                </a:cubicBezTo>
                <a:cubicBezTo>
                  <a:pt x="609858" y="226905"/>
                  <a:pt x="611850" y="226322"/>
                  <a:pt x="612128" y="225873"/>
                </a:cubicBezTo>
                <a:cubicBezTo>
                  <a:pt x="612407" y="225423"/>
                  <a:pt x="614172" y="224884"/>
                  <a:pt x="616083" y="224884"/>
                </a:cubicBezTo>
                <a:cubicBezTo>
                  <a:pt x="617995" y="224884"/>
                  <a:pt x="619734" y="224586"/>
                  <a:pt x="620039" y="224093"/>
                </a:cubicBezTo>
              </a:path>
            </a:pathLst>
          </a:custGeom>
          <a:noFill xmlns:a="http://schemas.openxmlformats.org/drawingml/2006/main"/>
          <a:ln xmlns:a="http://schemas.openxmlformats.org/drawingml/2006/main" w="44296">
            <a:solidFill>
              <a:srgbClr val="9EC2C9"/>
            </a:solidFill>
            <a:prstDash val="solid"/>
          </a:ln>
        </p:spPr>
      </p:sp>
      <p:sp>
        <p:nvSpPr>
          <p:cNvPr id="30" name="pdf-path-97">
            <a:extLst xmlns:a="http://schemas.openxmlformats.org/drawingml/2006/main">
              <a:ext uri="{FF2B5EF4-FFF2-40B4-BE49-F238E27FC236}">
                <a16:creationId xmlns:a16="http://schemas.microsoft.com/office/drawing/2014/main" id="{D812AC1B-29F7-4FB5-B95B-3D09FB11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6704" y="2163972"/>
            <a:ext cx="164223" cy="169268"/>
          </a:xfrm>
          <a:custGeom xmlns:a="http://schemas.openxmlformats.org/drawingml/2006/main">
            <a:pathLst>
              <a:path w="164223" h="169268">
                <a:moveTo>
                  <a:pt x="135007" y="30112"/>
                </a:moveTo>
                <a:cubicBezTo>
                  <a:pt x="164223" y="60224"/>
                  <a:pt x="164223" y="109044"/>
                  <a:pt x="135007" y="139156"/>
                </a:cubicBezTo>
                <a:cubicBezTo>
                  <a:pt x="105797" y="169268"/>
                  <a:pt x="58426" y="169268"/>
                  <a:pt x="29216" y="139156"/>
                </a:cubicBezTo>
                <a:cubicBezTo>
                  <a:pt x="0" y="109044"/>
                  <a:pt x="0" y="60224"/>
                  <a:pt x="29216" y="30112"/>
                </a:cubicBezTo>
                <a:cubicBezTo>
                  <a:pt x="58426" y="0"/>
                  <a:pt x="105797" y="0"/>
                  <a:pt x="135007" y="30112"/>
                </a:cubicBezTo>
              </a:path>
            </a:pathLst>
          </a:custGeom>
          <a:solidFill xmlns:a="http://schemas.openxmlformats.org/drawingml/2006/main">
            <a:srgbClr val="121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98">
            <a:extLst xmlns:a="http://schemas.openxmlformats.org/drawingml/2006/main">
              <a:ext uri="{FF2B5EF4-FFF2-40B4-BE49-F238E27FC236}">
                <a16:creationId xmlns:a16="http://schemas.microsoft.com/office/drawing/2014/main" id="{22999D0A-D97A-43CF-914D-BB8EE61D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4654" y="2262830"/>
            <a:ext cx="164223" cy="169268"/>
          </a:xfrm>
          <a:custGeom xmlns:a="http://schemas.openxmlformats.org/drawingml/2006/main">
            <a:pathLst>
              <a:path w="164223" h="169268">
                <a:moveTo>
                  <a:pt x="135007" y="30112"/>
                </a:moveTo>
                <a:cubicBezTo>
                  <a:pt x="164223" y="60224"/>
                  <a:pt x="164223" y="109045"/>
                  <a:pt x="135007" y="139156"/>
                </a:cubicBezTo>
                <a:cubicBezTo>
                  <a:pt x="105797" y="169268"/>
                  <a:pt x="58427" y="169268"/>
                  <a:pt x="29217" y="139156"/>
                </a:cubicBezTo>
                <a:cubicBezTo>
                  <a:pt x="0" y="109045"/>
                  <a:pt x="0" y="60224"/>
                  <a:pt x="29217" y="30112"/>
                </a:cubicBezTo>
                <a:cubicBezTo>
                  <a:pt x="58427" y="0"/>
                  <a:pt x="105797" y="0"/>
                  <a:pt x="135007" y="30112"/>
                </a:cubicBezTo>
              </a:path>
            </a:pathLst>
          </a:custGeom>
          <a:solidFill xmlns:a="http://schemas.openxmlformats.org/drawingml/2006/main">
            <a:srgbClr val="DC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99">
            <a:extLst xmlns:a="http://schemas.openxmlformats.org/drawingml/2006/main">
              <a:ext uri="{FF2B5EF4-FFF2-40B4-BE49-F238E27FC236}">
                <a16:creationId xmlns:a16="http://schemas.microsoft.com/office/drawing/2014/main" id="{38E35738-8743-49BB-B96B-B326CD1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0054" y="2266477"/>
            <a:ext cx="164229" cy="169269"/>
          </a:xfrm>
          <a:custGeom xmlns:a="http://schemas.openxmlformats.org/drawingml/2006/main">
            <a:pathLst>
              <a:path w="164229" h="169269">
                <a:moveTo>
                  <a:pt x="135014" y="30112"/>
                </a:moveTo>
                <a:cubicBezTo>
                  <a:pt x="164229" y="60224"/>
                  <a:pt x="164229" y="109045"/>
                  <a:pt x="135014" y="139157"/>
                </a:cubicBezTo>
                <a:cubicBezTo>
                  <a:pt x="105797" y="169269"/>
                  <a:pt x="58432" y="169269"/>
                  <a:pt x="29217" y="139157"/>
                </a:cubicBezTo>
                <a:cubicBezTo>
                  <a:pt x="0" y="109045"/>
                  <a:pt x="0" y="60224"/>
                  <a:pt x="29217" y="30112"/>
                </a:cubicBezTo>
                <a:cubicBezTo>
                  <a:pt x="58432" y="0"/>
                  <a:pt x="105797" y="0"/>
                  <a:pt x="135014" y="30112"/>
                </a:cubicBezTo>
              </a:path>
            </a:pathLst>
          </a:custGeom>
          <a:solidFill xmlns:a="http://schemas.openxmlformats.org/drawingml/2006/main">
            <a:srgbClr val="121DD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61E29E-6884-4576-B9E1-2AD6657E24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6bf99cce84ec5"/>
          <a:srcRect xmlns:a="http://schemas.openxmlformats.org/drawingml/2006/main" l="262" t="0" r="2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2456" y="1899095"/>
            <a:ext cx="843534" cy="1026985"/>
          </a:xfrm>
          <a:prstGeom xmlns:a="http://schemas.openxmlformats.org/drawingml/2006/main" prst="rect">
            <a:avLst/>
          </a:prstGeom>
        </p:spPr>
      </p:pic>
      <p:sp>
        <p:nvSpPr>
          <p:cNvPr id="34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462C880A-B7CF-4EB7-B11D-DDBBDED7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2456" y="1899095"/>
            <a:ext cx="843534" cy="1026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5A6D94-D233-4768-9B16-1BFBB0C2C5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49858872245e6"/>
          <a:srcRect xmlns:a="http://schemas.openxmlformats.org/drawingml/2006/main" l="0" t="236" r="0" b="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1430" y="2194274"/>
            <a:ext cx="790670" cy="740093"/>
          </a:xfrm>
          <a:prstGeom xmlns:a="http://schemas.openxmlformats.org/drawingml/2006/main" prst="rect">
            <a:avLst/>
          </a:prstGeom>
        </p:spPr>
      </p:pic>
      <p:sp>
        <p:nvSpPr>
          <p:cNvPr id="36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AC0C19E7-1802-48F1-A6F9-06BE445F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1430" y="2194274"/>
            <a:ext cx="790670" cy="740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A8E9C0-3ECE-4E8D-8020-BC0BA7B017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ae8da00f2474e"/>
          <a:srcRect xmlns:a="http://schemas.openxmlformats.org/drawingml/2006/main" l="0" t="98" r="0" b="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804" y="302038"/>
            <a:ext cx="4134802" cy="2760631"/>
          </a:xfrm>
          <a:prstGeom xmlns:a="http://schemas.openxmlformats.org/drawingml/2006/main" prst="rect">
            <a:avLst/>
          </a:prstGeom>
        </p:spPr>
      </p:pic>
      <p:sp>
        <p:nvSpPr>
          <p:cNvPr id="38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94E9C188-CEB3-4389-88AA-2964A243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804" y="302038"/>
            <a:ext cx="4134802" cy="27606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683B36-970B-4E33-9B3D-F88E0BE7E3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bbd416eeb467c"/>
          <a:srcRect xmlns:a="http://schemas.openxmlformats.org/drawingml/2006/main" l="190" t="0" r="1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676" y="4254246"/>
            <a:ext cx="1319308" cy="1267587"/>
          </a:xfrm>
          <a:prstGeom xmlns:a="http://schemas.openxmlformats.org/drawingml/2006/main" prst="rect">
            <a:avLst/>
          </a:prstGeom>
        </p:spPr>
      </p:pic>
      <p:sp>
        <p:nvSpPr>
          <p:cNvPr id="40" name="pdf-raster-9">
            <a:extLst xmlns:a="http://schemas.openxmlformats.org/drawingml/2006/main">
              <a:ext uri="{FF2B5EF4-FFF2-40B4-BE49-F238E27FC236}">
                <a16:creationId xmlns:a16="http://schemas.microsoft.com/office/drawing/2014/main" id="{031F9BAC-47EC-47C0-A979-7113F580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676" y="4254246"/>
            <a:ext cx="1319308" cy="1267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56EB63-D340-4CCF-B604-F48CFA3BAA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ed4ce2a3c40ce"/>
          <a:srcRect xmlns:a="http://schemas.openxmlformats.org/drawingml/2006/main" l="346" t="0" r="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3373" y="4467701"/>
            <a:ext cx="1160431" cy="1273016"/>
          </a:xfrm>
          <a:prstGeom xmlns:a="http://schemas.openxmlformats.org/drawingml/2006/main" prst="rect">
            <a:avLst/>
          </a:prstGeom>
        </p:spPr>
      </p:pic>
      <p:sp>
        <p:nvSpPr>
          <p:cNvPr id="42" name="pdf-raster-10">
            <a:extLst xmlns:a="http://schemas.openxmlformats.org/drawingml/2006/main">
              <a:ext uri="{FF2B5EF4-FFF2-40B4-BE49-F238E27FC236}">
                <a16:creationId xmlns:a16="http://schemas.microsoft.com/office/drawing/2014/main" id="{16666496-ABA7-4D30-B523-4F1DBB56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3373" y="4467701"/>
            <a:ext cx="1160431" cy="1273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35ACEB-5292-49B0-B817-C53F0054C0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ef3335c7a4c21"/>
          <a:srcRect xmlns:a="http://schemas.openxmlformats.org/drawingml/2006/main" l="509" t="0" r="5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70346" y="4181951"/>
            <a:ext cx="1222439" cy="1273016"/>
          </a:xfrm>
          <a:prstGeom xmlns:a="http://schemas.openxmlformats.org/drawingml/2006/main" prst="rect">
            <a:avLst/>
          </a:prstGeom>
        </p:spPr>
      </p:pic>
      <p:sp>
        <p:nvSpPr>
          <p:cNvPr id="44" name="pdf-raster-11">
            <a:extLst xmlns:a="http://schemas.openxmlformats.org/drawingml/2006/main">
              <a:ext uri="{FF2B5EF4-FFF2-40B4-BE49-F238E27FC236}">
                <a16:creationId xmlns:a16="http://schemas.microsoft.com/office/drawing/2014/main" id="{F594D271-35EE-491C-A392-14C2928A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0346" y="4181951"/>
            <a:ext cx="1222439" cy="1273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B67777-4946-4B74-AAA9-9477CC0EF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6d635f5344aa7"/>
          <a:srcRect xmlns:a="http://schemas.openxmlformats.org/drawingml/2006/main" l="400" t="0" r="4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09892" y="4334542"/>
            <a:ext cx="1138999" cy="1186148"/>
          </a:xfrm>
          <a:prstGeom xmlns:a="http://schemas.openxmlformats.org/drawingml/2006/main" prst="rect">
            <a:avLst/>
          </a:prstGeom>
        </p:spPr>
      </p:pic>
      <p:sp>
        <p:nvSpPr>
          <p:cNvPr id="46" name="pdf-raster-12">
            <a:extLst xmlns:a="http://schemas.openxmlformats.org/drawingml/2006/main">
              <a:ext uri="{FF2B5EF4-FFF2-40B4-BE49-F238E27FC236}">
                <a16:creationId xmlns:a16="http://schemas.microsoft.com/office/drawing/2014/main" id="{1253CE1A-79CA-4B4F-9D2D-207A76C1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9892" y="4334542"/>
            <a:ext cx="1138999" cy="1186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096CDF-178F-4C79-8C55-6106A1536A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5d537249f45bc"/>
          <a:srcRect xmlns:a="http://schemas.openxmlformats.org/drawingml/2006/main" l="400" t="0" r="4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2456" y="4334542"/>
            <a:ext cx="1139000" cy="1186148"/>
          </a:xfrm>
          <a:prstGeom xmlns:a="http://schemas.openxmlformats.org/drawingml/2006/main" prst="rect">
            <a:avLst/>
          </a:prstGeom>
        </p:spPr>
      </p:pic>
      <p:sp>
        <p:nvSpPr>
          <p:cNvPr id="48" name="pdf-raster-13">
            <a:extLst xmlns:a="http://schemas.openxmlformats.org/drawingml/2006/main">
              <a:ext uri="{FF2B5EF4-FFF2-40B4-BE49-F238E27FC236}">
                <a16:creationId xmlns:a16="http://schemas.microsoft.com/office/drawing/2014/main" id="{23E9B1B1-448E-4B40-8E8D-03143AF3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2456" y="4334542"/>
            <a:ext cx="1139000" cy="1186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C5D321-22D1-4D5D-9112-08D0529176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0df65905f44ac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4003" y="4188809"/>
            <a:ext cx="1138999" cy="1213009"/>
          </a:xfrm>
          <a:prstGeom xmlns:a="http://schemas.openxmlformats.org/drawingml/2006/main" prst="rect">
            <a:avLst/>
          </a:prstGeom>
        </p:spPr>
      </p:pic>
      <p:sp>
        <p:nvSpPr>
          <p:cNvPr id="50" name="pdf-raster-14">
            <a:extLst xmlns:a="http://schemas.openxmlformats.org/drawingml/2006/main">
              <a:ext uri="{FF2B5EF4-FFF2-40B4-BE49-F238E27FC236}">
                <a16:creationId xmlns:a16="http://schemas.microsoft.com/office/drawing/2014/main" id="{4798F9B8-9454-4E0F-AC08-E127A20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4003" y="4188809"/>
            <a:ext cx="1138999" cy="1213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4F6474-D349-4F8F-9CCC-67D497F2A3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2d3449c1b456f"/>
          <a:srcRect xmlns:a="http://schemas.openxmlformats.org/drawingml/2006/main" l="400" t="0" r="4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1273" y="4334542"/>
            <a:ext cx="1139000" cy="1186148"/>
          </a:xfrm>
          <a:prstGeom xmlns:a="http://schemas.openxmlformats.org/drawingml/2006/main" prst="rect">
            <a:avLst/>
          </a:prstGeom>
        </p:spPr>
      </p:pic>
      <p:sp>
        <p:nvSpPr>
          <p:cNvPr id="52" name="pdf-raster-15">
            <a:extLst xmlns:a="http://schemas.openxmlformats.org/drawingml/2006/main">
              <a:ext uri="{FF2B5EF4-FFF2-40B4-BE49-F238E27FC236}">
                <a16:creationId xmlns:a16="http://schemas.microsoft.com/office/drawing/2014/main" id="{0D7827CC-5A93-44A0-A273-5B3CF908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1273" y="4334542"/>
            <a:ext cx="1139000" cy="1186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77FC51-2C40-4770-AFB8-D2A2F6C115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3f15378aa4b6a"/>
          <a:srcRect xmlns:a="http://schemas.openxmlformats.org/drawingml/2006/main" l="0" t="44" r="0" b="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7107" y="4225385"/>
            <a:ext cx="1064705" cy="1186148"/>
          </a:xfrm>
          <a:prstGeom xmlns:a="http://schemas.openxmlformats.org/drawingml/2006/main" prst="rect">
            <a:avLst/>
          </a:prstGeom>
        </p:spPr>
      </p:pic>
      <p:sp>
        <p:nvSpPr>
          <p:cNvPr id="54" name="pdf-raster-16">
            <a:extLst xmlns:a="http://schemas.openxmlformats.org/drawingml/2006/main">
              <a:ext uri="{FF2B5EF4-FFF2-40B4-BE49-F238E27FC236}">
                <a16:creationId xmlns:a16="http://schemas.microsoft.com/office/drawing/2014/main" id="{9306ABCE-E62B-43A1-A3C0-1BEB3742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7107" y="4225385"/>
            <a:ext cx="1064705" cy="1186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1661BF-86E3-46B5-B3EE-F9D984E09D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f368b0a9a44c1"/>
          <a:srcRect xmlns:a="http://schemas.openxmlformats.org/drawingml/2006/main" l="0" t="417" r="0" b="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5592" y="529781"/>
            <a:ext cx="1219867" cy="872109"/>
          </a:xfrm>
          <a:prstGeom xmlns:a="http://schemas.openxmlformats.org/drawingml/2006/main" prst="rect">
            <a:avLst/>
          </a:prstGeom>
        </p:spPr>
      </p:pic>
      <p:sp>
        <p:nvSpPr>
          <p:cNvPr id="56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587A7BD8-195A-4B0A-B904-6D500B54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5592" y="529781"/>
            <a:ext cx="1219867" cy="872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30CD9D-235A-44FF-BBD3-6D6B9C9336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2e11f51cc493a"/>
          <a:srcRect xmlns:a="http://schemas.openxmlformats.org/drawingml/2006/main" l="0" t="509" r="0" b="5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0766" y="479489"/>
            <a:ext cx="1599057" cy="951548"/>
          </a:xfrm>
          <a:prstGeom xmlns:a="http://schemas.openxmlformats.org/drawingml/2006/main" prst="rect">
            <a:avLst/>
          </a:prstGeom>
        </p:spPr>
      </p:pic>
      <p:sp>
        <p:nvSpPr>
          <p:cNvPr id="58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75229E8A-57C5-4399-806D-599A8ABD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766" y="479489"/>
            <a:ext cx="1599057" cy="951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A137CB-F279-4407-99C5-F1E66211F8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4b7d733e14821"/>
          <a:srcRect xmlns:a="http://schemas.openxmlformats.org/drawingml/2006/main" l="0" t="561" r="0" b="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08940" y="684085"/>
            <a:ext cx="1067848" cy="747522"/>
          </a:xfrm>
          <a:prstGeom xmlns:a="http://schemas.openxmlformats.org/drawingml/2006/main" prst="rect">
            <a:avLst/>
          </a:prstGeom>
        </p:spPr>
      </p:pic>
      <p:sp>
        <p:nvSpPr>
          <p:cNvPr id="60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9B9F23C1-513A-4790-9C33-CEE476D5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8940" y="684085"/>
            <a:ext cx="1067848" cy="747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6E4F72-1734-43BF-B212-D015845C67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238ac36824eaf"/>
          <a:srcRect xmlns:a="http://schemas.openxmlformats.org/drawingml/2006/main" l="0" t="447" r="0" b="4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1267" y="1977676"/>
            <a:ext cx="814102" cy="947547"/>
          </a:xfrm>
          <a:prstGeom xmlns:a="http://schemas.openxmlformats.org/drawingml/2006/main" prst="rect">
            <a:avLst/>
          </a:prstGeom>
        </p:spPr>
      </p:pic>
      <p:sp>
        <p:nvSpPr>
          <p:cNvPr id="62" name="pdf-raster-6">
            <a:extLst xmlns:a="http://schemas.openxmlformats.org/drawingml/2006/main">
              <a:ext uri="{FF2B5EF4-FFF2-40B4-BE49-F238E27FC236}">
                <a16:creationId xmlns:a16="http://schemas.microsoft.com/office/drawing/2014/main" id="{B0E34733-2041-4C04-B9A8-12990ED6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1267" y="1977676"/>
            <a:ext cx="814102" cy="947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1A4ACB4-63BA-4DFB-8963-CBE1F2E0C1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632390d4844b0"/>
          <a:srcRect xmlns:a="http://schemas.openxmlformats.org/drawingml/2006/main" l="0" t="265" r="0" b="2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678" y="2085118"/>
            <a:ext cx="868680" cy="854678"/>
          </a:xfrm>
          <a:prstGeom xmlns:a="http://schemas.openxmlformats.org/drawingml/2006/main" prst="rect">
            <a:avLst/>
          </a:prstGeom>
        </p:spPr>
      </p:pic>
      <p:sp>
        <p:nvSpPr>
          <p:cNvPr id="64" name="pdf-raster-7">
            <a:extLst xmlns:a="http://schemas.openxmlformats.org/drawingml/2006/main">
              <a:ext uri="{FF2B5EF4-FFF2-40B4-BE49-F238E27FC236}">
                <a16:creationId xmlns:a16="http://schemas.microsoft.com/office/drawing/2014/main" id="{799E97B8-8326-444E-92E9-25FDC823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3678" y="2085118"/>
            <a:ext cx="868680" cy="854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538A571-E687-4238-B4E1-787CE48EC6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4a92a91f54455"/>
          <a:srcRect xmlns:a="http://schemas.openxmlformats.org/drawingml/2006/main" l="491" t="0" r="4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3807" y="2147697"/>
            <a:ext cx="720947" cy="728091"/>
          </a:xfrm>
          <a:prstGeom xmlns:a="http://schemas.openxmlformats.org/drawingml/2006/main" prst="rect">
            <a:avLst/>
          </a:prstGeom>
        </p:spPr>
      </p:pic>
      <p:sp>
        <p:nvSpPr>
          <p:cNvPr id="66" name="pdf-raster-8">
            <a:extLst xmlns:a="http://schemas.openxmlformats.org/drawingml/2006/main">
              <a:ext uri="{FF2B5EF4-FFF2-40B4-BE49-F238E27FC236}">
                <a16:creationId xmlns:a16="http://schemas.microsoft.com/office/drawing/2014/main" id="{92D618EC-35B5-4558-A524-117616C3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807" y="2147697"/>
            <a:ext cx="720947" cy="728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merged-0">
            <a:extLst xmlns:a="http://schemas.openxmlformats.org/drawingml/2006/main">
              <a:ext uri="{FF2B5EF4-FFF2-40B4-BE49-F238E27FC236}">
                <a16:creationId xmlns:a16="http://schemas.microsoft.com/office/drawing/2014/main" id="{D0F07CE4-5846-4609-A9AC-839DB6D4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192" y="3156406"/>
            <a:ext cx="4658220" cy="2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93" b="1" i="0">
                <a:solidFill>
                  <a:srgbClr val="BD90A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93" b="1" i="0">
                <a:solidFill>
                  <a:srgbClr val="BD90A9"/>
                </a:solidFill>
                <a:latin typeface="Arial"/>
                <a:ea typeface="Arial"/>
                <a:cs typeface="Arial"/>
              </a:defRPr>
            </a:pPr>
            <a:r>
              <a:rPr sz="1893" b="1" i="0">
                <a:solidFill>
                  <a:srgbClr val="BD90A9"/>
                </a:solidFill>
                <a:latin typeface="Arial"/>
                <a:ea typeface="Arial"/>
                <a:cs typeface="Arial"/>
              </a:rPr>
              <a:t>1. Source Demonstration Preprocessing</a:t>
            </a:r>
          </a:p>
        </p:txBody>
      </p:sp>
      <p:sp>
        <p:nvSpPr>
          <p:cNvPr id="68" name="merged-4">
            <a:extLst xmlns:a="http://schemas.openxmlformats.org/drawingml/2006/main">
              <a:ext uri="{FF2B5EF4-FFF2-40B4-BE49-F238E27FC236}">
                <a16:creationId xmlns:a16="http://schemas.microsoft.com/office/drawing/2014/main" id="{4A58B52A-A40F-4DFE-BB7D-ACFC200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0874" y="5621210"/>
            <a:ext cx="4392270" cy="2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93" b="1" i="0">
                <a:solidFill>
                  <a:srgbClr val="94B9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93" b="1" i="0">
                <a:solidFill>
                  <a:srgbClr val="94B9A3"/>
                </a:solidFill>
                <a:latin typeface="Arial"/>
                <a:ea typeface="Arial"/>
                <a:cs typeface="Arial"/>
              </a:defRPr>
            </a:pPr>
            <a:r>
              <a:rPr sz="1893" b="1" i="0">
                <a:solidFill>
                  <a:srgbClr val="94B9A3"/>
                </a:solidFill>
                <a:latin typeface="Arial"/>
                <a:ea typeface="Arial"/>
                <a:cs typeface="Arial"/>
              </a:rPr>
              <a:t>3. Diverse Demonstration Generation</a:t>
            </a:r>
          </a:p>
        </p:txBody>
      </p:sp>
      <p:sp>
        <p:nvSpPr>
          <p:cNvPr id="69" name="merged-9">
            <a:extLst xmlns:a="http://schemas.openxmlformats.org/drawingml/2006/main">
              <a:ext uri="{FF2B5EF4-FFF2-40B4-BE49-F238E27FC236}">
                <a16:creationId xmlns:a16="http://schemas.microsoft.com/office/drawing/2014/main" id="{84CB8EA3-5A75-4117-A7F4-86E8DCD6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424" y="263977"/>
            <a:ext cx="1884408" cy="20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4" b="0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4" b="0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pPr>
            <a:r>
              <a:rPr sz="1594" b="0" i="0">
                <a:solidFill>
                  <a:srgbClr val="53585F"/>
                </a:solidFill>
                <a:latin typeface="Arial"/>
                <a:ea typeface="Arial"/>
                <a:cs typeface="Arial"/>
              </a:rPr>
              <a:t>Keypoints Extraction</a:t>
            </a:r>
          </a:p>
        </p:txBody>
      </p:sp>
      <p:sp>
        <p:nvSpPr>
          <p:cNvPr id="70" name="merged-12">
            <a:extLst xmlns:a="http://schemas.openxmlformats.org/drawingml/2006/main">
              <a:ext uri="{FF2B5EF4-FFF2-40B4-BE49-F238E27FC236}">
                <a16:creationId xmlns:a16="http://schemas.microsoft.com/office/drawing/2014/main" id="{6919ADC2-4485-44AF-9F1F-37337A68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586" y="263977"/>
            <a:ext cx="1962571" cy="20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4" b="0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4" b="0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pPr>
            <a:r>
              <a:rPr sz="1594" b="0" i="0">
                <a:solidFill>
                  <a:srgbClr val="53585F"/>
                </a:solidFill>
                <a:latin typeface="Arial"/>
                <a:ea typeface="Arial"/>
                <a:cs typeface="Arial"/>
              </a:rPr>
              <a:t>3D Model Generation</a:t>
            </a:r>
          </a:p>
        </p:txBody>
      </p:sp>
      <p:sp>
        <p:nvSpPr>
          <p:cNvPr id="71" name="merged-15">
            <a:extLst xmlns:a="http://schemas.openxmlformats.org/drawingml/2006/main">
              <a:ext uri="{FF2B5EF4-FFF2-40B4-BE49-F238E27FC236}">
                <a16:creationId xmlns:a16="http://schemas.microsoft.com/office/drawing/2014/main" id="{1503E367-F546-4E26-92A7-CAEEB941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756" y="3881338"/>
            <a:ext cx="3315964" cy="2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93" b="0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93" b="0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pPr>
            <a:r>
              <a:rPr sz="1893" b="0" i="0">
                <a:solidFill>
                  <a:srgbClr val="53585F"/>
                </a:solidFill>
                <a:latin typeface="Arial"/>
                <a:ea typeface="Arial"/>
                <a:cs typeface="Arial"/>
              </a:rPr>
              <a:t>In-Category Demo Generation</a:t>
            </a:r>
          </a:p>
        </p:txBody>
      </p:sp>
      <p:sp>
        <p:nvSpPr>
          <p:cNvPr id="72" name="merged-20">
            <a:extLst xmlns:a="http://schemas.openxmlformats.org/drawingml/2006/main">
              <a:ext uri="{FF2B5EF4-FFF2-40B4-BE49-F238E27FC236}">
                <a16:creationId xmlns:a16="http://schemas.microsoft.com/office/drawing/2014/main" id="{7541B52D-75BF-4590-8B49-5759BBE2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985" y="3881338"/>
            <a:ext cx="3733645" cy="2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93" b="0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93" b="0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pPr>
            <a:r>
              <a:rPr sz="1893" b="0" i="0">
                <a:solidFill>
                  <a:srgbClr val="53585F"/>
                </a:solidFill>
                <a:latin typeface="Arial"/>
                <a:ea typeface="Arial"/>
                <a:cs typeface="Arial"/>
              </a:rPr>
              <a:t>Cross-Category Demo Generation</a:t>
            </a:r>
          </a:p>
        </p:txBody>
      </p:sp>
      <p:sp>
        <p:nvSpPr>
          <p:cNvPr id="73" name="merged-25">
            <a:extLst xmlns:a="http://schemas.openxmlformats.org/drawingml/2006/main">
              <a:ext uri="{FF2B5EF4-FFF2-40B4-BE49-F238E27FC236}">
                <a16:creationId xmlns:a16="http://schemas.microsoft.com/office/drawing/2014/main" id="{8C8CA4B5-500D-4C92-8DF2-73EAA24A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7909" y="983146"/>
            <a:ext cx="420048" cy="126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7" b="1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7" b="1" i="0">
                <a:solidFill>
                  <a:srgbClr val="53585F"/>
                </a:solidFill>
                <a:latin typeface="Arial"/>
                <a:ea typeface="Arial"/>
                <a:cs typeface="Arial"/>
              </a:defRPr>
            </a:pPr>
            <a:r>
              <a:rPr sz="997" b="1" i="0">
                <a:solidFill>
                  <a:srgbClr val="53585F"/>
                </a:solidFill>
                <a:latin typeface="Arial"/>
                <a:ea typeface="Arial"/>
                <a:cs typeface="Arial"/>
              </a:rPr>
              <a:t>Afford </a:t>
            </a:r>
          </a:p>
        </p:txBody>
      </p:sp>
    </p:spTree>
    <p:extLst>
      <p:ext uri="{BB962C8B-B14F-4D97-AF65-F5344CB8AC3E}">
        <p14:creationId xmlns:p14="http://schemas.microsoft.com/office/powerpoint/2010/main" val="1724113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2026-10-09T21:38:33.7880000Z</dcterms:created>
  <dcterms:modified xsi:type="dcterms:W3CDTF">2026-10-09T21:38:33.7890000Z</dcterms:modified>
</coreProperties>
</file>