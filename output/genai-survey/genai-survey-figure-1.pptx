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384340385492f" /><Relationship Type="http://schemas.openxmlformats.org/officeDocument/2006/relationships/extended-properties" Target="/docProps/app.xml" Id="R004cf528e8cf469d" /><Relationship Type="http://schemas.openxmlformats.org/officeDocument/2006/relationships/officeDocument" Target="/ppt/presentation.xml" Id="R341b8291a12942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c4a0c0cc74c6f"/>
  </p:sldMasterIdLst>
  <p:notesMasterIdLst>
    <p:notesMasterId xmlns:r="http://schemas.openxmlformats.org/officeDocument/2006/relationships" r:id="R7c6b9d03779b4ca5"/>
  </p:notesMasterIdLst>
  <p:sldIdLst>
    <p:sldId xmlns:r="http://schemas.openxmlformats.org/officeDocument/2006/relationships" id="256" r:id="R93a8da919dd24d22"/>
  </p:sldIdLst>
  <p:sldSz cx="14744700" cy="7915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6cea121e34f4e" /><Relationship Type="http://schemas.openxmlformats.org/officeDocument/2006/relationships/slideMaster" Target="/ppt/slideMasters/slideMaster1.xml" Id="R0d3c4a0c0cc74c6f" /><Relationship Type="http://schemas.openxmlformats.org/officeDocument/2006/relationships/notesMaster" Target="/ppt/notesMasters/notesMaster1.xml" Id="R7c6b9d03779b4ca5" /><Relationship Type="http://schemas.openxmlformats.org/officeDocument/2006/relationships/presProps" Target="/ppt/presProps.xml" Id="Raef6c7066fc3443b" /><Relationship Type="http://schemas.openxmlformats.org/officeDocument/2006/relationships/tableStyles" Target="/ppt/tableStyles.xml" Id="R77a35388f66b4b3d" /><Relationship Type="http://schemas.openxmlformats.org/officeDocument/2006/relationships/slide" Target="/ppt/slides/slide1.xml" Id="R93a8da919dd2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f2de96127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d2adde72640f1" /><Relationship Type="http://schemas.openxmlformats.org/officeDocument/2006/relationships/notesMaster" Target="/ppt/notesMasters/notesMaster1.xml" Id="R0c76ab5d9162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"Generative Artificial Intelligence in Robotic Manipulation: A Survey",</a:t>
            </a:r>
          </a:p>
          <a:p xmlns:a="http://schemas.openxmlformats.org/drawingml/2006/main">
            <a:r>
              <a:t>  "paper_url": "https://arxiv.org/abs/2503.03464v2",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"d0c553eb4834303a8ec30327f724cc2359e32ce6b69b4d8b8f3cf6cd893df8d8",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48,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564,</a:t>
            </a:r>
          </a:p>
          <a:p xmlns:a="http://schemas.openxmlformats.org/drawingml/2006/main">
            <a:r>
              <a:t>    329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"58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134",</a:t>
            </a:r>
          </a:p>
          <a:p xmlns:a="http://schemas.openxmlformats.org/drawingml/2006/main">
            <a:r>
              <a:t>    "path partially intersects raster inset: 135",</a:t>
            </a:r>
          </a:p>
          <a:p xmlns:a="http://schemas.openxmlformats.org/drawingml/2006/main">
            <a:r>
              <a:t>    "path partially intersects raster inset: 143",</a:t>
            </a:r>
          </a:p>
          <a:p xmlns:a="http://schemas.openxmlformats.org/drawingml/2006/main">
            <a:r>
              <a:t>    "path partially intersects raster inset: 159",</a:t>
            </a:r>
          </a:p>
          <a:p xmlns:a="http://schemas.openxmlformats.org/drawingml/2006/main">
            <a:r>
              <a:t>    "path partially intersects raster inset: 320",</a:t>
            </a:r>
          </a:p>
          <a:p xmlns:a="http://schemas.openxmlformats.org/drawingml/2006/main">
            <a:r>
              <a:t>    "path partially intersects raster inset: 321",</a:t>
            </a:r>
          </a:p>
          <a:p xmlns:a="http://schemas.openxmlformats.org/drawingml/2006/main">
            <a:r>
              <a:t>    "path partially intersects raster inset: 322",</a:t>
            </a:r>
          </a:p>
          <a:p xmlns:a="http://schemas.openxmlformats.org/drawingml/2006/main">
            <a:r>
              <a:t>    "path partially intersects raster inset: 323",</a:t>
            </a:r>
          </a:p>
          <a:p xmlns:a="http://schemas.openxmlformats.org/drawingml/2006/main">
            <a:r>
              <a:t>    "unhandled image/shading at seq 2: [248.56784057617188, 125.39183807373047, 373.6596984863281, 250.59548950195312]; requires reviewed raster region",</a:t>
            </a:r>
          </a:p>
          <a:p xmlns:a="http://schemas.openxmlformats.org/drawingml/2006/main">
            <a:r>
              <a:t>    "unhandled image/shading at seq 4: [298.48028564453125, 139.1290283203125, 375.5709228515625, 182.4147186279297]; requires reviewed raster region",</a:t>
            </a:r>
          </a:p>
          <a:p xmlns:a="http://schemas.openxmlformats.org/drawingml/2006/main">
            <a:r>
              <a:t>    "unhandled image/shading at seq 6: [271.1067810058594, 188.68582153320312, 372.05615234375, 243.84564208984375]; requires reviewed raster region",</a:t>
            </a:r>
          </a:p>
          <a:p xmlns:a="http://schemas.openxmlformats.org/drawingml/2006/main">
            <a:r>
              <a:t>    "unhandled image/shading at seq 8: [307.5924072265625, 212.25184631347656, 362.72491455078125, 224.88400268554688]; requires reviewed raster region",</a:t>
            </a:r>
          </a:p>
          <a:p xmlns:a="http://schemas.openxmlformats.org/drawingml/2006/main">
            <a:r>
              <a:t>    "unhandled image/shading at seq 14: [229.14590454101562, 154.33282470703125, 354.854248046875, 275.15185546875]; requires reviewed raster region",</a:t>
            </a:r>
          </a:p>
          <a:p xmlns:a="http://schemas.openxmlformats.org/drawingml/2006/main">
            <a:r>
              <a:t>    "unhandled image/shading at seq 178: [495.1754455566406, 54.172203063964844, 541.1943969726562, 98.7998275756836]; requires reviewed raster region",</a:t>
            </a:r>
          </a:p>
          <a:p xmlns:a="http://schemas.openxmlformats.org/drawingml/2006/main">
            <a:r>
              <a:t>    "unhandled image/shading at seq 179: [526.4072875976562, 70.47954559326172, 572.4262084960938, 115.10717010498047]; requires reviewed raster region",</a:t>
            </a:r>
          </a:p>
          <a:p xmlns:a="http://schemas.openxmlformats.org/drawingml/2006/main">
            <a:r>
              <a:t>    "unhandled image/shading at seq 180: [557.63916015625, 86.78690338134766, 603.6580810546875, 131.41452026367188]; requires reviewed raster region",</a:t>
            </a:r>
          </a:p>
          <a:p xmlns:a="http://schemas.openxmlformats.org/drawingml/2006/main">
            <a:r>
              <a:t>    "unhandled image/shading at seq 181: [480.3883361816406, 82.49248504638672, 526.4072875976562, 127.12010955810547]; requires reviewed raster region",</a:t>
            </a:r>
          </a:p>
          <a:p xmlns:a="http://schemas.openxmlformats.org/drawingml/2006/main">
            <a:r>
              <a:t>    "unhandled image/shading at seq 182: [511.6202392578125, 98.79981231689453, 557.63916015625, 143.42742919921875]; requires reviewed raster region",</a:t>
            </a:r>
          </a:p>
          <a:p xmlns:a="http://schemas.openxmlformats.org/drawingml/2006/main">
            <a:r>
              <a:t>    "unhandled image/shading at seq 183: [542.85205078125, 115.10717010498047, 588.8709716796875, 159.73480224609375]; requires reviewed raster region",</a:t>
            </a:r>
          </a:p>
          <a:p xmlns:a="http://schemas.openxmlformats.org/drawingml/2006/main">
            <a:r>
              <a:t>    "unhandled image/shading at seq 184: [465.6012268066406, 110.81275177001953, 511.62017822265625, 155.44036865234375]; requires reviewed raster region",</a:t>
            </a:r>
          </a:p>
          <a:p xmlns:a="http://schemas.openxmlformats.org/drawingml/2006/main">
            <a:r>
              <a:t>    "unhandled image/shading at seq 185: [496.8330993652344, 127.12007904052734, 542.85205078125, 171.74771118164062]; requires reviewed raster region",</a:t>
            </a:r>
          </a:p>
          <a:p xmlns:a="http://schemas.openxmlformats.org/drawingml/2006/main">
            <a:r>
              <a:t>    "unhandled image/shading at seq 186: [528.06494140625, 143.427490234375, 574.0838623046875, 188.05511474609375]; requires reviewed raster region"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ec8e99a314b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7be15325f49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8d20905ce4d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3d79366a643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cc04f579049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c8f8d6b46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AD744E-8840-433F-A457-B97E765A2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4470" y="2990215"/>
            <a:ext cx="11795760" cy="1143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34B57-740B-48E6-84FA-9431D4825E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1705" y="4353401"/>
            <a:ext cx="10321290" cy="87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3E33AE-2C96-468F-9BC9-532AE08B9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4470" y="3298031"/>
            <a:ext cx="11795760" cy="1319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97FCF7-4E8A-422D-A79B-4DB0F0865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615632"/>
            <a:ext cx="13085921" cy="96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22A546-C292-4297-BD7A-2167E29626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2198688"/>
            <a:ext cx="13085921" cy="492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384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1pPr>
            <a:lvl2pPr marL="61563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2pPr>
            <a:lvl3pPr marL="96742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3pPr>
            <a:lvl4pPr marL="131921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4pPr>
            <a:lvl5pPr marL="167100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5pPr>
            <a:lvl6pPr marL="202279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6pPr>
            <a:lvl7pPr marL="237458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7pPr>
            <a:lvl8pPr marL="272637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8pPr>
            <a:lvl9pPr marL="307816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363C06-9D96-44D2-AA4B-8DF653348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615632"/>
            <a:ext cx="13085921" cy="96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E31B31-16FC-4341-A54D-89EE2B5BE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2198688"/>
            <a:ext cx="6082189" cy="492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384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1pPr>
            <a:lvl2pPr marL="61563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2pPr>
            <a:lvl3pPr marL="96742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3pPr>
            <a:lvl4pPr marL="131921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4pPr>
            <a:lvl5pPr marL="167100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5pPr>
            <a:lvl6pPr marL="202279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6pPr>
            <a:lvl7pPr marL="237458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7pPr>
            <a:lvl8pPr marL="272637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8pPr>
            <a:lvl9pPr marL="307816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E73EBB-040F-4E62-8609-95C868F005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833122" y="2198688"/>
            <a:ext cx="6082189" cy="492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384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1pPr>
            <a:lvl2pPr marL="61563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2pPr>
            <a:lvl3pPr marL="96742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3pPr>
            <a:lvl4pPr marL="131921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4pPr>
            <a:lvl5pPr marL="167100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5pPr>
            <a:lvl6pPr marL="202279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6pPr>
            <a:lvl7pPr marL="237458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7pPr>
            <a:lvl8pPr marL="272637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8pPr>
            <a:lvl9pPr marL="307816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0A66C-CCED-4FFF-BB5C-F96E89FA0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615632"/>
            <a:ext cx="13085921" cy="96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4ECA2E-B483-48B5-BE9E-B3A32CC62E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2198688"/>
            <a:ext cx="6082189" cy="4925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384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1pPr>
            <a:lvl2pPr marL="61563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2pPr>
            <a:lvl3pPr marL="96742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3pPr>
            <a:lvl4pPr marL="131921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4pPr>
            <a:lvl5pPr marL="167100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5pPr>
            <a:lvl6pPr marL="202279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6pPr>
            <a:lvl7pPr marL="2374583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7pPr>
            <a:lvl8pPr marL="272637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8pPr>
            <a:lvl9pPr marL="3078162" indent="-263842">
              <a:lnSpc>
                <a:spcPct val="110000"/>
              </a:lnSpc>
              <a:spcBef>
                <a:spcPts val="0"/>
              </a:spcBef>
              <a:spcAft>
                <a:spcPts val="13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5f6ef215d43c7" /><Relationship Type="http://schemas.openxmlformats.org/officeDocument/2006/relationships/slideLayout" Target="/ppt/slideLayouts/slideLayout1.xml" Id="Rcd2889e4b7dc46dc" /><Relationship Type="http://schemas.openxmlformats.org/officeDocument/2006/relationships/slideLayout" Target="/ppt/slideLayouts/slideLayout2.xml" Id="R03e42f8e2f494765" /><Relationship Type="http://schemas.openxmlformats.org/officeDocument/2006/relationships/slideLayout" Target="/ppt/slideLayouts/slideLayout3.xml" Id="R546aa19aa7334321" /><Relationship Type="http://schemas.openxmlformats.org/officeDocument/2006/relationships/slideLayout" Target="/ppt/slideLayouts/slideLayout4.xml" Id="Rbff8833621a54bad" /><Relationship Type="http://schemas.openxmlformats.org/officeDocument/2006/relationships/slideLayout" Target="/ppt/slideLayouts/slideLayout5.xml" Id="Rb0cb157e183a43ec" /><Relationship Type="http://schemas.openxmlformats.org/officeDocument/2006/relationships/slideLayout" Target="/ppt/slideLayouts/slideLayout6.xml" Id="R81c589c0162b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2889e4b7dc46dc"/>
    <p:sldLayoutId xmlns:r="http://schemas.openxmlformats.org/officeDocument/2006/relationships" id="2147483650" r:id="R03e42f8e2f494765"/>
    <p:sldLayoutId xmlns:r="http://schemas.openxmlformats.org/officeDocument/2006/relationships" id="2147483651" r:id="R546aa19aa7334321"/>
    <p:sldLayoutId xmlns:r="http://schemas.openxmlformats.org/officeDocument/2006/relationships" id="2147483652" r:id="Rbff8833621a54bad"/>
    <p:sldLayoutId xmlns:r="http://schemas.openxmlformats.org/officeDocument/2006/relationships" id="2147483653" r:id="Rb0cb157e183a43ec"/>
    <p:sldLayoutId xmlns:r="http://schemas.openxmlformats.org/officeDocument/2006/relationships" id="2147483654" r:id="R81c589c0162b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0e627554d4d6c" /><Relationship Type="http://schemas.openxmlformats.org/officeDocument/2006/relationships/image" Target="/ppt/media/image.png" Id="Rf44ff8ecff3a46f2" /><Relationship Type="http://schemas.openxmlformats.org/officeDocument/2006/relationships/image" Target="/ppt/media/image2.png" Id="R568c6760e1844089" /><Relationship Type="http://schemas.openxmlformats.org/officeDocument/2006/relationships/image" Target="/ppt/media/image3.png" Id="R8ae1b0b8455d4225" /><Relationship Type="http://schemas.openxmlformats.org/officeDocument/2006/relationships/image" Target="/ppt/media/image4.png" Id="R5f179763e49d421d" /><Relationship Type="http://schemas.openxmlformats.org/officeDocument/2006/relationships/image" Target="/ppt/media/image5.png" Id="R2a61afdb56584280" /><Relationship Type="http://schemas.openxmlformats.org/officeDocument/2006/relationships/image" Target="/ppt/media/image6.png" Id="R38c910ca97e641a0" /><Relationship Type="http://schemas.openxmlformats.org/officeDocument/2006/relationships/image" Target="/ppt/media/image7.png" Id="Rcc88b73fd81b4352" /><Relationship Type="http://schemas.openxmlformats.org/officeDocument/2006/relationships/image" Target="/ppt/media/image8.png" Id="Rdd91eb92ca604547" /><Relationship Type="http://schemas.openxmlformats.org/officeDocument/2006/relationships/image" Target="/ppt/media/image9.png" Id="Rc675a2e77eda426f" /><Relationship Type="http://schemas.openxmlformats.org/officeDocument/2006/relationships/image" Target="/ppt/media/image10.png" Id="R3778e669ddde4187" /><Relationship Type="http://schemas.openxmlformats.org/officeDocument/2006/relationships/image" Target="/ppt/media/image11.png" Id="R178edd0ce04e4f8e" /><Relationship Type="http://schemas.openxmlformats.org/officeDocument/2006/relationships/image" Target="/ppt/media/image12.png" Id="R29c0bc134dd24ec7" /><Relationship Type="http://schemas.openxmlformats.org/officeDocument/2006/relationships/image" Target="/ppt/media/image13.png" Id="Rc3ecd27dfb3a45fb" /><Relationship Type="http://schemas.openxmlformats.org/officeDocument/2006/relationships/image" Target="/ppt/media/image14.png" Id="R589dd983f3e74e25" /><Relationship Type="http://schemas.openxmlformats.org/officeDocument/2006/relationships/image" Target="/ppt/media/image15.png" Id="Rac1176f16e174835" /><Relationship Type="http://schemas.openxmlformats.org/officeDocument/2006/relationships/image" Target="/ppt/media/image16.png" Id="Rf1b4f4999e28425c" /><Relationship Type="http://schemas.openxmlformats.org/officeDocument/2006/relationships/image" Target="/ppt/media/image17.png" Id="R16ec27a81d9147cc" /><Relationship Type="http://schemas.openxmlformats.org/officeDocument/2006/relationships/image" Target="/ppt/media/image18.png" Id="Rdd29c52112f648ce" /><Relationship Type="http://schemas.openxmlformats.org/officeDocument/2006/relationships/image" Target="/ppt/media/image19.png" Id="Ra525ba7423ec4c93" /><Relationship Type="http://schemas.openxmlformats.org/officeDocument/2006/relationships/image" Target="/ppt/media/image20.png" Id="Rbe5189de3c1f434e" /><Relationship Type="http://schemas.openxmlformats.org/officeDocument/2006/relationships/image" Target="/ppt/media/image21.png" Id="Rc3bc41e65f5240fe" /><Relationship Type="http://schemas.openxmlformats.org/officeDocument/2006/relationships/image" Target="/ppt/media/image22.png" Id="Ra006840b6fc645f8" /><Relationship Type="http://schemas.openxmlformats.org/officeDocument/2006/relationships/image" Target="/ppt/media/image23.png" Id="R041bd5ffba4346bd" /><Relationship Type="http://schemas.openxmlformats.org/officeDocument/2006/relationships/image" Target="/ppt/media/image24.png" Id="Rd47b7bc4c52a49d0" /><Relationship Type="http://schemas.openxmlformats.org/officeDocument/2006/relationships/image" Target="/ppt/media/image25.png" Id="R0138c86d84794715" /><Relationship Type="http://schemas.openxmlformats.org/officeDocument/2006/relationships/image" Target="/ppt/media/image26.png" Id="R0af9aa73abd54f55" /><Relationship Type="http://schemas.openxmlformats.org/officeDocument/2006/relationships/image" Target="/ppt/media/image27.png" Id="Rb059c5458c884de2" /><Relationship Type="http://schemas.openxmlformats.org/officeDocument/2006/relationships/image" Target="/ppt/media/image28.png" Id="R79ab40a29a95418d" /><Relationship Type="http://schemas.openxmlformats.org/officeDocument/2006/relationships/image" Target="/ppt/media/image29.png" Id="Rbe9aa095ab724445" /><Relationship Type="http://schemas.openxmlformats.org/officeDocument/2006/relationships/image" Target="/ppt/media/image30.png" Id="R06e53e28704f4532" /><Relationship Type="http://schemas.openxmlformats.org/officeDocument/2006/relationships/notesSlide" Target="/ppt/notesSlides/notesSlide1.xml" Id="R45b8f065fe1f45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pdf-path-1">
            <a:extLst xmlns:a="http://schemas.openxmlformats.org/drawingml/2006/main">
              <a:ext uri="{FF2B5EF4-FFF2-40B4-BE49-F238E27FC236}">
                <a16:creationId xmlns:a16="http://schemas.microsoft.com/office/drawing/2014/main" id="{66F85F46-03A9-4282-9F68-AB07193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116323"/>
            <a:ext cx="14687176" cy="7771314"/>
          </a:xfrm>
          <a:custGeom xmlns:a="http://schemas.openxmlformats.org/drawingml/2006/main">
            <a:pathLst>
              <a:path w="14687176" h="7771314">
                <a:moveTo>
                  <a:pt x="0" y="0"/>
                </a:moveTo>
                <a:lnTo>
                  <a:pt x="14687176" y="0"/>
                </a:lnTo>
                <a:lnTo>
                  <a:pt x="14687176" y="7771314"/>
                </a:lnTo>
                <a:lnTo>
                  <a:pt x="0" y="77713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6">
            <a:extLst xmlns:a="http://schemas.openxmlformats.org/drawingml/2006/main">
              <a:ext uri="{FF2B5EF4-FFF2-40B4-BE49-F238E27FC236}">
                <a16:creationId xmlns:a16="http://schemas.microsoft.com/office/drawing/2014/main" id="{B45BB72A-92BC-4570-8871-C104217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8" y="416682"/>
            <a:ext cx="3178483" cy="1608250"/>
          </a:xfrm>
          <a:custGeom xmlns:a="http://schemas.openxmlformats.org/drawingml/2006/main">
            <a:pathLst>
              <a:path w="3178483" h="1608250">
                <a:moveTo>
                  <a:pt x="0" y="160361"/>
                </a:moveTo>
                <a:cubicBezTo>
                  <a:pt x="0" y="71795"/>
                  <a:pt x="71797" y="0"/>
                  <a:pt x="160360" y="0"/>
                </a:cubicBezTo>
                <a:lnTo>
                  <a:pt x="3018124" y="0"/>
                </a:lnTo>
                <a:cubicBezTo>
                  <a:pt x="3106689" y="0"/>
                  <a:pt x="3178483" y="71795"/>
                  <a:pt x="3178483" y="160361"/>
                </a:cubicBezTo>
                <a:lnTo>
                  <a:pt x="3178483" y="1447890"/>
                </a:lnTo>
                <a:cubicBezTo>
                  <a:pt x="3178483" y="1536455"/>
                  <a:pt x="3106689" y="1608250"/>
                  <a:pt x="3018124" y="1608250"/>
                </a:cubicBezTo>
                <a:lnTo>
                  <a:pt x="160360" y="1608250"/>
                </a:lnTo>
                <a:cubicBezTo>
                  <a:pt x="71797" y="1608250"/>
                  <a:pt x="0" y="1536455"/>
                  <a:pt x="0" y="1447890"/>
                </a:cubicBezTo>
                <a:lnTo>
                  <a:pt x="0" y="16036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17">
            <a:extLst xmlns:a="http://schemas.openxmlformats.org/drawingml/2006/main">
              <a:ext uri="{FF2B5EF4-FFF2-40B4-BE49-F238E27FC236}">
                <a16:creationId xmlns:a16="http://schemas.microsoft.com/office/drawing/2014/main" id="{3F4EF93D-408B-427F-BEE9-25509812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8" y="416682"/>
            <a:ext cx="3178483" cy="1608251"/>
          </a:xfrm>
          <a:custGeom xmlns:a="http://schemas.openxmlformats.org/drawingml/2006/main">
            <a:pathLst>
              <a:path w="3178483" h="1608251">
                <a:moveTo>
                  <a:pt x="0" y="160360"/>
                </a:moveTo>
                <a:cubicBezTo>
                  <a:pt x="0" y="71796"/>
                  <a:pt x="71796" y="0"/>
                  <a:pt x="160359" y="0"/>
                </a:cubicBezTo>
                <a:lnTo>
                  <a:pt x="3018124" y="0"/>
                </a:lnTo>
                <a:cubicBezTo>
                  <a:pt x="3106686" y="0"/>
                  <a:pt x="3178483" y="71796"/>
                  <a:pt x="3178483" y="160360"/>
                </a:cubicBezTo>
                <a:lnTo>
                  <a:pt x="3178483" y="1447891"/>
                </a:lnTo>
                <a:cubicBezTo>
                  <a:pt x="3178483" y="1536455"/>
                  <a:pt x="3106686" y="1608251"/>
                  <a:pt x="3018124" y="1608251"/>
                </a:cubicBezTo>
                <a:lnTo>
                  <a:pt x="160359" y="1608251"/>
                </a:lnTo>
                <a:cubicBezTo>
                  <a:pt x="71796" y="1608251"/>
                  <a:pt x="0" y="1536455"/>
                  <a:pt x="0" y="1447891"/>
                </a:cubicBezTo>
                <a:lnTo>
                  <a:pt x="0" y="160360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87DBFF"/>
            </a:solidFill>
            <a:prstDash val="solid"/>
          </a:ln>
        </p:spPr>
      </p:sp>
      <p:sp>
        <p:nvSpPr>
          <p:cNvPr id="4" name="pdf-path-18">
            <a:extLst xmlns:a="http://schemas.openxmlformats.org/drawingml/2006/main">
              <a:ext uri="{FF2B5EF4-FFF2-40B4-BE49-F238E27FC236}">
                <a16:creationId xmlns:a16="http://schemas.microsoft.com/office/drawing/2014/main" id="{5B2EA3CD-BB89-4549-B355-4F4D3C5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820" y="5461953"/>
            <a:ext cx="3178483" cy="1570233"/>
          </a:xfrm>
          <a:custGeom xmlns:a="http://schemas.openxmlformats.org/drawingml/2006/main">
            <a:pathLst>
              <a:path w="3178483" h="1570233">
                <a:moveTo>
                  <a:pt x="0" y="156568"/>
                </a:moveTo>
                <a:cubicBezTo>
                  <a:pt x="0" y="70098"/>
                  <a:pt x="70097" y="0"/>
                  <a:pt x="156566" y="0"/>
                </a:cubicBezTo>
                <a:lnTo>
                  <a:pt x="3021914" y="0"/>
                </a:lnTo>
                <a:cubicBezTo>
                  <a:pt x="3108383" y="0"/>
                  <a:pt x="3178483" y="70098"/>
                  <a:pt x="3178483" y="156568"/>
                </a:cubicBezTo>
                <a:lnTo>
                  <a:pt x="3178483" y="1413665"/>
                </a:lnTo>
                <a:cubicBezTo>
                  <a:pt x="3178483" y="1500135"/>
                  <a:pt x="3108383" y="1570233"/>
                  <a:pt x="3021914" y="1570233"/>
                </a:cubicBezTo>
                <a:lnTo>
                  <a:pt x="156566" y="1570233"/>
                </a:lnTo>
                <a:cubicBezTo>
                  <a:pt x="70097" y="1570233"/>
                  <a:pt x="0" y="1500135"/>
                  <a:pt x="0" y="1413665"/>
                </a:cubicBezTo>
                <a:lnTo>
                  <a:pt x="0" y="15656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19">
            <a:extLst xmlns:a="http://schemas.openxmlformats.org/drawingml/2006/main">
              <a:ext uri="{FF2B5EF4-FFF2-40B4-BE49-F238E27FC236}">
                <a16:creationId xmlns:a16="http://schemas.microsoft.com/office/drawing/2014/main" id="{56DC951D-AEDA-4BD9-839F-296F0864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820" y="5461953"/>
            <a:ext cx="3178483" cy="1570232"/>
          </a:xfrm>
          <a:custGeom xmlns:a="http://schemas.openxmlformats.org/drawingml/2006/main">
            <a:pathLst>
              <a:path w="3178483" h="1570232">
                <a:moveTo>
                  <a:pt x="0" y="156567"/>
                </a:moveTo>
                <a:cubicBezTo>
                  <a:pt x="0" y="70098"/>
                  <a:pt x="70097" y="0"/>
                  <a:pt x="156568" y="0"/>
                </a:cubicBezTo>
                <a:lnTo>
                  <a:pt x="3021916" y="0"/>
                </a:lnTo>
                <a:cubicBezTo>
                  <a:pt x="3108385" y="0"/>
                  <a:pt x="3178483" y="70098"/>
                  <a:pt x="3178483" y="156567"/>
                </a:cubicBezTo>
                <a:lnTo>
                  <a:pt x="3178483" y="1413665"/>
                </a:lnTo>
                <a:cubicBezTo>
                  <a:pt x="3178483" y="1500135"/>
                  <a:pt x="3108385" y="1570232"/>
                  <a:pt x="3021916" y="1570232"/>
                </a:cubicBezTo>
                <a:lnTo>
                  <a:pt x="156568" y="1570232"/>
                </a:lnTo>
                <a:cubicBezTo>
                  <a:pt x="70097" y="1570232"/>
                  <a:pt x="0" y="1500135"/>
                  <a:pt x="0" y="1413665"/>
                </a:cubicBezTo>
                <a:lnTo>
                  <a:pt x="0" y="156567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87DBFF"/>
            </a:solidFill>
            <a:prstDash val="solid"/>
          </a:ln>
        </p:spPr>
      </p:sp>
      <p:sp>
        <p:nvSpPr>
          <p:cNvPr id="6" name="pdf-path-20">
            <a:extLst xmlns:a="http://schemas.openxmlformats.org/drawingml/2006/main">
              <a:ext uri="{FF2B5EF4-FFF2-40B4-BE49-F238E27FC236}">
                <a16:creationId xmlns:a16="http://schemas.microsoft.com/office/drawing/2014/main" id="{B0951DD6-743F-464A-B265-2CE3297B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425" y="378663"/>
            <a:ext cx="3030202" cy="1646269"/>
          </a:xfrm>
          <a:custGeom xmlns:a="http://schemas.openxmlformats.org/drawingml/2006/main">
            <a:pathLst>
              <a:path w="3030202" h="1646269">
                <a:moveTo>
                  <a:pt x="0" y="164148"/>
                </a:moveTo>
                <a:cubicBezTo>
                  <a:pt x="0" y="73492"/>
                  <a:pt x="73492" y="0"/>
                  <a:pt x="164148" y="0"/>
                </a:cubicBezTo>
                <a:lnTo>
                  <a:pt x="2866054" y="0"/>
                </a:lnTo>
                <a:cubicBezTo>
                  <a:pt x="2956710" y="0"/>
                  <a:pt x="3030202" y="73492"/>
                  <a:pt x="3030202" y="164148"/>
                </a:cubicBezTo>
                <a:lnTo>
                  <a:pt x="3030202" y="1482121"/>
                </a:lnTo>
                <a:cubicBezTo>
                  <a:pt x="3030202" y="1572777"/>
                  <a:pt x="2956710" y="1646269"/>
                  <a:pt x="2866054" y="1646269"/>
                </a:cubicBezTo>
                <a:lnTo>
                  <a:pt x="164148" y="1646269"/>
                </a:lnTo>
                <a:cubicBezTo>
                  <a:pt x="73492" y="1646269"/>
                  <a:pt x="0" y="1572777"/>
                  <a:pt x="0" y="1482121"/>
                </a:cubicBezTo>
                <a:lnTo>
                  <a:pt x="0" y="1641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21">
            <a:extLst xmlns:a="http://schemas.openxmlformats.org/drawingml/2006/main">
              <a:ext uri="{FF2B5EF4-FFF2-40B4-BE49-F238E27FC236}">
                <a16:creationId xmlns:a16="http://schemas.microsoft.com/office/drawing/2014/main" id="{0B537D8D-A4DC-4432-B136-1E42F03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425" y="378663"/>
            <a:ext cx="3030203" cy="1646271"/>
          </a:xfrm>
          <a:custGeom xmlns:a="http://schemas.openxmlformats.org/drawingml/2006/main">
            <a:pathLst>
              <a:path w="3030203" h="1646271">
                <a:moveTo>
                  <a:pt x="0" y="164150"/>
                </a:moveTo>
                <a:cubicBezTo>
                  <a:pt x="0" y="73492"/>
                  <a:pt x="73492" y="0"/>
                  <a:pt x="164149" y="0"/>
                </a:cubicBezTo>
                <a:lnTo>
                  <a:pt x="2866055" y="0"/>
                </a:lnTo>
                <a:cubicBezTo>
                  <a:pt x="2956711" y="0"/>
                  <a:pt x="3030203" y="73492"/>
                  <a:pt x="3030203" y="164150"/>
                </a:cubicBezTo>
                <a:lnTo>
                  <a:pt x="3030203" y="1482121"/>
                </a:lnTo>
                <a:cubicBezTo>
                  <a:pt x="3030203" y="1572779"/>
                  <a:pt x="2956711" y="1646271"/>
                  <a:pt x="2866055" y="1646271"/>
                </a:cubicBezTo>
                <a:lnTo>
                  <a:pt x="164149" y="1646271"/>
                </a:lnTo>
                <a:cubicBezTo>
                  <a:pt x="73492" y="1646271"/>
                  <a:pt x="0" y="1572779"/>
                  <a:pt x="0" y="1482121"/>
                </a:cubicBezTo>
                <a:lnTo>
                  <a:pt x="0" y="164150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87DBFF"/>
            </a:solidFill>
            <a:prstDash val="solid"/>
          </a:ln>
        </p:spPr>
      </p:sp>
      <p:sp>
        <p:nvSpPr>
          <p:cNvPr id="8" name="pdf-path-22">
            <a:extLst xmlns:a="http://schemas.openxmlformats.org/drawingml/2006/main">
              <a:ext uri="{FF2B5EF4-FFF2-40B4-BE49-F238E27FC236}">
                <a16:creationId xmlns:a16="http://schemas.microsoft.com/office/drawing/2014/main" id="{30B17B02-8315-458A-8F77-54B0AE1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037" y="5461953"/>
            <a:ext cx="3003589" cy="1615856"/>
          </a:xfrm>
          <a:custGeom xmlns:a="http://schemas.openxmlformats.org/drawingml/2006/main">
            <a:pathLst>
              <a:path w="3003589" h="1615856">
                <a:moveTo>
                  <a:pt x="0" y="161119"/>
                </a:moveTo>
                <a:cubicBezTo>
                  <a:pt x="0" y="72135"/>
                  <a:pt x="72135" y="0"/>
                  <a:pt x="161118" y="0"/>
                </a:cubicBezTo>
                <a:lnTo>
                  <a:pt x="2842473" y="0"/>
                </a:lnTo>
                <a:cubicBezTo>
                  <a:pt x="2931455" y="0"/>
                  <a:pt x="3003589" y="72135"/>
                  <a:pt x="3003589" y="161119"/>
                </a:cubicBezTo>
                <a:lnTo>
                  <a:pt x="3003589" y="1454739"/>
                </a:lnTo>
                <a:cubicBezTo>
                  <a:pt x="3003589" y="1543722"/>
                  <a:pt x="2931455" y="1615856"/>
                  <a:pt x="2842473" y="1615856"/>
                </a:cubicBezTo>
                <a:lnTo>
                  <a:pt x="161118" y="1615856"/>
                </a:lnTo>
                <a:cubicBezTo>
                  <a:pt x="72135" y="1615856"/>
                  <a:pt x="0" y="1543722"/>
                  <a:pt x="0" y="1454739"/>
                </a:cubicBezTo>
                <a:lnTo>
                  <a:pt x="0" y="16111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269A8E4E-9939-4009-953B-61DCFC3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037" y="5461953"/>
            <a:ext cx="3003590" cy="1615856"/>
          </a:xfrm>
          <a:custGeom xmlns:a="http://schemas.openxmlformats.org/drawingml/2006/main">
            <a:pathLst>
              <a:path w="3003590" h="1615856">
                <a:moveTo>
                  <a:pt x="0" y="161118"/>
                </a:moveTo>
                <a:cubicBezTo>
                  <a:pt x="0" y="72135"/>
                  <a:pt x="72135" y="0"/>
                  <a:pt x="161118" y="0"/>
                </a:cubicBezTo>
                <a:lnTo>
                  <a:pt x="2842472" y="0"/>
                </a:lnTo>
                <a:cubicBezTo>
                  <a:pt x="2931455" y="0"/>
                  <a:pt x="3003590" y="72135"/>
                  <a:pt x="3003590" y="161118"/>
                </a:cubicBezTo>
                <a:lnTo>
                  <a:pt x="3003590" y="1454738"/>
                </a:lnTo>
                <a:cubicBezTo>
                  <a:pt x="3003590" y="1543722"/>
                  <a:pt x="2931455" y="1615856"/>
                  <a:pt x="2842472" y="1615856"/>
                </a:cubicBezTo>
                <a:lnTo>
                  <a:pt x="161118" y="1615856"/>
                </a:lnTo>
                <a:cubicBezTo>
                  <a:pt x="72135" y="1615856"/>
                  <a:pt x="0" y="1543722"/>
                  <a:pt x="0" y="1454738"/>
                </a:cubicBezTo>
                <a:lnTo>
                  <a:pt x="0" y="161118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87DBFF"/>
            </a:solidFill>
            <a:prstDash val="solid"/>
          </a:ln>
        </p:spPr>
      </p:sp>
      <p:sp>
        <p:nvSpPr>
          <p:cNvPr id="10" name="pdf-path-24">
            <a:extLst xmlns:a="http://schemas.openxmlformats.org/drawingml/2006/main">
              <a:ext uri="{FF2B5EF4-FFF2-40B4-BE49-F238E27FC236}">
                <a16:creationId xmlns:a16="http://schemas.microsoft.com/office/drawing/2014/main" id="{FF4736F5-A790-4776-8B88-DD4EEB3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32" y="428088"/>
            <a:ext cx="3418011" cy="3269730"/>
          </a:xfrm>
          <a:custGeom xmlns:a="http://schemas.openxmlformats.org/drawingml/2006/main">
            <a:pathLst>
              <a:path w="3418011" h="3269730">
                <a:moveTo>
                  <a:pt x="0" y="326023"/>
                </a:moveTo>
                <a:cubicBezTo>
                  <a:pt x="0" y="145966"/>
                  <a:pt x="145966" y="0"/>
                  <a:pt x="326023" y="0"/>
                </a:cubicBezTo>
                <a:lnTo>
                  <a:pt x="3091987" y="0"/>
                </a:lnTo>
                <a:cubicBezTo>
                  <a:pt x="3272045" y="0"/>
                  <a:pt x="3418011" y="145966"/>
                  <a:pt x="3418011" y="326023"/>
                </a:cubicBezTo>
                <a:lnTo>
                  <a:pt x="3418011" y="2943706"/>
                </a:lnTo>
                <a:cubicBezTo>
                  <a:pt x="3418011" y="3123764"/>
                  <a:pt x="3272045" y="3269730"/>
                  <a:pt x="3091987" y="3269730"/>
                </a:cubicBezTo>
                <a:lnTo>
                  <a:pt x="326023" y="3269730"/>
                </a:lnTo>
                <a:cubicBezTo>
                  <a:pt x="145966" y="3269730"/>
                  <a:pt x="0" y="3123764"/>
                  <a:pt x="0" y="2943706"/>
                </a:cubicBezTo>
                <a:lnTo>
                  <a:pt x="0" y="326023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FBEB5"/>
            </a:solidFill>
            <a:prstDash val="solid"/>
          </a:ln>
        </p:spPr>
      </p:sp>
      <p:sp>
        <p:nvSpPr>
          <p:cNvPr id="1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2F3D5448-652C-429C-B205-EBB823C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779" y="2126569"/>
            <a:ext cx="1566197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Roll out the dough</a:t>
            </a:r>
          </a:p>
        </p:txBody>
      </p:sp>
      <p:sp>
        <p:nvSpPr>
          <p:cNvPr id="12" name="pdf-path-26">
            <a:extLst xmlns:a="http://schemas.openxmlformats.org/drawingml/2006/main">
              <a:ext uri="{FF2B5EF4-FFF2-40B4-BE49-F238E27FC236}">
                <a16:creationId xmlns:a16="http://schemas.microsoft.com/office/drawing/2014/main" id="{DD409028-DA24-447A-851E-F14694C4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13" y="207572"/>
            <a:ext cx="2266000" cy="463847"/>
          </a:xfrm>
          <a:custGeom xmlns:a="http://schemas.openxmlformats.org/drawingml/2006/main">
            <a:pathLst>
              <a:path w="2266000" h="463847">
                <a:moveTo>
                  <a:pt x="0" y="0"/>
                </a:moveTo>
                <a:lnTo>
                  <a:pt x="2266000" y="0"/>
                </a:lnTo>
                <a:lnTo>
                  <a:pt x="2266000" y="463847"/>
                </a:lnTo>
                <a:lnTo>
                  <a:pt x="0" y="4638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445CC35-4EA0-4DC7-98A4-B6CB7125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8" y="314956"/>
            <a:ext cx="572246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4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81E6F1D0-B46E-4C7B-913D-95CBB04B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78" y="314956"/>
            <a:ext cx="1349531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6587-7A1E-4A0B-9A11-259CC129F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ff8ecff3a46f2"/>
          <a:srcRect xmlns:a="http://schemas.openxmlformats.org/drawingml/2006/main" l="7074" t="0" r="7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5804" y="1123857"/>
            <a:ext cx="878265" cy="897274"/>
          </a:xfrm>
          <a:prstGeom xmlns:a="http://schemas.openxmlformats.org/drawingml/2006/main" prst="rect">
            <a:avLst/>
          </a:prstGeom>
        </p:spPr>
      </p:pic>
      <p:sp>
        <p:nvSpPr>
          <p:cNvPr id="16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EF2EE0A1-1BEC-4BEB-9564-06476C2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804" y="1123857"/>
            <a:ext cx="878265" cy="89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7C56C8B3-C658-49E5-B7DB-83F729FD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9" y="715095"/>
            <a:ext cx="623733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8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5250D151-4110-4CB0-83FD-2ABE2F43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85" y="715095"/>
            <a:ext cx="81030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9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5FFFFD2E-2565-4642-8ADD-3DC5A86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79" y="715095"/>
            <a:ext cx="913617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 Pairs</a:t>
            </a:r>
          </a:p>
        </p:txBody>
      </p:sp>
      <p:sp>
        <p:nvSpPr>
          <p:cNvPr id="20" name="pdf-path-33">
            <a:extLst xmlns:a="http://schemas.openxmlformats.org/drawingml/2006/main">
              <a:ext uri="{FF2B5EF4-FFF2-40B4-BE49-F238E27FC236}">
                <a16:creationId xmlns:a16="http://schemas.microsoft.com/office/drawing/2014/main" id="{95E9BE1A-F933-4D4F-9510-8CDCCFBE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9" y="951153"/>
            <a:ext cx="1619657" cy="11407"/>
          </a:xfrm>
          <a:custGeom xmlns:a="http://schemas.openxmlformats.org/drawingml/2006/main">
            <a:pathLst>
              <a:path w="1619657" h="11407">
                <a:moveTo>
                  <a:pt x="0" y="0"/>
                </a:moveTo>
                <a:lnTo>
                  <a:pt x="404914" y="0"/>
                </a:lnTo>
                <a:lnTo>
                  <a:pt x="809828" y="0"/>
                </a:lnTo>
                <a:lnTo>
                  <a:pt x="1214744" y="0"/>
                </a:lnTo>
                <a:lnTo>
                  <a:pt x="1619657" y="0"/>
                </a:lnTo>
                <a:lnTo>
                  <a:pt x="1619657" y="11407"/>
                </a:lnTo>
                <a:lnTo>
                  <a:pt x="1214744" y="11407"/>
                </a:lnTo>
                <a:lnTo>
                  <a:pt x="809828" y="11407"/>
                </a:lnTo>
                <a:lnTo>
                  <a:pt x="404914" y="11407"/>
                </a:lnTo>
                <a:lnTo>
                  <a:pt x="0" y="114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BD63C-A0E4-495E-BACD-B6E0F56CF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6760e1844089"/>
          <a:srcRect xmlns:a="http://schemas.openxmlformats.org/drawingml/2006/main" l="6929" t="0" r="69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166" y="1123856"/>
            <a:ext cx="977116" cy="863056"/>
          </a:xfrm>
          <a:prstGeom xmlns:a="http://schemas.openxmlformats.org/drawingml/2006/main" prst="rect">
            <a:avLst/>
          </a:prstGeom>
        </p:spPr>
      </p:pic>
      <p:sp>
        <p:nvSpPr>
          <p:cNvPr id="22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8F50786D-898C-4F8B-B929-1CA1411A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66" y="1123856"/>
            <a:ext cx="977116" cy="863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43C9439C-0F9D-46DF-8787-7740989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65" y="2077141"/>
            <a:ext cx="1291698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Sort the 3 cans </a:t>
            </a:r>
          </a:p>
        </p:txBody>
      </p:sp>
      <p:sp>
        <p:nvSpPr>
          <p:cNvPr id="24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348FE4C7-0E77-4686-A3B2-3182A27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60" y="2328075"/>
            <a:ext cx="850237" cy="20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into a row</a:t>
            </a:r>
          </a:p>
        </p:txBody>
      </p:sp>
      <p:sp>
        <p:nvSpPr>
          <p:cNvPr id="25" name="pdf-path-37">
            <a:extLst xmlns:a="http://schemas.openxmlformats.org/drawingml/2006/main">
              <a:ext uri="{FF2B5EF4-FFF2-40B4-BE49-F238E27FC236}">
                <a16:creationId xmlns:a16="http://schemas.microsoft.com/office/drawing/2014/main" id="{535BF037-53C8-4E30-A613-2E73FB8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65" y="4020992"/>
            <a:ext cx="3349574" cy="3231709"/>
          </a:xfrm>
          <a:custGeom xmlns:a="http://schemas.openxmlformats.org/drawingml/2006/main">
            <a:pathLst>
              <a:path w="3349574" h="3231709">
                <a:moveTo>
                  <a:pt x="0" y="322235"/>
                </a:moveTo>
                <a:cubicBezTo>
                  <a:pt x="0" y="144269"/>
                  <a:pt x="144270" y="0"/>
                  <a:pt x="322235" y="0"/>
                </a:cubicBezTo>
                <a:lnTo>
                  <a:pt x="3027338" y="0"/>
                </a:lnTo>
                <a:cubicBezTo>
                  <a:pt x="3205303" y="0"/>
                  <a:pt x="3349574" y="144269"/>
                  <a:pt x="3349574" y="322235"/>
                </a:cubicBezTo>
                <a:lnTo>
                  <a:pt x="3349574" y="2909474"/>
                </a:lnTo>
                <a:cubicBezTo>
                  <a:pt x="3349574" y="3087440"/>
                  <a:pt x="3205303" y="3231709"/>
                  <a:pt x="3027338" y="3231709"/>
                </a:cubicBezTo>
                <a:lnTo>
                  <a:pt x="322235" y="3231709"/>
                </a:lnTo>
                <a:cubicBezTo>
                  <a:pt x="144270" y="3231709"/>
                  <a:pt x="0" y="3087440"/>
                  <a:pt x="0" y="2909474"/>
                </a:cubicBezTo>
                <a:lnTo>
                  <a:pt x="0" y="3222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38">
            <a:extLst xmlns:a="http://schemas.openxmlformats.org/drawingml/2006/main">
              <a:ext uri="{FF2B5EF4-FFF2-40B4-BE49-F238E27FC236}">
                <a16:creationId xmlns:a16="http://schemas.microsoft.com/office/drawing/2014/main" id="{F4F43981-67A2-4C61-85EF-E9C3BDE1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65" y="4020992"/>
            <a:ext cx="3349574" cy="3231710"/>
          </a:xfrm>
          <a:custGeom xmlns:a="http://schemas.openxmlformats.org/drawingml/2006/main">
            <a:pathLst>
              <a:path w="3349574" h="3231710">
                <a:moveTo>
                  <a:pt x="0" y="322236"/>
                </a:moveTo>
                <a:cubicBezTo>
                  <a:pt x="0" y="144270"/>
                  <a:pt x="144270" y="0"/>
                  <a:pt x="322235" y="0"/>
                </a:cubicBezTo>
                <a:lnTo>
                  <a:pt x="3027339" y="0"/>
                </a:lnTo>
                <a:cubicBezTo>
                  <a:pt x="3205304" y="0"/>
                  <a:pt x="3349574" y="144270"/>
                  <a:pt x="3349574" y="322236"/>
                </a:cubicBezTo>
                <a:lnTo>
                  <a:pt x="3349574" y="2909475"/>
                </a:lnTo>
                <a:cubicBezTo>
                  <a:pt x="3349574" y="3087440"/>
                  <a:pt x="3205304" y="3231710"/>
                  <a:pt x="3027339" y="3231710"/>
                </a:cubicBezTo>
                <a:lnTo>
                  <a:pt x="322235" y="3231710"/>
                </a:lnTo>
                <a:cubicBezTo>
                  <a:pt x="144270" y="3231710"/>
                  <a:pt x="0" y="3087440"/>
                  <a:pt x="0" y="2909475"/>
                </a:cubicBezTo>
                <a:lnTo>
                  <a:pt x="0" y="322236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FBEB5"/>
            </a:solidFill>
            <a:prstDash val="solid"/>
          </a:ln>
        </p:spPr>
      </p:sp>
      <p:sp>
        <p:nvSpPr>
          <p:cNvPr id="2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4EF571E0-82F4-4F86-853F-510BB45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56" y="4365028"/>
            <a:ext cx="1849501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Supervision Signal</a:t>
            </a:r>
          </a:p>
        </p:txBody>
      </p:sp>
      <p:sp>
        <p:nvSpPr>
          <p:cNvPr id="28" name="pdf-path-40">
            <a:extLst xmlns:a="http://schemas.openxmlformats.org/drawingml/2006/main">
              <a:ext uri="{FF2B5EF4-FFF2-40B4-BE49-F238E27FC236}">
                <a16:creationId xmlns:a16="http://schemas.microsoft.com/office/drawing/2014/main" id="{62EDEA89-1AEE-4B14-9E22-98ED7E5C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56" y="4601539"/>
            <a:ext cx="1847779" cy="11405"/>
          </a:xfrm>
          <a:custGeom xmlns:a="http://schemas.openxmlformats.org/drawingml/2006/main">
            <a:pathLst>
              <a:path w="1847779" h="11405">
                <a:moveTo>
                  <a:pt x="0" y="0"/>
                </a:moveTo>
                <a:lnTo>
                  <a:pt x="461945" y="0"/>
                </a:lnTo>
                <a:lnTo>
                  <a:pt x="923889" y="0"/>
                </a:lnTo>
                <a:lnTo>
                  <a:pt x="1385834" y="0"/>
                </a:lnTo>
                <a:lnTo>
                  <a:pt x="1847779" y="0"/>
                </a:lnTo>
                <a:lnTo>
                  <a:pt x="1847779" y="11405"/>
                </a:lnTo>
                <a:lnTo>
                  <a:pt x="1385834" y="11405"/>
                </a:lnTo>
                <a:lnTo>
                  <a:pt x="923889" y="11405"/>
                </a:lnTo>
                <a:lnTo>
                  <a:pt x="461945" y="11405"/>
                </a:lnTo>
                <a:lnTo>
                  <a:pt x="0" y="1140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AA68ADAC-FDAE-483B-B476-EA78E03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58" y="5767969"/>
            <a:ext cx="1238750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 Score</a:t>
            </a:r>
          </a:p>
        </p:txBody>
      </p:sp>
      <p:sp>
        <p:nvSpPr>
          <p:cNvPr id="30" name="pdf-path-42">
            <a:extLst xmlns:a="http://schemas.openxmlformats.org/drawingml/2006/main">
              <a:ext uri="{FF2B5EF4-FFF2-40B4-BE49-F238E27FC236}">
                <a16:creationId xmlns:a16="http://schemas.microsoft.com/office/drawing/2014/main" id="{A9087B2B-0F9C-4AD2-AE93-7B0ACF70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58" y="6004378"/>
            <a:ext cx="1239456" cy="11406"/>
          </a:xfrm>
          <a:custGeom xmlns:a="http://schemas.openxmlformats.org/drawingml/2006/main">
            <a:pathLst>
              <a:path w="1239456" h="11406">
                <a:moveTo>
                  <a:pt x="0" y="0"/>
                </a:moveTo>
                <a:lnTo>
                  <a:pt x="309864" y="0"/>
                </a:lnTo>
                <a:lnTo>
                  <a:pt x="619728" y="0"/>
                </a:lnTo>
                <a:lnTo>
                  <a:pt x="929592" y="0"/>
                </a:lnTo>
                <a:lnTo>
                  <a:pt x="1239456" y="0"/>
                </a:lnTo>
                <a:lnTo>
                  <a:pt x="1239456" y="11406"/>
                </a:lnTo>
                <a:lnTo>
                  <a:pt x="929592" y="11406"/>
                </a:lnTo>
                <a:lnTo>
                  <a:pt x="619728" y="11406"/>
                </a:lnTo>
                <a:lnTo>
                  <a:pt x="309864" y="11406"/>
                </a:lnTo>
                <a:lnTo>
                  <a:pt x="0" y="114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43">
            <a:extLst xmlns:a="http://schemas.openxmlformats.org/drawingml/2006/main">
              <a:ext uri="{FF2B5EF4-FFF2-40B4-BE49-F238E27FC236}">
                <a16:creationId xmlns:a16="http://schemas.microsoft.com/office/drawing/2014/main" id="{2ABE3C72-D0B1-4440-B477-0106C55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55" y="6509408"/>
            <a:ext cx="91249" cy="91248"/>
          </a:xfrm>
          <a:custGeom xmlns:a="http://schemas.openxmlformats.org/drawingml/2006/main">
            <a:pathLst>
              <a:path w="91249" h="91248">
                <a:moveTo>
                  <a:pt x="0" y="45624"/>
                </a:moveTo>
                <a:cubicBezTo>
                  <a:pt x="0" y="20427"/>
                  <a:pt x="20427" y="0"/>
                  <a:pt x="45624" y="0"/>
                </a:cubicBezTo>
                <a:cubicBezTo>
                  <a:pt x="70822" y="0"/>
                  <a:pt x="91249" y="20427"/>
                  <a:pt x="91249" y="45624"/>
                </a:cubicBezTo>
                <a:cubicBezTo>
                  <a:pt x="91249" y="70821"/>
                  <a:pt x="70822" y="91248"/>
                  <a:pt x="45624" y="91248"/>
                </a:cubicBezTo>
                <a:cubicBezTo>
                  <a:pt x="20427" y="91248"/>
                  <a:pt x="0" y="70821"/>
                  <a:pt x="0" y="45624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44">
            <a:extLst xmlns:a="http://schemas.openxmlformats.org/drawingml/2006/main">
              <a:ext uri="{FF2B5EF4-FFF2-40B4-BE49-F238E27FC236}">
                <a16:creationId xmlns:a16="http://schemas.microsoft.com/office/drawing/2014/main" id="{7EF25ED3-1A7B-4E4E-A999-B9F8C4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55" y="6509408"/>
            <a:ext cx="91249" cy="91247"/>
          </a:xfrm>
          <a:custGeom xmlns:a="http://schemas.openxmlformats.org/drawingml/2006/main">
            <a:pathLst>
              <a:path w="91249" h="91247">
                <a:moveTo>
                  <a:pt x="0" y="45623"/>
                </a:moveTo>
                <a:cubicBezTo>
                  <a:pt x="0" y="20427"/>
                  <a:pt x="20427" y="0"/>
                  <a:pt x="45624" y="0"/>
                </a:cubicBezTo>
                <a:cubicBezTo>
                  <a:pt x="70822" y="0"/>
                  <a:pt x="91249" y="20427"/>
                  <a:pt x="91249" y="45623"/>
                </a:cubicBezTo>
                <a:cubicBezTo>
                  <a:pt x="91249" y="70821"/>
                  <a:pt x="70822" y="91247"/>
                  <a:pt x="45624" y="91247"/>
                </a:cubicBezTo>
                <a:cubicBezTo>
                  <a:pt x="20427" y="91247"/>
                  <a:pt x="0" y="70821"/>
                  <a:pt x="0" y="456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3" name="pdf-path-45">
            <a:extLst xmlns:a="http://schemas.openxmlformats.org/drawingml/2006/main">
              <a:ext uri="{FF2B5EF4-FFF2-40B4-BE49-F238E27FC236}">
                <a16:creationId xmlns:a16="http://schemas.microsoft.com/office/drawing/2014/main" id="{0CC1F262-2244-43BF-94B5-E5F4CA8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12" y="6152018"/>
            <a:ext cx="87446" cy="95051"/>
          </a:xfrm>
          <a:custGeom xmlns:a="http://schemas.openxmlformats.org/drawingml/2006/main">
            <a:pathLst>
              <a:path w="87446" h="95051">
                <a:moveTo>
                  <a:pt x="0" y="47525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5"/>
                </a:cubicBezTo>
                <a:cubicBezTo>
                  <a:pt x="87446" y="73773"/>
                  <a:pt x="67871" y="95051"/>
                  <a:pt x="43723" y="95051"/>
                </a:cubicBezTo>
                <a:cubicBezTo>
                  <a:pt x="19576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4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7B48B4B-6DFC-4822-8CC0-64F7FA0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12" y="6319307"/>
            <a:ext cx="87446" cy="95051"/>
          </a:xfrm>
          <a:custGeom xmlns:a="http://schemas.openxmlformats.org/drawingml/2006/main">
            <a:pathLst>
              <a:path w="87446" h="95051">
                <a:moveTo>
                  <a:pt x="0" y="47525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5"/>
                </a:cubicBezTo>
                <a:cubicBezTo>
                  <a:pt x="87446" y="73773"/>
                  <a:pt x="67871" y="95051"/>
                  <a:pt x="43723" y="95051"/>
                </a:cubicBezTo>
                <a:cubicBezTo>
                  <a:pt x="19576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5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00BAC7D-AF58-4846-9571-6C907BA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12" y="6722321"/>
            <a:ext cx="87446" cy="95050"/>
          </a:xfrm>
          <a:custGeom xmlns:a="http://schemas.openxmlformats.org/drawingml/2006/main">
            <a:pathLst>
              <a:path w="87446" h="95050">
                <a:moveTo>
                  <a:pt x="0" y="47524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4"/>
                </a:cubicBezTo>
                <a:cubicBezTo>
                  <a:pt x="87446" y="73772"/>
                  <a:pt x="67871" y="95050"/>
                  <a:pt x="43723" y="95050"/>
                </a:cubicBezTo>
                <a:cubicBezTo>
                  <a:pt x="19576" y="95050"/>
                  <a:pt x="0" y="73772"/>
                  <a:pt x="0" y="47524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6" name="pdf-path-51">
            <a:extLst xmlns:a="http://schemas.openxmlformats.org/drawingml/2006/main">
              <a:ext uri="{FF2B5EF4-FFF2-40B4-BE49-F238E27FC236}">
                <a16:creationId xmlns:a16="http://schemas.microsoft.com/office/drawing/2014/main" id="{5FD37DDA-C06F-4549-BEC0-22495C0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12" y="6889610"/>
            <a:ext cx="87446" cy="95050"/>
          </a:xfrm>
          <a:custGeom xmlns:a="http://schemas.openxmlformats.org/drawingml/2006/main">
            <a:pathLst>
              <a:path w="87446" h="95050">
                <a:moveTo>
                  <a:pt x="0" y="47524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4"/>
                </a:cubicBezTo>
                <a:cubicBezTo>
                  <a:pt x="87446" y="73772"/>
                  <a:pt x="67871" y="95050"/>
                  <a:pt x="43723" y="95050"/>
                </a:cubicBezTo>
                <a:cubicBezTo>
                  <a:pt x="19576" y="95050"/>
                  <a:pt x="0" y="73772"/>
                  <a:pt x="0" y="475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1CC15F90-8AEB-4E69-8D5B-383834A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70" y="6152018"/>
            <a:ext cx="87446" cy="95051"/>
          </a:xfrm>
          <a:custGeom xmlns:a="http://schemas.openxmlformats.org/drawingml/2006/main">
            <a:pathLst>
              <a:path w="87446" h="95051">
                <a:moveTo>
                  <a:pt x="0" y="47525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5"/>
                </a:cubicBezTo>
                <a:cubicBezTo>
                  <a:pt x="87446" y="73773"/>
                  <a:pt x="67871" y="95051"/>
                  <a:pt x="43723" y="95051"/>
                </a:cubicBezTo>
                <a:cubicBezTo>
                  <a:pt x="19576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38" name="pdf-path-55">
            <a:extLst xmlns:a="http://schemas.openxmlformats.org/drawingml/2006/main">
              <a:ext uri="{FF2B5EF4-FFF2-40B4-BE49-F238E27FC236}">
                <a16:creationId xmlns:a16="http://schemas.microsoft.com/office/drawing/2014/main" id="{D8B4AD11-6069-4664-9210-AC2EB8B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70" y="6509408"/>
            <a:ext cx="87446" cy="91248"/>
          </a:xfrm>
          <a:custGeom xmlns:a="http://schemas.openxmlformats.org/drawingml/2006/main">
            <a:pathLst>
              <a:path w="87446" h="91248">
                <a:moveTo>
                  <a:pt x="0" y="45624"/>
                </a:moveTo>
                <a:cubicBezTo>
                  <a:pt x="0" y="20427"/>
                  <a:pt x="19576" y="0"/>
                  <a:pt x="43723" y="0"/>
                </a:cubicBezTo>
                <a:cubicBezTo>
                  <a:pt x="67871" y="0"/>
                  <a:pt x="87446" y="20427"/>
                  <a:pt x="87446" y="45624"/>
                </a:cubicBezTo>
                <a:cubicBezTo>
                  <a:pt x="87446" y="70821"/>
                  <a:pt x="67871" y="91248"/>
                  <a:pt x="43723" y="91248"/>
                </a:cubicBezTo>
                <a:cubicBezTo>
                  <a:pt x="19576" y="91248"/>
                  <a:pt x="0" y="70821"/>
                  <a:pt x="0" y="456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56">
            <a:extLst xmlns:a="http://schemas.openxmlformats.org/drawingml/2006/main">
              <a:ext uri="{FF2B5EF4-FFF2-40B4-BE49-F238E27FC236}">
                <a16:creationId xmlns:a16="http://schemas.microsoft.com/office/drawing/2014/main" id="{8EDB20B4-FC2D-48C6-ACA9-6D79835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70" y="6509408"/>
            <a:ext cx="87446" cy="91247"/>
          </a:xfrm>
          <a:custGeom xmlns:a="http://schemas.openxmlformats.org/drawingml/2006/main">
            <a:pathLst>
              <a:path w="87446" h="91247">
                <a:moveTo>
                  <a:pt x="0" y="45623"/>
                </a:moveTo>
                <a:cubicBezTo>
                  <a:pt x="0" y="20427"/>
                  <a:pt x="19576" y="0"/>
                  <a:pt x="43723" y="0"/>
                </a:cubicBezTo>
                <a:cubicBezTo>
                  <a:pt x="67871" y="0"/>
                  <a:pt x="87446" y="20427"/>
                  <a:pt x="87446" y="45623"/>
                </a:cubicBezTo>
                <a:cubicBezTo>
                  <a:pt x="87446" y="70821"/>
                  <a:pt x="67871" y="91247"/>
                  <a:pt x="43723" y="91247"/>
                </a:cubicBezTo>
                <a:cubicBezTo>
                  <a:pt x="19576" y="91247"/>
                  <a:pt x="0" y="70821"/>
                  <a:pt x="0" y="456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0" name="pdf-path-57">
            <a:extLst xmlns:a="http://schemas.openxmlformats.org/drawingml/2006/main">
              <a:ext uri="{FF2B5EF4-FFF2-40B4-BE49-F238E27FC236}">
                <a16:creationId xmlns:a16="http://schemas.microsoft.com/office/drawing/2014/main" id="{CD399C5F-2F35-450C-A41F-4F33A9A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70" y="6889610"/>
            <a:ext cx="87446" cy="95050"/>
          </a:xfrm>
          <a:custGeom xmlns:a="http://schemas.openxmlformats.org/drawingml/2006/main">
            <a:pathLst>
              <a:path w="87446" h="95050">
                <a:moveTo>
                  <a:pt x="0" y="47524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4"/>
                </a:cubicBezTo>
                <a:cubicBezTo>
                  <a:pt x="87446" y="73772"/>
                  <a:pt x="67871" y="95050"/>
                  <a:pt x="43723" y="95050"/>
                </a:cubicBezTo>
                <a:cubicBezTo>
                  <a:pt x="19576" y="95050"/>
                  <a:pt x="0" y="73772"/>
                  <a:pt x="0" y="47524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1" name="pdf-path-59">
            <a:extLst xmlns:a="http://schemas.openxmlformats.org/drawingml/2006/main">
              <a:ext uri="{FF2B5EF4-FFF2-40B4-BE49-F238E27FC236}">
                <a16:creationId xmlns:a16="http://schemas.microsoft.com/office/drawing/2014/main" id="{01C38C98-812A-4634-B71F-32716789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70" y="7079710"/>
            <a:ext cx="87446" cy="95051"/>
          </a:xfrm>
          <a:custGeom xmlns:a="http://schemas.openxmlformats.org/drawingml/2006/main">
            <a:pathLst>
              <a:path w="87446" h="95051">
                <a:moveTo>
                  <a:pt x="0" y="47525"/>
                </a:moveTo>
                <a:cubicBezTo>
                  <a:pt x="0" y="21278"/>
                  <a:pt x="19576" y="0"/>
                  <a:pt x="43723" y="0"/>
                </a:cubicBezTo>
                <a:cubicBezTo>
                  <a:pt x="67871" y="0"/>
                  <a:pt x="87446" y="21278"/>
                  <a:pt x="87446" y="47525"/>
                </a:cubicBezTo>
                <a:cubicBezTo>
                  <a:pt x="87446" y="73773"/>
                  <a:pt x="67871" y="95051"/>
                  <a:pt x="43723" y="95051"/>
                </a:cubicBezTo>
                <a:cubicBezTo>
                  <a:pt x="19576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F5787547-07E5-45C2-A9D4-EDF7EFA7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319307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62">
            <a:extLst xmlns:a="http://schemas.openxmlformats.org/drawingml/2006/main">
              <a:ext uri="{FF2B5EF4-FFF2-40B4-BE49-F238E27FC236}">
                <a16:creationId xmlns:a16="http://schemas.microsoft.com/office/drawing/2014/main" id="{6C4F95BB-2227-4CDE-8D07-754F6D47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319307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4" name="pdf-path-63">
            <a:extLst xmlns:a="http://schemas.openxmlformats.org/drawingml/2006/main">
              <a:ext uri="{FF2B5EF4-FFF2-40B4-BE49-F238E27FC236}">
                <a16:creationId xmlns:a16="http://schemas.microsoft.com/office/drawing/2014/main" id="{E88B66ED-AE63-4F7F-B465-E25EA3A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509408"/>
            <a:ext cx="91249" cy="91248"/>
          </a:xfrm>
          <a:custGeom xmlns:a="http://schemas.openxmlformats.org/drawingml/2006/main">
            <a:pathLst>
              <a:path w="91249" h="91248">
                <a:moveTo>
                  <a:pt x="0" y="45624"/>
                </a:moveTo>
                <a:cubicBezTo>
                  <a:pt x="0" y="20427"/>
                  <a:pt x="20427" y="0"/>
                  <a:pt x="45624" y="0"/>
                </a:cubicBezTo>
                <a:cubicBezTo>
                  <a:pt x="70822" y="0"/>
                  <a:pt x="91249" y="20427"/>
                  <a:pt x="91249" y="45624"/>
                </a:cubicBezTo>
                <a:cubicBezTo>
                  <a:pt x="91249" y="70821"/>
                  <a:pt x="70822" y="91248"/>
                  <a:pt x="45624" y="91248"/>
                </a:cubicBezTo>
                <a:cubicBezTo>
                  <a:pt x="20427" y="91248"/>
                  <a:pt x="0" y="70821"/>
                  <a:pt x="0" y="45624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64">
            <a:extLst xmlns:a="http://schemas.openxmlformats.org/drawingml/2006/main">
              <a:ext uri="{FF2B5EF4-FFF2-40B4-BE49-F238E27FC236}">
                <a16:creationId xmlns:a16="http://schemas.microsoft.com/office/drawing/2014/main" id="{3C5ED0A1-2A68-4D39-B857-2EE16C19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509408"/>
            <a:ext cx="91249" cy="91247"/>
          </a:xfrm>
          <a:custGeom xmlns:a="http://schemas.openxmlformats.org/drawingml/2006/main">
            <a:pathLst>
              <a:path w="91249" h="91247">
                <a:moveTo>
                  <a:pt x="0" y="45623"/>
                </a:moveTo>
                <a:cubicBezTo>
                  <a:pt x="0" y="20427"/>
                  <a:pt x="20427" y="0"/>
                  <a:pt x="45624" y="0"/>
                </a:cubicBezTo>
                <a:cubicBezTo>
                  <a:pt x="70822" y="0"/>
                  <a:pt x="91249" y="20427"/>
                  <a:pt x="91249" y="45623"/>
                </a:cubicBezTo>
                <a:cubicBezTo>
                  <a:pt x="91249" y="70821"/>
                  <a:pt x="70822" y="91247"/>
                  <a:pt x="45624" y="91247"/>
                </a:cubicBezTo>
                <a:cubicBezTo>
                  <a:pt x="20427" y="91247"/>
                  <a:pt x="0" y="70821"/>
                  <a:pt x="0" y="456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957BF43B-D577-410F-8E03-998E5EDB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889610"/>
            <a:ext cx="91249" cy="95050"/>
          </a:xfrm>
          <a:custGeom xmlns:a="http://schemas.openxmlformats.org/drawingml/2006/main">
            <a:pathLst>
              <a:path w="91249" h="95050">
                <a:moveTo>
                  <a:pt x="0" y="47524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4"/>
                </a:cubicBezTo>
                <a:cubicBezTo>
                  <a:pt x="91249" y="73772"/>
                  <a:pt x="70822" y="95050"/>
                  <a:pt x="45624" y="95050"/>
                </a:cubicBezTo>
                <a:cubicBezTo>
                  <a:pt x="20427" y="95050"/>
                  <a:pt x="0" y="73772"/>
                  <a:pt x="0" y="475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AF5D031A-4512-41B3-945C-B9D81EE5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6889610"/>
            <a:ext cx="91249" cy="95050"/>
          </a:xfrm>
          <a:custGeom xmlns:a="http://schemas.openxmlformats.org/drawingml/2006/main">
            <a:pathLst>
              <a:path w="91249" h="95050">
                <a:moveTo>
                  <a:pt x="0" y="47524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4"/>
                </a:cubicBezTo>
                <a:cubicBezTo>
                  <a:pt x="91249" y="73772"/>
                  <a:pt x="70822" y="95050"/>
                  <a:pt x="45624" y="95050"/>
                </a:cubicBezTo>
                <a:cubicBezTo>
                  <a:pt x="20427" y="95050"/>
                  <a:pt x="0" y="73772"/>
                  <a:pt x="0" y="475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4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AF582A8B-2D60-46FB-A281-09788E6B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7079710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25962CEB-A59B-4C3F-AEB7-D228900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5" y="7079710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50" name="pdf-path-69">
            <a:extLst xmlns:a="http://schemas.openxmlformats.org/drawingml/2006/main">
              <a:ext uri="{FF2B5EF4-FFF2-40B4-BE49-F238E27FC236}">
                <a16:creationId xmlns:a16="http://schemas.microsoft.com/office/drawing/2014/main" id="{8033123E-4C9E-4DF0-8D2F-DEBC1B7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319307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5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5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70">
            <a:extLst xmlns:a="http://schemas.openxmlformats.org/drawingml/2006/main">
              <a:ext uri="{FF2B5EF4-FFF2-40B4-BE49-F238E27FC236}">
                <a16:creationId xmlns:a16="http://schemas.microsoft.com/office/drawing/2014/main" id="{E502B305-095D-44F5-BB6E-D3C3559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319307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52" name="pdf-path-71">
            <a:extLst xmlns:a="http://schemas.openxmlformats.org/drawingml/2006/main">
              <a:ext uri="{FF2B5EF4-FFF2-40B4-BE49-F238E27FC236}">
                <a16:creationId xmlns:a16="http://schemas.microsoft.com/office/drawing/2014/main" id="{7A37C7AA-CB0B-4E2A-AAAF-1E9C6EF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509408"/>
            <a:ext cx="91249" cy="91248"/>
          </a:xfrm>
          <a:custGeom xmlns:a="http://schemas.openxmlformats.org/drawingml/2006/main">
            <a:pathLst>
              <a:path w="91249" h="91248">
                <a:moveTo>
                  <a:pt x="0" y="45624"/>
                </a:moveTo>
                <a:cubicBezTo>
                  <a:pt x="0" y="20427"/>
                  <a:pt x="20427" y="0"/>
                  <a:pt x="45625" y="0"/>
                </a:cubicBezTo>
                <a:cubicBezTo>
                  <a:pt x="70822" y="0"/>
                  <a:pt x="91249" y="20427"/>
                  <a:pt x="91249" y="45624"/>
                </a:cubicBezTo>
                <a:cubicBezTo>
                  <a:pt x="91249" y="70821"/>
                  <a:pt x="70822" y="91248"/>
                  <a:pt x="45625" y="91248"/>
                </a:cubicBezTo>
                <a:cubicBezTo>
                  <a:pt x="20427" y="91248"/>
                  <a:pt x="0" y="70821"/>
                  <a:pt x="0" y="456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72">
            <a:extLst xmlns:a="http://schemas.openxmlformats.org/drawingml/2006/main">
              <a:ext uri="{FF2B5EF4-FFF2-40B4-BE49-F238E27FC236}">
                <a16:creationId xmlns:a16="http://schemas.microsoft.com/office/drawing/2014/main" id="{03C6DE01-945E-46DA-A65F-5267629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509408"/>
            <a:ext cx="91249" cy="91247"/>
          </a:xfrm>
          <a:custGeom xmlns:a="http://schemas.openxmlformats.org/drawingml/2006/main">
            <a:pathLst>
              <a:path w="91249" h="91247">
                <a:moveTo>
                  <a:pt x="0" y="45623"/>
                </a:moveTo>
                <a:cubicBezTo>
                  <a:pt x="0" y="20427"/>
                  <a:pt x="20427" y="0"/>
                  <a:pt x="45624" y="0"/>
                </a:cubicBezTo>
                <a:cubicBezTo>
                  <a:pt x="70822" y="0"/>
                  <a:pt x="91249" y="20427"/>
                  <a:pt x="91249" y="45623"/>
                </a:cubicBezTo>
                <a:cubicBezTo>
                  <a:pt x="91249" y="70821"/>
                  <a:pt x="70822" y="91247"/>
                  <a:pt x="45624" y="91247"/>
                </a:cubicBezTo>
                <a:cubicBezTo>
                  <a:pt x="20427" y="91247"/>
                  <a:pt x="0" y="70821"/>
                  <a:pt x="0" y="456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54" name="pdf-path-73">
            <a:extLst xmlns:a="http://schemas.openxmlformats.org/drawingml/2006/main">
              <a:ext uri="{FF2B5EF4-FFF2-40B4-BE49-F238E27FC236}">
                <a16:creationId xmlns:a16="http://schemas.microsoft.com/office/drawing/2014/main" id="{0F946EEF-FFD5-4F1A-AC88-9ECF9E5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722321"/>
            <a:ext cx="91249" cy="95050"/>
          </a:xfrm>
          <a:custGeom xmlns:a="http://schemas.openxmlformats.org/drawingml/2006/main">
            <a:pathLst>
              <a:path w="91249" h="95050">
                <a:moveTo>
                  <a:pt x="0" y="47524"/>
                </a:moveTo>
                <a:cubicBezTo>
                  <a:pt x="0" y="21278"/>
                  <a:pt x="20427" y="0"/>
                  <a:pt x="45625" y="0"/>
                </a:cubicBezTo>
                <a:cubicBezTo>
                  <a:pt x="70822" y="0"/>
                  <a:pt x="91249" y="21278"/>
                  <a:pt x="91249" y="47524"/>
                </a:cubicBezTo>
                <a:cubicBezTo>
                  <a:pt x="91249" y="73772"/>
                  <a:pt x="70822" y="95050"/>
                  <a:pt x="45625" y="95050"/>
                </a:cubicBezTo>
                <a:cubicBezTo>
                  <a:pt x="20427" y="95050"/>
                  <a:pt x="0" y="73772"/>
                  <a:pt x="0" y="47524"/>
                </a:cubicBez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74">
            <a:extLst xmlns:a="http://schemas.openxmlformats.org/drawingml/2006/main">
              <a:ext uri="{FF2B5EF4-FFF2-40B4-BE49-F238E27FC236}">
                <a16:creationId xmlns:a16="http://schemas.microsoft.com/office/drawing/2014/main" id="{D5856A10-E319-4914-8476-7589BC6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6722321"/>
            <a:ext cx="91249" cy="95050"/>
          </a:xfrm>
          <a:custGeom xmlns:a="http://schemas.openxmlformats.org/drawingml/2006/main">
            <a:pathLst>
              <a:path w="91249" h="95050">
                <a:moveTo>
                  <a:pt x="0" y="47524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4"/>
                </a:cubicBezTo>
                <a:cubicBezTo>
                  <a:pt x="91249" y="73772"/>
                  <a:pt x="70822" y="95050"/>
                  <a:pt x="45624" y="95050"/>
                </a:cubicBezTo>
                <a:cubicBezTo>
                  <a:pt x="20427" y="95050"/>
                  <a:pt x="0" y="73772"/>
                  <a:pt x="0" y="475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56" name="pdf-path-75">
            <a:extLst xmlns:a="http://schemas.openxmlformats.org/drawingml/2006/main">
              <a:ext uri="{FF2B5EF4-FFF2-40B4-BE49-F238E27FC236}">
                <a16:creationId xmlns:a16="http://schemas.microsoft.com/office/drawing/2014/main" id="{F0C29F40-CA1C-4D46-BA5E-E2F9DA4B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7079710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5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5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76">
            <a:extLst xmlns:a="http://schemas.openxmlformats.org/drawingml/2006/main">
              <a:ext uri="{FF2B5EF4-FFF2-40B4-BE49-F238E27FC236}">
                <a16:creationId xmlns:a16="http://schemas.microsoft.com/office/drawing/2014/main" id="{083B42D5-BABE-4312-8557-18643805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782" y="7079710"/>
            <a:ext cx="91249" cy="95051"/>
          </a:xfrm>
          <a:custGeom xmlns:a="http://schemas.openxmlformats.org/drawingml/2006/main">
            <a:pathLst>
              <a:path w="91249" h="95051">
                <a:moveTo>
                  <a:pt x="0" y="47525"/>
                </a:moveTo>
                <a:cubicBezTo>
                  <a:pt x="0" y="21278"/>
                  <a:pt x="20427" y="0"/>
                  <a:pt x="45624" y="0"/>
                </a:cubicBezTo>
                <a:cubicBezTo>
                  <a:pt x="70822" y="0"/>
                  <a:pt x="91249" y="21278"/>
                  <a:pt x="91249" y="47525"/>
                </a:cubicBezTo>
                <a:cubicBezTo>
                  <a:pt x="91249" y="73773"/>
                  <a:pt x="70822" y="95051"/>
                  <a:pt x="45624" y="95051"/>
                </a:cubicBezTo>
                <a:cubicBezTo>
                  <a:pt x="20427" y="95051"/>
                  <a:pt x="0" y="73773"/>
                  <a:pt x="0" y="47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58" name="pdf-path-77">
            <a:extLst xmlns:a="http://schemas.openxmlformats.org/drawingml/2006/main">
              <a:ext uri="{FF2B5EF4-FFF2-40B4-BE49-F238E27FC236}">
                <a16:creationId xmlns:a16="http://schemas.microsoft.com/office/drawing/2014/main" id="{A15873C6-C0FB-4B0F-A003-4E8F007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79" y="6231861"/>
            <a:ext cx="263817" cy="275933"/>
          </a:xfrm>
          <a:custGeom xmlns:a="http://schemas.openxmlformats.org/drawingml/2006/main">
            <a:pathLst>
              <a:path w="263817" h="275933">
                <a:moveTo>
                  <a:pt x="0" y="275933"/>
                </a:moveTo>
                <a:lnTo>
                  <a:pt x="263817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78">
            <a:extLst xmlns:a="http://schemas.openxmlformats.org/drawingml/2006/main">
              <a:ext uri="{FF2B5EF4-FFF2-40B4-BE49-F238E27FC236}">
                <a16:creationId xmlns:a16="http://schemas.microsoft.com/office/drawing/2014/main" id="{47D5A694-6EFD-4E82-94B7-C1CC459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79" y="6231861"/>
            <a:ext cx="263817" cy="275933"/>
          </a:xfrm>
          <a:custGeom xmlns:a="http://schemas.openxmlformats.org/drawingml/2006/main">
            <a:pathLst>
              <a:path w="263817" h="275933">
                <a:moveTo>
                  <a:pt x="0" y="275933"/>
                </a:moveTo>
                <a:lnTo>
                  <a:pt x="2638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0" name="pdf-path-79">
            <a:extLst xmlns:a="http://schemas.openxmlformats.org/drawingml/2006/main">
              <a:ext uri="{FF2B5EF4-FFF2-40B4-BE49-F238E27FC236}">
                <a16:creationId xmlns:a16="http://schemas.microsoft.com/office/drawing/2014/main" id="{D7E9567B-5C25-4B4B-A2C4-A11D228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6163425"/>
            <a:ext cx="232149" cy="95"/>
          </a:xfrm>
          <a:custGeom xmlns:a="http://schemas.openxmlformats.org/drawingml/2006/main">
            <a:pathLst>
              <a:path w="232149" h="95">
                <a:moveTo>
                  <a:pt x="232149" y="0"/>
                </a:moveTo>
                <a:lnTo>
                  <a:pt x="0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1" name="pdf-path-81">
            <a:extLst xmlns:a="http://schemas.openxmlformats.org/drawingml/2006/main">
              <a:ext uri="{FF2B5EF4-FFF2-40B4-BE49-F238E27FC236}">
                <a16:creationId xmlns:a16="http://schemas.microsoft.com/office/drawing/2014/main" id="{7EE716B0-2128-4BED-BD65-E5434C4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16" y="6197643"/>
            <a:ext cx="205912" cy="168109"/>
          </a:xfrm>
          <a:custGeom xmlns:a="http://schemas.openxmlformats.org/drawingml/2006/main">
            <a:pathLst>
              <a:path w="205912" h="168109">
                <a:moveTo>
                  <a:pt x="205912" y="168109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2" name="pdf-path-83">
            <a:extLst xmlns:a="http://schemas.openxmlformats.org/drawingml/2006/main">
              <a:ext uri="{FF2B5EF4-FFF2-40B4-BE49-F238E27FC236}">
                <a16:creationId xmlns:a16="http://schemas.microsoft.com/office/drawing/2014/main" id="{4D811F6F-1F6B-44EC-B5CA-9DF559C2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74" y="6364931"/>
            <a:ext cx="205911" cy="95"/>
          </a:xfrm>
          <a:custGeom xmlns:a="http://schemas.openxmlformats.org/drawingml/2006/main">
            <a:pathLst>
              <a:path w="205911" h="95">
                <a:moveTo>
                  <a:pt x="0" y="0"/>
                </a:moveTo>
                <a:lnTo>
                  <a:pt x="205911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84">
            <a:extLst xmlns:a="http://schemas.openxmlformats.org/drawingml/2006/main">
              <a:ext uri="{FF2B5EF4-FFF2-40B4-BE49-F238E27FC236}">
                <a16:creationId xmlns:a16="http://schemas.microsoft.com/office/drawing/2014/main" id="{D1861981-2A4C-4239-8A40-62A80B80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74" y="6364931"/>
            <a:ext cx="205912" cy="95"/>
          </a:xfrm>
          <a:custGeom xmlns:a="http://schemas.openxmlformats.org/drawingml/2006/main">
            <a:pathLst>
              <a:path w="205912" h="95">
                <a:moveTo>
                  <a:pt x="0" y="0"/>
                </a:moveTo>
                <a:lnTo>
                  <a:pt x="205912" y="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4" name="pdf-path-85">
            <a:extLst xmlns:a="http://schemas.openxmlformats.org/drawingml/2006/main">
              <a:ext uri="{FF2B5EF4-FFF2-40B4-BE49-F238E27FC236}">
                <a16:creationId xmlns:a16="http://schemas.microsoft.com/office/drawing/2014/main" id="{975D8E3D-540E-45C7-9BB5-C715E9C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04" y="6555032"/>
            <a:ext cx="219031" cy="181883"/>
          </a:xfrm>
          <a:custGeom xmlns:a="http://schemas.openxmlformats.org/drawingml/2006/main">
            <a:pathLst>
              <a:path w="219031" h="181883">
                <a:moveTo>
                  <a:pt x="0" y="0"/>
                </a:moveTo>
                <a:lnTo>
                  <a:pt x="219031" y="181883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86">
            <a:extLst xmlns:a="http://schemas.openxmlformats.org/drawingml/2006/main">
              <a:ext uri="{FF2B5EF4-FFF2-40B4-BE49-F238E27FC236}">
                <a16:creationId xmlns:a16="http://schemas.microsoft.com/office/drawing/2014/main" id="{5656A1B0-CBFF-47E5-8BF0-238C4001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04" y="6555032"/>
            <a:ext cx="219031" cy="181882"/>
          </a:xfrm>
          <a:custGeom xmlns:a="http://schemas.openxmlformats.org/drawingml/2006/main">
            <a:pathLst>
              <a:path w="219031" h="181882">
                <a:moveTo>
                  <a:pt x="0" y="0"/>
                </a:moveTo>
                <a:lnTo>
                  <a:pt x="219031" y="18188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6" name="pdf-path-87">
            <a:extLst xmlns:a="http://schemas.openxmlformats.org/drawingml/2006/main">
              <a:ext uri="{FF2B5EF4-FFF2-40B4-BE49-F238E27FC236}">
                <a16:creationId xmlns:a16="http://schemas.microsoft.com/office/drawing/2014/main" id="{04FFC1CA-C340-40B1-8105-EA26A354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6555032"/>
            <a:ext cx="219031" cy="181883"/>
          </a:xfrm>
          <a:custGeom xmlns:a="http://schemas.openxmlformats.org/drawingml/2006/main">
            <a:pathLst>
              <a:path w="219031" h="181883">
                <a:moveTo>
                  <a:pt x="219031" y="0"/>
                </a:moveTo>
                <a:lnTo>
                  <a:pt x="0" y="181883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88">
            <a:extLst xmlns:a="http://schemas.openxmlformats.org/drawingml/2006/main">
              <a:ext uri="{FF2B5EF4-FFF2-40B4-BE49-F238E27FC236}">
                <a16:creationId xmlns:a16="http://schemas.microsoft.com/office/drawing/2014/main" id="{BC16C355-59A7-4415-B322-2B6D3E9E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6555032"/>
            <a:ext cx="219031" cy="181882"/>
          </a:xfrm>
          <a:custGeom xmlns:a="http://schemas.openxmlformats.org/drawingml/2006/main">
            <a:pathLst>
              <a:path w="219031" h="181882">
                <a:moveTo>
                  <a:pt x="219031" y="0"/>
                </a:moveTo>
                <a:lnTo>
                  <a:pt x="0" y="18188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8" name="pdf-path-89">
            <a:extLst xmlns:a="http://schemas.openxmlformats.org/drawingml/2006/main">
              <a:ext uri="{FF2B5EF4-FFF2-40B4-BE49-F238E27FC236}">
                <a16:creationId xmlns:a16="http://schemas.microsoft.com/office/drawing/2014/main" id="{9032DD62-DC79-410C-9127-64ABF13F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16" y="6555032"/>
            <a:ext cx="205912" cy="95"/>
          </a:xfrm>
          <a:custGeom xmlns:a="http://schemas.openxmlformats.org/drawingml/2006/main">
            <a:pathLst>
              <a:path w="205912" h="95">
                <a:moveTo>
                  <a:pt x="0" y="0"/>
                </a:moveTo>
                <a:lnTo>
                  <a:pt x="205912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69" name="pdf-path-91">
            <a:extLst xmlns:a="http://schemas.openxmlformats.org/drawingml/2006/main">
              <a:ext uri="{FF2B5EF4-FFF2-40B4-BE49-F238E27FC236}">
                <a16:creationId xmlns:a16="http://schemas.microsoft.com/office/drawing/2014/main" id="{F6238545-225E-4405-AB64-90A6B6F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74" y="6555032"/>
            <a:ext cx="205911" cy="95"/>
          </a:xfrm>
          <a:custGeom xmlns:a="http://schemas.openxmlformats.org/drawingml/2006/main">
            <a:pathLst>
              <a:path w="205911" h="95">
                <a:moveTo>
                  <a:pt x="205911" y="0"/>
                </a:moveTo>
                <a:lnTo>
                  <a:pt x="0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92">
            <a:extLst xmlns:a="http://schemas.openxmlformats.org/drawingml/2006/main">
              <a:ext uri="{FF2B5EF4-FFF2-40B4-BE49-F238E27FC236}">
                <a16:creationId xmlns:a16="http://schemas.microsoft.com/office/drawing/2014/main" id="{80BE87FA-DF9C-4F8D-8B2C-DB63794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72" y="6555032"/>
            <a:ext cx="205912" cy="95"/>
          </a:xfrm>
          <a:custGeom xmlns:a="http://schemas.openxmlformats.org/drawingml/2006/main">
            <a:pathLst>
              <a:path w="205912" h="95">
                <a:moveTo>
                  <a:pt x="205912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C0DBA227-7C05-4478-A043-0A06AE3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79" y="6600656"/>
            <a:ext cx="263817" cy="302965"/>
          </a:xfrm>
          <a:custGeom xmlns:a="http://schemas.openxmlformats.org/drawingml/2006/main">
            <a:pathLst>
              <a:path w="263817" h="302965">
                <a:moveTo>
                  <a:pt x="263817" y="302965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94">
            <a:extLst xmlns:a="http://schemas.openxmlformats.org/drawingml/2006/main">
              <a:ext uri="{FF2B5EF4-FFF2-40B4-BE49-F238E27FC236}">
                <a16:creationId xmlns:a16="http://schemas.microsoft.com/office/drawing/2014/main" id="{206450EF-75CD-49CB-91CD-95DF9119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80" y="6600656"/>
            <a:ext cx="263817" cy="302965"/>
          </a:xfrm>
          <a:custGeom xmlns:a="http://schemas.openxmlformats.org/drawingml/2006/main">
            <a:pathLst>
              <a:path w="263817" h="302965">
                <a:moveTo>
                  <a:pt x="263817" y="3029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FE23FBA8-B951-4B25-AA03-A8D76BE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" y="6939035"/>
            <a:ext cx="205912" cy="95"/>
          </a:xfrm>
          <a:custGeom xmlns:a="http://schemas.openxmlformats.org/drawingml/2006/main">
            <a:pathLst>
              <a:path w="205912" h="95">
                <a:moveTo>
                  <a:pt x="0" y="0"/>
                </a:moveTo>
                <a:lnTo>
                  <a:pt x="205912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2695BD0-CD88-4773-9CA2-41BEC50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" y="6939035"/>
            <a:ext cx="205912" cy="95"/>
          </a:xfrm>
          <a:custGeom xmlns:a="http://schemas.openxmlformats.org/drawingml/2006/main">
            <a:pathLst>
              <a:path w="205912" h="95">
                <a:moveTo>
                  <a:pt x="0" y="0"/>
                </a:moveTo>
                <a:lnTo>
                  <a:pt x="205912" y="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5" name="pdf-path-97">
            <a:extLst xmlns:a="http://schemas.openxmlformats.org/drawingml/2006/main">
              <a:ext uri="{FF2B5EF4-FFF2-40B4-BE49-F238E27FC236}">
                <a16:creationId xmlns:a16="http://schemas.microsoft.com/office/drawing/2014/main" id="{F9F81626-5096-4A4B-9AC7-49FCEE16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16" y="6939035"/>
            <a:ext cx="205912" cy="95"/>
          </a:xfrm>
          <a:custGeom xmlns:a="http://schemas.openxmlformats.org/drawingml/2006/main">
            <a:pathLst>
              <a:path w="205912" h="95">
                <a:moveTo>
                  <a:pt x="205912" y="0"/>
                </a:moveTo>
                <a:lnTo>
                  <a:pt x="0" y="2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6" name="pdf-path-99">
            <a:extLst xmlns:a="http://schemas.openxmlformats.org/drawingml/2006/main">
              <a:ext uri="{FF2B5EF4-FFF2-40B4-BE49-F238E27FC236}">
                <a16:creationId xmlns:a16="http://schemas.microsoft.com/office/drawing/2014/main" id="{08E8A996-9774-4D14-B3B0-85E1B3E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64" y="6969452"/>
            <a:ext cx="232149" cy="121599"/>
          </a:xfrm>
          <a:custGeom xmlns:a="http://schemas.openxmlformats.org/drawingml/2006/main">
            <a:pathLst>
              <a:path w="232149" h="121599">
                <a:moveTo>
                  <a:pt x="232149" y="121599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B7C707F0-3940-4312-A23C-D7A4ACEA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65" y="6969453"/>
            <a:ext cx="232149" cy="121598"/>
          </a:xfrm>
          <a:custGeom xmlns:a="http://schemas.openxmlformats.org/drawingml/2006/main">
            <a:pathLst>
              <a:path w="232149" h="121598">
                <a:moveTo>
                  <a:pt x="232149" y="1215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8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33E802B9-46DB-4964-B8E5-89B85ECA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6969452"/>
            <a:ext cx="219031" cy="154851"/>
          </a:xfrm>
          <a:custGeom xmlns:a="http://schemas.openxmlformats.org/drawingml/2006/main">
            <a:pathLst>
              <a:path w="219031" h="154851">
                <a:moveTo>
                  <a:pt x="0" y="0"/>
                </a:moveTo>
                <a:lnTo>
                  <a:pt x="219031" y="154851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79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4BB46CFD-2510-4986-B3B9-9A293D8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16" y="7125334"/>
            <a:ext cx="205912" cy="95"/>
          </a:xfrm>
          <a:custGeom xmlns:a="http://schemas.openxmlformats.org/drawingml/2006/main">
            <a:pathLst>
              <a:path w="205912" h="95">
                <a:moveTo>
                  <a:pt x="205912" y="0"/>
                </a:moveTo>
                <a:lnTo>
                  <a:pt x="0" y="1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25ADB6E6-0725-4701-9F24-8BC97F4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916" y="7125334"/>
            <a:ext cx="205912" cy="95"/>
          </a:xfrm>
          <a:custGeom xmlns:a="http://schemas.openxmlformats.org/drawingml/2006/main">
            <a:pathLst>
              <a:path w="205912" h="95">
                <a:moveTo>
                  <a:pt x="205912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81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A0D8838E-1DDD-4FA7-A04C-C285DF3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74" y="7125334"/>
            <a:ext cx="219031" cy="33252"/>
          </a:xfrm>
          <a:custGeom xmlns:a="http://schemas.openxmlformats.org/drawingml/2006/main">
            <a:pathLst>
              <a:path w="219031" h="33252">
                <a:moveTo>
                  <a:pt x="219031" y="3325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82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7E9439D-62B9-4EFA-8111-9770D7E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6231861"/>
            <a:ext cx="232149" cy="101606"/>
          </a:xfrm>
          <a:custGeom xmlns:a="http://schemas.openxmlformats.org/drawingml/2006/main">
            <a:pathLst>
              <a:path w="232149" h="101606">
                <a:moveTo>
                  <a:pt x="232149" y="0"/>
                </a:moveTo>
                <a:lnTo>
                  <a:pt x="0" y="101606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83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A23F0D18-55A4-4705-8EA4-46D4A496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395" y="6364931"/>
            <a:ext cx="219031" cy="154851"/>
          </a:xfrm>
          <a:custGeom xmlns:a="http://schemas.openxmlformats.org/drawingml/2006/main">
            <a:pathLst>
              <a:path w="219031" h="154851">
                <a:moveTo>
                  <a:pt x="0" y="154851"/>
                </a:moveTo>
                <a:lnTo>
                  <a:pt x="219031" y="0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8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1931CA6C-3CFF-49A6-975A-042B01B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64" y="6802163"/>
            <a:ext cx="232149" cy="101606"/>
          </a:xfrm>
          <a:custGeom xmlns:a="http://schemas.openxmlformats.org/drawingml/2006/main">
            <a:pathLst>
              <a:path w="232149" h="101606">
                <a:moveTo>
                  <a:pt x="232149" y="0"/>
                </a:moveTo>
                <a:lnTo>
                  <a:pt x="0" y="101606"/>
                </a:lnTo>
              </a:path>
            </a:pathLst>
          </a:custGeom>
          <a:solidFill xmlns:a="http://schemas.openxmlformats.org/drawingml/2006/main">
            <a:srgbClr val="00B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B13AE9BE-D618-4B5F-917C-8D206EE3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65" y="6802163"/>
            <a:ext cx="232149" cy="101606"/>
          </a:xfrm>
          <a:custGeom xmlns:a="http://schemas.openxmlformats.org/drawingml/2006/main">
            <a:pathLst>
              <a:path w="232149" h="101606">
                <a:moveTo>
                  <a:pt x="232149" y="0"/>
                </a:moveTo>
                <a:lnTo>
                  <a:pt x="0" y="101606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156082"/>
            </a:solidFill>
            <a:prstDash val="solid"/>
          </a:ln>
        </p:spPr>
      </p:sp>
      <p:sp>
        <p:nvSpPr>
          <p:cNvPr id="86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4662CFB3-2719-432E-ACED-6C984095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637" y="7095822"/>
            <a:ext cx="116760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7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BC4A2612-C5E9-4F71-A905-E5716034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637" y="6658590"/>
            <a:ext cx="116760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76F928C7-7371-45C3-ABF4-18129D9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43" y="6213754"/>
            <a:ext cx="127340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✕</a:t>
            </a:r>
          </a:p>
        </p:txBody>
      </p:sp>
      <p:sp>
        <p:nvSpPr>
          <p:cNvPr id="89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98F4CE58-AB37-402E-84AC-C637F84D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874" y="6316388"/>
            <a:ext cx="834247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Assessing</a:t>
            </a:r>
          </a:p>
        </p:txBody>
      </p:sp>
      <p:sp>
        <p:nvSpPr>
          <p:cNvPr id="90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F6CC592C-4CC6-4E58-81E8-E15C6133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280" y="4640250"/>
            <a:ext cx="263814" cy="242039"/>
          </a:xfrm>
          <a:custGeom xmlns:a="http://schemas.openxmlformats.org/drawingml/2006/main">
            <a:pathLst>
              <a:path w="263814" h="242039">
                <a:moveTo>
                  <a:pt x="89038" y="37191"/>
                </a:moveTo>
                <a:lnTo>
                  <a:pt x="136941" y="46301"/>
                </a:lnTo>
                <a:lnTo>
                  <a:pt x="157511" y="52747"/>
                </a:lnTo>
                <a:lnTo>
                  <a:pt x="176430" y="59778"/>
                </a:lnTo>
                <a:lnTo>
                  <a:pt x="193956" y="67478"/>
                </a:lnTo>
                <a:lnTo>
                  <a:pt x="209935" y="75808"/>
                </a:lnTo>
                <a:lnTo>
                  <a:pt x="224217" y="84749"/>
                </a:lnTo>
                <a:lnTo>
                  <a:pt x="236656" y="94330"/>
                </a:lnTo>
                <a:lnTo>
                  <a:pt x="247083" y="104633"/>
                </a:lnTo>
                <a:lnTo>
                  <a:pt x="255254" y="115822"/>
                </a:lnTo>
                <a:lnTo>
                  <a:pt x="260799" y="128273"/>
                </a:lnTo>
                <a:lnTo>
                  <a:pt x="263814" y="153862"/>
                </a:lnTo>
                <a:lnTo>
                  <a:pt x="237855" y="156921"/>
                </a:lnTo>
                <a:lnTo>
                  <a:pt x="235072" y="133303"/>
                </a:lnTo>
                <a:lnTo>
                  <a:pt x="236114" y="137093"/>
                </a:lnTo>
                <a:lnTo>
                  <a:pt x="231942" y="127727"/>
                </a:lnTo>
                <a:lnTo>
                  <a:pt x="233324" y="130114"/>
                </a:lnTo>
                <a:lnTo>
                  <a:pt x="226594" y="120896"/>
                </a:lnTo>
                <a:lnTo>
                  <a:pt x="227964" y="122487"/>
                </a:lnTo>
                <a:lnTo>
                  <a:pt x="218857" y="113490"/>
                </a:lnTo>
                <a:lnTo>
                  <a:pt x="220070" y="114548"/>
                </a:lnTo>
                <a:lnTo>
                  <a:pt x="208771" y="105845"/>
                </a:lnTo>
                <a:lnTo>
                  <a:pt x="209809" y="106568"/>
                </a:lnTo>
                <a:lnTo>
                  <a:pt x="196502" y="98235"/>
                </a:lnTo>
                <a:lnTo>
                  <a:pt x="197395" y="98748"/>
                </a:lnTo>
                <a:lnTo>
                  <a:pt x="182259" y="90859"/>
                </a:lnTo>
                <a:lnTo>
                  <a:pt x="183043" y="91235"/>
                </a:lnTo>
                <a:lnTo>
                  <a:pt x="166264" y="83862"/>
                </a:lnTo>
                <a:lnTo>
                  <a:pt x="166966" y="84148"/>
                </a:lnTo>
                <a:lnTo>
                  <a:pt x="148723" y="77366"/>
                </a:lnTo>
                <a:lnTo>
                  <a:pt x="149370" y="77588"/>
                </a:lnTo>
                <a:lnTo>
                  <a:pt x="129849" y="71469"/>
                </a:lnTo>
                <a:lnTo>
                  <a:pt x="131314" y="71839"/>
                </a:lnTo>
                <a:lnTo>
                  <a:pt x="84153" y="62870"/>
                </a:lnTo>
                <a:lnTo>
                  <a:pt x="89038" y="37191"/>
                </a:lnTo>
                <a:moveTo>
                  <a:pt x="98130" y="103914"/>
                </a:moveTo>
                <a:lnTo>
                  <a:pt x="0" y="40389"/>
                </a:lnTo>
                <a:lnTo>
                  <a:pt x="109698" y="0"/>
                </a:lnTo>
                <a:lnTo>
                  <a:pt x="98130" y="103914"/>
                </a:lnTo>
                <a:moveTo>
                  <a:pt x="300994" y="132575"/>
                </a:moveTo>
                <a:lnTo>
                  <a:pt x="259982" y="242039"/>
                </a:lnTo>
                <a:lnTo>
                  <a:pt x="197017" y="143550"/>
                </a:lnTo>
                <a:lnTo>
                  <a:pt x="300994" y="132575"/>
                </a:lnTo>
              </a:path>
            </a:pathLst>
          </a:cu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8EEA9054-C37E-4B53-809B-B819E909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53" y="5368805"/>
            <a:ext cx="154444" cy="270800"/>
          </a:xfrm>
          <a:custGeom xmlns:a="http://schemas.openxmlformats.org/drawingml/2006/main">
            <a:pathLst>
              <a:path w="154444" h="270800">
                <a:moveTo>
                  <a:pt x="81700" y="233155"/>
                </a:moveTo>
                <a:lnTo>
                  <a:pt x="104712" y="212918"/>
                </a:lnTo>
                <a:lnTo>
                  <a:pt x="117243" y="192648"/>
                </a:lnTo>
                <a:lnTo>
                  <a:pt x="128021" y="172046"/>
                </a:lnTo>
                <a:lnTo>
                  <a:pt x="137926" y="149584"/>
                </a:lnTo>
                <a:lnTo>
                  <a:pt x="154444" y="89754"/>
                </a:lnTo>
                <a:lnTo>
                  <a:pt x="129248" y="82798"/>
                </a:lnTo>
                <a:lnTo>
                  <a:pt x="112985" y="141707"/>
                </a:lnTo>
                <a:lnTo>
                  <a:pt x="113624" y="139913"/>
                </a:lnTo>
                <a:lnTo>
                  <a:pt x="104280" y="161101"/>
                </a:lnTo>
                <a:lnTo>
                  <a:pt x="104658" y="160317"/>
                </a:lnTo>
                <a:lnTo>
                  <a:pt x="94301" y="180117"/>
                </a:lnTo>
                <a:lnTo>
                  <a:pt x="94764" y="179302"/>
                </a:lnTo>
                <a:lnTo>
                  <a:pt x="83503" y="197517"/>
                </a:lnTo>
                <a:lnTo>
                  <a:pt x="85990" y="194576"/>
                </a:lnTo>
                <a:lnTo>
                  <a:pt x="64439" y="213524"/>
                </a:lnTo>
                <a:lnTo>
                  <a:pt x="81700" y="233155"/>
                </a:lnTo>
                <a:moveTo>
                  <a:pt x="59207" y="170007"/>
                </a:moveTo>
                <a:lnTo>
                  <a:pt x="0" y="270800"/>
                </a:lnTo>
                <a:lnTo>
                  <a:pt x="116160" y="257689"/>
                </a:lnTo>
                <a:lnTo>
                  <a:pt x="59207" y="170007"/>
                </a:lnTo>
                <a:moveTo>
                  <a:pt x="191180" y="110828"/>
                </a:moveTo>
                <a:lnTo>
                  <a:pt x="154008" y="0"/>
                </a:lnTo>
                <a:lnTo>
                  <a:pt x="87647" y="96234"/>
                </a:lnTo>
                <a:lnTo>
                  <a:pt x="191180" y="110828"/>
                </a:lnTo>
              </a:path>
            </a:pathLst>
          </a:cu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7853D06D-2018-449C-BA3C-C77DAAA6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48" y="5461549"/>
            <a:ext cx="356928" cy="108279"/>
          </a:xfrm>
          <a:custGeom xmlns:a="http://schemas.openxmlformats.org/drawingml/2006/main">
            <a:pathLst>
              <a:path w="356928" h="108279">
                <a:moveTo>
                  <a:pt x="269690" y="69161"/>
                </a:moveTo>
                <a:lnTo>
                  <a:pt x="234075" y="68864"/>
                </a:lnTo>
                <a:lnTo>
                  <a:pt x="211162" y="68498"/>
                </a:lnTo>
                <a:lnTo>
                  <a:pt x="201578" y="68297"/>
                </a:lnTo>
                <a:lnTo>
                  <a:pt x="193417" y="68088"/>
                </a:lnTo>
                <a:lnTo>
                  <a:pt x="186773" y="67869"/>
                </a:lnTo>
                <a:lnTo>
                  <a:pt x="181686" y="67635"/>
                </a:lnTo>
                <a:lnTo>
                  <a:pt x="177583" y="67328"/>
                </a:lnTo>
                <a:lnTo>
                  <a:pt x="175653" y="66903"/>
                </a:lnTo>
                <a:lnTo>
                  <a:pt x="174628" y="66678"/>
                </a:lnTo>
                <a:lnTo>
                  <a:pt x="176463" y="66946"/>
                </a:lnTo>
                <a:lnTo>
                  <a:pt x="173478" y="66724"/>
                </a:lnTo>
                <a:lnTo>
                  <a:pt x="173858" y="66746"/>
                </a:lnTo>
                <a:lnTo>
                  <a:pt x="169043" y="66527"/>
                </a:lnTo>
                <a:lnTo>
                  <a:pt x="169209" y="66532"/>
                </a:lnTo>
                <a:lnTo>
                  <a:pt x="162695" y="66318"/>
                </a:lnTo>
                <a:lnTo>
                  <a:pt x="162791" y="66321"/>
                </a:lnTo>
                <a:lnTo>
                  <a:pt x="154709" y="66112"/>
                </a:lnTo>
                <a:lnTo>
                  <a:pt x="154771" y="66114"/>
                </a:lnTo>
                <a:lnTo>
                  <a:pt x="145252" y="65915"/>
                </a:lnTo>
                <a:lnTo>
                  <a:pt x="145316" y="65917"/>
                </a:lnTo>
                <a:lnTo>
                  <a:pt x="122485" y="65551"/>
                </a:lnTo>
                <a:lnTo>
                  <a:pt x="122584" y="65553"/>
                </a:lnTo>
                <a:lnTo>
                  <a:pt x="87018" y="65255"/>
                </a:lnTo>
                <a:lnTo>
                  <a:pt x="87238" y="39118"/>
                </a:lnTo>
                <a:lnTo>
                  <a:pt x="122853" y="39415"/>
                </a:lnTo>
                <a:lnTo>
                  <a:pt x="145766" y="39782"/>
                </a:lnTo>
                <a:lnTo>
                  <a:pt x="155348" y="39982"/>
                </a:lnTo>
                <a:lnTo>
                  <a:pt x="163511" y="40191"/>
                </a:lnTo>
                <a:lnTo>
                  <a:pt x="170155" y="40410"/>
                </a:lnTo>
                <a:lnTo>
                  <a:pt x="175242" y="40644"/>
                </a:lnTo>
                <a:lnTo>
                  <a:pt x="179344" y="40951"/>
                </a:lnTo>
                <a:lnTo>
                  <a:pt x="181274" y="41376"/>
                </a:lnTo>
                <a:lnTo>
                  <a:pt x="182297" y="41601"/>
                </a:lnTo>
                <a:lnTo>
                  <a:pt x="180464" y="41333"/>
                </a:lnTo>
                <a:lnTo>
                  <a:pt x="183449" y="41555"/>
                </a:lnTo>
                <a:lnTo>
                  <a:pt x="183069" y="41533"/>
                </a:lnTo>
                <a:lnTo>
                  <a:pt x="187884" y="41752"/>
                </a:lnTo>
                <a:lnTo>
                  <a:pt x="187717" y="41747"/>
                </a:lnTo>
                <a:lnTo>
                  <a:pt x="194231" y="41962"/>
                </a:lnTo>
                <a:lnTo>
                  <a:pt x="194137" y="41958"/>
                </a:lnTo>
                <a:lnTo>
                  <a:pt x="202219" y="42167"/>
                </a:lnTo>
                <a:lnTo>
                  <a:pt x="202156" y="42165"/>
                </a:lnTo>
                <a:lnTo>
                  <a:pt x="211676" y="42364"/>
                </a:lnTo>
                <a:lnTo>
                  <a:pt x="211611" y="42362"/>
                </a:lnTo>
                <a:lnTo>
                  <a:pt x="234443" y="42726"/>
                </a:lnTo>
                <a:lnTo>
                  <a:pt x="234343" y="42726"/>
                </a:lnTo>
                <a:lnTo>
                  <a:pt x="269909" y="43025"/>
                </a:lnTo>
                <a:lnTo>
                  <a:pt x="269690" y="69161"/>
                </a:lnTo>
                <a:moveTo>
                  <a:pt x="252647" y="3725"/>
                </a:moveTo>
                <a:lnTo>
                  <a:pt x="356928" y="56547"/>
                </a:lnTo>
                <a:lnTo>
                  <a:pt x="252102" y="108279"/>
                </a:lnTo>
                <a:lnTo>
                  <a:pt x="252647" y="3725"/>
                </a:lnTo>
                <a:moveTo>
                  <a:pt x="104280" y="104553"/>
                </a:moveTo>
                <a:lnTo>
                  <a:pt x="0" y="51732"/>
                </a:lnTo>
                <a:lnTo>
                  <a:pt x="104825" y="0"/>
                </a:lnTo>
                <a:lnTo>
                  <a:pt x="104280" y="104553"/>
                </a:lnTo>
              </a:path>
            </a:pathLst>
          </a:cu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ED16CC7F-B40C-4800-919D-CFB36901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078" y="5633043"/>
            <a:ext cx="417585" cy="15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94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84505E28-91BA-4A42-83AA-BD92F45B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5368805"/>
            <a:ext cx="352926" cy="188921"/>
          </a:xfrm>
          <a:custGeom xmlns:a="http://schemas.openxmlformats.org/drawingml/2006/main">
            <a:pathLst>
              <a:path w="352926" h="188921">
                <a:moveTo>
                  <a:pt x="264359" y="151128"/>
                </a:moveTo>
                <a:lnTo>
                  <a:pt x="221102" y="145431"/>
                </a:lnTo>
                <a:lnTo>
                  <a:pt x="189823" y="138687"/>
                </a:lnTo>
                <a:lnTo>
                  <a:pt x="160050" y="130790"/>
                </a:lnTo>
                <a:lnTo>
                  <a:pt x="131799" y="121791"/>
                </a:lnTo>
                <a:lnTo>
                  <a:pt x="105310" y="111780"/>
                </a:lnTo>
                <a:lnTo>
                  <a:pt x="79799" y="100385"/>
                </a:lnTo>
                <a:lnTo>
                  <a:pt x="48781" y="76446"/>
                </a:lnTo>
                <a:lnTo>
                  <a:pt x="64751" y="55754"/>
                </a:lnTo>
                <a:lnTo>
                  <a:pt x="94537" y="78740"/>
                </a:lnTo>
                <a:lnTo>
                  <a:pt x="91882" y="77155"/>
                </a:lnTo>
                <a:lnTo>
                  <a:pt x="115619" y="87757"/>
                </a:lnTo>
                <a:lnTo>
                  <a:pt x="114910" y="87464"/>
                </a:lnTo>
                <a:lnTo>
                  <a:pt x="140716" y="97217"/>
                </a:lnTo>
                <a:lnTo>
                  <a:pt x="140062" y="96991"/>
                </a:lnTo>
                <a:lnTo>
                  <a:pt x="167678" y="105787"/>
                </a:lnTo>
                <a:lnTo>
                  <a:pt x="167061" y="105608"/>
                </a:lnTo>
                <a:lnTo>
                  <a:pt x="196228" y="113343"/>
                </a:lnTo>
                <a:lnTo>
                  <a:pt x="195632" y="113200"/>
                </a:lnTo>
                <a:lnTo>
                  <a:pt x="226091" y="119766"/>
                </a:lnTo>
                <a:lnTo>
                  <a:pt x="225043" y="119585"/>
                </a:lnTo>
                <a:lnTo>
                  <a:pt x="267772" y="125214"/>
                </a:lnTo>
                <a:lnTo>
                  <a:pt x="264359" y="151128"/>
                </a:lnTo>
                <a:moveTo>
                  <a:pt x="252793" y="84688"/>
                </a:moveTo>
                <a:lnTo>
                  <a:pt x="352926" y="145004"/>
                </a:lnTo>
                <a:lnTo>
                  <a:pt x="244593" y="188921"/>
                </a:lnTo>
                <a:lnTo>
                  <a:pt x="252793" y="84688"/>
                </a:lnTo>
                <a:moveTo>
                  <a:pt x="28459" y="113380"/>
                </a:moveTo>
                <a:lnTo>
                  <a:pt x="0" y="0"/>
                </a:lnTo>
                <a:lnTo>
                  <a:pt x="107779" y="45260"/>
                </a:lnTo>
                <a:lnTo>
                  <a:pt x="28459" y="113380"/>
                </a:lnTo>
              </a:path>
            </a:pathLst>
          </a:cu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9AAA308B-DE8E-41CB-B2AB-6B954C3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52" y="4736814"/>
            <a:ext cx="382018" cy="122919"/>
          </a:xfrm>
          <a:custGeom xmlns:a="http://schemas.openxmlformats.org/drawingml/2006/main">
            <a:pathLst>
              <a:path w="382018" h="122919">
                <a:moveTo>
                  <a:pt x="294245" y="38199"/>
                </a:moveTo>
                <a:lnTo>
                  <a:pt x="274734" y="39358"/>
                </a:lnTo>
                <a:lnTo>
                  <a:pt x="260568" y="41730"/>
                </a:lnTo>
                <a:lnTo>
                  <a:pt x="250237" y="44604"/>
                </a:lnTo>
                <a:lnTo>
                  <a:pt x="243748" y="48125"/>
                </a:lnTo>
                <a:lnTo>
                  <a:pt x="241137" y="52290"/>
                </a:lnTo>
                <a:lnTo>
                  <a:pt x="240370" y="53548"/>
                </a:lnTo>
                <a:lnTo>
                  <a:pt x="245157" y="48939"/>
                </a:lnTo>
                <a:lnTo>
                  <a:pt x="243048" y="50117"/>
                </a:lnTo>
                <a:lnTo>
                  <a:pt x="245825" y="48963"/>
                </a:lnTo>
                <a:lnTo>
                  <a:pt x="237819" y="51255"/>
                </a:lnTo>
                <a:lnTo>
                  <a:pt x="239197" y="50940"/>
                </a:lnTo>
                <a:lnTo>
                  <a:pt x="226757" y="53083"/>
                </a:lnTo>
                <a:lnTo>
                  <a:pt x="227431" y="52984"/>
                </a:lnTo>
                <a:lnTo>
                  <a:pt x="211295" y="54904"/>
                </a:lnTo>
                <a:lnTo>
                  <a:pt x="211733" y="54859"/>
                </a:lnTo>
                <a:lnTo>
                  <a:pt x="192641" y="56481"/>
                </a:lnTo>
                <a:lnTo>
                  <a:pt x="192982" y="56456"/>
                </a:lnTo>
                <a:lnTo>
                  <a:pt x="171673" y="57708"/>
                </a:lnTo>
                <a:lnTo>
                  <a:pt x="171978" y="57694"/>
                </a:lnTo>
                <a:lnTo>
                  <a:pt x="149191" y="58499"/>
                </a:lnTo>
                <a:lnTo>
                  <a:pt x="149494" y="58492"/>
                </a:lnTo>
                <a:lnTo>
                  <a:pt x="125862" y="58778"/>
                </a:lnTo>
                <a:lnTo>
                  <a:pt x="100713" y="59495"/>
                </a:lnTo>
                <a:lnTo>
                  <a:pt x="80352" y="64901"/>
                </a:lnTo>
                <a:lnTo>
                  <a:pt x="87059" y="90163"/>
                </a:lnTo>
                <a:lnTo>
                  <a:pt x="105955" y="85148"/>
                </a:lnTo>
                <a:lnTo>
                  <a:pt x="102974" y="85581"/>
                </a:lnTo>
                <a:lnTo>
                  <a:pt x="126499" y="84910"/>
                </a:lnTo>
                <a:lnTo>
                  <a:pt x="126285" y="84913"/>
                </a:lnTo>
                <a:lnTo>
                  <a:pt x="149963" y="84627"/>
                </a:lnTo>
                <a:lnTo>
                  <a:pt x="173053" y="83812"/>
                </a:lnTo>
                <a:lnTo>
                  <a:pt x="194684" y="82542"/>
                </a:lnTo>
                <a:lnTo>
                  <a:pt x="214165" y="80886"/>
                </a:lnTo>
                <a:lnTo>
                  <a:pt x="230857" y="78900"/>
                </a:lnTo>
                <a:lnTo>
                  <a:pt x="244331" y="76578"/>
                </a:lnTo>
                <a:lnTo>
                  <a:pt x="254473" y="73677"/>
                </a:lnTo>
                <a:lnTo>
                  <a:pt x="260903" y="70085"/>
                </a:lnTo>
                <a:lnTo>
                  <a:pt x="263414" y="65964"/>
                </a:lnTo>
                <a:lnTo>
                  <a:pt x="263327" y="66105"/>
                </a:lnTo>
                <a:lnTo>
                  <a:pt x="264072" y="64917"/>
                </a:lnTo>
                <a:lnTo>
                  <a:pt x="259235" y="69461"/>
                </a:lnTo>
                <a:lnTo>
                  <a:pt x="261405" y="68284"/>
                </a:lnTo>
                <a:lnTo>
                  <a:pt x="258671" y="69388"/>
                </a:lnTo>
                <a:lnTo>
                  <a:pt x="266908" y="67097"/>
                </a:lnTo>
                <a:lnTo>
                  <a:pt x="265564" y="67395"/>
                </a:lnTo>
                <a:lnTo>
                  <a:pt x="278363" y="65253"/>
                </a:lnTo>
                <a:lnTo>
                  <a:pt x="276979" y="65410"/>
                </a:lnTo>
                <a:lnTo>
                  <a:pt x="295794" y="64293"/>
                </a:lnTo>
                <a:lnTo>
                  <a:pt x="294245" y="38199"/>
                </a:lnTo>
                <a:moveTo>
                  <a:pt x="280479" y="104399"/>
                </a:moveTo>
                <a:lnTo>
                  <a:pt x="382018" y="46480"/>
                </a:lnTo>
                <a:lnTo>
                  <a:pt x="274759" y="0"/>
                </a:lnTo>
                <a:lnTo>
                  <a:pt x="280479" y="104399"/>
                </a:lnTo>
                <a:moveTo>
                  <a:pt x="85936" y="22473"/>
                </a:moveTo>
                <a:lnTo>
                  <a:pt x="0" y="101717"/>
                </a:lnTo>
                <a:lnTo>
                  <a:pt x="114958" y="122919"/>
                </a:lnTo>
                <a:lnTo>
                  <a:pt x="85936" y="22473"/>
                </a:lnTo>
              </a:path>
            </a:pathLst>
          </a:cu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09AFD59B-810B-40EB-9FBC-A641EA14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203" y="5000890"/>
            <a:ext cx="747132" cy="20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Labeling</a:t>
            </a:r>
          </a:p>
        </p:txBody>
      </p:sp>
      <p:sp>
        <p:nvSpPr>
          <p:cNvPr id="9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A8B9ADD0-B073-4211-A697-6F037CA3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21" y="3846099"/>
            <a:ext cx="2638597" cy="463845"/>
          </a:xfrm>
          <a:custGeom xmlns:a="http://schemas.openxmlformats.org/drawingml/2006/main">
            <a:pathLst>
              <a:path w="2638597" h="463845">
                <a:moveTo>
                  <a:pt x="0" y="0"/>
                </a:moveTo>
                <a:lnTo>
                  <a:pt x="2638597" y="0"/>
                </a:lnTo>
                <a:lnTo>
                  <a:pt x="2638597" y="463845"/>
                </a:lnTo>
                <a:lnTo>
                  <a:pt x="0" y="4638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CBAEF7CD-E150-4950-99D8-B0E1806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6" y="3957284"/>
            <a:ext cx="942842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Reward</a:t>
            </a:r>
          </a:p>
        </p:txBody>
      </p:sp>
      <p:sp>
        <p:nvSpPr>
          <p:cNvPr id="99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C49BD2D8-F99A-43CB-A734-8142E61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607" y="3957284"/>
            <a:ext cx="1349531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233B1F-3AD6-48E4-8696-08ACD202A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1b0b8455d4225"/>
          <a:srcRect xmlns:a="http://schemas.openxmlformats.org/drawingml/2006/main" l="176" t="0" r="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7733" y="610585"/>
            <a:ext cx="2836301" cy="1231853"/>
          </a:xfrm>
          <a:prstGeom xmlns:a="http://schemas.openxmlformats.org/drawingml/2006/main" prst="rect">
            <a:avLst/>
          </a:prstGeom>
        </p:spPr>
      </p:pic>
      <p:sp>
        <p:nvSpPr>
          <p:cNvPr id="101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FC21D50E-A757-41B3-A28A-14666ED7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733" y="610585"/>
            <a:ext cx="2836301" cy="123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FEE44F86-0494-40A5-AA2B-12B9C02A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307" y="169552"/>
            <a:ext cx="2311622" cy="463846"/>
          </a:xfrm>
          <a:custGeom xmlns:a="http://schemas.openxmlformats.org/drawingml/2006/main">
            <a:pathLst>
              <a:path w="2311622" h="463846">
                <a:moveTo>
                  <a:pt x="0" y="0"/>
                </a:moveTo>
                <a:lnTo>
                  <a:pt x="2311622" y="0"/>
                </a:lnTo>
                <a:lnTo>
                  <a:pt x="2311622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DE40F23B-77C4-47D8-8DA7-53BEF194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50" y="276935"/>
            <a:ext cx="2038458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Code Generation</a:t>
            </a:r>
          </a:p>
        </p:txBody>
      </p:sp>
      <p:sp>
        <p:nvSpPr>
          <p:cNvPr id="104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D8F4605A-6657-464C-A377-AEC4A861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682" y="5264249"/>
            <a:ext cx="2874322" cy="463846"/>
          </a:xfrm>
          <a:custGeom xmlns:a="http://schemas.openxmlformats.org/drawingml/2006/main">
            <a:pathLst>
              <a:path w="2874322" h="463846">
                <a:moveTo>
                  <a:pt x="0" y="0"/>
                </a:moveTo>
                <a:lnTo>
                  <a:pt x="2874322" y="0"/>
                </a:lnTo>
                <a:lnTo>
                  <a:pt x="2874322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1D170B5B-7EA5-4742-9204-7AE6E003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590" y="5375436"/>
            <a:ext cx="2595327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 Generation</a:t>
            </a:r>
          </a:p>
        </p:txBody>
      </p:sp>
      <p:sp>
        <p:nvSpPr>
          <p:cNvPr id="106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6A63DF3C-E8DC-4AF6-9BBC-89E4661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283" y="5961919"/>
            <a:ext cx="2694979" cy="771808"/>
          </a:xfrm>
          <a:custGeom xmlns:a="http://schemas.openxmlformats.org/drawingml/2006/main">
            <a:pathLst>
              <a:path w="2694979" h="771808">
                <a:moveTo>
                  <a:pt x="94401" y="128638"/>
                </a:moveTo>
                <a:cubicBezTo>
                  <a:pt x="94401" y="57593"/>
                  <a:pt x="151993" y="0"/>
                  <a:pt x="223039" y="0"/>
                </a:cubicBezTo>
                <a:lnTo>
                  <a:pt x="527829" y="0"/>
                </a:lnTo>
                <a:lnTo>
                  <a:pt x="1177974" y="0"/>
                </a:lnTo>
                <a:lnTo>
                  <a:pt x="2566341" y="0"/>
                </a:lnTo>
                <a:cubicBezTo>
                  <a:pt x="2637384" y="0"/>
                  <a:pt x="2694979" y="57593"/>
                  <a:pt x="2694979" y="128638"/>
                </a:cubicBezTo>
                <a:lnTo>
                  <a:pt x="2694979" y="450221"/>
                </a:lnTo>
                <a:lnTo>
                  <a:pt x="2694979" y="643172"/>
                </a:lnTo>
                <a:lnTo>
                  <a:pt x="2694979" y="643169"/>
                </a:lnTo>
                <a:cubicBezTo>
                  <a:pt x="2694979" y="714215"/>
                  <a:pt x="2637384" y="771808"/>
                  <a:pt x="2566341" y="771808"/>
                </a:cubicBezTo>
                <a:lnTo>
                  <a:pt x="1177974" y="771808"/>
                </a:lnTo>
                <a:lnTo>
                  <a:pt x="527829" y="771808"/>
                </a:lnTo>
                <a:lnTo>
                  <a:pt x="223039" y="771808"/>
                </a:lnTo>
                <a:cubicBezTo>
                  <a:pt x="151993" y="771808"/>
                  <a:pt x="94401" y="714215"/>
                  <a:pt x="94401" y="643169"/>
                </a:cubicBezTo>
                <a:lnTo>
                  <a:pt x="94401" y="643172"/>
                </a:lnTo>
                <a:lnTo>
                  <a:pt x="0" y="550676"/>
                </a:lnTo>
                <a:lnTo>
                  <a:pt x="94401" y="450221"/>
                </a:lnTo>
                <a:lnTo>
                  <a:pt x="94401" y="128638"/>
                </a:lnTo>
              </a:path>
            </a:pathLst>
          </a:custGeom>
          <a:solidFill xmlns:a="http://schemas.openxmlformats.org/drawingml/2006/main">
            <a:srgbClr val="DAE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04D16A3C-7189-4CB4-9547-95F6304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282" y="5961919"/>
            <a:ext cx="2694979" cy="771808"/>
          </a:xfrm>
          <a:custGeom xmlns:a="http://schemas.openxmlformats.org/drawingml/2006/main">
            <a:pathLst>
              <a:path w="2694979" h="771808">
                <a:moveTo>
                  <a:pt x="94402" y="128638"/>
                </a:moveTo>
                <a:cubicBezTo>
                  <a:pt x="94402" y="57593"/>
                  <a:pt x="151995" y="0"/>
                  <a:pt x="223040" y="0"/>
                </a:cubicBezTo>
                <a:lnTo>
                  <a:pt x="527832" y="0"/>
                </a:lnTo>
                <a:lnTo>
                  <a:pt x="1177976" y="0"/>
                </a:lnTo>
                <a:lnTo>
                  <a:pt x="2566340" y="0"/>
                </a:lnTo>
                <a:cubicBezTo>
                  <a:pt x="2637386" y="0"/>
                  <a:pt x="2694979" y="57593"/>
                  <a:pt x="2694979" y="128638"/>
                </a:cubicBezTo>
                <a:lnTo>
                  <a:pt x="2694979" y="450222"/>
                </a:lnTo>
                <a:lnTo>
                  <a:pt x="2694979" y="643172"/>
                </a:lnTo>
                <a:lnTo>
                  <a:pt x="2694979" y="643169"/>
                </a:lnTo>
                <a:cubicBezTo>
                  <a:pt x="2694979" y="714215"/>
                  <a:pt x="2637386" y="771808"/>
                  <a:pt x="2566340" y="771808"/>
                </a:cubicBezTo>
                <a:lnTo>
                  <a:pt x="1177976" y="771808"/>
                </a:lnTo>
                <a:lnTo>
                  <a:pt x="527832" y="771808"/>
                </a:lnTo>
                <a:lnTo>
                  <a:pt x="223040" y="771808"/>
                </a:lnTo>
                <a:cubicBezTo>
                  <a:pt x="151995" y="771808"/>
                  <a:pt x="94402" y="714215"/>
                  <a:pt x="94402" y="643169"/>
                </a:cubicBezTo>
                <a:lnTo>
                  <a:pt x="94402" y="643172"/>
                </a:lnTo>
                <a:lnTo>
                  <a:pt x="0" y="550676"/>
                </a:lnTo>
                <a:lnTo>
                  <a:pt x="94402" y="450222"/>
                </a:lnTo>
                <a:lnTo>
                  <a:pt x="94402" y="128638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0B0F0"/>
            </a:solidFill>
            <a:prstDash val="solid"/>
          </a:ln>
        </p:spPr>
      </p:sp>
      <p:sp>
        <p:nvSpPr>
          <p:cNvPr id="108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B7B0DAD4-DA55-47F3-9DFF-162AA2E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707" y="6047463"/>
            <a:ext cx="1729088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1: Move gripper to the</a:t>
            </a:r>
          </a:p>
        </p:txBody>
      </p:sp>
      <p:sp>
        <p:nvSpPr>
          <p:cNvPr id="109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FD208412-0806-4D20-A746-A9CEEB3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35" y="6047463"/>
            <a:ext cx="474507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drawer.</a:t>
            </a:r>
          </a:p>
        </p:txBody>
      </p:sp>
      <p:sp>
        <p:nvSpPr>
          <p:cNvPr id="110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090889DB-741F-461B-9AD5-17A6E689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707" y="6233763"/>
            <a:ext cx="1563767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2: Open the drawer.</a:t>
            </a:r>
          </a:p>
        </p:txBody>
      </p:sp>
      <p:sp>
        <p:nvSpPr>
          <p:cNvPr id="111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E982B43B-4B5F-4B22-9BDF-35ECB6D7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707" y="6423863"/>
            <a:ext cx="595985" cy="15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3:…</a:t>
            </a:r>
          </a:p>
        </p:txBody>
      </p:sp>
      <p:sp>
        <p:nvSpPr>
          <p:cNvPr id="112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054348E8-8A83-40EC-BA12-A0E8C8F1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673" y="199967"/>
            <a:ext cx="2437089" cy="463846"/>
          </a:xfrm>
          <a:custGeom xmlns:a="http://schemas.openxmlformats.org/drawingml/2006/main">
            <a:pathLst>
              <a:path w="2437089" h="463846">
                <a:moveTo>
                  <a:pt x="0" y="0"/>
                </a:moveTo>
                <a:lnTo>
                  <a:pt x="2437089" y="0"/>
                </a:lnTo>
                <a:lnTo>
                  <a:pt x="2437089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940E9AF4-24C1-4FC6-9FAD-B8EFCCCA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21" y="311154"/>
            <a:ext cx="2164908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 Generation</a:t>
            </a:r>
          </a:p>
        </p:txBody>
      </p:sp>
      <p:sp>
        <p:nvSpPr>
          <p:cNvPr id="114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4DE2A003-CFDD-453A-880D-3AC967B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743" y="1624703"/>
            <a:ext cx="58097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5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207F6169-1BC6-428E-968C-E39C605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2" y="1624703"/>
            <a:ext cx="280961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t+1</a:t>
            </a:r>
          </a:p>
        </p:txBody>
      </p:sp>
      <p:sp>
        <p:nvSpPr>
          <p:cNvPr id="116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E76926C3-E5F7-443A-BD6F-5D3E06BD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684" y="1624703"/>
            <a:ext cx="280961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t+2</a:t>
            </a:r>
          </a:p>
        </p:txBody>
      </p:sp>
      <p:sp>
        <p:nvSpPr>
          <p:cNvPr id="117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26055863-9D33-4AB6-8428-A69AF32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309" y="1519264"/>
            <a:ext cx="873802" cy="194215"/>
          </a:xfrm>
          <a:custGeom xmlns:a="http://schemas.openxmlformats.org/drawingml/2006/main">
            <a:pathLst>
              <a:path w="873802" h="194215">
                <a:moveTo>
                  <a:pt x="0" y="3806"/>
                </a:moveTo>
                <a:lnTo>
                  <a:pt x="2720" y="22292"/>
                </a:lnTo>
                <a:lnTo>
                  <a:pt x="11146" y="41777"/>
                </a:lnTo>
                <a:lnTo>
                  <a:pt x="24152" y="60135"/>
                </a:lnTo>
                <a:lnTo>
                  <a:pt x="41163" y="77453"/>
                </a:lnTo>
                <a:lnTo>
                  <a:pt x="61792" y="93821"/>
                </a:lnTo>
                <a:lnTo>
                  <a:pt x="85732" y="109266"/>
                </a:lnTo>
                <a:lnTo>
                  <a:pt x="112697" y="123746"/>
                </a:lnTo>
                <a:lnTo>
                  <a:pt x="142405" y="137196"/>
                </a:lnTo>
                <a:lnTo>
                  <a:pt x="174568" y="149516"/>
                </a:lnTo>
                <a:lnTo>
                  <a:pt x="208890" y="160597"/>
                </a:lnTo>
                <a:lnTo>
                  <a:pt x="245074" y="170323"/>
                </a:lnTo>
                <a:lnTo>
                  <a:pt x="282823" y="178572"/>
                </a:lnTo>
                <a:lnTo>
                  <a:pt x="321830" y="185215"/>
                </a:lnTo>
                <a:lnTo>
                  <a:pt x="361795" y="190125"/>
                </a:lnTo>
                <a:lnTo>
                  <a:pt x="402409" y="193171"/>
                </a:lnTo>
                <a:lnTo>
                  <a:pt x="443349" y="194215"/>
                </a:lnTo>
                <a:lnTo>
                  <a:pt x="484259" y="193272"/>
                </a:lnTo>
                <a:lnTo>
                  <a:pt x="524816" y="190528"/>
                </a:lnTo>
                <a:lnTo>
                  <a:pt x="564723" y="186102"/>
                </a:lnTo>
                <a:lnTo>
                  <a:pt x="603677" y="180112"/>
                </a:lnTo>
                <a:lnTo>
                  <a:pt x="641372" y="172675"/>
                </a:lnTo>
                <a:lnTo>
                  <a:pt x="677508" y="163906"/>
                </a:lnTo>
                <a:lnTo>
                  <a:pt x="711783" y="153916"/>
                </a:lnTo>
                <a:lnTo>
                  <a:pt x="743903" y="142811"/>
                </a:lnTo>
                <a:lnTo>
                  <a:pt x="773570" y="130686"/>
                </a:lnTo>
                <a:lnTo>
                  <a:pt x="801635" y="117078"/>
                </a:lnTo>
                <a:lnTo>
                  <a:pt x="826121" y="95686"/>
                </a:lnTo>
                <a:lnTo>
                  <a:pt x="808924" y="76001"/>
                </a:lnTo>
                <a:lnTo>
                  <a:pt x="785758" y="96240"/>
                </a:lnTo>
                <a:lnTo>
                  <a:pt x="788654" y="94323"/>
                </a:lnTo>
                <a:lnTo>
                  <a:pt x="762540" y="106983"/>
                </a:lnTo>
                <a:lnTo>
                  <a:pt x="763298" y="106645"/>
                </a:lnTo>
                <a:lnTo>
                  <a:pt x="734346" y="118477"/>
                </a:lnTo>
                <a:lnTo>
                  <a:pt x="735019" y="118224"/>
                </a:lnTo>
                <a:lnTo>
                  <a:pt x="703546" y="129107"/>
                </a:lnTo>
                <a:lnTo>
                  <a:pt x="704159" y="128912"/>
                </a:lnTo>
                <a:lnTo>
                  <a:pt x="670480" y="138729"/>
                </a:lnTo>
                <a:lnTo>
                  <a:pt x="671056" y="138576"/>
                </a:lnTo>
                <a:lnTo>
                  <a:pt x="635482" y="147207"/>
                </a:lnTo>
                <a:lnTo>
                  <a:pt x="636036" y="147085"/>
                </a:lnTo>
                <a:lnTo>
                  <a:pt x="598888" y="154415"/>
                </a:lnTo>
                <a:lnTo>
                  <a:pt x="599430" y="154318"/>
                </a:lnTo>
                <a:lnTo>
                  <a:pt x="561022" y="160225"/>
                </a:lnTo>
                <a:lnTo>
                  <a:pt x="561567" y="160153"/>
                </a:lnTo>
                <a:lnTo>
                  <a:pt x="522212" y="164518"/>
                </a:lnTo>
                <a:lnTo>
                  <a:pt x="522770" y="164468"/>
                </a:lnTo>
                <a:lnTo>
                  <a:pt x="482784" y="167174"/>
                </a:lnTo>
                <a:lnTo>
                  <a:pt x="483366" y="167147"/>
                </a:lnTo>
                <a:lnTo>
                  <a:pt x="443066" y="168077"/>
                </a:lnTo>
                <a:lnTo>
                  <a:pt x="443700" y="168077"/>
                </a:lnTo>
                <a:lnTo>
                  <a:pt x="403399" y="167048"/>
                </a:lnTo>
                <a:lnTo>
                  <a:pt x="404042" y="167082"/>
                </a:lnTo>
                <a:lnTo>
                  <a:pt x="364057" y="164084"/>
                </a:lnTo>
                <a:lnTo>
                  <a:pt x="364674" y="164145"/>
                </a:lnTo>
                <a:lnTo>
                  <a:pt x="325319" y="159309"/>
                </a:lnTo>
                <a:lnTo>
                  <a:pt x="325920" y="159397"/>
                </a:lnTo>
                <a:lnTo>
                  <a:pt x="287510" y="152855"/>
                </a:lnTo>
                <a:lnTo>
                  <a:pt x="288106" y="152970"/>
                </a:lnTo>
                <a:lnTo>
                  <a:pt x="250957" y="144853"/>
                </a:lnTo>
                <a:lnTo>
                  <a:pt x="251560" y="144999"/>
                </a:lnTo>
                <a:lnTo>
                  <a:pt x="215989" y="135437"/>
                </a:lnTo>
                <a:lnTo>
                  <a:pt x="216611" y="135623"/>
                </a:lnTo>
                <a:lnTo>
                  <a:pt x="182932" y="124748"/>
                </a:lnTo>
                <a:lnTo>
                  <a:pt x="183591" y="124980"/>
                </a:lnTo>
                <a:lnTo>
                  <a:pt x="152118" y="112925"/>
                </a:lnTo>
                <a:lnTo>
                  <a:pt x="152832" y="113223"/>
                </a:lnTo>
                <a:lnTo>
                  <a:pt x="123881" y="100117"/>
                </a:lnTo>
                <a:lnTo>
                  <a:pt x="124674" y="100509"/>
                </a:lnTo>
                <a:lnTo>
                  <a:pt x="98561" y="86485"/>
                </a:lnTo>
                <a:lnTo>
                  <a:pt x="99462" y="87016"/>
                </a:lnTo>
                <a:lnTo>
                  <a:pt x="76500" y="72204"/>
                </a:lnTo>
                <a:lnTo>
                  <a:pt x="77540" y="72948"/>
                </a:lnTo>
                <a:lnTo>
                  <a:pt x="58046" y="57479"/>
                </a:lnTo>
                <a:lnTo>
                  <a:pt x="59245" y="58560"/>
                </a:lnTo>
                <a:lnTo>
                  <a:pt x="43535" y="42565"/>
                </a:lnTo>
                <a:lnTo>
                  <a:pt x="44875" y="44168"/>
                </a:lnTo>
                <a:lnTo>
                  <a:pt x="33262" y="27778"/>
                </a:lnTo>
                <a:lnTo>
                  <a:pt x="34596" y="30149"/>
                </a:lnTo>
                <a:lnTo>
                  <a:pt x="27397" y="13498"/>
                </a:lnTo>
                <a:lnTo>
                  <a:pt x="28331" y="16783"/>
                </a:lnTo>
                <a:lnTo>
                  <a:pt x="25862" y="0"/>
                </a:lnTo>
                <a:lnTo>
                  <a:pt x="0" y="3806"/>
                </a:lnTo>
                <a:moveTo>
                  <a:pt x="846174" y="132915"/>
                </a:moveTo>
                <a:lnTo>
                  <a:pt x="873802" y="19329"/>
                </a:lnTo>
                <a:lnTo>
                  <a:pt x="766358" y="65379"/>
                </a:lnTo>
                <a:lnTo>
                  <a:pt x="846174" y="132915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192D6B8A-8ECE-403F-A86F-1759D970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544" y="1519420"/>
            <a:ext cx="867705" cy="208995"/>
          </a:xfrm>
          <a:custGeom xmlns:a="http://schemas.openxmlformats.org/drawingml/2006/main">
            <a:pathLst>
              <a:path w="867705" h="208995">
                <a:moveTo>
                  <a:pt x="0" y="3494"/>
                </a:moveTo>
                <a:lnTo>
                  <a:pt x="2664" y="23256"/>
                </a:lnTo>
                <a:lnTo>
                  <a:pt x="10880" y="43991"/>
                </a:lnTo>
                <a:lnTo>
                  <a:pt x="23680" y="63700"/>
                </a:lnTo>
                <a:lnTo>
                  <a:pt x="40510" y="82394"/>
                </a:lnTo>
                <a:lnTo>
                  <a:pt x="60975" y="100113"/>
                </a:lnTo>
                <a:lnTo>
                  <a:pt x="84756" y="116851"/>
                </a:lnTo>
                <a:lnTo>
                  <a:pt x="111555" y="132555"/>
                </a:lnTo>
                <a:lnTo>
                  <a:pt x="141087" y="147142"/>
                </a:lnTo>
                <a:lnTo>
                  <a:pt x="173062" y="160505"/>
                </a:lnTo>
                <a:lnTo>
                  <a:pt x="207185" y="172525"/>
                </a:lnTo>
                <a:lnTo>
                  <a:pt x="243159" y="183076"/>
                </a:lnTo>
                <a:lnTo>
                  <a:pt x="280689" y="192022"/>
                </a:lnTo>
                <a:lnTo>
                  <a:pt x="319474" y="199230"/>
                </a:lnTo>
                <a:lnTo>
                  <a:pt x="359211" y="204557"/>
                </a:lnTo>
                <a:lnTo>
                  <a:pt x="399598" y="207861"/>
                </a:lnTo>
                <a:lnTo>
                  <a:pt x="440312" y="208995"/>
                </a:lnTo>
                <a:lnTo>
                  <a:pt x="480993" y="207964"/>
                </a:lnTo>
                <a:lnTo>
                  <a:pt x="521321" y="204961"/>
                </a:lnTo>
                <a:lnTo>
                  <a:pt x="561001" y="200118"/>
                </a:lnTo>
                <a:lnTo>
                  <a:pt x="599732" y="193568"/>
                </a:lnTo>
                <a:lnTo>
                  <a:pt x="637213" y="185434"/>
                </a:lnTo>
                <a:lnTo>
                  <a:pt x="673141" y="175842"/>
                </a:lnTo>
                <a:lnTo>
                  <a:pt x="707221" y="164914"/>
                </a:lnTo>
                <a:lnTo>
                  <a:pt x="739156" y="152765"/>
                </a:lnTo>
                <a:lnTo>
                  <a:pt x="768656" y="139503"/>
                </a:lnTo>
                <a:lnTo>
                  <a:pt x="796422" y="124692"/>
                </a:lnTo>
                <a:lnTo>
                  <a:pt x="824701" y="98874"/>
                </a:lnTo>
                <a:lnTo>
                  <a:pt x="807076" y="79570"/>
                </a:lnTo>
                <a:lnTo>
                  <a:pt x="780011" y="104281"/>
                </a:lnTo>
                <a:lnTo>
                  <a:pt x="782671" y="102401"/>
                </a:lnTo>
                <a:lnTo>
                  <a:pt x="756743" y="116232"/>
                </a:lnTo>
                <a:lnTo>
                  <a:pt x="757535" y="115844"/>
                </a:lnTo>
                <a:lnTo>
                  <a:pt x="728789" y="128766"/>
                </a:lnTo>
                <a:lnTo>
                  <a:pt x="729501" y="128472"/>
                </a:lnTo>
                <a:lnTo>
                  <a:pt x="698252" y="140360"/>
                </a:lnTo>
                <a:lnTo>
                  <a:pt x="698909" y="140130"/>
                </a:lnTo>
                <a:lnTo>
                  <a:pt x="665467" y="150852"/>
                </a:lnTo>
                <a:lnTo>
                  <a:pt x="666087" y="150671"/>
                </a:lnTo>
                <a:lnTo>
                  <a:pt x="630768" y="160100"/>
                </a:lnTo>
                <a:lnTo>
                  <a:pt x="631367" y="159956"/>
                </a:lnTo>
                <a:lnTo>
                  <a:pt x="594483" y="167959"/>
                </a:lnTo>
                <a:lnTo>
                  <a:pt x="595075" y="167846"/>
                </a:lnTo>
                <a:lnTo>
                  <a:pt x="556939" y="174297"/>
                </a:lnTo>
                <a:lnTo>
                  <a:pt x="557536" y="174210"/>
                </a:lnTo>
                <a:lnTo>
                  <a:pt x="518460" y="178977"/>
                </a:lnTo>
                <a:lnTo>
                  <a:pt x="519074" y="178916"/>
                </a:lnTo>
                <a:lnTo>
                  <a:pt x="479372" y="181873"/>
                </a:lnTo>
                <a:lnTo>
                  <a:pt x="480012" y="181841"/>
                </a:lnTo>
                <a:lnTo>
                  <a:pt x="439996" y="182855"/>
                </a:lnTo>
                <a:lnTo>
                  <a:pt x="440691" y="182856"/>
                </a:lnTo>
                <a:lnTo>
                  <a:pt x="400677" y="181743"/>
                </a:lnTo>
                <a:lnTo>
                  <a:pt x="401379" y="181781"/>
                </a:lnTo>
                <a:lnTo>
                  <a:pt x="361678" y="178533"/>
                </a:lnTo>
                <a:lnTo>
                  <a:pt x="362348" y="178606"/>
                </a:lnTo>
                <a:lnTo>
                  <a:pt x="323273" y="173368"/>
                </a:lnTo>
                <a:lnTo>
                  <a:pt x="323924" y="173471"/>
                </a:lnTo>
                <a:lnTo>
                  <a:pt x="285788" y="166384"/>
                </a:lnTo>
                <a:lnTo>
                  <a:pt x="286431" y="166522"/>
                </a:lnTo>
                <a:lnTo>
                  <a:pt x="249547" y="157727"/>
                </a:lnTo>
                <a:lnTo>
                  <a:pt x="250194" y="157899"/>
                </a:lnTo>
                <a:lnTo>
                  <a:pt x="214875" y="147541"/>
                </a:lnTo>
                <a:lnTo>
                  <a:pt x="215539" y="147756"/>
                </a:lnTo>
                <a:lnTo>
                  <a:pt x="182098" y="135976"/>
                </a:lnTo>
                <a:lnTo>
                  <a:pt x="182796" y="136244"/>
                </a:lnTo>
                <a:lnTo>
                  <a:pt x="151546" y="123183"/>
                </a:lnTo>
                <a:lnTo>
                  <a:pt x="152295" y="123523"/>
                </a:lnTo>
                <a:lnTo>
                  <a:pt x="123549" y="109326"/>
                </a:lnTo>
                <a:lnTo>
                  <a:pt x="124368" y="109767"/>
                </a:lnTo>
                <a:lnTo>
                  <a:pt x="98441" y="94574"/>
                </a:lnTo>
                <a:lnTo>
                  <a:pt x="99355" y="95163"/>
                </a:lnTo>
                <a:lnTo>
                  <a:pt x="76557" y="79117"/>
                </a:lnTo>
                <a:lnTo>
                  <a:pt x="77589" y="79923"/>
                </a:lnTo>
                <a:lnTo>
                  <a:pt x="58234" y="63165"/>
                </a:lnTo>
                <a:lnTo>
                  <a:pt x="59392" y="64301"/>
                </a:lnTo>
                <a:lnTo>
                  <a:pt x="43793" y="46975"/>
                </a:lnTo>
                <a:lnTo>
                  <a:pt x="45041" y="48600"/>
                </a:lnTo>
                <a:lnTo>
                  <a:pt x="33512" y="30847"/>
                </a:lnTo>
                <a:lnTo>
                  <a:pt x="34702" y="33151"/>
                </a:lnTo>
                <a:lnTo>
                  <a:pt x="27554" y="15113"/>
                </a:lnTo>
                <a:lnTo>
                  <a:pt x="28355" y="18180"/>
                </a:lnTo>
                <a:lnTo>
                  <a:pt x="25904" y="0"/>
                </a:lnTo>
                <a:lnTo>
                  <a:pt x="0" y="3494"/>
                </a:lnTo>
                <a:moveTo>
                  <a:pt x="847555" y="134320"/>
                </a:moveTo>
                <a:lnTo>
                  <a:pt x="867705" y="19173"/>
                </a:lnTo>
                <a:lnTo>
                  <a:pt x="763498" y="72143"/>
                </a:lnTo>
                <a:lnTo>
                  <a:pt x="847555" y="13432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3788878-FF02-425B-BFC8-0A1A9EB8D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79763e49d421d"/>
          <a:srcRect xmlns:a="http://schemas.openxmlformats.org/drawingml/2006/main" l="0" t="67" r="0" b="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6235" y="713239"/>
            <a:ext cx="2931352" cy="733788"/>
          </a:xfrm>
          <a:prstGeom xmlns:a="http://schemas.openxmlformats.org/drawingml/2006/main" prst="rect">
            <a:avLst/>
          </a:prstGeom>
        </p:spPr>
      </p:pic>
      <p:sp>
        <p:nvSpPr>
          <p:cNvPr id="120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A717BA6D-1D2E-4859-97C0-0072D11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5" y="713239"/>
            <a:ext cx="2931352" cy="733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ADF1766D-D277-4C28-98A5-333024F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673" y="5245237"/>
            <a:ext cx="2296415" cy="463846"/>
          </a:xfrm>
          <a:custGeom xmlns:a="http://schemas.openxmlformats.org/drawingml/2006/main">
            <a:pathLst>
              <a:path w="2296415" h="463846">
                <a:moveTo>
                  <a:pt x="0" y="0"/>
                </a:moveTo>
                <a:lnTo>
                  <a:pt x="2296415" y="0"/>
                </a:lnTo>
                <a:lnTo>
                  <a:pt x="2296415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41D49C97-3D94-442D-91B6-48D9BA39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967" y="5352623"/>
            <a:ext cx="2025024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 Generation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5EE618-5EB3-4C5D-8572-8E87E111C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afdb56584280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0970" y="5758510"/>
            <a:ext cx="460044" cy="433430"/>
          </a:xfrm>
          <a:prstGeom xmlns:a="http://schemas.openxmlformats.org/drawingml/2006/main" prst="rect">
            <a:avLst/>
          </a:prstGeom>
        </p:spPr>
      </p:pic>
      <p:sp>
        <p:nvSpPr>
          <p:cNvPr id="124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11E4672D-EF12-473A-97F5-72DCD16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970" y="5758510"/>
            <a:ext cx="460044" cy="43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6D2A33-2BB2-47E3-9ADC-F5C43A4B8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910ca97e641a0"/>
          <a:srcRect xmlns:a="http://schemas.openxmlformats.org/drawingml/2006/main" l="0" t="232" r="0" b="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0470" y="5728094"/>
            <a:ext cx="463844" cy="433429"/>
          </a:xfrm>
          <a:prstGeom xmlns:a="http://schemas.openxmlformats.org/drawingml/2006/main" prst="rect">
            <a:avLst/>
          </a:prstGeom>
        </p:spPr>
      </p:pic>
      <p:sp>
        <p:nvSpPr>
          <p:cNvPr id="126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368F8D36-174E-4329-9375-9D555F12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70" y="5728094"/>
            <a:ext cx="463844" cy="433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D171B107-F34D-48A5-9CEE-8C0A254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600" y="5703382"/>
            <a:ext cx="235724" cy="536083"/>
          </a:xfrm>
          <a:custGeom xmlns:a="http://schemas.openxmlformats.org/drawingml/2006/main">
            <a:pathLst>
              <a:path w="235724" h="536083">
                <a:moveTo>
                  <a:pt x="0" y="0"/>
                </a:moveTo>
                <a:lnTo>
                  <a:pt x="235724" y="58931"/>
                </a:lnTo>
                <a:lnTo>
                  <a:pt x="235724" y="477152"/>
                </a:lnTo>
                <a:lnTo>
                  <a:pt x="0" y="53608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62849071-FE5C-45ED-B507-5E2E703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600" y="5703382"/>
            <a:ext cx="235724" cy="536084"/>
          </a:xfrm>
          <a:custGeom xmlns:a="http://schemas.openxmlformats.org/drawingml/2006/main">
            <a:pathLst>
              <a:path w="235724" h="536084">
                <a:moveTo>
                  <a:pt x="0" y="0"/>
                </a:moveTo>
                <a:lnTo>
                  <a:pt x="235724" y="58931"/>
                </a:lnTo>
                <a:lnTo>
                  <a:pt x="235724" y="477152"/>
                </a:lnTo>
                <a:lnTo>
                  <a:pt x="0" y="5360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129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23605E15-D2FC-4F87-9E83-70978F56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053" y="5718589"/>
            <a:ext cx="235724" cy="536084"/>
          </a:xfrm>
          <a:custGeom xmlns:a="http://schemas.openxmlformats.org/drawingml/2006/main">
            <a:pathLst>
              <a:path w="235724" h="536084">
                <a:moveTo>
                  <a:pt x="235724" y="0"/>
                </a:moveTo>
                <a:lnTo>
                  <a:pt x="0" y="58931"/>
                </a:lnTo>
                <a:lnTo>
                  <a:pt x="0" y="477152"/>
                </a:lnTo>
                <a:lnTo>
                  <a:pt x="235724" y="536084"/>
                </a:lnTo>
                <a:lnTo>
                  <a:pt x="235724" y="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A6AEE9A6-371C-49DD-A36B-BCBB1B1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053" y="5718589"/>
            <a:ext cx="235724" cy="536084"/>
          </a:xfrm>
          <a:custGeom xmlns:a="http://schemas.openxmlformats.org/drawingml/2006/main">
            <a:pathLst>
              <a:path w="235724" h="536084">
                <a:moveTo>
                  <a:pt x="235724" y="0"/>
                </a:moveTo>
                <a:lnTo>
                  <a:pt x="0" y="58931"/>
                </a:lnTo>
                <a:lnTo>
                  <a:pt x="0" y="477152"/>
                </a:lnTo>
                <a:lnTo>
                  <a:pt x="235724" y="536084"/>
                </a:lnTo>
                <a:lnTo>
                  <a:pt x="2357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37A5278-2E7C-4FF5-91A0-B519574D6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8b73fd81b4352"/>
          <a:srcRect xmlns:a="http://schemas.openxmlformats.org/drawingml/2006/main" l="0" t="345" r="0" b="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4291" y="5611147"/>
            <a:ext cx="327963" cy="714733"/>
          </a:xfrm>
          <a:prstGeom xmlns:a="http://schemas.openxmlformats.org/drawingml/2006/main" prst="rect">
            <a:avLst/>
          </a:prstGeom>
        </p:spPr>
      </p:pic>
      <p:sp>
        <p:nvSpPr>
          <p:cNvPr id="132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F12AAA49-C57D-4F21-AFA0-62B4FB6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291" y="5611147"/>
            <a:ext cx="327963" cy="71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9FCFE1CA-4151-415B-8C4D-338B335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86" y="6612943"/>
            <a:ext cx="570705" cy="209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7BB98DA-BD71-4620-854A-7351830E5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1eb92ca604547"/>
          <a:srcRect xmlns:a="http://schemas.openxmlformats.org/drawingml/2006/main" l="805" t="0" r="8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6999" y="6310239"/>
            <a:ext cx="322497" cy="719285"/>
          </a:xfrm>
          <a:prstGeom xmlns:a="http://schemas.openxmlformats.org/drawingml/2006/main" prst="rect">
            <a:avLst/>
          </a:prstGeom>
        </p:spPr>
      </p:pic>
      <p:sp>
        <p:nvSpPr>
          <p:cNvPr id="135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71A9E85F-2EBB-4555-B86A-6AA435B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999" y="6310239"/>
            <a:ext cx="322497" cy="719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9B95097-D9CC-4DE6-8011-D5D5846C8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5a2e77eda426f"/>
          <a:srcRect xmlns:a="http://schemas.openxmlformats.org/drawingml/2006/main" l="476" t="0" r="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8504" y="6522715"/>
            <a:ext cx="395410" cy="399211"/>
          </a:xfrm>
          <a:prstGeom xmlns:a="http://schemas.openxmlformats.org/drawingml/2006/main" prst="rect">
            <a:avLst/>
          </a:prstGeom>
        </p:spPr>
      </p:pic>
      <p:sp>
        <p:nvSpPr>
          <p:cNvPr id="137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214C7C92-5795-491A-BE7D-51A36E8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504" y="6522715"/>
            <a:ext cx="395410" cy="39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74DEDA1-A468-4B56-AB2B-2F1E77559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e669ddde4187"/>
          <a:srcRect xmlns:a="http://schemas.openxmlformats.org/drawingml/2006/main" l="0" t="155" r="0" b="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4085" y="6587349"/>
            <a:ext cx="276991" cy="276133"/>
          </a:xfrm>
          <a:prstGeom xmlns:a="http://schemas.openxmlformats.org/drawingml/2006/main" prst="rect">
            <a:avLst/>
          </a:prstGeom>
        </p:spPr>
      </p:pic>
      <p:sp>
        <p:nvSpPr>
          <p:cNvPr id="139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7F917CE4-E06D-4935-8399-976B112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085" y="6587349"/>
            <a:ext cx="276991" cy="27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0C160EA-B362-42A9-866F-D5DF703A2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edd0ce04e4f8e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2765" y="6572142"/>
            <a:ext cx="281319" cy="281546"/>
          </a:xfrm>
          <a:prstGeom xmlns:a="http://schemas.openxmlformats.org/drawingml/2006/main" prst="rect">
            <a:avLst/>
          </a:prstGeom>
        </p:spPr>
      </p:pic>
      <p:sp>
        <p:nvSpPr>
          <p:cNvPr id="141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B49CEF1B-CC30-4A21-A073-7CB92F26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765" y="6572142"/>
            <a:ext cx="281319" cy="281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47F6D701-A564-43CB-A038-128BD373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732" y="352047"/>
            <a:ext cx="3345771" cy="3353376"/>
          </a:xfrm>
          <a:custGeom xmlns:a="http://schemas.openxmlformats.org/drawingml/2006/main">
            <a:pathLst>
              <a:path w="3345771" h="3353376">
                <a:moveTo>
                  <a:pt x="0" y="333607"/>
                </a:moveTo>
                <a:cubicBezTo>
                  <a:pt x="0" y="149361"/>
                  <a:pt x="149361" y="0"/>
                  <a:pt x="333607" y="0"/>
                </a:cubicBezTo>
                <a:lnTo>
                  <a:pt x="3012165" y="0"/>
                </a:lnTo>
                <a:cubicBezTo>
                  <a:pt x="3196411" y="0"/>
                  <a:pt x="3345771" y="149361"/>
                  <a:pt x="3345771" y="333607"/>
                </a:cubicBezTo>
                <a:lnTo>
                  <a:pt x="3345771" y="3019769"/>
                </a:lnTo>
                <a:cubicBezTo>
                  <a:pt x="3345771" y="3204015"/>
                  <a:pt x="3196411" y="3353376"/>
                  <a:pt x="3012165" y="3353376"/>
                </a:cubicBezTo>
                <a:lnTo>
                  <a:pt x="333607" y="3353376"/>
                </a:lnTo>
                <a:cubicBezTo>
                  <a:pt x="149361" y="3353376"/>
                  <a:pt x="0" y="3204015"/>
                  <a:pt x="0" y="3019769"/>
                </a:cubicBezTo>
                <a:lnTo>
                  <a:pt x="0" y="333607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BAA26"/>
            </a:solidFill>
            <a:prstDash val="solid"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BF234A8-6B05-452F-88D3-BBD1A3B0A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0bc134dd24ec7"/>
          <a:srcRect xmlns:a="http://schemas.openxmlformats.org/drawingml/2006/main" l="0" t="1704" r="0" b="1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38415" y="739160"/>
            <a:ext cx="1030029" cy="994920"/>
          </a:xfrm>
          <a:prstGeom xmlns:a="http://schemas.openxmlformats.org/drawingml/2006/main" prst="rect">
            <a:avLst/>
          </a:prstGeom>
        </p:spPr>
      </p:pic>
      <p:sp>
        <p:nvSpPr>
          <p:cNvPr id="144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35ECCD3B-85DA-4CB1-9005-E5012AD4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415" y="739160"/>
            <a:ext cx="1030029" cy="994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567AE62-15E2-4E66-890D-854CCE920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cd27dfb3a45fb"/>
          <a:srcRect xmlns:a="http://schemas.openxmlformats.org/drawingml/2006/main" l="0" t="1633" r="0" b="1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87292" y="1564890"/>
            <a:ext cx="931494" cy="901078"/>
          </a:xfrm>
          <a:prstGeom xmlns:a="http://schemas.openxmlformats.org/drawingml/2006/main" prst="rect">
            <a:avLst/>
          </a:prstGeom>
        </p:spPr>
      </p:pic>
      <p:sp>
        <p:nvSpPr>
          <p:cNvPr id="146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95C65A93-B8A0-44C5-ADFF-6F24B977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92" y="1564890"/>
            <a:ext cx="931494" cy="901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B38B860-7A15-4BFF-B2D9-5665D6815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dd983f3e74e25"/>
          <a:srcRect xmlns:a="http://schemas.openxmlformats.org/drawingml/2006/main" l="0" t="1601" r="0" b="1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56375" y="842507"/>
            <a:ext cx="676759" cy="809828"/>
          </a:xfrm>
          <a:prstGeom xmlns:a="http://schemas.openxmlformats.org/drawingml/2006/main" prst="rect">
            <a:avLst/>
          </a:prstGeom>
        </p:spPr>
      </p:pic>
      <p:sp>
        <p:nvSpPr>
          <p:cNvPr id="148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E106A4F0-F8C0-41B1-B142-2A6719EB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375" y="842507"/>
            <a:ext cx="676759" cy="80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4D53B759-291A-41B9-8AC4-B6AD4B1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549" y="1258827"/>
            <a:ext cx="273746" cy="345982"/>
          </a:xfrm>
          <a:custGeom xmlns:a="http://schemas.openxmlformats.org/drawingml/2006/main">
            <a:pathLst>
              <a:path w="273746" h="345982">
                <a:moveTo>
                  <a:pt x="136872" y="345982"/>
                </a:moveTo>
                <a:lnTo>
                  <a:pt x="136872" y="259487"/>
                </a:lnTo>
                <a:lnTo>
                  <a:pt x="0" y="259487"/>
                </a:lnTo>
                <a:lnTo>
                  <a:pt x="0" y="86495"/>
                </a:lnTo>
                <a:lnTo>
                  <a:pt x="136872" y="86495"/>
                </a:lnTo>
                <a:lnTo>
                  <a:pt x="136872" y="0"/>
                </a:lnTo>
                <a:lnTo>
                  <a:pt x="273746" y="172992"/>
                </a:lnTo>
                <a:lnTo>
                  <a:pt x="136872" y="345982"/>
                </a:lnTo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9D1062BA-8628-40E3-B453-503BE33B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549" y="1258826"/>
            <a:ext cx="273746" cy="345984"/>
          </a:xfrm>
          <a:custGeom xmlns:a="http://schemas.openxmlformats.org/drawingml/2006/main">
            <a:pathLst>
              <a:path w="273746" h="345984">
                <a:moveTo>
                  <a:pt x="136873" y="345984"/>
                </a:moveTo>
                <a:lnTo>
                  <a:pt x="136873" y="259488"/>
                </a:lnTo>
                <a:lnTo>
                  <a:pt x="0" y="259488"/>
                </a:lnTo>
                <a:lnTo>
                  <a:pt x="0" y="86496"/>
                </a:lnTo>
                <a:lnTo>
                  <a:pt x="136873" y="86496"/>
                </a:lnTo>
                <a:lnTo>
                  <a:pt x="136873" y="0"/>
                </a:lnTo>
                <a:lnTo>
                  <a:pt x="273746" y="172992"/>
                </a:lnTo>
                <a:lnTo>
                  <a:pt x="136873" y="345984"/>
                </a:lnTo>
              </a:path>
            </a:pathLst>
          </a:custGeom>
          <a:noFill xmlns:a="http://schemas.openxmlformats.org/drawingml/2006/main"/>
          <a:ln xmlns:a="http://schemas.openxmlformats.org/drawingml/2006/main" w="26139">
            <a:solidFill>
              <a:srgbClr val="042433"/>
            </a:solidFill>
            <a:prstDash val="solid"/>
          </a:ln>
        </p:spPr>
      </p:sp>
      <p:sp>
        <p:nvSpPr>
          <p:cNvPr id="151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3987D86C-AD5F-44A0-A998-74880DB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01" y="207572"/>
            <a:ext cx="2440894" cy="467649"/>
          </a:xfrm>
          <a:custGeom xmlns:a="http://schemas.openxmlformats.org/drawingml/2006/main">
            <a:pathLst>
              <a:path w="2440894" h="467649">
                <a:moveTo>
                  <a:pt x="0" y="0"/>
                </a:moveTo>
                <a:lnTo>
                  <a:pt x="2440894" y="0"/>
                </a:lnTo>
                <a:lnTo>
                  <a:pt x="2440894" y="467649"/>
                </a:lnTo>
                <a:lnTo>
                  <a:pt x="0" y="4676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DB1F27B2-BD05-4F0C-AE7A-15F267A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5291" y="318757"/>
            <a:ext cx="744479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Grasp</a:t>
            </a:r>
          </a:p>
        </p:txBody>
      </p:sp>
      <p:sp>
        <p:nvSpPr>
          <p:cNvPr id="153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D85190E8-52C2-49C5-A4EE-41B26CC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9951" y="318757"/>
            <a:ext cx="1349530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2F9A310-0BE6-4B65-B58A-C62B786F0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176f16e174835"/>
          <a:srcRect xmlns:a="http://schemas.openxmlformats.org/drawingml/2006/main" l="0" t="138" r="0" b="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3288" y="2526798"/>
            <a:ext cx="2813490" cy="969514"/>
          </a:xfrm>
          <a:prstGeom xmlns:a="http://schemas.openxmlformats.org/drawingml/2006/main" prst="rect">
            <a:avLst/>
          </a:prstGeom>
        </p:spPr>
      </p:pic>
      <p:sp>
        <p:nvSpPr>
          <p:cNvPr id="155" name="pdf-source-image-38">
            <a:extLst xmlns:a="http://schemas.openxmlformats.org/drawingml/2006/main">
              <a:ext uri="{FF2B5EF4-FFF2-40B4-BE49-F238E27FC236}">
                <a16:creationId xmlns:a16="http://schemas.microsoft.com/office/drawing/2014/main" id="{56A3663D-BC28-4CC8-A0C3-85D13EC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288" y="2526798"/>
            <a:ext cx="2813490" cy="96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6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4FBEE59E-865A-4A1E-9FA8-291481D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940" y="3906929"/>
            <a:ext cx="3330562" cy="3265929"/>
          </a:xfrm>
          <a:custGeom xmlns:a="http://schemas.openxmlformats.org/drawingml/2006/main">
            <a:pathLst>
              <a:path w="3330562" h="3265929">
                <a:moveTo>
                  <a:pt x="0" y="325645"/>
                </a:moveTo>
                <a:cubicBezTo>
                  <a:pt x="0" y="145796"/>
                  <a:pt x="145795" y="0"/>
                  <a:pt x="325644" y="0"/>
                </a:cubicBezTo>
                <a:lnTo>
                  <a:pt x="3004918" y="0"/>
                </a:lnTo>
                <a:cubicBezTo>
                  <a:pt x="3184768" y="0"/>
                  <a:pt x="3330562" y="145796"/>
                  <a:pt x="3330562" y="325645"/>
                </a:cubicBezTo>
                <a:lnTo>
                  <a:pt x="3330562" y="2940285"/>
                </a:lnTo>
                <a:cubicBezTo>
                  <a:pt x="3330562" y="3120134"/>
                  <a:pt x="3184768" y="3265929"/>
                  <a:pt x="3004918" y="3265929"/>
                </a:cubicBezTo>
                <a:lnTo>
                  <a:pt x="325644" y="3265929"/>
                </a:lnTo>
                <a:cubicBezTo>
                  <a:pt x="145795" y="3265929"/>
                  <a:pt x="0" y="3120134"/>
                  <a:pt x="0" y="2940285"/>
                </a:cubicBezTo>
                <a:lnTo>
                  <a:pt x="0" y="325645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BAA26"/>
            </a:solidFill>
            <a:prstDash val="solid"/>
          </a:ln>
        </p:spPr>
      </p:sp>
      <p:sp>
        <p:nvSpPr>
          <p:cNvPr id="157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3366674B-D7CA-4529-BC51-422661DD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12" y="5188209"/>
            <a:ext cx="2125325" cy="288953"/>
          </a:xfrm>
          <a:custGeom xmlns:a="http://schemas.openxmlformats.org/drawingml/2006/main">
            <a:pathLst>
              <a:path w="2125325" h="288953">
                <a:moveTo>
                  <a:pt x="0" y="288953"/>
                </a:moveTo>
                <a:lnTo>
                  <a:pt x="390191" y="0"/>
                </a:lnTo>
                <a:lnTo>
                  <a:pt x="2125325" y="0"/>
                </a:lnTo>
                <a:lnTo>
                  <a:pt x="1735136" y="288953"/>
                </a:lnTo>
                <a:lnTo>
                  <a:pt x="0" y="288953"/>
                </a:lnTo>
              </a:path>
            </a:pathLst>
          </a:cu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9D51B566-D931-4ED5-9EA5-C341EF8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9774" y="5181555"/>
            <a:ext cx="173944" cy="151129"/>
          </a:xfrm>
          <a:custGeom xmlns:a="http://schemas.openxmlformats.org/drawingml/2006/main">
            <a:pathLst>
              <a:path w="173944" h="151129">
                <a:moveTo>
                  <a:pt x="0" y="0"/>
                </a:moveTo>
                <a:lnTo>
                  <a:pt x="173944" y="0"/>
                </a:lnTo>
                <a:lnTo>
                  <a:pt x="173944" y="151129"/>
                </a:lnTo>
                <a:lnTo>
                  <a:pt x="0" y="151129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3BDE9463-3357-431F-906B-DEBAFAC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718" y="5131178"/>
            <a:ext cx="50376" cy="201506"/>
          </a:xfrm>
          <a:custGeom xmlns:a="http://schemas.openxmlformats.org/drawingml/2006/main">
            <a:pathLst>
              <a:path w="50376" h="201506">
                <a:moveTo>
                  <a:pt x="0" y="50376"/>
                </a:moveTo>
                <a:lnTo>
                  <a:pt x="50376" y="0"/>
                </a:lnTo>
                <a:lnTo>
                  <a:pt x="50376" y="151130"/>
                </a:lnTo>
                <a:lnTo>
                  <a:pt x="0" y="201506"/>
                </a:lnTo>
                <a:lnTo>
                  <a:pt x="0" y="50376"/>
                </a:lnTo>
              </a:path>
            </a:pathLst>
          </a:custGeom>
          <a:solidFill xmlns:a="http://schemas.openxmlformats.org/drawingml/2006/main">
            <a:srgbClr val="005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5C0E0E11-A8E7-4B05-813F-14480F79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9774" y="5131178"/>
            <a:ext cx="224320" cy="50376"/>
          </a:xfrm>
          <a:custGeom xmlns:a="http://schemas.openxmlformats.org/drawingml/2006/main">
            <a:pathLst>
              <a:path w="224320" h="50376">
                <a:moveTo>
                  <a:pt x="0" y="50376"/>
                </a:moveTo>
                <a:lnTo>
                  <a:pt x="50377" y="0"/>
                </a:lnTo>
                <a:lnTo>
                  <a:pt x="224320" y="0"/>
                </a:lnTo>
                <a:lnTo>
                  <a:pt x="173944" y="50376"/>
                </a:lnTo>
                <a:lnTo>
                  <a:pt x="0" y="50376"/>
                </a:lnTo>
              </a:path>
            </a:pathLst>
          </a:custGeom>
          <a:solidFill xmlns:a="http://schemas.openxmlformats.org/drawingml/2006/main">
            <a:srgbClr val="328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AEBC3643-87AA-4D5D-9271-EA30A2A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473" y="5185357"/>
            <a:ext cx="173942" cy="151129"/>
          </a:xfrm>
          <a:custGeom xmlns:a="http://schemas.openxmlformats.org/drawingml/2006/main">
            <a:pathLst>
              <a:path w="173942" h="151129">
                <a:moveTo>
                  <a:pt x="0" y="0"/>
                </a:moveTo>
                <a:lnTo>
                  <a:pt x="173942" y="0"/>
                </a:lnTo>
                <a:lnTo>
                  <a:pt x="173942" y="151129"/>
                </a:lnTo>
                <a:lnTo>
                  <a:pt x="0" y="15112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EF6BB72D-91F4-4274-AE59-099BAC3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416" y="5134980"/>
            <a:ext cx="50376" cy="201506"/>
          </a:xfrm>
          <a:custGeom xmlns:a="http://schemas.openxmlformats.org/drawingml/2006/main">
            <a:pathLst>
              <a:path w="50376" h="201506">
                <a:moveTo>
                  <a:pt x="0" y="50377"/>
                </a:moveTo>
                <a:lnTo>
                  <a:pt x="50376" y="0"/>
                </a:lnTo>
                <a:lnTo>
                  <a:pt x="50376" y="151130"/>
                </a:lnTo>
                <a:lnTo>
                  <a:pt x="0" y="201506"/>
                </a:lnTo>
                <a:lnTo>
                  <a:pt x="0" y="50377"/>
                </a:lnTo>
              </a:path>
            </a:pathLst>
          </a:custGeom>
          <a:solidFill xmlns:a="http://schemas.openxmlformats.org/drawingml/2006/main">
            <a:srgbClr val="CD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06B515D5-5A42-481D-A1A0-B65FD3AA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473" y="5134980"/>
            <a:ext cx="224318" cy="50377"/>
          </a:xfrm>
          <a:custGeom xmlns:a="http://schemas.openxmlformats.org/drawingml/2006/main">
            <a:pathLst>
              <a:path w="224318" h="50377">
                <a:moveTo>
                  <a:pt x="0" y="50377"/>
                </a:moveTo>
                <a:lnTo>
                  <a:pt x="50378" y="0"/>
                </a:lnTo>
                <a:lnTo>
                  <a:pt x="224318" y="0"/>
                </a:lnTo>
                <a:lnTo>
                  <a:pt x="173942" y="50377"/>
                </a:lnTo>
                <a:lnTo>
                  <a:pt x="0" y="50377"/>
                </a:lnTo>
              </a:path>
            </a:pathLst>
          </a:custGeom>
          <a:solidFill xmlns:a="http://schemas.openxmlformats.org/drawingml/2006/main">
            <a:srgbClr val="FF3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3BABD4D7-BE52-47A5-ADC4-B0C41A85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143" y="5155892"/>
            <a:ext cx="87446" cy="79841"/>
          </a:xfrm>
          <a:custGeom xmlns:a="http://schemas.openxmlformats.org/drawingml/2006/main">
            <a:pathLst>
              <a:path w="87446" h="79841">
                <a:moveTo>
                  <a:pt x="0" y="39921"/>
                </a:moveTo>
                <a:cubicBezTo>
                  <a:pt x="0" y="17873"/>
                  <a:pt x="19576" y="0"/>
                  <a:pt x="43723" y="0"/>
                </a:cubicBezTo>
                <a:cubicBezTo>
                  <a:pt x="67871" y="0"/>
                  <a:pt x="87446" y="17873"/>
                  <a:pt x="87446" y="39921"/>
                </a:cubicBezTo>
                <a:cubicBezTo>
                  <a:pt x="87446" y="61968"/>
                  <a:pt x="67871" y="79841"/>
                  <a:pt x="43723" y="79841"/>
                </a:cubicBezTo>
                <a:cubicBezTo>
                  <a:pt x="19576" y="79841"/>
                  <a:pt x="0" y="61968"/>
                  <a:pt x="0" y="39921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D5D5C9F1-CC5C-411F-9877-9D131307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143" y="5155892"/>
            <a:ext cx="87446" cy="79842"/>
          </a:xfrm>
          <a:custGeom xmlns:a="http://schemas.openxmlformats.org/drawingml/2006/main">
            <a:pathLst>
              <a:path w="87446" h="79842">
                <a:moveTo>
                  <a:pt x="0" y="39921"/>
                </a:moveTo>
                <a:cubicBezTo>
                  <a:pt x="0" y="17873"/>
                  <a:pt x="19576" y="0"/>
                  <a:pt x="43723" y="0"/>
                </a:cubicBezTo>
                <a:cubicBezTo>
                  <a:pt x="67871" y="0"/>
                  <a:pt x="87446" y="17873"/>
                  <a:pt x="87446" y="39921"/>
                </a:cubicBezTo>
                <a:cubicBezTo>
                  <a:pt x="87446" y="61969"/>
                  <a:pt x="67871" y="79842"/>
                  <a:pt x="43723" y="79842"/>
                </a:cubicBezTo>
                <a:cubicBezTo>
                  <a:pt x="19576" y="79842"/>
                  <a:pt x="0" y="61969"/>
                  <a:pt x="0" y="399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66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5C34C59C-3E12-4D6B-9604-6884D4E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7528" y="5193911"/>
            <a:ext cx="25428" cy="100915"/>
          </a:xfrm>
          <a:custGeom xmlns:a="http://schemas.openxmlformats.org/drawingml/2006/main">
            <a:pathLst>
              <a:path w="25428" h="100915">
                <a:moveTo>
                  <a:pt x="25428" y="0"/>
                </a:moveTo>
                <a:lnTo>
                  <a:pt x="0" y="100915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67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EA5E0D1F-96A9-4953-949B-76205DF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589" y="5193911"/>
            <a:ext cx="25428" cy="100915"/>
          </a:xfrm>
          <a:custGeom xmlns:a="http://schemas.openxmlformats.org/drawingml/2006/main">
            <a:pathLst>
              <a:path w="25428" h="100915">
                <a:moveTo>
                  <a:pt x="0" y="0"/>
                </a:moveTo>
                <a:lnTo>
                  <a:pt x="25428" y="100915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68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1F4B0A46-0A97-49FB-9D29-E0AA7B7A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894" y="5296567"/>
            <a:ext cx="272899" cy="95"/>
          </a:xfrm>
          <a:custGeom xmlns:a="http://schemas.openxmlformats.org/drawingml/2006/main">
            <a:pathLst>
              <a:path w="272899" h="95">
                <a:moveTo>
                  <a:pt x="0" y="0"/>
                </a:moveTo>
                <a:lnTo>
                  <a:pt x="272899" y="1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69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CB57BAD6-B9D4-42D5-B27C-22E52B0D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696" y="5296567"/>
            <a:ext cx="18737" cy="35625"/>
          </a:xfrm>
          <a:custGeom xmlns:a="http://schemas.openxmlformats.org/drawingml/2006/main">
            <a:pathLst>
              <a:path w="18737" h="35625">
                <a:moveTo>
                  <a:pt x="0" y="35625"/>
                </a:moveTo>
                <a:lnTo>
                  <a:pt x="1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0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2016B364-7C8D-4E1E-90A8-31E8C4C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934" y="5296567"/>
            <a:ext cx="18737" cy="35625"/>
          </a:xfrm>
          <a:custGeom xmlns:a="http://schemas.openxmlformats.org/drawingml/2006/main">
            <a:pathLst>
              <a:path w="18737" h="35625">
                <a:moveTo>
                  <a:pt x="0" y="35625"/>
                </a:moveTo>
                <a:lnTo>
                  <a:pt x="1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1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92B9563A-452F-407C-A3AF-D52D39F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768" y="5296567"/>
            <a:ext cx="18737" cy="35625"/>
          </a:xfrm>
          <a:custGeom xmlns:a="http://schemas.openxmlformats.org/drawingml/2006/main">
            <a:pathLst>
              <a:path w="18737" h="35625">
                <a:moveTo>
                  <a:pt x="0" y="35625"/>
                </a:moveTo>
                <a:lnTo>
                  <a:pt x="1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2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CBEDC2DE-4AA9-46C8-9434-7D5E7FB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391" y="5296567"/>
            <a:ext cx="18737" cy="35625"/>
          </a:xfrm>
          <a:custGeom xmlns:a="http://schemas.openxmlformats.org/drawingml/2006/main">
            <a:pathLst>
              <a:path w="18737" h="35625">
                <a:moveTo>
                  <a:pt x="0" y="35625"/>
                </a:moveTo>
                <a:lnTo>
                  <a:pt x="1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3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D4293F31-79F6-4F12-AF1F-9EA0022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619" y="5296567"/>
            <a:ext cx="18737" cy="35625"/>
          </a:xfrm>
          <a:custGeom xmlns:a="http://schemas.openxmlformats.org/drawingml/2006/main">
            <a:pathLst>
              <a:path w="18737" h="35625">
                <a:moveTo>
                  <a:pt x="0" y="35625"/>
                </a:moveTo>
                <a:lnTo>
                  <a:pt x="1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4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CA594F4F-D9D3-4437-AF77-0D48711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397" y="4280627"/>
            <a:ext cx="96968" cy="89627"/>
          </a:xfrm>
          <a:custGeom xmlns:a="http://schemas.openxmlformats.org/drawingml/2006/main">
            <a:pathLst>
              <a:path w="96968" h="89627">
                <a:moveTo>
                  <a:pt x="5448" y="33866"/>
                </a:moveTo>
                <a:cubicBezTo>
                  <a:pt x="10893" y="12456"/>
                  <a:pt x="34576" y="0"/>
                  <a:pt x="58346" y="6047"/>
                </a:cubicBezTo>
                <a:cubicBezTo>
                  <a:pt x="82114" y="12092"/>
                  <a:pt x="96968" y="34350"/>
                  <a:pt x="91523" y="55761"/>
                </a:cubicBezTo>
                <a:cubicBezTo>
                  <a:pt x="86077" y="77170"/>
                  <a:pt x="62394" y="89627"/>
                  <a:pt x="38624" y="83580"/>
                </a:cubicBezTo>
                <a:cubicBezTo>
                  <a:pt x="14855" y="77535"/>
                  <a:pt x="0" y="55277"/>
                  <a:pt x="5448" y="33866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A06D2CAF-E515-4739-939D-68B2618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397" y="4280628"/>
            <a:ext cx="96968" cy="89626"/>
          </a:xfrm>
          <a:custGeom xmlns:a="http://schemas.openxmlformats.org/drawingml/2006/main">
            <a:pathLst>
              <a:path w="96968" h="89626">
                <a:moveTo>
                  <a:pt x="5446" y="33866"/>
                </a:moveTo>
                <a:cubicBezTo>
                  <a:pt x="10892" y="12455"/>
                  <a:pt x="34576" y="0"/>
                  <a:pt x="58345" y="6046"/>
                </a:cubicBezTo>
                <a:cubicBezTo>
                  <a:pt x="82115" y="12092"/>
                  <a:pt x="96968" y="34349"/>
                  <a:pt x="91522" y="55760"/>
                </a:cubicBezTo>
                <a:cubicBezTo>
                  <a:pt x="86076" y="77170"/>
                  <a:pt x="62393" y="89626"/>
                  <a:pt x="38624" y="83580"/>
                </a:cubicBezTo>
                <a:cubicBezTo>
                  <a:pt x="14854" y="77534"/>
                  <a:pt x="0" y="55276"/>
                  <a:pt x="5446" y="338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176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91BD9B3F-8480-4863-955C-1B61640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437" y="4360594"/>
            <a:ext cx="589905" cy="161448"/>
          </a:xfrm>
          <a:custGeom xmlns:a="http://schemas.openxmlformats.org/drawingml/2006/main">
            <a:pathLst>
              <a:path w="589905" h="161448">
                <a:moveTo>
                  <a:pt x="0" y="161448"/>
                </a:moveTo>
                <a:lnTo>
                  <a:pt x="589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177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ACD08D1E-B6C4-43D2-84C3-8CA46A3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517" y="4290287"/>
            <a:ext cx="589905" cy="161448"/>
          </a:xfrm>
          <a:custGeom xmlns:a="http://schemas.openxmlformats.org/drawingml/2006/main">
            <a:pathLst>
              <a:path w="589905" h="161448">
                <a:moveTo>
                  <a:pt x="0" y="161448"/>
                </a:moveTo>
                <a:lnTo>
                  <a:pt x="589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178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B6341210-A8B4-4CA4-A132-B2B9F16A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451" y="4581787"/>
            <a:ext cx="95" cy="125987"/>
          </a:xfrm>
          <a:custGeom xmlns:a="http://schemas.openxmlformats.org/drawingml/2006/main">
            <a:pathLst>
              <a:path w="95" h="125987">
                <a:moveTo>
                  <a:pt x="0" y="125987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79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6797BE99-CE53-42ED-9FD8-4C81722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400" y="4707255"/>
            <a:ext cx="198375" cy="95"/>
          </a:xfrm>
          <a:custGeom xmlns:a="http://schemas.openxmlformats.org/drawingml/2006/main">
            <a:pathLst>
              <a:path w="198375" h="95">
                <a:moveTo>
                  <a:pt x="0" y="0"/>
                </a:moveTo>
                <a:lnTo>
                  <a:pt x="19837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80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FC463739-68A7-4C20-83A5-6ADF4E3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106" y="4707254"/>
            <a:ext cx="95" cy="54624"/>
          </a:xfrm>
          <a:custGeom xmlns:a="http://schemas.openxmlformats.org/drawingml/2006/main">
            <a:pathLst>
              <a:path w="95" h="54624">
                <a:moveTo>
                  <a:pt x="0" y="54624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81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6C6BC84A-366E-42CC-9DC3-39D59E71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597" y="4707253"/>
            <a:ext cx="95" cy="40811"/>
          </a:xfrm>
          <a:custGeom xmlns:a="http://schemas.openxmlformats.org/drawingml/2006/main">
            <a:pathLst>
              <a:path w="95" h="40811">
                <a:moveTo>
                  <a:pt x="0" y="40811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82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64988DE5-A3D6-4066-B7BA-7FC4AD4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938" y="4495302"/>
            <a:ext cx="93584" cy="85436"/>
          </a:xfrm>
          <a:custGeom xmlns:a="http://schemas.openxmlformats.org/drawingml/2006/main">
            <a:pathLst>
              <a:path w="93584" h="85436">
                <a:moveTo>
                  <a:pt x="51720" y="82414"/>
                </a:moveTo>
                <a:cubicBezTo>
                  <a:pt x="27380" y="85436"/>
                  <a:pt x="5443" y="70113"/>
                  <a:pt x="2722" y="48189"/>
                </a:cubicBezTo>
                <a:cubicBezTo>
                  <a:pt x="0" y="26266"/>
                  <a:pt x="17525" y="6044"/>
                  <a:pt x="41864" y="3022"/>
                </a:cubicBezTo>
                <a:cubicBezTo>
                  <a:pt x="66202" y="0"/>
                  <a:pt x="88140" y="15324"/>
                  <a:pt x="90861" y="37246"/>
                </a:cubicBezTo>
                <a:cubicBezTo>
                  <a:pt x="93584" y="59170"/>
                  <a:pt x="76058" y="79393"/>
                  <a:pt x="51720" y="82414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A3896C4E-8CDB-4079-8CFA-9690D15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937" y="4495303"/>
            <a:ext cx="93584" cy="85435"/>
          </a:xfrm>
          <a:custGeom xmlns:a="http://schemas.openxmlformats.org/drawingml/2006/main">
            <a:pathLst>
              <a:path w="93584" h="85435">
                <a:moveTo>
                  <a:pt x="51720" y="82413"/>
                </a:moveTo>
                <a:cubicBezTo>
                  <a:pt x="27380" y="85435"/>
                  <a:pt x="5443" y="70112"/>
                  <a:pt x="2722" y="48188"/>
                </a:cubicBezTo>
                <a:cubicBezTo>
                  <a:pt x="0" y="26265"/>
                  <a:pt x="17525" y="6043"/>
                  <a:pt x="41863" y="3022"/>
                </a:cubicBezTo>
                <a:cubicBezTo>
                  <a:pt x="66203" y="0"/>
                  <a:pt x="88141" y="15323"/>
                  <a:pt x="90862" y="37246"/>
                </a:cubicBezTo>
                <a:cubicBezTo>
                  <a:pt x="93584" y="59170"/>
                  <a:pt x="76059" y="79392"/>
                  <a:pt x="51720" y="824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47">
            <a:solidFill>
              <a:srgbClr val="000000"/>
            </a:solidFill>
            <a:prstDash val="solid"/>
          </a:ln>
        </p:spPr>
      </p:sp>
      <p:sp>
        <p:nvSpPr>
          <p:cNvPr id="184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8511A30F-92D9-4E3F-BABA-816BC950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132" y="4300437"/>
            <a:ext cx="251459" cy="209286"/>
          </a:xfrm>
          <a:custGeom xmlns:a="http://schemas.openxmlformats.org/drawingml/2006/main">
            <a:pathLst>
              <a:path w="251459" h="209286">
                <a:moveTo>
                  <a:pt x="251459" y="2092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85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47C169B4-80BA-4E8E-B570-680FA260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2093" y="4342259"/>
            <a:ext cx="273217" cy="231515"/>
          </a:xfrm>
          <a:custGeom xmlns:a="http://schemas.openxmlformats.org/drawingml/2006/main">
            <a:pathLst>
              <a:path w="273217" h="231515">
                <a:moveTo>
                  <a:pt x="273217" y="2315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86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FAA25E27-57D6-4664-8840-F618853F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836" y="4908988"/>
            <a:ext cx="98608" cy="92012"/>
          </a:xfrm>
          <a:custGeom xmlns:a="http://schemas.openxmlformats.org/drawingml/2006/main">
            <a:pathLst>
              <a:path w="98608" h="92012">
                <a:moveTo>
                  <a:pt x="7622" y="61325"/>
                </a:moveTo>
                <a:cubicBezTo>
                  <a:pt x="0" y="40590"/>
                  <a:pt x="12483" y="16922"/>
                  <a:pt x="35504" y="8460"/>
                </a:cubicBezTo>
                <a:cubicBezTo>
                  <a:pt x="58523" y="0"/>
                  <a:pt x="83365" y="9950"/>
                  <a:pt x="90986" y="30687"/>
                </a:cubicBezTo>
                <a:cubicBezTo>
                  <a:pt x="98608" y="51422"/>
                  <a:pt x="86123" y="75090"/>
                  <a:pt x="63102" y="83552"/>
                </a:cubicBezTo>
                <a:cubicBezTo>
                  <a:pt x="40082" y="92012"/>
                  <a:pt x="15242" y="82062"/>
                  <a:pt x="7622" y="61325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63FCB80C-5F27-4BD8-BEDC-84042225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837" y="4908988"/>
            <a:ext cx="98607" cy="92012"/>
          </a:xfrm>
          <a:custGeom xmlns:a="http://schemas.openxmlformats.org/drawingml/2006/main">
            <a:pathLst>
              <a:path w="98607" h="92012">
                <a:moveTo>
                  <a:pt x="7621" y="61326"/>
                </a:moveTo>
                <a:cubicBezTo>
                  <a:pt x="0" y="40590"/>
                  <a:pt x="12483" y="16921"/>
                  <a:pt x="35504" y="8461"/>
                </a:cubicBezTo>
                <a:cubicBezTo>
                  <a:pt x="58524" y="0"/>
                  <a:pt x="83364" y="9950"/>
                  <a:pt x="90986" y="30686"/>
                </a:cubicBezTo>
                <a:cubicBezTo>
                  <a:pt x="98607" y="51422"/>
                  <a:pt x="86123" y="75090"/>
                  <a:pt x="63103" y="83551"/>
                </a:cubicBezTo>
                <a:cubicBezTo>
                  <a:pt x="40082" y="92012"/>
                  <a:pt x="15242" y="82061"/>
                  <a:pt x="7621" y="613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356">
            <a:solidFill>
              <a:srgbClr val="000000"/>
            </a:solidFill>
            <a:prstDash val="solid"/>
          </a:ln>
        </p:spPr>
      </p:sp>
      <p:sp>
        <p:nvSpPr>
          <p:cNvPr id="188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42CDF356-27AE-454D-9287-49F2FFF0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945" y="4442146"/>
            <a:ext cx="98608" cy="92010"/>
          </a:xfrm>
          <a:custGeom xmlns:a="http://schemas.openxmlformats.org/drawingml/2006/main">
            <a:pathLst>
              <a:path w="98608" h="92010">
                <a:moveTo>
                  <a:pt x="7622" y="61325"/>
                </a:moveTo>
                <a:cubicBezTo>
                  <a:pt x="0" y="40590"/>
                  <a:pt x="12483" y="16920"/>
                  <a:pt x="35505" y="8460"/>
                </a:cubicBezTo>
                <a:cubicBezTo>
                  <a:pt x="58524" y="0"/>
                  <a:pt x="83365" y="9950"/>
                  <a:pt x="90987" y="30685"/>
                </a:cubicBezTo>
                <a:cubicBezTo>
                  <a:pt x="98608" y="51420"/>
                  <a:pt x="86124" y="75090"/>
                  <a:pt x="63102" y="83550"/>
                </a:cubicBezTo>
                <a:cubicBezTo>
                  <a:pt x="40082" y="92010"/>
                  <a:pt x="15242" y="82060"/>
                  <a:pt x="7622" y="61325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BA6762E0-8478-4386-99ED-10EABBFC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946" y="4442145"/>
            <a:ext cx="98607" cy="92012"/>
          </a:xfrm>
          <a:custGeom xmlns:a="http://schemas.openxmlformats.org/drawingml/2006/main">
            <a:pathLst>
              <a:path w="98607" h="92012">
                <a:moveTo>
                  <a:pt x="7621" y="61326"/>
                </a:moveTo>
                <a:cubicBezTo>
                  <a:pt x="0" y="40590"/>
                  <a:pt x="12483" y="16921"/>
                  <a:pt x="35504" y="8461"/>
                </a:cubicBezTo>
                <a:cubicBezTo>
                  <a:pt x="58524" y="0"/>
                  <a:pt x="83364" y="9950"/>
                  <a:pt x="90986" y="30686"/>
                </a:cubicBezTo>
                <a:cubicBezTo>
                  <a:pt x="98607" y="51422"/>
                  <a:pt x="86123" y="75090"/>
                  <a:pt x="63103" y="83551"/>
                </a:cubicBezTo>
                <a:cubicBezTo>
                  <a:pt x="40082" y="92012"/>
                  <a:pt x="15242" y="82061"/>
                  <a:pt x="7621" y="613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356">
            <a:solidFill>
              <a:srgbClr val="000000"/>
            </a:solidFill>
            <a:prstDash val="solid"/>
          </a:ln>
        </p:spPr>
      </p:sp>
      <p:sp>
        <p:nvSpPr>
          <p:cNvPr id="190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E5F2AE28-5083-43CB-9151-B4A3A9F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4374" y="4503867"/>
            <a:ext cx="395109" cy="466843"/>
          </a:xfrm>
          <a:custGeom xmlns:a="http://schemas.openxmlformats.org/drawingml/2006/main">
            <a:pathLst>
              <a:path w="395109" h="466843">
                <a:moveTo>
                  <a:pt x="0" y="466843"/>
                </a:moveTo>
                <a:lnTo>
                  <a:pt x="3951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56">
            <a:solidFill>
              <a:srgbClr val="000000"/>
            </a:solidFill>
            <a:prstDash val="solid"/>
          </a:ln>
        </p:spPr>
      </p:sp>
      <p:sp>
        <p:nvSpPr>
          <p:cNvPr id="191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16F4E7FB-7F7D-4CCD-84FC-2677EF8A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909" y="4472436"/>
            <a:ext cx="395109" cy="466843"/>
          </a:xfrm>
          <a:custGeom xmlns:a="http://schemas.openxmlformats.org/drawingml/2006/main">
            <a:pathLst>
              <a:path w="395109" h="466843">
                <a:moveTo>
                  <a:pt x="0" y="466843"/>
                </a:moveTo>
                <a:lnTo>
                  <a:pt x="3951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56">
            <a:solidFill>
              <a:srgbClr val="000000"/>
            </a:solidFill>
            <a:prstDash val="solid"/>
          </a:ln>
        </p:spPr>
      </p:sp>
      <p:sp>
        <p:nvSpPr>
          <p:cNvPr id="192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4B047732-36D3-42FF-A77C-1FED02B5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143" y="4931572"/>
            <a:ext cx="47850" cy="264624"/>
          </a:xfrm>
          <a:custGeom xmlns:a="http://schemas.openxmlformats.org/drawingml/2006/main">
            <a:pathLst>
              <a:path w="47850" h="264624">
                <a:moveTo>
                  <a:pt x="0" y="264624"/>
                </a:moveTo>
                <a:lnTo>
                  <a:pt x="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93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E739B75E-C052-4106-9FD5-5DB96D85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589" y="4965791"/>
            <a:ext cx="39646" cy="231043"/>
          </a:xfrm>
          <a:custGeom xmlns:a="http://schemas.openxmlformats.org/drawingml/2006/main">
            <a:pathLst>
              <a:path w="39646" h="231043">
                <a:moveTo>
                  <a:pt x="0" y="231043"/>
                </a:moveTo>
                <a:lnTo>
                  <a:pt x="396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194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F3BE4A27-B249-4177-B070-33DFF18A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647" y="6545526"/>
            <a:ext cx="2323029" cy="315569"/>
          </a:xfrm>
          <a:custGeom xmlns:a="http://schemas.openxmlformats.org/drawingml/2006/main">
            <a:pathLst>
              <a:path w="2323029" h="315569">
                <a:moveTo>
                  <a:pt x="0" y="315569"/>
                </a:moveTo>
                <a:lnTo>
                  <a:pt x="426127" y="0"/>
                </a:lnTo>
                <a:lnTo>
                  <a:pt x="2323029" y="0"/>
                </a:lnTo>
                <a:lnTo>
                  <a:pt x="1896904" y="315569"/>
                </a:lnTo>
                <a:lnTo>
                  <a:pt x="0" y="315569"/>
                </a:lnTo>
              </a:path>
            </a:pathLst>
          </a:cu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9B7631A8-A531-43F1-82EB-7367A0D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1755" y="6539824"/>
            <a:ext cx="188199" cy="165388"/>
          </a:xfrm>
          <a:custGeom xmlns:a="http://schemas.openxmlformats.org/drawingml/2006/main">
            <a:pathLst>
              <a:path w="188199" h="165388">
                <a:moveTo>
                  <a:pt x="0" y="0"/>
                </a:moveTo>
                <a:lnTo>
                  <a:pt x="188199" y="0"/>
                </a:lnTo>
                <a:lnTo>
                  <a:pt x="188199" y="165388"/>
                </a:lnTo>
                <a:lnTo>
                  <a:pt x="0" y="165388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4B3099B7-5291-4A15-AAA7-D279D94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954" y="6484695"/>
            <a:ext cx="55128" cy="220516"/>
          </a:xfrm>
          <a:custGeom xmlns:a="http://schemas.openxmlformats.org/drawingml/2006/main">
            <a:pathLst>
              <a:path w="55128" h="220516">
                <a:moveTo>
                  <a:pt x="0" y="55129"/>
                </a:moveTo>
                <a:lnTo>
                  <a:pt x="55128" y="0"/>
                </a:lnTo>
                <a:lnTo>
                  <a:pt x="55128" y="165387"/>
                </a:lnTo>
                <a:lnTo>
                  <a:pt x="0" y="220516"/>
                </a:lnTo>
                <a:lnTo>
                  <a:pt x="0" y="55129"/>
                </a:lnTo>
              </a:path>
            </a:pathLst>
          </a:custGeom>
          <a:solidFill xmlns:a="http://schemas.openxmlformats.org/drawingml/2006/main">
            <a:srgbClr val="005A9A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A3C7BDCF-BF4F-4F72-80FA-80FC770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1755" y="6484695"/>
            <a:ext cx="243327" cy="55129"/>
          </a:xfrm>
          <a:custGeom xmlns:a="http://schemas.openxmlformats.org/drawingml/2006/main">
            <a:pathLst>
              <a:path w="243327" h="55129">
                <a:moveTo>
                  <a:pt x="0" y="55129"/>
                </a:moveTo>
                <a:lnTo>
                  <a:pt x="55128" y="0"/>
                </a:lnTo>
                <a:lnTo>
                  <a:pt x="243327" y="0"/>
                </a:lnTo>
                <a:lnTo>
                  <a:pt x="188199" y="55129"/>
                </a:lnTo>
                <a:lnTo>
                  <a:pt x="0" y="55129"/>
                </a:lnTo>
              </a:path>
            </a:pathLst>
          </a:custGeom>
          <a:solidFill xmlns:a="http://schemas.openxmlformats.org/drawingml/2006/main">
            <a:srgbClr val="328C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4B40961B-D3C8-4107-AFE8-89DE9676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682" y="6543626"/>
            <a:ext cx="184398" cy="165387"/>
          </a:xfrm>
          <a:custGeom xmlns:a="http://schemas.openxmlformats.org/drawingml/2006/main">
            <a:pathLst>
              <a:path w="184398" h="165387">
                <a:moveTo>
                  <a:pt x="0" y="0"/>
                </a:moveTo>
                <a:lnTo>
                  <a:pt x="184398" y="0"/>
                </a:lnTo>
                <a:lnTo>
                  <a:pt x="184398" y="165387"/>
                </a:lnTo>
                <a:lnTo>
                  <a:pt x="0" y="16538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051B216E-20B7-4D6D-B7A8-5EC3D54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080" y="6488498"/>
            <a:ext cx="55130" cy="220515"/>
          </a:xfrm>
          <a:custGeom xmlns:a="http://schemas.openxmlformats.org/drawingml/2006/main">
            <a:pathLst>
              <a:path w="55130" h="220515">
                <a:moveTo>
                  <a:pt x="0" y="55129"/>
                </a:moveTo>
                <a:lnTo>
                  <a:pt x="55130" y="0"/>
                </a:lnTo>
                <a:lnTo>
                  <a:pt x="55130" y="165387"/>
                </a:lnTo>
                <a:lnTo>
                  <a:pt x="0" y="220515"/>
                </a:lnTo>
                <a:lnTo>
                  <a:pt x="0" y="55129"/>
                </a:lnTo>
              </a:path>
            </a:pathLst>
          </a:custGeom>
          <a:solidFill xmlns:a="http://schemas.openxmlformats.org/drawingml/2006/main">
            <a:srgbClr val="CD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A6C3C00D-76A6-4934-8918-6B0E528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682" y="6488498"/>
            <a:ext cx="239528" cy="55129"/>
          </a:xfrm>
          <a:custGeom xmlns:a="http://schemas.openxmlformats.org/drawingml/2006/main">
            <a:pathLst>
              <a:path w="239528" h="55129">
                <a:moveTo>
                  <a:pt x="0" y="55129"/>
                </a:moveTo>
                <a:lnTo>
                  <a:pt x="55129" y="0"/>
                </a:lnTo>
                <a:lnTo>
                  <a:pt x="239528" y="0"/>
                </a:lnTo>
                <a:lnTo>
                  <a:pt x="184398" y="55129"/>
                </a:lnTo>
                <a:lnTo>
                  <a:pt x="0" y="55129"/>
                </a:lnTo>
              </a:path>
            </a:pathLst>
          </a:custGeom>
          <a:solidFill xmlns:a="http://schemas.openxmlformats.org/drawingml/2006/main">
            <a:srgbClr val="FF3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D67F7AC3-3F65-4E49-B4D6-1829A283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707" y="6287941"/>
            <a:ext cx="189152" cy="162536"/>
          </a:xfrm>
          <a:custGeom xmlns:a="http://schemas.openxmlformats.org/drawingml/2006/main">
            <a:pathLst>
              <a:path w="189152" h="162536">
                <a:moveTo>
                  <a:pt x="0" y="0"/>
                </a:moveTo>
                <a:lnTo>
                  <a:pt x="189152" y="0"/>
                </a:lnTo>
                <a:lnTo>
                  <a:pt x="189152" y="162536"/>
                </a:lnTo>
                <a:lnTo>
                  <a:pt x="0" y="162536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5D391BE8-5C97-4B26-98FF-F4401A81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858" y="6233763"/>
            <a:ext cx="54179" cy="216715"/>
          </a:xfrm>
          <a:custGeom xmlns:a="http://schemas.openxmlformats.org/drawingml/2006/main">
            <a:pathLst>
              <a:path w="54179" h="216715">
                <a:moveTo>
                  <a:pt x="0" y="54179"/>
                </a:moveTo>
                <a:lnTo>
                  <a:pt x="54179" y="0"/>
                </a:lnTo>
                <a:lnTo>
                  <a:pt x="54179" y="162536"/>
                </a:lnTo>
                <a:lnTo>
                  <a:pt x="0" y="216715"/>
                </a:lnTo>
                <a:lnTo>
                  <a:pt x="0" y="54179"/>
                </a:lnTo>
              </a:path>
            </a:pathLst>
          </a:custGeom>
          <a:solidFill xmlns:a="http://schemas.openxmlformats.org/drawingml/2006/main">
            <a:srgbClr val="005A9A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737D09B1-4649-4F90-8A90-BFA2831D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707" y="6233763"/>
            <a:ext cx="243330" cy="54179"/>
          </a:xfrm>
          <a:custGeom xmlns:a="http://schemas.openxmlformats.org/drawingml/2006/main">
            <a:pathLst>
              <a:path w="243330" h="54179">
                <a:moveTo>
                  <a:pt x="0" y="54179"/>
                </a:moveTo>
                <a:lnTo>
                  <a:pt x="54179" y="0"/>
                </a:lnTo>
                <a:lnTo>
                  <a:pt x="243330" y="0"/>
                </a:lnTo>
                <a:lnTo>
                  <a:pt x="189152" y="54179"/>
                </a:lnTo>
                <a:lnTo>
                  <a:pt x="0" y="54179"/>
                </a:lnTo>
              </a:path>
            </a:pathLst>
          </a:custGeom>
          <a:solidFill xmlns:a="http://schemas.openxmlformats.org/drawingml/2006/main">
            <a:srgbClr val="328C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A0602E9A-D977-48C0-BDA5-E6EB53F4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682" y="6375387"/>
            <a:ext cx="185349" cy="162536"/>
          </a:xfrm>
          <a:custGeom xmlns:a="http://schemas.openxmlformats.org/drawingml/2006/main">
            <a:pathLst>
              <a:path w="185349" h="162536">
                <a:moveTo>
                  <a:pt x="0" y="0"/>
                </a:moveTo>
                <a:lnTo>
                  <a:pt x="185349" y="0"/>
                </a:lnTo>
                <a:lnTo>
                  <a:pt x="185349" y="162536"/>
                </a:lnTo>
                <a:lnTo>
                  <a:pt x="0" y="162536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E005CE69-84CA-4FD7-8314-B3EBF5B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030" y="6321209"/>
            <a:ext cx="54180" cy="216714"/>
          </a:xfrm>
          <a:custGeom xmlns:a="http://schemas.openxmlformats.org/drawingml/2006/main">
            <a:pathLst>
              <a:path w="54180" h="216714">
                <a:moveTo>
                  <a:pt x="0" y="54178"/>
                </a:moveTo>
                <a:lnTo>
                  <a:pt x="54180" y="0"/>
                </a:lnTo>
                <a:lnTo>
                  <a:pt x="54180" y="162536"/>
                </a:lnTo>
                <a:lnTo>
                  <a:pt x="0" y="216714"/>
                </a:lnTo>
                <a:lnTo>
                  <a:pt x="0" y="54178"/>
                </a:lnTo>
              </a:path>
            </a:pathLst>
          </a:custGeom>
          <a:solidFill xmlns:a="http://schemas.openxmlformats.org/drawingml/2006/main">
            <a:srgbClr val="005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02862939-442E-4158-BA05-7B1969D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682" y="6321209"/>
            <a:ext cx="239528" cy="54178"/>
          </a:xfrm>
          <a:custGeom xmlns:a="http://schemas.openxmlformats.org/drawingml/2006/main">
            <a:pathLst>
              <a:path w="239528" h="54178">
                <a:moveTo>
                  <a:pt x="0" y="54178"/>
                </a:moveTo>
                <a:lnTo>
                  <a:pt x="54178" y="0"/>
                </a:lnTo>
                <a:lnTo>
                  <a:pt x="239528" y="0"/>
                </a:lnTo>
                <a:lnTo>
                  <a:pt x="185349" y="54178"/>
                </a:lnTo>
                <a:lnTo>
                  <a:pt x="0" y="54178"/>
                </a:lnTo>
              </a:path>
            </a:pathLst>
          </a:custGeom>
          <a:solidFill xmlns:a="http://schemas.openxmlformats.org/drawingml/2006/main">
            <a:srgbClr val="328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CB5ABCE9-0DDA-46EC-B21C-F2FC66F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559" y="6513210"/>
            <a:ext cx="98854" cy="87446"/>
          </a:xfrm>
          <a:custGeom xmlns:a="http://schemas.openxmlformats.org/drawingml/2006/main">
            <a:pathLst>
              <a:path w="98854" h="87446">
                <a:moveTo>
                  <a:pt x="0" y="43723"/>
                </a:moveTo>
                <a:cubicBezTo>
                  <a:pt x="0" y="19576"/>
                  <a:pt x="22129" y="0"/>
                  <a:pt x="49426" y="0"/>
                </a:cubicBezTo>
                <a:cubicBezTo>
                  <a:pt x="76724" y="0"/>
                  <a:pt x="98854" y="19576"/>
                  <a:pt x="98854" y="43723"/>
                </a:cubicBezTo>
                <a:cubicBezTo>
                  <a:pt x="98854" y="67870"/>
                  <a:pt x="76724" y="87446"/>
                  <a:pt x="49426" y="87446"/>
                </a:cubicBezTo>
                <a:cubicBezTo>
                  <a:pt x="22129" y="87446"/>
                  <a:pt x="0" y="67870"/>
                  <a:pt x="0" y="43723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8BAC3BBC-AD4A-4F5B-9DEB-AC364B5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559" y="6513210"/>
            <a:ext cx="98853" cy="87445"/>
          </a:xfrm>
          <a:custGeom xmlns:a="http://schemas.openxmlformats.org/drawingml/2006/main">
            <a:pathLst>
              <a:path w="98853" h="87445">
                <a:moveTo>
                  <a:pt x="0" y="43722"/>
                </a:moveTo>
                <a:cubicBezTo>
                  <a:pt x="0" y="19576"/>
                  <a:pt x="22129" y="0"/>
                  <a:pt x="49426" y="0"/>
                </a:cubicBezTo>
                <a:cubicBezTo>
                  <a:pt x="76724" y="0"/>
                  <a:pt x="98853" y="19576"/>
                  <a:pt x="98853" y="43722"/>
                </a:cubicBezTo>
                <a:cubicBezTo>
                  <a:pt x="98853" y="67870"/>
                  <a:pt x="76724" y="87445"/>
                  <a:pt x="49426" y="87445"/>
                </a:cubicBezTo>
                <a:cubicBezTo>
                  <a:pt x="22129" y="87445"/>
                  <a:pt x="0" y="67870"/>
                  <a:pt x="0" y="437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09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BB802069-B51B-49F8-85FA-E5C1AFA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944" y="6558834"/>
            <a:ext cx="27755" cy="110151"/>
          </a:xfrm>
          <a:custGeom xmlns:a="http://schemas.openxmlformats.org/drawingml/2006/main">
            <a:pathLst>
              <a:path w="27755" h="110151">
                <a:moveTo>
                  <a:pt x="27755" y="0"/>
                </a:moveTo>
                <a:lnTo>
                  <a:pt x="0" y="110151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0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4AB8DDF2-33F3-4BF8-AC46-0487ACE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412" y="6558834"/>
            <a:ext cx="27755" cy="110151"/>
          </a:xfrm>
          <a:custGeom xmlns:a="http://schemas.openxmlformats.org/drawingml/2006/main">
            <a:pathLst>
              <a:path w="27755" h="110151">
                <a:moveTo>
                  <a:pt x="0" y="0"/>
                </a:moveTo>
                <a:lnTo>
                  <a:pt x="27755" y="110151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1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64AD07C5-7159-4F3C-96A6-E5B9123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706" y="6669093"/>
            <a:ext cx="297874" cy="95"/>
          </a:xfrm>
          <a:custGeom xmlns:a="http://schemas.openxmlformats.org/drawingml/2006/main">
            <a:pathLst>
              <a:path w="297874" h="95">
                <a:moveTo>
                  <a:pt x="0" y="0"/>
                </a:moveTo>
                <a:lnTo>
                  <a:pt x="297874" y="2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2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87BEAA7E-EABB-4421-B488-2DF1826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508" y="6669093"/>
            <a:ext cx="20450" cy="38886"/>
          </a:xfrm>
          <a:custGeom xmlns:a="http://schemas.openxmlformats.org/drawingml/2006/main">
            <a:pathLst>
              <a:path w="20450" h="38886">
                <a:moveTo>
                  <a:pt x="0" y="38886"/>
                </a:moveTo>
                <a:lnTo>
                  <a:pt x="2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3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7E25EABB-5A97-461B-964D-91A9847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549" y="6665291"/>
            <a:ext cx="20450" cy="38886"/>
          </a:xfrm>
          <a:custGeom xmlns:a="http://schemas.openxmlformats.org/drawingml/2006/main">
            <a:pathLst>
              <a:path w="20450" h="38886">
                <a:moveTo>
                  <a:pt x="0" y="38886"/>
                </a:moveTo>
                <a:lnTo>
                  <a:pt x="2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4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D7BE00BB-3046-4B9D-AB2A-A1CA246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985" y="6669093"/>
            <a:ext cx="20450" cy="38886"/>
          </a:xfrm>
          <a:custGeom xmlns:a="http://schemas.openxmlformats.org/drawingml/2006/main">
            <a:pathLst>
              <a:path w="20450" h="38886">
                <a:moveTo>
                  <a:pt x="0" y="38886"/>
                </a:moveTo>
                <a:lnTo>
                  <a:pt x="2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5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F26EA773-C9DD-42D6-B11B-0614D458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214" y="6665291"/>
            <a:ext cx="20450" cy="38886"/>
          </a:xfrm>
          <a:custGeom xmlns:a="http://schemas.openxmlformats.org/drawingml/2006/main">
            <a:pathLst>
              <a:path w="20450" h="38886">
                <a:moveTo>
                  <a:pt x="0" y="38886"/>
                </a:moveTo>
                <a:lnTo>
                  <a:pt x="2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6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38EC37D8-83E3-4E55-84D3-3937EECC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242" y="6665291"/>
            <a:ext cx="20450" cy="38886"/>
          </a:xfrm>
          <a:custGeom xmlns:a="http://schemas.openxmlformats.org/drawingml/2006/main">
            <a:pathLst>
              <a:path w="20450" h="38886">
                <a:moveTo>
                  <a:pt x="0" y="38886"/>
                </a:moveTo>
                <a:lnTo>
                  <a:pt x="2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17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5E19C2F3-BA70-46B0-9AEB-33A0410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0258" y="5748640"/>
            <a:ext cx="105842" cy="97827"/>
          </a:xfrm>
          <a:custGeom xmlns:a="http://schemas.openxmlformats.org/drawingml/2006/main">
            <a:pathLst>
              <a:path w="105842" h="97827">
                <a:moveTo>
                  <a:pt x="5945" y="36964"/>
                </a:moveTo>
                <a:cubicBezTo>
                  <a:pt x="11889" y="13596"/>
                  <a:pt x="37739" y="0"/>
                  <a:pt x="63685" y="6599"/>
                </a:cubicBezTo>
                <a:cubicBezTo>
                  <a:pt x="89629" y="13198"/>
                  <a:pt x="105842" y="37493"/>
                  <a:pt x="99898" y="60862"/>
                </a:cubicBezTo>
                <a:cubicBezTo>
                  <a:pt x="93954" y="84232"/>
                  <a:pt x="68103" y="97827"/>
                  <a:pt x="42159" y="91228"/>
                </a:cubicBezTo>
                <a:cubicBezTo>
                  <a:pt x="16214" y="84628"/>
                  <a:pt x="0" y="60333"/>
                  <a:pt x="5945" y="36964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8ABF83C2-B5E1-4228-A1C4-AC71FECA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0258" y="5748640"/>
            <a:ext cx="105843" cy="97827"/>
          </a:xfrm>
          <a:custGeom xmlns:a="http://schemas.openxmlformats.org/drawingml/2006/main">
            <a:pathLst>
              <a:path w="105843" h="97827">
                <a:moveTo>
                  <a:pt x="5945" y="36964"/>
                </a:moveTo>
                <a:cubicBezTo>
                  <a:pt x="11889" y="13595"/>
                  <a:pt x="37740" y="0"/>
                  <a:pt x="63684" y="6600"/>
                </a:cubicBezTo>
                <a:cubicBezTo>
                  <a:pt x="89629" y="13199"/>
                  <a:pt x="105843" y="37493"/>
                  <a:pt x="99898" y="60862"/>
                </a:cubicBezTo>
                <a:cubicBezTo>
                  <a:pt x="93954" y="84232"/>
                  <a:pt x="68103" y="97827"/>
                  <a:pt x="42159" y="91228"/>
                </a:cubicBezTo>
                <a:cubicBezTo>
                  <a:pt x="16214" y="84628"/>
                  <a:pt x="0" y="60334"/>
                  <a:pt x="5945" y="369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219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3F93312E-BA1D-4FD7-92E5-2B7129F4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4896" y="5835924"/>
            <a:ext cx="643892" cy="176222"/>
          </a:xfrm>
          <a:custGeom xmlns:a="http://schemas.openxmlformats.org/drawingml/2006/main">
            <a:pathLst>
              <a:path w="643892" h="176222">
                <a:moveTo>
                  <a:pt x="0" y="176222"/>
                </a:moveTo>
                <a:lnTo>
                  <a:pt x="643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220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851ED9E8-6566-4648-8908-BAF1813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680" y="5759183"/>
            <a:ext cx="643892" cy="176222"/>
          </a:xfrm>
          <a:custGeom xmlns:a="http://schemas.openxmlformats.org/drawingml/2006/main">
            <a:pathLst>
              <a:path w="643892" h="176222">
                <a:moveTo>
                  <a:pt x="0" y="176222"/>
                </a:moveTo>
                <a:lnTo>
                  <a:pt x="643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8">
            <a:solidFill>
              <a:srgbClr val="000000"/>
            </a:solidFill>
            <a:prstDash val="solid"/>
          </a:ln>
        </p:spPr>
      </p:sp>
      <p:sp>
        <p:nvSpPr>
          <p:cNvPr id="221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57CAB37E-18F0-4E4F-8CEB-E61B8810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3642" y="6193841"/>
            <a:ext cx="95" cy="137515"/>
          </a:xfrm>
          <a:custGeom xmlns:a="http://schemas.openxmlformats.org/drawingml/2006/main">
            <a:pathLst>
              <a:path w="95" h="137515">
                <a:moveTo>
                  <a:pt x="0" y="137515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2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0A8B161B-B87D-48BD-892E-B9E0B06A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187" y="6330713"/>
            <a:ext cx="216529" cy="95"/>
          </a:xfrm>
          <a:custGeom xmlns:a="http://schemas.openxmlformats.org/drawingml/2006/main">
            <a:pathLst>
              <a:path w="216529" h="95">
                <a:moveTo>
                  <a:pt x="0" y="0"/>
                </a:moveTo>
                <a:lnTo>
                  <a:pt x="216529" y="2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3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EB6FFE84-1915-478F-A13B-9E7C238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3901" y="6330713"/>
            <a:ext cx="95" cy="59624"/>
          </a:xfrm>
          <a:custGeom xmlns:a="http://schemas.openxmlformats.org/drawingml/2006/main">
            <a:pathLst>
              <a:path w="95" h="59624">
                <a:moveTo>
                  <a:pt x="0" y="59624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4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509FC83F-973E-4168-B6CD-7DEFB4A1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385" y="6330714"/>
            <a:ext cx="95" cy="44546"/>
          </a:xfrm>
          <a:custGeom xmlns:a="http://schemas.openxmlformats.org/drawingml/2006/main">
            <a:pathLst>
              <a:path w="95" h="44546">
                <a:moveTo>
                  <a:pt x="0" y="44546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5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A7CF0B0B-E6B5-4B59-8A90-FBF5AAB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204" y="6093566"/>
            <a:ext cx="102149" cy="93254"/>
          </a:xfrm>
          <a:custGeom xmlns:a="http://schemas.openxmlformats.org/drawingml/2006/main">
            <a:pathLst>
              <a:path w="102149" h="93254">
                <a:moveTo>
                  <a:pt x="56452" y="89956"/>
                </a:moveTo>
                <a:cubicBezTo>
                  <a:pt x="29887" y="93254"/>
                  <a:pt x="5942" y="76529"/>
                  <a:pt x="2970" y="52600"/>
                </a:cubicBezTo>
                <a:cubicBezTo>
                  <a:pt x="0" y="28669"/>
                  <a:pt x="19127" y="6598"/>
                  <a:pt x="45693" y="3299"/>
                </a:cubicBezTo>
                <a:cubicBezTo>
                  <a:pt x="72261" y="0"/>
                  <a:pt x="96207" y="16726"/>
                  <a:pt x="99177" y="40654"/>
                </a:cubicBezTo>
                <a:cubicBezTo>
                  <a:pt x="102149" y="64585"/>
                  <a:pt x="83020" y="86658"/>
                  <a:pt x="56452" y="89956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915A9461-E3EF-4E9D-BE74-48E5A45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204" y="6093566"/>
            <a:ext cx="102149" cy="93254"/>
          </a:xfrm>
          <a:custGeom xmlns:a="http://schemas.openxmlformats.org/drawingml/2006/main">
            <a:pathLst>
              <a:path w="102149" h="93254">
                <a:moveTo>
                  <a:pt x="56454" y="89956"/>
                </a:moveTo>
                <a:cubicBezTo>
                  <a:pt x="29887" y="93254"/>
                  <a:pt x="5942" y="76528"/>
                  <a:pt x="2972" y="52599"/>
                </a:cubicBezTo>
                <a:cubicBezTo>
                  <a:pt x="0" y="28669"/>
                  <a:pt x="19129" y="6596"/>
                  <a:pt x="45697" y="3298"/>
                </a:cubicBezTo>
                <a:cubicBezTo>
                  <a:pt x="72262" y="0"/>
                  <a:pt x="96207" y="16726"/>
                  <a:pt x="99179" y="40655"/>
                </a:cubicBezTo>
                <a:cubicBezTo>
                  <a:pt x="102149" y="64585"/>
                  <a:pt x="83022" y="86658"/>
                  <a:pt x="56454" y="8995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47">
            <a:solidFill>
              <a:srgbClr val="000000"/>
            </a:solidFill>
            <a:prstDash val="solid"/>
          </a:ln>
        </p:spPr>
      </p:sp>
      <p:sp>
        <p:nvSpPr>
          <p:cNvPr id="227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C3208AB6-8455-490F-9458-DA2F925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898" y="5768015"/>
            <a:ext cx="301237" cy="339109"/>
          </a:xfrm>
          <a:custGeom xmlns:a="http://schemas.openxmlformats.org/drawingml/2006/main">
            <a:pathLst>
              <a:path w="301237" h="339109">
                <a:moveTo>
                  <a:pt x="301237" y="3391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8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AAB461C3-E19B-4E53-AFCC-AB38BEB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254" y="5813639"/>
            <a:ext cx="308592" cy="348208"/>
          </a:xfrm>
          <a:custGeom xmlns:a="http://schemas.openxmlformats.org/drawingml/2006/main">
            <a:pathLst>
              <a:path w="308592" h="348208">
                <a:moveTo>
                  <a:pt x="308592" y="3482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29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3D2DC4F3-590D-4947-B02C-EB87584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98" y="6269881"/>
            <a:ext cx="95049" cy="83644"/>
          </a:xfrm>
          <a:custGeom xmlns:a="http://schemas.openxmlformats.org/drawingml/2006/main">
            <a:pathLst>
              <a:path w="95049" h="83644">
                <a:moveTo>
                  <a:pt x="0" y="41822"/>
                </a:moveTo>
                <a:cubicBezTo>
                  <a:pt x="0" y="18724"/>
                  <a:pt x="21277" y="0"/>
                  <a:pt x="47524" y="0"/>
                </a:cubicBezTo>
                <a:cubicBezTo>
                  <a:pt x="73772" y="0"/>
                  <a:pt x="95049" y="18724"/>
                  <a:pt x="95049" y="41822"/>
                </a:cubicBezTo>
                <a:cubicBezTo>
                  <a:pt x="95049" y="64920"/>
                  <a:pt x="73772" y="83644"/>
                  <a:pt x="47524" y="83644"/>
                </a:cubicBezTo>
                <a:cubicBezTo>
                  <a:pt x="21277" y="83644"/>
                  <a:pt x="0" y="64920"/>
                  <a:pt x="0" y="41822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16B1C595-7FCB-4CB4-9AF5-B7DF318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98" y="6269881"/>
            <a:ext cx="95051" cy="83644"/>
          </a:xfrm>
          <a:custGeom xmlns:a="http://schemas.openxmlformats.org/drawingml/2006/main">
            <a:pathLst>
              <a:path w="95051" h="83644">
                <a:moveTo>
                  <a:pt x="0" y="41822"/>
                </a:moveTo>
                <a:cubicBezTo>
                  <a:pt x="0" y="18724"/>
                  <a:pt x="21278" y="0"/>
                  <a:pt x="47525" y="0"/>
                </a:cubicBezTo>
                <a:cubicBezTo>
                  <a:pt x="73773" y="0"/>
                  <a:pt x="95051" y="18724"/>
                  <a:pt x="95051" y="41822"/>
                </a:cubicBezTo>
                <a:cubicBezTo>
                  <a:pt x="95051" y="64920"/>
                  <a:pt x="73773" y="83644"/>
                  <a:pt x="47525" y="83644"/>
                </a:cubicBezTo>
                <a:cubicBezTo>
                  <a:pt x="21278" y="83644"/>
                  <a:pt x="0" y="64920"/>
                  <a:pt x="0" y="418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1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B10D7918-E327-4064-8BF2-2265F99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4703" y="5939106"/>
            <a:ext cx="98852" cy="87446"/>
          </a:xfrm>
          <a:custGeom xmlns:a="http://schemas.openxmlformats.org/drawingml/2006/main">
            <a:pathLst>
              <a:path w="98852" h="87446">
                <a:moveTo>
                  <a:pt x="0" y="43723"/>
                </a:moveTo>
                <a:cubicBezTo>
                  <a:pt x="0" y="19576"/>
                  <a:pt x="22129" y="0"/>
                  <a:pt x="49427" y="0"/>
                </a:cubicBezTo>
                <a:cubicBezTo>
                  <a:pt x="76724" y="0"/>
                  <a:pt x="98852" y="19576"/>
                  <a:pt x="98852" y="43723"/>
                </a:cubicBezTo>
                <a:cubicBezTo>
                  <a:pt x="98852" y="67872"/>
                  <a:pt x="76724" y="87446"/>
                  <a:pt x="49427" y="87446"/>
                </a:cubicBezTo>
                <a:cubicBezTo>
                  <a:pt x="22129" y="87446"/>
                  <a:pt x="0" y="67872"/>
                  <a:pt x="0" y="43723"/>
                </a:cubicBezTo>
              </a:path>
            </a:pathLst>
          </a:custGeom>
          <a:solidFill xmlns:a="http://schemas.openxmlformats.org/drawingml/2006/main">
            <a:srgbClr val="7F7F7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788B4AF3-9024-4681-8614-11C923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4703" y="5939106"/>
            <a:ext cx="98852" cy="87446"/>
          </a:xfrm>
          <a:custGeom xmlns:a="http://schemas.openxmlformats.org/drawingml/2006/main">
            <a:pathLst>
              <a:path w="98852" h="87446">
                <a:moveTo>
                  <a:pt x="0" y="43723"/>
                </a:moveTo>
                <a:cubicBezTo>
                  <a:pt x="0" y="19576"/>
                  <a:pt x="22129" y="0"/>
                  <a:pt x="49425" y="0"/>
                </a:cubicBezTo>
                <a:cubicBezTo>
                  <a:pt x="76723" y="0"/>
                  <a:pt x="98852" y="19576"/>
                  <a:pt x="98852" y="43723"/>
                </a:cubicBezTo>
                <a:cubicBezTo>
                  <a:pt x="98852" y="67871"/>
                  <a:pt x="76723" y="87446"/>
                  <a:pt x="49425" y="87446"/>
                </a:cubicBezTo>
                <a:cubicBezTo>
                  <a:pt x="22129" y="87446"/>
                  <a:pt x="0" y="67871"/>
                  <a:pt x="0" y="437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3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8559A1FE-3D0B-4298-819E-E11D8461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639" y="6011345"/>
            <a:ext cx="580581" cy="329510"/>
          </a:xfrm>
          <a:custGeom xmlns:a="http://schemas.openxmlformats.org/drawingml/2006/main">
            <a:pathLst>
              <a:path w="580581" h="329510">
                <a:moveTo>
                  <a:pt x="0" y="329510"/>
                </a:moveTo>
                <a:lnTo>
                  <a:pt x="580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4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34CC3FB5-BFEA-4AD1-98F5-68BA6B0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202" y="5950513"/>
            <a:ext cx="580581" cy="329510"/>
          </a:xfrm>
          <a:custGeom xmlns:a="http://schemas.openxmlformats.org/drawingml/2006/main">
            <a:pathLst>
              <a:path w="580581" h="329510">
                <a:moveTo>
                  <a:pt x="0" y="329510"/>
                </a:moveTo>
                <a:lnTo>
                  <a:pt x="580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5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B181952D-57CE-40E4-BD2A-B0BF8E2C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559" y="6311703"/>
            <a:ext cx="69205" cy="245306"/>
          </a:xfrm>
          <a:custGeom xmlns:a="http://schemas.openxmlformats.org/drawingml/2006/main">
            <a:pathLst>
              <a:path w="69205" h="245306">
                <a:moveTo>
                  <a:pt x="0" y="245306"/>
                </a:moveTo>
                <a:lnTo>
                  <a:pt x="69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6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FEA16618-0408-45A9-9BCA-C699B0A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412" y="6342120"/>
            <a:ext cx="55008" cy="214432"/>
          </a:xfrm>
          <a:custGeom xmlns:a="http://schemas.openxmlformats.org/drawingml/2006/main">
            <a:pathLst>
              <a:path w="55008" h="214432">
                <a:moveTo>
                  <a:pt x="0" y="214432"/>
                </a:moveTo>
                <a:lnTo>
                  <a:pt x="55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37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58C5738C-65A3-46AA-B0EB-9FC0D31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274" y="6106395"/>
            <a:ext cx="95" cy="137515"/>
          </a:xfrm>
          <a:custGeom xmlns:a="http://schemas.openxmlformats.org/drawingml/2006/main">
            <a:pathLst>
              <a:path w="95" h="137515">
                <a:moveTo>
                  <a:pt x="0" y="137515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38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33ADDECC-955E-4A18-832F-864A0A7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618" y="6243267"/>
            <a:ext cx="216529" cy="95"/>
          </a:xfrm>
          <a:custGeom xmlns:a="http://schemas.openxmlformats.org/drawingml/2006/main">
            <a:pathLst>
              <a:path w="216529" h="95">
                <a:moveTo>
                  <a:pt x="0" y="0"/>
                </a:moveTo>
                <a:lnTo>
                  <a:pt x="216529" y="2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39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6E02D22E-B68A-4298-8F4F-811F4E8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8334" y="6243267"/>
            <a:ext cx="95" cy="59624"/>
          </a:xfrm>
          <a:custGeom xmlns:a="http://schemas.openxmlformats.org/drawingml/2006/main">
            <a:pathLst>
              <a:path w="95" h="59624">
                <a:moveTo>
                  <a:pt x="0" y="59624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0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0B7BAD10-6E7A-4A8C-A4A9-14DA4A2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014" y="6243267"/>
            <a:ext cx="95" cy="44546"/>
          </a:xfrm>
          <a:custGeom xmlns:a="http://schemas.openxmlformats.org/drawingml/2006/main">
            <a:pathLst>
              <a:path w="95" h="44546">
                <a:moveTo>
                  <a:pt x="0" y="44546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1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EF10141C-7457-4947-B40B-A8FC6E58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717" y="6372536"/>
            <a:ext cx="95" cy="137515"/>
          </a:xfrm>
          <a:custGeom xmlns:a="http://schemas.openxmlformats.org/drawingml/2006/main">
            <a:pathLst>
              <a:path w="95" h="137515">
                <a:moveTo>
                  <a:pt x="0" y="137515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2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02AD4A1A-78FF-4090-AE98-E7E00C3F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5062" y="6509408"/>
            <a:ext cx="216530" cy="95"/>
          </a:xfrm>
          <a:custGeom xmlns:a="http://schemas.openxmlformats.org/drawingml/2006/main">
            <a:pathLst>
              <a:path w="216530" h="95">
                <a:moveTo>
                  <a:pt x="0" y="0"/>
                </a:moveTo>
                <a:lnTo>
                  <a:pt x="216530" y="2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3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F781FEA3-DB11-45A5-949C-0EAEF77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776" y="6509409"/>
            <a:ext cx="95" cy="59624"/>
          </a:xfrm>
          <a:custGeom xmlns:a="http://schemas.openxmlformats.org/drawingml/2006/main">
            <a:pathLst>
              <a:path w="95" h="59624">
                <a:moveTo>
                  <a:pt x="0" y="59624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4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47B9C56C-F59B-449C-9E12-8A6D68F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260" y="6509409"/>
            <a:ext cx="95" cy="44546"/>
          </a:xfrm>
          <a:custGeom xmlns:a="http://schemas.openxmlformats.org/drawingml/2006/main">
            <a:pathLst>
              <a:path w="95" h="44546">
                <a:moveTo>
                  <a:pt x="0" y="44546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45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D8367409-42B6-4335-A78A-1794F51E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596" y="6594954"/>
            <a:ext cx="45625" cy="41822"/>
          </a:xfrm>
          <a:custGeom xmlns:a="http://schemas.openxmlformats.org/drawingml/2006/main">
            <a:pathLst>
              <a:path w="45625" h="41822">
                <a:moveTo>
                  <a:pt x="0" y="20911"/>
                </a:moveTo>
                <a:cubicBezTo>
                  <a:pt x="0" y="9362"/>
                  <a:pt x="10213" y="0"/>
                  <a:pt x="22812" y="0"/>
                </a:cubicBezTo>
                <a:cubicBezTo>
                  <a:pt x="35411" y="0"/>
                  <a:pt x="45625" y="9362"/>
                  <a:pt x="45625" y="20911"/>
                </a:cubicBezTo>
                <a:cubicBezTo>
                  <a:pt x="45625" y="32460"/>
                  <a:pt x="35411" y="41822"/>
                  <a:pt x="22812" y="41822"/>
                </a:cubicBezTo>
                <a:cubicBezTo>
                  <a:pt x="10213" y="41822"/>
                  <a:pt x="0" y="32460"/>
                  <a:pt x="0" y="20911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884AB5A4-5F8C-4330-8658-461AAFCC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165" y="6226158"/>
            <a:ext cx="41823" cy="41822"/>
          </a:xfrm>
          <a:custGeom xmlns:a="http://schemas.openxmlformats.org/drawingml/2006/main">
            <a:pathLst>
              <a:path w="41823" h="41822">
                <a:moveTo>
                  <a:pt x="0" y="20911"/>
                </a:moveTo>
                <a:cubicBezTo>
                  <a:pt x="0" y="9362"/>
                  <a:pt x="9362" y="0"/>
                  <a:pt x="20912" y="0"/>
                </a:cubicBezTo>
                <a:cubicBezTo>
                  <a:pt x="32460" y="0"/>
                  <a:pt x="41823" y="9362"/>
                  <a:pt x="41823" y="20911"/>
                </a:cubicBezTo>
                <a:cubicBezTo>
                  <a:pt x="41823" y="32460"/>
                  <a:pt x="32460" y="41822"/>
                  <a:pt x="20912" y="41822"/>
                </a:cubicBezTo>
                <a:cubicBezTo>
                  <a:pt x="9362" y="41822"/>
                  <a:pt x="0" y="32460"/>
                  <a:pt x="0" y="20911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87EE5F26-D917-4ECD-89E4-C977D2A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722" y="6435269"/>
            <a:ext cx="41823" cy="41822"/>
          </a:xfrm>
          <a:custGeom xmlns:a="http://schemas.openxmlformats.org/drawingml/2006/main">
            <a:pathLst>
              <a:path w="41823" h="41822">
                <a:moveTo>
                  <a:pt x="0" y="20911"/>
                </a:moveTo>
                <a:cubicBezTo>
                  <a:pt x="0" y="9362"/>
                  <a:pt x="9362" y="0"/>
                  <a:pt x="20912" y="0"/>
                </a:cubicBezTo>
                <a:cubicBezTo>
                  <a:pt x="32461" y="0"/>
                  <a:pt x="41823" y="9362"/>
                  <a:pt x="41823" y="20911"/>
                </a:cubicBezTo>
                <a:cubicBezTo>
                  <a:pt x="41823" y="32460"/>
                  <a:pt x="32461" y="41822"/>
                  <a:pt x="20912" y="41822"/>
                </a:cubicBezTo>
                <a:cubicBezTo>
                  <a:pt x="9362" y="41822"/>
                  <a:pt x="0" y="32460"/>
                  <a:pt x="0" y="20911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26B0405D-CEE8-4060-BB1B-48E58FC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608" y="6242003"/>
            <a:ext cx="604808" cy="356438"/>
          </a:xfrm>
          <a:custGeom xmlns:a="http://schemas.openxmlformats.org/drawingml/2006/main">
            <a:pathLst>
              <a:path w="604808" h="356438">
                <a:moveTo>
                  <a:pt x="0" y="355523"/>
                </a:moveTo>
                <a:lnTo>
                  <a:pt x="1734" y="322572"/>
                </a:lnTo>
                <a:lnTo>
                  <a:pt x="4812" y="302648"/>
                </a:lnTo>
                <a:lnTo>
                  <a:pt x="22033" y="305310"/>
                </a:lnTo>
                <a:lnTo>
                  <a:pt x="19023" y="324798"/>
                </a:lnTo>
                <a:lnTo>
                  <a:pt x="19112" y="323925"/>
                </a:lnTo>
                <a:lnTo>
                  <a:pt x="17402" y="356438"/>
                </a:lnTo>
                <a:lnTo>
                  <a:pt x="0" y="355523"/>
                </a:lnTo>
                <a:moveTo>
                  <a:pt x="8057" y="284704"/>
                </a:moveTo>
                <a:lnTo>
                  <a:pt x="15086" y="256942"/>
                </a:lnTo>
                <a:lnTo>
                  <a:pt x="23174" y="233900"/>
                </a:lnTo>
                <a:lnTo>
                  <a:pt x="39618" y="239672"/>
                </a:lnTo>
                <a:lnTo>
                  <a:pt x="31658" y="262346"/>
                </a:lnTo>
                <a:lnTo>
                  <a:pt x="31883" y="261599"/>
                </a:lnTo>
                <a:lnTo>
                  <a:pt x="24949" y="288982"/>
                </a:lnTo>
                <a:lnTo>
                  <a:pt x="8057" y="284704"/>
                </a:lnTo>
                <a:moveTo>
                  <a:pt x="29908" y="217039"/>
                </a:moveTo>
                <a:lnTo>
                  <a:pt x="40018" y="194597"/>
                </a:lnTo>
                <a:lnTo>
                  <a:pt x="53773" y="169768"/>
                </a:lnTo>
                <a:lnTo>
                  <a:pt x="69016" y="178213"/>
                </a:lnTo>
                <a:lnTo>
                  <a:pt x="55436" y="202727"/>
                </a:lnTo>
                <a:lnTo>
                  <a:pt x="55757" y="202082"/>
                </a:lnTo>
                <a:lnTo>
                  <a:pt x="45797" y="224196"/>
                </a:lnTo>
                <a:lnTo>
                  <a:pt x="29908" y="217039"/>
                </a:lnTo>
                <a:moveTo>
                  <a:pt x="63464" y="154454"/>
                </a:moveTo>
                <a:lnTo>
                  <a:pt x="74739" y="137513"/>
                </a:lnTo>
                <a:lnTo>
                  <a:pt x="94961" y="111899"/>
                </a:lnTo>
                <a:lnTo>
                  <a:pt x="108639" y="122697"/>
                </a:lnTo>
                <a:lnTo>
                  <a:pt x="88633" y="148034"/>
                </a:lnTo>
                <a:lnTo>
                  <a:pt x="89048" y="147462"/>
                </a:lnTo>
                <a:lnTo>
                  <a:pt x="77971" y="164108"/>
                </a:lnTo>
                <a:lnTo>
                  <a:pt x="63464" y="154454"/>
                </a:lnTo>
                <a:moveTo>
                  <a:pt x="107312" y="98609"/>
                </a:moveTo>
                <a:lnTo>
                  <a:pt x="117520" y="87671"/>
                </a:lnTo>
                <a:lnTo>
                  <a:pt x="141407" y="66091"/>
                </a:lnTo>
                <a:lnTo>
                  <a:pt x="146725" y="62093"/>
                </a:lnTo>
                <a:lnTo>
                  <a:pt x="157198" y="76020"/>
                </a:lnTo>
                <a:lnTo>
                  <a:pt x="152194" y="79782"/>
                </a:lnTo>
                <a:lnTo>
                  <a:pt x="152799" y="79284"/>
                </a:lnTo>
                <a:lnTo>
                  <a:pt x="129476" y="100352"/>
                </a:lnTo>
                <a:lnTo>
                  <a:pt x="130006" y="99830"/>
                </a:lnTo>
                <a:lnTo>
                  <a:pt x="120054" y="110498"/>
                </a:lnTo>
                <a:lnTo>
                  <a:pt x="107312" y="98609"/>
                </a:lnTo>
                <a:moveTo>
                  <a:pt x="160652" y="51620"/>
                </a:moveTo>
                <a:lnTo>
                  <a:pt x="166687" y="47080"/>
                </a:lnTo>
                <a:lnTo>
                  <a:pt x="193156" y="30897"/>
                </a:lnTo>
                <a:lnTo>
                  <a:pt x="207101" y="24252"/>
                </a:lnTo>
                <a:lnTo>
                  <a:pt x="214597" y="39983"/>
                </a:lnTo>
                <a:lnTo>
                  <a:pt x="201063" y="46434"/>
                </a:lnTo>
                <a:lnTo>
                  <a:pt x="201858" y="46002"/>
                </a:lnTo>
                <a:lnTo>
                  <a:pt x="176134" y="61728"/>
                </a:lnTo>
                <a:lnTo>
                  <a:pt x="176826" y="61258"/>
                </a:lnTo>
                <a:lnTo>
                  <a:pt x="171125" y="65546"/>
                </a:lnTo>
                <a:lnTo>
                  <a:pt x="160652" y="51620"/>
                </a:lnTo>
                <a:moveTo>
                  <a:pt x="223874" y="16693"/>
                </a:moveTo>
                <a:lnTo>
                  <a:pt x="248840" y="8110"/>
                </a:lnTo>
                <a:lnTo>
                  <a:pt x="275228" y="2575"/>
                </a:lnTo>
                <a:lnTo>
                  <a:pt x="278806" y="19630"/>
                </a:lnTo>
                <a:lnTo>
                  <a:pt x="252950" y="25053"/>
                </a:lnTo>
                <a:lnTo>
                  <a:pt x="253993" y="24765"/>
                </a:lnTo>
                <a:lnTo>
                  <a:pt x="229539" y="33172"/>
                </a:lnTo>
                <a:lnTo>
                  <a:pt x="223874" y="16693"/>
                </a:lnTo>
                <a:moveTo>
                  <a:pt x="293743" y="919"/>
                </a:moveTo>
                <a:lnTo>
                  <a:pt x="306618" y="0"/>
                </a:lnTo>
                <a:lnTo>
                  <a:pt x="335342" y="1147"/>
                </a:lnTo>
                <a:lnTo>
                  <a:pt x="347519" y="2573"/>
                </a:lnTo>
                <a:lnTo>
                  <a:pt x="345491" y="19881"/>
                </a:lnTo>
                <a:lnTo>
                  <a:pt x="333646" y="18492"/>
                </a:lnTo>
                <a:lnTo>
                  <a:pt x="334312" y="18545"/>
                </a:lnTo>
                <a:lnTo>
                  <a:pt x="306407" y="17432"/>
                </a:lnTo>
                <a:lnTo>
                  <a:pt x="307374" y="17416"/>
                </a:lnTo>
                <a:lnTo>
                  <a:pt x="294984" y="18301"/>
                </a:lnTo>
                <a:lnTo>
                  <a:pt x="293743" y="919"/>
                </a:lnTo>
                <a:moveTo>
                  <a:pt x="365440" y="4806"/>
                </a:moveTo>
                <a:lnTo>
                  <a:pt x="391544" y="9820"/>
                </a:lnTo>
                <a:lnTo>
                  <a:pt x="416968" y="16591"/>
                </a:lnTo>
                <a:lnTo>
                  <a:pt x="412486" y="33431"/>
                </a:lnTo>
                <a:lnTo>
                  <a:pt x="387357" y="26738"/>
                </a:lnTo>
                <a:lnTo>
                  <a:pt x="387955" y="26875"/>
                </a:lnTo>
                <a:lnTo>
                  <a:pt x="362154" y="21919"/>
                </a:lnTo>
                <a:lnTo>
                  <a:pt x="365440" y="4806"/>
                </a:lnTo>
                <a:moveTo>
                  <a:pt x="434066" y="22299"/>
                </a:moveTo>
                <a:lnTo>
                  <a:pt x="445018" y="26041"/>
                </a:lnTo>
                <a:lnTo>
                  <a:pt x="470205" y="36626"/>
                </a:lnTo>
                <a:lnTo>
                  <a:pt x="483228" y="43199"/>
                </a:lnTo>
                <a:lnTo>
                  <a:pt x="475376" y="58755"/>
                </a:lnTo>
                <a:lnTo>
                  <a:pt x="462623" y="52319"/>
                </a:lnTo>
                <a:lnTo>
                  <a:pt x="463176" y="52574"/>
                </a:lnTo>
                <a:lnTo>
                  <a:pt x="438543" y="42222"/>
                </a:lnTo>
                <a:lnTo>
                  <a:pt x="439103" y="42434"/>
                </a:lnTo>
                <a:lnTo>
                  <a:pt x="428432" y="38789"/>
                </a:lnTo>
                <a:lnTo>
                  <a:pt x="434066" y="22299"/>
                </a:lnTo>
                <a:moveTo>
                  <a:pt x="499139" y="51708"/>
                </a:moveTo>
                <a:lnTo>
                  <a:pt x="516428" y="62060"/>
                </a:lnTo>
                <a:lnTo>
                  <a:pt x="537041" y="76650"/>
                </a:lnTo>
                <a:lnTo>
                  <a:pt x="543365" y="81960"/>
                </a:lnTo>
                <a:lnTo>
                  <a:pt x="532160" y="95305"/>
                </a:lnTo>
                <a:lnTo>
                  <a:pt x="526111" y="90226"/>
                </a:lnTo>
                <a:lnTo>
                  <a:pt x="526680" y="90665"/>
                </a:lnTo>
                <a:lnTo>
                  <a:pt x="506633" y="76477"/>
                </a:lnTo>
                <a:lnTo>
                  <a:pt x="507190" y="76840"/>
                </a:lnTo>
                <a:lnTo>
                  <a:pt x="490188" y="66657"/>
                </a:lnTo>
                <a:lnTo>
                  <a:pt x="499139" y="51708"/>
                </a:lnTo>
                <a:moveTo>
                  <a:pt x="557970" y="95271"/>
                </a:moveTo>
                <a:lnTo>
                  <a:pt x="574276" y="119357"/>
                </a:lnTo>
                <a:lnTo>
                  <a:pt x="559845" y="129126"/>
                </a:lnTo>
                <a:lnTo>
                  <a:pt x="543542" y="105040"/>
                </a:lnTo>
                <a:lnTo>
                  <a:pt x="557970" y="95271"/>
                </a:lnTo>
                <a:moveTo>
                  <a:pt x="606628" y="85888"/>
                </a:moveTo>
                <a:lnTo>
                  <a:pt x="604808" y="202770"/>
                </a:lnTo>
                <a:lnTo>
                  <a:pt x="512394" y="131184"/>
                </a:lnTo>
                <a:lnTo>
                  <a:pt x="606628" y="858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7D654E2F-504C-4F03-9853-FC7FFAF7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622" y="6358183"/>
            <a:ext cx="604794" cy="255653"/>
          </a:xfrm>
          <a:custGeom xmlns:a="http://schemas.openxmlformats.org/drawingml/2006/main">
            <a:pathLst>
              <a:path w="604794" h="255653">
                <a:moveTo>
                  <a:pt x="0" y="254364"/>
                </a:moveTo>
                <a:lnTo>
                  <a:pt x="1755" y="230694"/>
                </a:lnTo>
                <a:lnTo>
                  <a:pt x="6989" y="206668"/>
                </a:lnTo>
                <a:lnTo>
                  <a:pt x="9108" y="200736"/>
                </a:lnTo>
                <a:lnTo>
                  <a:pt x="25518" y="206596"/>
                </a:lnTo>
                <a:lnTo>
                  <a:pt x="23589" y="212001"/>
                </a:lnTo>
                <a:lnTo>
                  <a:pt x="23896" y="210925"/>
                </a:lnTo>
                <a:lnTo>
                  <a:pt x="18911" y="233804"/>
                </a:lnTo>
                <a:lnTo>
                  <a:pt x="19088" y="232594"/>
                </a:lnTo>
                <a:lnTo>
                  <a:pt x="17379" y="255653"/>
                </a:lnTo>
                <a:lnTo>
                  <a:pt x="0" y="254364"/>
                </a:lnTo>
                <a:moveTo>
                  <a:pt x="14967" y="184325"/>
                </a:moveTo>
                <a:lnTo>
                  <a:pt x="15390" y="183143"/>
                </a:lnTo>
                <a:lnTo>
                  <a:pt x="26699" y="160295"/>
                </a:lnTo>
                <a:lnTo>
                  <a:pt x="40674" y="138291"/>
                </a:lnTo>
                <a:lnTo>
                  <a:pt x="42060" y="136513"/>
                </a:lnTo>
                <a:lnTo>
                  <a:pt x="55794" y="147241"/>
                </a:lnTo>
                <a:lnTo>
                  <a:pt x="54666" y="148684"/>
                </a:lnTo>
                <a:lnTo>
                  <a:pt x="55156" y="147990"/>
                </a:lnTo>
                <a:lnTo>
                  <a:pt x="41657" y="169246"/>
                </a:lnTo>
                <a:lnTo>
                  <a:pt x="42111" y="168441"/>
                </a:lnTo>
                <a:lnTo>
                  <a:pt x="31232" y="190418"/>
                </a:lnTo>
                <a:lnTo>
                  <a:pt x="31629" y="189482"/>
                </a:lnTo>
                <a:lnTo>
                  <a:pt x="31378" y="190185"/>
                </a:lnTo>
                <a:lnTo>
                  <a:pt x="14967" y="184325"/>
                </a:lnTo>
                <a:moveTo>
                  <a:pt x="52788" y="122781"/>
                </a:moveTo>
                <a:lnTo>
                  <a:pt x="57076" y="117292"/>
                </a:lnTo>
                <a:lnTo>
                  <a:pt x="75683" y="97462"/>
                </a:lnTo>
                <a:lnTo>
                  <a:pt x="90301" y="84329"/>
                </a:lnTo>
                <a:lnTo>
                  <a:pt x="101948" y="97293"/>
                </a:lnTo>
                <a:lnTo>
                  <a:pt x="87604" y="110177"/>
                </a:lnTo>
                <a:lnTo>
                  <a:pt x="88136" y="109657"/>
                </a:lnTo>
                <a:lnTo>
                  <a:pt x="70054" y="128928"/>
                </a:lnTo>
                <a:lnTo>
                  <a:pt x="70565" y="128329"/>
                </a:lnTo>
                <a:lnTo>
                  <a:pt x="66521" y="133508"/>
                </a:lnTo>
                <a:lnTo>
                  <a:pt x="52788" y="122781"/>
                </a:lnTo>
                <a:moveTo>
                  <a:pt x="104324" y="72845"/>
                </a:moveTo>
                <a:lnTo>
                  <a:pt x="118630" y="61973"/>
                </a:lnTo>
                <a:lnTo>
                  <a:pt x="142538" y="46655"/>
                </a:lnTo>
                <a:lnTo>
                  <a:pt x="148988" y="43214"/>
                </a:lnTo>
                <a:lnTo>
                  <a:pt x="157190" y="58590"/>
                </a:lnTo>
                <a:lnTo>
                  <a:pt x="151046" y="61866"/>
                </a:lnTo>
                <a:lnTo>
                  <a:pt x="151644" y="61515"/>
                </a:lnTo>
                <a:lnTo>
                  <a:pt x="128324" y="76457"/>
                </a:lnTo>
                <a:lnTo>
                  <a:pt x="128895" y="76058"/>
                </a:lnTo>
                <a:lnTo>
                  <a:pt x="114871" y="86718"/>
                </a:lnTo>
                <a:lnTo>
                  <a:pt x="104324" y="72845"/>
                </a:lnTo>
                <a:moveTo>
                  <a:pt x="164364" y="35013"/>
                </a:moveTo>
                <a:lnTo>
                  <a:pt x="167787" y="33187"/>
                </a:lnTo>
                <a:lnTo>
                  <a:pt x="194166" y="21749"/>
                </a:lnTo>
                <a:lnTo>
                  <a:pt x="214133" y="15001"/>
                </a:lnTo>
                <a:lnTo>
                  <a:pt x="219712" y="31509"/>
                </a:lnTo>
                <a:lnTo>
                  <a:pt x="200090" y="38141"/>
                </a:lnTo>
                <a:lnTo>
                  <a:pt x="200766" y="37881"/>
                </a:lnTo>
                <a:lnTo>
                  <a:pt x="175043" y="49035"/>
                </a:lnTo>
                <a:lnTo>
                  <a:pt x="175677" y="48729"/>
                </a:lnTo>
                <a:lnTo>
                  <a:pt x="172564" y="50388"/>
                </a:lnTo>
                <a:lnTo>
                  <a:pt x="164364" y="35013"/>
                </a:lnTo>
                <a:moveTo>
                  <a:pt x="231610" y="10049"/>
                </a:moveTo>
                <a:lnTo>
                  <a:pt x="249471" y="5694"/>
                </a:lnTo>
                <a:lnTo>
                  <a:pt x="277971" y="1454"/>
                </a:lnTo>
                <a:lnTo>
                  <a:pt x="284686" y="1114"/>
                </a:lnTo>
                <a:lnTo>
                  <a:pt x="285568" y="18518"/>
                </a:lnTo>
                <a:lnTo>
                  <a:pt x="279276" y="18836"/>
                </a:lnTo>
                <a:lnTo>
                  <a:pt x="280117" y="18752"/>
                </a:lnTo>
                <a:lnTo>
                  <a:pt x="252429" y="22871"/>
                </a:lnTo>
                <a:lnTo>
                  <a:pt x="253212" y="22718"/>
                </a:lnTo>
                <a:lnTo>
                  <a:pt x="235739" y="26978"/>
                </a:lnTo>
                <a:lnTo>
                  <a:pt x="231610" y="10049"/>
                </a:lnTo>
                <a:moveTo>
                  <a:pt x="302089" y="233"/>
                </a:moveTo>
                <a:lnTo>
                  <a:pt x="306684" y="0"/>
                </a:lnTo>
                <a:lnTo>
                  <a:pt x="355095" y="1821"/>
                </a:lnTo>
                <a:lnTo>
                  <a:pt x="354441" y="19234"/>
                </a:lnTo>
                <a:lnTo>
                  <a:pt x="306413" y="17429"/>
                </a:lnTo>
                <a:lnTo>
                  <a:pt x="307181" y="17423"/>
                </a:lnTo>
                <a:lnTo>
                  <a:pt x="302971" y="17636"/>
                </a:lnTo>
                <a:lnTo>
                  <a:pt x="302089" y="233"/>
                </a:lnTo>
                <a:moveTo>
                  <a:pt x="373081" y="3226"/>
                </a:moveTo>
                <a:lnTo>
                  <a:pt x="417440" y="8093"/>
                </a:lnTo>
                <a:lnTo>
                  <a:pt x="425578" y="9577"/>
                </a:lnTo>
                <a:lnTo>
                  <a:pt x="422453" y="26720"/>
                </a:lnTo>
                <a:lnTo>
                  <a:pt x="414618" y="25292"/>
                </a:lnTo>
                <a:lnTo>
                  <a:pt x="415232" y="25382"/>
                </a:lnTo>
                <a:lnTo>
                  <a:pt x="371179" y="20548"/>
                </a:lnTo>
                <a:lnTo>
                  <a:pt x="373081" y="3226"/>
                </a:lnTo>
                <a:moveTo>
                  <a:pt x="442722" y="12702"/>
                </a:moveTo>
                <a:lnTo>
                  <a:pt x="468345" y="17374"/>
                </a:lnTo>
                <a:lnTo>
                  <a:pt x="492089" y="23122"/>
                </a:lnTo>
                <a:lnTo>
                  <a:pt x="494654" y="23859"/>
                </a:lnTo>
                <a:lnTo>
                  <a:pt x="489842" y="40607"/>
                </a:lnTo>
                <a:lnTo>
                  <a:pt x="487455" y="39922"/>
                </a:lnTo>
                <a:lnTo>
                  <a:pt x="487809" y="40016"/>
                </a:lnTo>
                <a:lnTo>
                  <a:pt x="464487" y="34369"/>
                </a:lnTo>
                <a:lnTo>
                  <a:pt x="464975" y="34473"/>
                </a:lnTo>
                <a:lnTo>
                  <a:pt x="439595" y="29846"/>
                </a:lnTo>
                <a:lnTo>
                  <a:pt x="442722" y="12702"/>
                </a:lnTo>
                <a:moveTo>
                  <a:pt x="511401" y="28671"/>
                </a:moveTo>
                <a:lnTo>
                  <a:pt x="515091" y="29730"/>
                </a:lnTo>
                <a:lnTo>
                  <a:pt x="538495" y="43294"/>
                </a:lnTo>
                <a:lnTo>
                  <a:pt x="529757" y="58371"/>
                </a:lnTo>
                <a:lnTo>
                  <a:pt x="507283" y="45346"/>
                </a:lnTo>
                <a:lnTo>
                  <a:pt x="509247" y="46182"/>
                </a:lnTo>
                <a:lnTo>
                  <a:pt x="506591" y="45419"/>
                </a:lnTo>
                <a:lnTo>
                  <a:pt x="511401" y="28671"/>
                </a:lnTo>
                <a:moveTo>
                  <a:pt x="550573" y="-1762"/>
                </a:moveTo>
                <a:lnTo>
                  <a:pt x="604794" y="101798"/>
                </a:lnTo>
                <a:lnTo>
                  <a:pt x="489413" y="83040"/>
                </a:lnTo>
                <a:lnTo>
                  <a:pt x="550573" y="-17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79453A66-4C92-4BC1-A3BE-062969C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351" y="6340218"/>
            <a:ext cx="45624" cy="38020"/>
          </a:xfrm>
          <a:custGeom xmlns:a="http://schemas.openxmlformats.org/drawingml/2006/main">
            <a:pathLst>
              <a:path w="45624" h="38020">
                <a:moveTo>
                  <a:pt x="0" y="19010"/>
                </a:moveTo>
                <a:cubicBezTo>
                  <a:pt x="0" y="8511"/>
                  <a:pt x="10213" y="0"/>
                  <a:pt x="22813" y="0"/>
                </a:cubicBezTo>
                <a:cubicBezTo>
                  <a:pt x="35411" y="0"/>
                  <a:pt x="45624" y="8511"/>
                  <a:pt x="45624" y="19010"/>
                </a:cubicBezTo>
                <a:cubicBezTo>
                  <a:pt x="45624" y="29510"/>
                  <a:pt x="35411" y="38020"/>
                  <a:pt x="22813" y="38020"/>
                </a:cubicBezTo>
                <a:cubicBezTo>
                  <a:pt x="10213" y="38020"/>
                  <a:pt x="0" y="29510"/>
                  <a:pt x="0" y="1901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32F3196A-AF84-4B44-8C62-F02B549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677" y="6454615"/>
            <a:ext cx="604740" cy="143377"/>
          </a:xfrm>
          <a:custGeom xmlns:a="http://schemas.openxmlformats.org/drawingml/2006/main">
            <a:pathLst>
              <a:path w="604740" h="143377">
                <a:moveTo>
                  <a:pt x="0" y="141018"/>
                </a:moveTo>
                <a:lnTo>
                  <a:pt x="1856" y="127436"/>
                </a:lnTo>
                <a:lnTo>
                  <a:pt x="7567" y="113209"/>
                </a:lnTo>
                <a:lnTo>
                  <a:pt x="16468" y="99683"/>
                </a:lnTo>
                <a:lnTo>
                  <a:pt x="24773" y="90575"/>
                </a:lnTo>
                <a:lnTo>
                  <a:pt x="37649" y="102318"/>
                </a:lnTo>
                <a:lnTo>
                  <a:pt x="29805" y="110917"/>
                </a:lnTo>
                <a:lnTo>
                  <a:pt x="30648" y="109835"/>
                </a:lnTo>
                <a:lnTo>
                  <a:pt x="22606" y="122056"/>
                </a:lnTo>
                <a:lnTo>
                  <a:pt x="23412" y="120512"/>
                </a:lnTo>
                <a:lnTo>
                  <a:pt x="18428" y="132929"/>
                </a:lnTo>
                <a:lnTo>
                  <a:pt x="18976" y="130863"/>
                </a:lnTo>
                <a:lnTo>
                  <a:pt x="17266" y="143377"/>
                </a:lnTo>
                <a:lnTo>
                  <a:pt x="0" y="141018"/>
                </a:lnTo>
                <a:moveTo>
                  <a:pt x="38408" y="78101"/>
                </a:moveTo>
                <a:lnTo>
                  <a:pt x="42415" y="74676"/>
                </a:lnTo>
                <a:lnTo>
                  <a:pt x="58970" y="63176"/>
                </a:lnTo>
                <a:lnTo>
                  <a:pt x="77631" y="52383"/>
                </a:lnTo>
                <a:lnTo>
                  <a:pt x="84375" y="49094"/>
                </a:lnTo>
                <a:lnTo>
                  <a:pt x="92011" y="64758"/>
                </a:lnTo>
                <a:lnTo>
                  <a:pt x="85546" y="67911"/>
                </a:lnTo>
                <a:lnTo>
                  <a:pt x="86090" y="67621"/>
                </a:lnTo>
                <a:lnTo>
                  <a:pt x="68006" y="78080"/>
                </a:lnTo>
                <a:lnTo>
                  <a:pt x="68615" y="77694"/>
                </a:lnTo>
                <a:lnTo>
                  <a:pt x="52715" y="88739"/>
                </a:lnTo>
                <a:lnTo>
                  <a:pt x="53405" y="88207"/>
                </a:lnTo>
                <a:lnTo>
                  <a:pt x="49731" y="91348"/>
                </a:lnTo>
                <a:lnTo>
                  <a:pt x="38408" y="78101"/>
                </a:lnTo>
                <a:moveTo>
                  <a:pt x="100592" y="41368"/>
                </a:moveTo>
                <a:lnTo>
                  <a:pt x="120472" y="33167"/>
                </a:lnTo>
                <a:lnTo>
                  <a:pt x="144350" y="24864"/>
                </a:lnTo>
                <a:lnTo>
                  <a:pt x="150804" y="23174"/>
                </a:lnTo>
                <a:lnTo>
                  <a:pt x="155218" y="40032"/>
                </a:lnTo>
                <a:lnTo>
                  <a:pt x="149096" y="41635"/>
                </a:lnTo>
                <a:lnTo>
                  <a:pt x="149752" y="41436"/>
                </a:lnTo>
                <a:lnTo>
                  <a:pt x="126428" y="49545"/>
                </a:lnTo>
                <a:lnTo>
                  <a:pt x="126891" y="49370"/>
                </a:lnTo>
                <a:lnTo>
                  <a:pt x="107239" y="57476"/>
                </a:lnTo>
                <a:lnTo>
                  <a:pt x="100592" y="41368"/>
                </a:lnTo>
                <a:moveTo>
                  <a:pt x="167662" y="18761"/>
                </a:moveTo>
                <a:lnTo>
                  <a:pt x="195457" y="11484"/>
                </a:lnTo>
                <a:lnTo>
                  <a:pt x="219575" y="7684"/>
                </a:lnTo>
                <a:lnTo>
                  <a:pt x="222289" y="24898"/>
                </a:lnTo>
                <a:lnTo>
                  <a:pt x="198599" y="28629"/>
                </a:lnTo>
                <a:lnTo>
                  <a:pt x="199450" y="28451"/>
                </a:lnTo>
                <a:lnTo>
                  <a:pt x="172075" y="35618"/>
                </a:lnTo>
                <a:lnTo>
                  <a:pt x="167662" y="18761"/>
                </a:lnTo>
                <a:moveTo>
                  <a:pt x="236788" y="4971"/>
                </a:moveTo>
                <a:lnTo>
                  <a:pt x="250063" y="2880"/>
                </a:lnTo>
                <a:lnTo>
                  <a:pt x="278309" y="600"/>
                </a:lnTo>
                <a:lnTo>
                  <a:pt x="289929" y="281"/>
                </a:lnTo>
                <a:lnTo>
                  <a:pt x="290408" y="17700"/>
                </a:lnTo>
                <a:lnTo>
                  <a:pt x="279019" y="18013"/>
                </a:lnTo>
                <a:lnTo>
                  <a:pt x="279480" y="17988"/>
                </a:lnTo>
                <a:lnTo>
                  <a:pt x="251793" y="20223"/>
                </a:lnTo>
                <a:lnTo>
                  <a:pt x="252448" y="20145"/>
                </a:lnTo>
                <a:lnTo>
                  <a:pt x="239502" y="22185"/>
                </a:lnTo>
                <a:lnTo>
                  <a:pt x="236788" y="4971"/>
                </a:lnTo>
                <a:moveTo>
                  <a:pt x="307617" y="-174"/>
                </a:moveTo>
                <a:lnTo>
                  <a:pt x="359895" y="0"/>
                </a:lnTo>
                <a:lnTo>
                  <a:pt x="359837" y="17426"/>
                </a:lnTo>
                <a:lnTo>
                  <a:pt x="307560" y="17252"/>
                </a:lnTo>
                <a:lnTo>
                  <a:pt x="307617" y="-174"/>
                </a:lnTo>
                <a:moveTo>
                  <a:pt x="377375" y="154"/>
                </a:moveTo>
                <a:lnTo>
                  <a:pt x="416239" y="532"/>
                </a:lnTo>
                <a:lnTo>
                  <a:pt x="429705" y="749"/>
                </a:lnTo>
                <a:lnTo>
                  <a:pt x="429425" y="18173"/>
                </a:lnTo>
                <a:lnTo>
                  <a:pt x="415987" y="17956"/>
                </a:lnTo>
                <a:lnTo>
                  <a:pt x="416042" y="17957"/>
                </a:lnTo>
                <a:lnTo>
                  <a:pt x="377206" y="17579"/>
                </a:lnTo>
                <a:lnTo>
                  <a:pt x="377375" y="154"/>
                </a:lnTo>
                <a:moveTo>
                  <a:pt x="447131" y="1031"/>
                </a:moveTo>
                <a:lnTo>
                  <a:pt x="466645" y="1346"/>
                </a:lnTo>
                <a:lnTo>
                  <a:pt x="490092" y="1848"/>
                </a:lnTo>
                <a:lnTo>
                  <a:pt x="499641" y="2278"/>
                </a:lnTo>
                <a:lnTo>
                  <a:pt x="498856" y="19686"/>
                </a:lnTo>
                <a:lnTo>
                  <a:pt x="489411" y="19261"/>
                </a:lnTo>
                <a:lnTo>
                  <a:pt x="489616" y="19268"/>
                </a:lnTo>
                <a:lnTo>
                  <a:pt x="466295" y="18768"/>
                </a:lnTo>
                <a:lnTo>
                  <a:pt x="466340" y="18769"/>
                </a:lnTo>
                <a:lnTo>
                  <a:pt x="446850" y="18454"/>
                </a:lnTo>
                <a:lnTo>
                  <a:pt x="447131" y="1031"/>
                </a:lnTo>
                <a:moveTo>
                  <a:pt x="517049" y="3063"/>
                </a:moveTo>
                <a:lnTo>
                  <a:pt x="518143" y="3112"/>
                </a:lnTo>
                <a:lnTo>
                  <a:pt x="517358" y="20520"/>
                </a:lnTo>
                <a:lnTo>
                  <a:pt x="516264" y="20471"/>
                </a:lnTo>
                <a:lnTo>
                  <a:pt x="517049" y="3063"/>
                </a:lnTo>
                <a:moveTo>
                  <a:pt x="503327" y="-41369"/>
                </a:moveTo>
                <a:lnTo>
                  <a:pt x="604740" y="16774"/>
                </a:lnTo>
                <a:lnTo>
                  <a:pt x="497377" y="63018"/>
                </a:lnTo>
                <a:lnTo>
                  <a:pt x="503327" y="-41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390C375A-34C8-450E-AB23-DC26B155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551" y="6450477"/>
            <a:ext cx="45623" cy="38020"/>
          </a:xfrm>
          <a:custGeom xmlns:a="http://schemas.openxmlformats.org/drawingml/2006/main">
            <a:pathLst>
              <a:path w="45623" h="38020">
                <a:moveTo>
                  <a:pt x="0" y="19010"/>
                </a:moveTo>
                <a:cubicBezTo>
                  <a:pt x="0" y="8511"/>
                  <a:pt x="10213" y="0"/>
                  <a:pt x="22812" y="0"/>
                </a:cubicBezTo>
                <a:cubicBezTo>
                  <a:pt x="35409" y="0"/>
                  <a:pt x="45623" y="8511"/>
                  <a:pt x="45623" y="19010"/>
                </a:cubicBezTo>
                <a:cubicBezTo>
                  <a:pt x="45623" y="29509"/>
                  <a:pt x="35409" y="38020"/>
                  <a:pt x="22812" y="38020"/>
                </a:cubicBezTo>
                <a:cubicBezTo>
                  <a:pt x="10213" y="38020"/>
                  <a:pt x="0" y="29509"/>
                  <a:pt x="0" y="19010"/>
                </a:cubicBez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50FC5306-BB73-4C04-8AAB-EC06CEE5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9552" y="5528488"/>
            <a:ext cx="1364924" cy="220517"/>
          </a:xfrm>
          <a:custGeom xmlns:a="http://schemas.openxmlformats.org/drawingml/2006/main">
            <a:pathLst>
              <a:path w="1364924" h="220517">
                <a:moveTo>
                  <a:pt x="1364924" y="0"/>
                </a:moveTo>
                <a:cubicBezTo>
                  <a:pt x="1364924" y="60894"/>
                  <a:pt x="1225153" y="110259"/>
                  <a:pt x="1052740" y="110259"/>
                </a:cubicBezTo>
                <a:lnTo>
                  <a:pt x="999507" y="110259"/>
                </a:lnTo>
                <a:cubicBezTo>
                  <a:pt x="827092" y="110259"/>
                  <a:pt x="687322" y="159623"/>
                  <a:pt x="687322" y="220517"/>
                </a:cubicBezTo>
                <a:cubicBezTo>
                  <a:pt x="687322" y="159623"/>
                  <a:pt x="547552" y="110259"/>
                  <a:pt x="375138" y="110259"/>
                </a:cubicBezTo>
                <a:lnTo>
                  <a:pt x="312185" y="110259"/>
                </a:lnTo>
                <a:cubicBezTo>
                  <a:pt x="139770" y="110259"/>
                  <a:pt x="0" y="6089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26">
            <a:solidFill>
              <a:srgbClr val="000000"/>
            </a:solidFill>
            <a:prstDash val="solid"/>
          </a:ln>
        </p:spPr>
      </p:sp>
      <p:sp>
        <p:nvSpPr>
          <p:cNvPr id="254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7DC40155-2286-4DAC-911A-A6658D95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991" y="3751047"/>
            <a:ext cx="2965569" cy="463846"/>
          </a:xfrm>
          <a:custGeom xmlns:a="http://schemas.openxmlformats.org/drawingml/2006/main">
            <a:pathLst>
              <a:path w="2965569" h="463846">
                <a:moveTo>
                  <a:pt x="0" y="0"/>
                </a:moveTo>
                <a:lnTo>
                  <a:pt x="2965569" y="0"/>
                </a:lnTo>
                <a:lnTo>
                  <a:pt x="2965569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CBC252E8-1E6B-451D-884F-1067EDC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915" y="3862234"/>
            <a:ext cx="1266058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56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D2882307-B10F-411E-848A-DE0BD980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221" y="3862234"/>
            <a:ext cx="1349531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sp>
        <p:nvSpPr>
          <p:cNvPr id="257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D34FF021-11C6-43B1-A64C-03C08B1A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4" y="154343"/>
            <a:ext cx="3805815" cy="7296063"/>
          </a:xfrm>
          <a:custGeom xmlns:a="http://schemas.openxmlformats.org/drawingml/2006/main">
            <a:pathLst>
              <a:path w="3805815" h="7296063">
                <a:moveTo>
                  <a:pt x="0" y="306516"/>
                </a:moveTo>
                <a:cubicBezTo>
                  <a:pt x="0" y="137232"/>
                  <a:pt x="137232" y="0"/>
                  <a:pt x="306517" y="0"/>
                </a:cubicBezTo>
                <a:lnTo>
                  <a:pt x="3499299" y="0"/>
                </a:lnTo>
                <a:cubicBezTo>
                  <a:pt x="3668582" y="0"/>
                  <a:pt x="3805815" y="137232"/>
                  <a:pt x="3805815" y="306516"/>
                </a:cubicBezTo>
                <a:lnTo>
                  <a:pt x="3805815" y="6989548"/>
                </a:lnTo>
                <a:cubicBezTo>
                  <a:pt x="3805815" y="7158831"/>
                  <a:pt x="3668582" y="7296063"/>
                  <a:pt x="3499299" y="7296063"/>
                </a:cubicBezTo>
                <a:lnTo>
                  <a:pt x="306517" y="7296063"/>
                </a:lnTo>
                <a:cubicBezTo>
                  <a:pt x="137232" y="7296063"/>
                  <a:pt x="0" y="7158831"/>
                  <a:pt x="0" y="6989548"/>
                </a:cubicBezTo>
                <a:lnTo>
                  <a:pt x="0" y="306516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FBEB5">
                <a:alpha val="50000"/>
              </a:srgbClr>
            </a:solidFill>
            <a:prstDash val="solid"/>
          </a:ln>
        </p:spPr>
      </p:sp>
      <p:sp>
        <p:nvSpPr>
          <p:cNvPr id="258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BE67FEA9-0D34-496C-BB36-6D9CBD32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563" y="154343"/>
            <a:ext cx="6759978" cy="7246638"/>
          </a:xfrm>
          <a:custGeom xmlns:a="http://schemas.openxmlformats.org/drawingml/2006/main">
            <a:pathLst>
              <a:path w="6759978" h="7246638">
                <a:moveTo>
                  <a:pt x="0" y="338604"/>
                </a:moveTo>
                <a:cubicBezTo>
                  <a:pt x="0" y="151598"/>
                  <a:pt x="151598" y="0"/>
                  <a:pt x="338604" y="0"/>
                </a:cubicBezTo>
                <a:lnTo>
                  <a:pt x="6421374" y="0"/>
                </a:lnTo>
                <a:cubicBezTo>
                  <a:pt x="6608380" y="0"/>
                  <a:pt x="6759978" y="151598"/>
                  <a:pt x="6759978" y="338604"/>
                </a:cubicBezTo>
                <a:lnTo>
                  <a:pt x="6759978" y="6908033"/>
                </a:lnTo>
                <a:cubicBezTo>
                  <a:pt x="6759978" y="7095039"/>
                  <a:pt x="6608380" y="7246638"/>
                  <a:pt x="6421374" y="7246638"/>
                </a:cubicBezTo>
                <a:lnTo>
                  <a:pt x="338604" y="7246638"/>
                </a:lnTo>
                <a:cubicBezTo>
                  <a:pt x="151598" y="7246638"/>
                  <a:pt x="0" y="7095039"/>
                  <a:pt x="0" y="6908033"/>
                </a:cubicBezTo>
                <a:lnTo>
                  <a:pt x="0" y="338604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87DBFF">
                <a:alpha val="50000"/>
              </a:srgbClr>
            </a:solidFill>
            <a:prstDash val="solid"/>
          </a:ln>
        </p:spPr>
      </p:sp>
      <p:sp>
        <p:nvSpPr>
          <p:cNvPr id="259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E7A79E57-721D-4D11-BB35-26AF830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44" y="154343"/>
            <a:ext cx="3638526" cy="7246638"/>
          </a:xfrm>
          <a:custGeom xmlns:a="http://schemas.openxmlformats.org/drawingml/2006/main">
            <a:pathLst>
              <a:path w="3638526" h="7246638">
                <a:moveTo>
                  <a:pt x="0" y="182252"/>
                </a:moveTo>
                <a:cubicBezTo>
                  <a:pt x="0" y="81597"/>
                  <a:pt x="81597" y="0"/>
                  <a:pt x="182252" y="0"/>
                </a:cubicBezTo>
                <a:lnTo>
                  <a:pt x="3456275" y="0"/>
                </a:lnTo>
                <a:cubicBezTo>
                  <a:pt x="3556929" y="0"/>
                  <a:pt x="3638526" y="81597"/>
                  <a:pt x="3638526" y="182252"/>
                </a:cubicBezTo>
                <a:lnTo>
                  <a:pt x="3638526" y="7064386"/>
                </a:lnTo>
                <a:cubicBezTo>
                  <a:pt x="3638526" y="7165040"/>
                  <a:pt x="3556929" y="7246638"/>
                  <a:pt x="3456275" y="7246638"/>
                </a:cubicBezTo>
                <a:lnTo>
                  <a:pt x="182252" y="7246638"/>
                </a:lnTo>
                <a:cubicBezTo>
                  <a:pt x="81597" y="7246638"/>
                  <a:pt x="0" y="7165040"/>
                  <a:pt x="0" y="7064386"/>
                </a:cubicBezTo>
                <a:lnTo>
                  <a:pt x="0" y="182252"/>
                </a:lnTo>
              </a:path>
            </a:pathLst>
          </a:custGeom>
          <a:noFill xmlns:a="http://schemas.openxmlformats.org/drawingml/2006/main"/>
          <a:ln xmlns:a="http://schemas.openxmlformats.org/drawingml/2006/main" w="52278">
            <a:solidFill>
              <a:srgbClr val="FF9300">
                <a:alpha val="50000"/>
              </a:srgbClr>
            </a:solidFill>
            <a:prstDash val="solid"/>
          </a:ln>
        </p:spPr>
      </p:sp>
      <p:sp>
        <p:nvSpPr>
          <p:cNvPr id="260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339898B7-97F3-472D-B8F0-D77F3E6B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71" y="7317336"/>
            <a:ext cx="2437089" cy="467648"/>
          </a:xfrm>
          <a:custGeom xmlns:a="http://schemas.openxmlformats.org/drawingml/2006/main">
            <a:pathLst>
              <a:path w="2437089" h="467648">
                <a:moveTo>
                  <a:pt x="0" y="0"/>
                </a:moveTo>
                <a:lnTo>
                  <a:pt x="2437089" y="0"/>
                </a:lnTo>
                <a:lnTo>
                  <a:pt x="2437089" y="467648"/>
                </a:lnTo>
                <a:lnTo>
                  <a:pt x="0" y="4676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97D95F88-C52B-4D52-BFFB-AF5D4601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76" y="7428522"/>
            <a:ext cx="2159550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Foundation Layer</a:t>
            </a:r>
          </a:p>
        </p:txBody>
      </p:sp>
      <p:sp>
        <p:nvSpPr>
          <p:cNvPr id="262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A3719C6E-FFF8-4826-9B08-A4038F5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500" y="7176661"/>
            <a:ext cx="2611984" cy="463846"/>
          </a:xfrm>
          <a:custGeom xmlns:a="http://schemas.openxmlformats.org/drawingml/2006/main">
            <a:pathLst>
              <a:path w="2611984" h="463846">
                <a:moveTo>
                  <a:pt x="0" y="0"/>
                </a:moveTo>
                <a:lnTo>
                  <a:pt x="2611984" y="0"/>
                </a:lnTo>
                <a:lnTo>
                  <a:pt x="2611984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7D018A03-7CF0-42F3-815C-072B8F2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810" y="7284046"/>
            <a:ext cx="2334349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Intermediate Layer</a:t>
            </a:r>
          </a:p>
        </p:txBody>
      </p:sp>
      <p:sp>
        <p:nvSpPr>
          <p:cNvPr id="264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5214FE81-6756-4B8C-8F5B-6D2B0541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2027" y="7252701"/>
            <a:ext cx="1783144" cy="463846"/>
          </a:xfrm>
          <a:custGeom xmlns:a="http://schemas.openxmlformats.org/drawingml/2006/main">
            <a:pathLst>
              <a:path w="1783144" h="463846">
                <a:moveTo>
                  <a:pt x="0" y="0"/>
                </a:moveTo>
                <a:lnTo>
                  <a:pt x="1783144" y="0"/>
                </a:lnTo>
                <a:lnTo>
                  <a:pt x="1783144" y="463846"/>
                </a:lnTo>
                <a:lnTo>
                  <a:pt x="0" y="4638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55B2AB50-B2D5-46CE-B884-02CF621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017" y="7363887"/>
            <a:ext cx="1510424" cy="27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 Layer</a:t>
            </a:r>
          </a:p>
        </p:txBody>
      </p:sp>
      <p:sp>
        <p:nvSpPr>
          <p:cNvPr id="266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EDCA417D-C632-4FEF-ADB4-B092838D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5" y="2593288"/>
            <a:ext cx="2148146" cy="24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Additional Modalities</a:t>
            </a:r>
          </a:p>
        </p:txBody>
      </p:sp>
      <p:sp>
        <p:nvSpPr>
          <p:cNvPr id="267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8EB97D69-B3F6-4265-87CC-760BC9E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5" y="2829385"/>
            <a:ext cx="2148136" cy="11407"/>
          </a:xfrm>
          <a:custGeom xmlns:a="http://schemas.openxmlformats.org/drawingml/2006/main">
            <a:pathLst>
              <a:path w="2148136" h="11407">
                <a:moveTo>
                  <a:pt x="0" y="0"/>
                </a:moveTo>
                <a:lnTo>
                  <a:pt x="537034" y="0"/>
                </a:lnTo>
                <a:lnTo>
                  <a:pt x="1074069" y="0"/>
                </a:lnTo>
                <a:lnTo>
                  <a:pt x="1611103" y="0"/>
                </a:lnTo>
                <a:lnTo>
                  <a:pt x="2148136" y="0"/>
                </a:lnTo>
                <a:lnTo>
                  <a:pt x="2148136" y="11407"/>
                </a:lnTo>
                <a:lnTo>
                  <a:pt x="1611103" y="11407"/>
                </a:lnTo>
                <a:lnTo>
                  <a:pt x="1074069" y="11407"/>
                </a:lnTo>
                <a:lnTo>
                  <a:pt x="537034" y="11407"/>
                </a:lnTo>
                <a:lnTo>
                  <a:pt x="0" y="114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C8D48DC-73A5-433E-8F79-E4294FB32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4f4999e28425c"/>
          <a:srcRect xmlns:a="http://schemas.openxmlformats.org/drawingml/2006/main" l="54" t="0" r="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4898" y="2887992"/>
            <a:ext cx="836443" cy="585510"/>
          </a:xfrm>
          <a:prstGeom xmlns:a="http://schemas.openxmlformats.org/drawingml/2006/main" prst="rect">
            <a:avLst/>
          </a:prstGeom>
        </p:spPr>
      </p:pic>
      <p:sp>
        <p:nvSpPr>
          <p:cNvPr id="269" name="pdf-source-image-39">
            <a:extLst xmlns:a="http://schemas.openxmlformats.org/drawingml/2006/main">
              <a:ext uri="{FF2B5EF4-FFF2-40B4-BE49-F238E27FC236}">
                <a16:creationId xmlns:a16="http://schemas.microsoft.com/office/drawing/2014/main" id="{02B98A22-B099-48D1-86D4-F6B4C74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98" y="2887992"/>
            <a:ext cx="836443" cy="58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838FDC8-3CF2-4221-9630-16B8EFE32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c27a81d9147cc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3163" y="2853774"/>
            <a:ext cx="908681" cy="619728"/>
          </a:xfrm>
          <a:prstGeom xmlns:a="http://schemas.openxmlformats.org/drawingml/2006/main" prst="rect">
            <a:avLst/>
          </a:prstGeom>
        </p:spPr>
      </p:pic>
      <p:sp>
        <p:nvSpPr>
          <p:cNvPr id="271" name="pdf-source-image-40">
            <a:extLst xmlns:a="http://schemas.openxmlformats.org/drawingml/2006/main">
              <a:ext uri="{FF2B5EF4-FFF2-40B4-BE49-F238E27FC236}">
                <a16:creationId xmlns:a16="http://schemas.microsoft.com/office/drawing/2014/main" id="{A8E54553-B24D-42BC-A04C-C123F983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63" y="2853774"/>
            <a:ext cx="908681" cy="61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0770F83-01A6-49E9-8681-69D2A0F7F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c52112f648ce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3666" y="2880387"/>
            <a:ext cx="901078" cy="593114"/>
          </a:xfrm>
          <a:prstGeom xmlns:a="http://schemas.openxmlformats.org/drawingml/2006/main" prst="rect">
            <a:avLst/>
          </a:prstGeom>
        </p:spPr>
      </p:pic>
      <p:sp>
        <p:nvSpPr>
          <p:cNvPr id="273" name="pdf-source-image-41">
            <a:extLst xmlns:a="http://schemas.openxmlformats.org/drawingml/2006/main">
              <a:ext uri="{FF2B5EF4-FFF2-40B4-BE49-F238E27FC236}">
                <a16:creationId xmlns:a16="http://schemas.microsoft.com/office/drawing/2014/main" id="{C4A9FA42-DC18-4FB2-A028-6BE393ED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666" y="2880387"/>
            <a:ext cx="901078" cy="593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433276FE-D47B-4595-AB1D-A66F4E6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80" y="3442065"/>
            <a:ext cx="511882" cy="20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Depth</a:t>
            </a:r>
          </a:p>
        </p:txBody>
      </p:sp>
      <p:sp>
        <p:nvSpPr>
          <p:cNvPr id="27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1FF09BC1-2FA0-426C-9ED5-324CC90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6" y="3457273"/>
            <a:ext cx="1042011" cy="20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 clouds</a:t>
            </a:r>
          </a:p>
        </p:txBody>
      </p:sp>
      <p:sp>
        <p:nvSpPr>
          <p:cNvPr id="276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9C35FA74-74A1-4C43-ABCB-D480770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293" y="3457273"/>
            <a:ext cx="570548" cy="20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Tactile</a:t>
            </a:r>
          </a:p>
        </p:txBody>
      </p:sp>
      <p:pic>
        <p:nvPic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CE20E66-4A00-4068-9942-C102ABB23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5ba7423ec4c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4667" y="2811951"/>
            <a:ext cx="490460" cy="490460"/>
          </a:xfrm>
          <a:prstGeom xmlns:a="http://schemas.openxmlformats.org/drawingml/2006/main" prst="rect">
            <a:avLst/>
          </a:prstGeom>
        </p:spPr>
      </p:pic>
      <p:sp>
        <p:nvSpPr>
          <p:cNvPr id="278" name="pdf-source-image-42">
            <a:extLst xmlns:a="http://schemas.openxmlformats.org/drawingml/2006/main">
              <a:ext uri="{FF2B5EF4-FFF2-40B4-BE49-F238E27FC236}">
                <a16:creationId xmlns:a16="http://schemas.microsoft.com/office/drawing/2014/main" id="{0B148A1C-4A86-4D96-85AF-A3E60E5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67" y="2811951"/>
            <a:ext cx="490460" cy="490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AD262CF-F2A6-4E9E-BF4A-21A04BE96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189de3c1f43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073" y="4317548"/>
            <a:ext cx="490460" cy="490460"/>
          </a:xfrm>
          <a:prstGeom xmlns:a="http://schemas.openxmlformats.org/drawingml/2006/main" prst="rect">
            <a:avLst/>
          </a:prstGeom>
        </p:spPr>
      </p:pic>
      <p:sp>
        <p:nvSpPr>
          <p:cNvPr id="280" name="pdf-source-image-43">
            <a:extLst xmlns:a="http://schemas.openxmlformats.org/drawingml/2006/main">
              <a:ext uri="{FF2B5EF4-FFF2-40B4-BE49-F238E27FC236}">
                <a16:creationId xmlns:a16="http://schemas.microsoft.com/office/drawing/2014/main" id="{454B9805-5D90-465E-9D4F-1C2D938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073" y="4317548"/>
            <a:ext cx="490460" cy="490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3CAAE2E-DD81-405B-BA99-18A4CFBAA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c41e65f5240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6827" y="2811951"/>
            <a:ext cx="490460" cy="490460"/>
          </a:xfrm>
          <a:prstGeom xmlns:a="http://schemas.openxmlformats.org/drawingml/2006/main" prst="rect">
            <a:avLst/>
          </a:prstGeom>
        </p:spPr>
      </p:pic>
      <p:sp>
        <p:nvSpPr>
          <p:cNvPr id="282" name="pdf-source-image-44">
            <a:extLst xmlns:a="http://schemas.openxmlformats.org/drawingml/2006/main">
              <a:ext uri="{FF2B5EF4-FFF2-40B4-BE49-F238E27FC236}">
                <a16:creationId xmlns:a16="http://schemas.microsoft.com/office/drawing/2014/main" id="{41E0401B-4E02-4280-9EF4-9C76B21F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827" y="2811951"/>
            <a:ext cx="490460" cy="490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5923869-3730-481C-925E-DF3CC7D8E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6840b6fc645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8807" y="4260518"/>
            <a:ext cx="490460" cy="486658"/>
          </a:xfrm>
          <a:prstGeom xmlns:a="http://schemas.openxmlformats.org/drawingml/2006/main" prst="rect">
            <a:avLst/>
          </a:prstGeom>
        </p:spPr>
      </p:pic>
      <p:sp>
        <p:nvSpPr>
          <p:cNvPr id="284" name="pdf-source-image-45">
            <a:extLst xmlns:a="http://schemas.openxmlformats.org/drawingml/2006/main">
              <a:ext uri="{FF2B5EF4-FFF2-40B4-BE49-F238E27FC236}">
                <a16:creationId xmlns:a16="http://schemas.microsoft.com/office/drawing/2014/main" id="{97AB985A-C400-466E-B815-44F916A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807" y="4260518"/>
            <a:ext cx="490460" cy="48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C12E6E30-D1E5-4A61-A823-44AB0E53E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bd5ffba4346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4998" y="1922279"/>
            <a:ext cx="490460" cy="486658"/>
          </a:xfrm>
          <a:prstGeom xmlns:a="http://schemas.openxmlformats.org/drawingml/2006/main" prst="rect">
            <a:avLst/>
          </a:prstGeom>
        </p:spPr>
      </p:pic>
      <p:sp>
        <p:nvSpPr>
          <p:cNvPr id="286" name="pdf-source-image-46">
            <a:extLst xmlns:a="http://schemas.openxmlformats.org/drawingml/2006/main">
              <a:ext uri="{FF2B5EF4-FFF2-40B4-BE49-F238E27FC236}">
                <a16:creationId xmlns:a16="http://schemas.microsoft.com/office/drawing/2014/main" id="{5A5D6162-0D56-4F07-8B0D-EE029C2F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98" y="1922279"/>
            <a:ext cx="490460" cy="48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98D9941-EEC4-4E31-A873-0DEF006789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b7bc4c52a49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9465" y="1922279"/>
            <a:ext cx="490460" cy="486658"/>
          </a:xfrm>
          <a:prstGeom xmlns:a="http://schemas.openxmlformats.org/drawingml/2006/main" prst="rect">
            <a:avLst/>
          </a:prstGeom>
        </p:spPr>
      </p:pic>
      <p:sp>
        <p:nvSpPr>
          <p:cNvPr id="288" name="pdf-source-image-47">
            <a:extLst xmlns:a="http://schemas.openxmlformats.org/drawingml/2006/main">
              <a:ext uri="{FF2B5EF4-FFF2-40B4-BE49-F238E27FC236}">
                <a16:creationId xmlns:a16="http://schemas.microsoft.com/office/drawing/2014/main" id="{70D9A82F-FA59-4C15-A2B5-CB21F58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465" y="1922279"/>
            <a:ext cx="490460" cy="48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8D057CC-7E97-4273-9AC7-64CB55A32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8c86d847947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3852" y="4830820"/>
            <a:ext cx="490460" cy="494262"/>
          </a:xfrm>
          <a:prstGeom xmlns:a="http://schemas.openxmlformats.org/drawingml/2006/main" prst="rect">
            <a:avLst/>
          </a:prstGeom>
        </p:spPr>
      </p:pic>
      <p:sp>
        <p:nvSpPr>
          <p:cNvPr id="290" name="pdf-source-image-48">
            <a:extLst xmlns:a="http://schemas.openxmlformats.org/drawingml/2006/main">
              <a:ext uri="{FF2B5EF4-FFF2-40B4-BE49-F238E27FC236}">
                <a16:creationId xmlns:a16="http://schemas.microsoft.com/office/drawing/2014/main" id="{2EFD2126-BD42-4099-8A51-E304F627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52" y="4830820"/>
            <a:ext cx="490460" cy="494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3189357-F787-4643-86E7-EE08B351C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aa73abd54f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0712" y="4819413"/>
            <a:ext cx="490460" cy="494262"/>
          </a:xfrm>
          <a:prstGeom xmlns:a="http://schemas.openxmlformats.org/drawingml/2006/main" prst="rect">
            <a:avLst/>
          </a:prstGeom>
        </p:spPr>
      </p:pic>
      <p:sp>
        <p:nvSpPr>
          <p:cNvPr id="292" name="pdf-source-image-49">
            <a:extLst xmlns:a="http://schemas.openxmlformats.org/drawingml/2006/main">
              <a:ext uri="{FF2B5EF4-FFF2-40B4-BE49-F238E27FC236}">
                <a16:creationId xmlns:a16="http://schemas.microsoft.com/office/drawing/2014/main" id="{9B58FA4A-1582-45A5-8DB2-D00A17A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712" y="4819413"/>
            <a:ext cx="490460" cy="494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BE344E02-7F35-4C0F-A556-C779B164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812" y="3058499"/>
            <a:ext cx="1917509" cy="455271"/>
          </a:xfrm>
          <a:custGeom xmlns:a="http://schemas.openxmlformats.org/drawingml/2006/main">
            <a:pathLst>
              <a:path w="1917509" h="455271">
                <a:moveTo>
                  <a:pt x="1917509" y="449068"/>
                </a:moveTo>
                <a:cubicBezTo>
                  <a:pt x="1532832" y="455271"/>
                  <a:pt x="1442131" y="446588"/>
                  <a:pt x="1251050" y="434183"/>
                </a:cubicBezTo>
                <a:cubicBezTo>
                  <a:pt x="1059969" y="421778"/>
                  <a:pt x="926755" y="441626"/>
                  <a:pt x="771017" y="374638"/>
                </a:cubicBezTo>
                <a:cubicBezTo>
                  <a:pt x="615280" y="307650"/>
                  <a:pt x="396930" y="64508"/>
                  <a:pt x="316627" y="32254"/>
                </a:cubicBezTo>
                <a:cubicBezTo>
                  <a:pt x="236324" y="0"/>
                  <a:pt x="0" y="7445"/>
                  <a:pt x="5181" y="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FFBEB5"/>
            </a:solidFill>
            <a:prstDash val="solid"/>
          </a:ln>
        </p:spPr>
      </p:sp>
      <p:sp>
        <p:nvSpPr>
          <p:cNvPr id="294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71490829-26AC-4EFF-B267-09D74E4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494" y="2418442"/>
            <a:ext cx="581709" cy="585510"/>
          </a:xfrm>
          <a:custGeom xmlns:a="http://schemas.openxmlformats.org/drawingml/2006/main">
            <a:pathLst>
              <a:path w="581709" h="585510">
                <a:moveTo>
                  <a:pt x="581709" y="585510"/>
                </a:moveTo>
                <a:cubicBezTo>
                  <a:pt x="440011" y="562990"/>
                  <a:pt x="298313" y="540471"/>
                  <a:pt x="208819" y="495432"/>
                </a:cubicBezTo>
                <a:cubicBezTo>
                  <a:pt x="119326" y="450393"/>
                  <a:pt x="79550" y="397846"/>
                  <a:pt x="44747" y="315275"/>
                </a:cubicBezTo>
                <a:cubicBezTo>
                  <a:pt x="9943" y="232703"/>
                  <a:pt x="4971" y="11635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87DBFF"/>
            </a:solidFill>
            <a:prstDash val="solid"/>
          </a:ln>
        </p:spPr>
      </p:sp>
      <p:sp>
        <p:nvSpPr>
          <p:cNvPr id="295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7CEE85F8-C393-44CD-B768-078A4862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755" y="4311844"/>
            <a:ext cx="475251" cy="551292"/>
          </a:xfrm>
          <a:custGeom xmlns:a="http://schemas.openxmlformats.org/drawingml/2006/main">
            <a:pathLst>
              <a:path w="475251" h="551292">
                <a:moveTo>
                  <a:pt x="475251" y="0"/>
                </a:moveTo>
                <a:cubicBezTo>
                  <a:pt x="334161" y="22350"/>
                  <a:pt x="279705" y="19866"/>
                  <a:pt x="207923" y="59600"/>
                </a:cubicBezTo>
                <a:cubicBezTo>
                  <a:pt x="136140" y="99333"/>
                  <a:pt x="79209" y="156449"/>
                  <a:pt x="44555" y="238397"/>
                </a:cubicBezTo>
                <a:cubicBezTo>
                  <a:pt x="9901" y="320345"/>
                  <a:pt x="4950" y="435819"/>
                  <a:pt x="0" y="5512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87DBFF"/>
            </a:solidFill>
            <a:prstDash val="solid"/>
          </a:ln>
        </p:spPr>
      </p:sp>
      <p:sp>
        <p:nvSpPr>
          <p:cNvPr id="296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4C73AFF5-2C7D-4C06-954E-812E4E61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253" y="2395630"/>
            <a:ext cx="581708" cy="581708"/>
          </a:xfrm>
          <a:custGeom xmlns:a="http://schemas.openxmlformats.org/drawingml/2006/main">
            <a:pathLst>
              <a:path w="581708" h="581708">
                <a:moveTo>
                  <a:pt x="0" y="581708"/>
                </a:moveTo>
                <a:cubicBezTo>
                  <a:pt x="141699" y="559334"/>
                  <a:pt x="283396" y="536961"/>
                  <a:pt x="372889" y="492215"/>
                </a:cubicBezTo>
                <a:cubicBezTo>
                  <a:pt x="462383" y="447468"/>
                  <a:pt x="502158" y="395263"/>
                  <a:pt x="536961" y="313227"/>
                </a:cubicBezTo>
                <a:cubicBezTo>
                  <a:pt x="571764" y="231192"/>
                  <a:pt x="576737" y="115595"/>
                  <a:pt x="58170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87DBFF"/>
            </a:solidFill>
            <a:prstDash val="solid"/>
          </a:ln>
        </p:spPr>
      </p:sp>
      <p:sp>
        <p:nvSpPr>
          <p:cNvPr id="297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CD266DDF-87DE-4282-B61C-93DBEF0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501" y="4304241"/>
            <a:ext cx="581708" cy="581708"/>
          </a:xfrm>
          <a:custGeom xmlns:a="http://schemas.openxmlformats.org/drawingml/2006/main">
            <a:pathLst>
              <a:path w="581708" h="581708">
                <a:moveTo>
                  <a:pt x="0" y="0"/>
                </a:moveTo>
                <a:cubicBezTo>
                  <a:pt x="141699" y="22374"/>
                  <a:pt x="283396" y="44747"/>
                  <a:pt x="372889" y="89493"/>
                </a:cubicBezTo>
                <a:cubicBezTo>
                  <a:pt x="462383" y="134240"/>
                  <a:pt x="502158" y="186445"/>
                  <a:pt x="536961" y="268481"/>
                </a:cubicBezTo>
                <a:cubicBezTo>
                  <a:pt x="571764" y="350516"/>
                  <a:pt x="576737" y="466112"/>
                  <a:pt x="581708" y="5817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87DBFF"/>
            </a:solidFill>
            <a:prstDash val="solid"/>
          </a:ln>
        </p:spPr>
      </p:sp>
      <p:sp>
        <p:nvSpPr>
          <p:cNvPr id="298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4C3B9FCD-5851-4243-8730-2FBF810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021" y="4098547"/>
            <a:ext cx="1917510" cy="459129"/>
          </a:xfrm>
          <a:custGeom xmlns:a="http://schemas.openxmlformats.org/drawingml/2006/main">
            <a:pathLst>
              <a:path w="1917510" h="459129">
                <a:moveTo>
                  <a:pt x="1917510" y="6256"/>
                </a:moveTo>
                <a:cubicBezTo>
                  <a:pt x="1532832" y="0"/>
                  <a:pt x="1442131" y="8757"/>
                  <a:pt x="1251050" y="21267"/>
                </a:cubicBezTo>
                <a:cubicBezTo>
                  <a:pt x="1059968" y="33777"/>
                  <a:pt x="926755" y="13761"/>
                  <a:pt x="771018" y="81317"/>
                </a:cubicBezTo>
                <a:cubicBezTo>
                  <a:pt x="615280" y="148873"/>
                  <a:pt x="396930" y="394075"/>
                  <a:pt x="316627" y="426602"/>
                </a:cubicBezTo>
                <a:cubicBezTo>
                  <a:pt x="236324" y="459129"/>
                  <a:pt x="0" y="451622"/>
                  <a:pt x="5181" y="456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FFBEB5"/>
            </a:solidFill>
            <a:prstDash val="solid"/>
          </a:ln>
        </p:spPr>
      </p:sp>
      <p:sp>
        <p:nvSpPr>
          <p:cNvPr id="299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2B293D99-3634-4625-BE67-647C772D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177" y="3028062"/>
            <a:ext cx="1917509" cy="459129"/>
          </a:xfrm>
          <a:custGeom xmlns:a="http://schemas.openxmlformats.org/drawingml/2006/main">
            <a:pathLst>
              <a:path w="1917509" h="459129">
                <a:moveTo>
                  <a:pt x="0" y="452874"/>
                </a:moveTo>
                <a:cubicBezTo>
                  <a:pt x="384677" y="459129"/>
                  <a:pt x="475379" y="450372"/>
                  <a:pt x="666459" y="437863"/>
                </a:cubicBezTo>
                <a:cubicBezTo>
                  <a:pt x="857540" y="425353"/>
                  <a:pt x="990754" y="445369"/>
                  <a:pt x="1146492" y="377813"/>
                </a:cubicBezTo>
                <a:cubicBezTo>
                  <a:pt x="1302229" y="310256"/>
                  <a:pt x="1520578" y="65055"/>
                  <a:pt x="1600882" y="32527"/>
                </a:cubicBezTo>
                <a:cubicBezTo>
                  <a:pt x="1681185" y="0"/>
                  <a:pt x="1917509" y="7508"/>
                  <a:pt x="1912327" y="250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FFCA94"/>
            </a:solidFill>
            <a:prstDash val="solid"/>
          </a:ln>
        </p:spPr>
      </p:sp>
      <p:sp>
        <p:nvSpPr>
          <p:cNvPr id="300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83AA825E-B806-4254-A067-C274EF20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177" y="4071969"/>
            <a:ext cx="1917509" cy="455271"/>
          </a:xfrm>
          <a:custGeom xmlns:a="http://schemas.openxmlformats.org/drawingml/2006/main">
            <a:pathLst>
              <a:path w="1917509" h="455271">
                <a:moveTo>
                  <a:pt x="0" y="6203"/>
                </a:moveTo>
                <a:cubicBezTo>
                  <a:pt x="384677" y="0"/>
                  <a:pt x="475379" y="8683"/>
                  <a:pt x="666459" y="21088"/>
                </a:cubicBezTo>
                <a:cubicBezTo>
                  <a:pt x="857540" y="33493"/>
                  <a:pt x="990754" y="13645"/>
                  <a:pt x="1146492" y="80633"/>
                </a:cubicBezTo>
                <a:cubicBezTo>
                  <a:pt x="1302229" y="147622"/>
                  <a:pt x="1520578" y="390763"/>
                  <a:pt x="1600882" y="423017"/>
                </a:cubicBezTo>
                <a:cubicBezTo>
                  <a:pt x="1681185" y="455271"/>
                  <a:pt x="1917509" y="447826"/>
                  <a:pt x="1912327" y="4527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111">
            <a:solidFill>
              <a:srgbClr val="FFCA94"/>
            </a:solidFill>
            <a:prstDash val="solid"/>
          </a:ln>
        </p:spPr>
      </p:sp>
      <p:sp>
        <p:nvSpPr>
          <p:cNvPr id="301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BE058D8C-A06F-4902-BEA5-AF9E705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39" y="4760638"/>
            <a:ext cx="84411" cy="107169"/>
          </a:xfrm>
          <a:custGeom xmlns:a="http://schemas.openxmlformats.org/drawingml/2006/main">
            <a:pathLst>
              <a:path w="84411" h="107169">
                <a:moveTo>
                  <a:pt x="36687" y="74136"/>
                </a:moveTo>
                <a:cubicBezTo>
                  <a:pt x="35216" y="65256"/>
                  <a:pt x="33211" y="54549"/>
                  <a:pt x="30674" y="42015"/>
                </a:cubicBezTo>
                <a:cubicBezTo>
                  <a:pt x="27985" y="28619"/>
                  <a:pt x="26209" y="20323"/>
                  <a:pt x="25346" y="17126"/>
                </a:cubicBezTo>
                <a:cubicBezTo>
                  <a:pt x="24280" y="13269"/>
                  <a:pt x="23164" y="10808"/>
                  <a:pt x="21997" y="9743"/>
                </a:cubicBezTo>
                <a:cubicBezTo>
                  <a:pt x="21287" y="9083"/>
                  <a:pt x="20399" y="8753"/>
                  <a:pt x="19333" y="8753"/>
                </a:cubicBezTo>
                <a:cubicBezTo>
                  <a:pt x="17709" y="8753"/>
                  <a:pt x="16187" y="9413"/>
                  <a:pt x="14766" y="10732"/>
                </a:cubicBezTo>
                <a:cubicBezTo>
                  <a:pt x="13345" y="12052"/>
                  <a:pt x="11595" y="14335"/>
                  <a:pt x="9514" y="17583"/>
                </a:cubicBezTo>
                <a:lnTo>
                  <a:pt x="4567" y="14310"/>
                </a:lnTo>
                <a:cubicBezTo>
                  <a:pt x="8068" y="9083"/>
                  <a:pt x="11341" y="5391"/>
                  <a:pt x="14386" y="3235"/>
                </a:cubicBezTo>
                <a:cubicBezTo>
                  <a:pt x="17430" y="1078"/>
                  <a:pt x="20830" y="0"/>
                  <a:pt x="24585" y="0"/>
                </a:cubicBezTo>
                <a:cubicBezTo>
                  <a:pt x="26665" y="0"/>
                  <a:pt x="28441" y="279"/>
                  <a:pt x="29913" y="838"/>
                </a:cubicBezTo>
                <a:cubicBezTo>
                  <a:pt x="30928" y="1244"/>
                  <a:pt x="31943" y="1916"/>
                  <a:pt x="32958" y="2855"/>
                </a:cubicBezTo>
                <a:cubicBezTo>
                  <a:pt x="33972" y="3793"/>
                  <a:pt x="34873" y="5100"/>
                  <a:pt x="35660" y="6774"/>
                </a:cubicBezTo>
                <a:cubicBezTo>
                  <a:pt x="36446" y="8449"/>
                  <a:pt x="37131" y="10326"/>
                  <a:pt x="37715" y="12407"/>
                </a:cubicBezTo>
                <a:cubicBezTo>
                  <a:pt x="38298" y="14487"/>
                  <a:pt x="38945" y="17481"/>
                  <a:pt x="39656" y="21388"/>
                </a:cubicBezTo>
                <a:cubicBezTo>
                  <a:pt x="40873" y="27934"/>
                  <a:pt x="42053" y="34822"/>
                  <a:pt x="43195" y="42053"/>
                </a:cubicBezTo>
                <a:cubicBezTo>
                  <a:pt x="44337" y="49284"/>
                  <a:pt x="45314" y="55995"/>
                  <a:pt x="46125" y="62186"/>
                </a:cubicBezTo>
                <a:cubicBezTo>
                  <a:pt x="51047" y="55082"/>
                  <a:pt x="55221" y="48130"/>
                  <a:pt x="58646" y="41330"/>
                </a:cubicBezTo>
                <a:cubicBezTo>
                  <a:pt x="62071" y="34531"/>
                  <a:pt x="64532" y="28619"/>
                  <a:pt x="66029" y="23596"/>
                </a:cubicBezTo>
                <a:cubicBezTo>
                  <a:pt x="67526" y="18572"/>
                  <a:pt x="68275" y="14487"/>
                  <a:pt x="68275" y="11341"/>
                </a:cubicBezTo>
                <a:cubicBezTo>
                  <a:pt x="68275" y="8956"/>
                  <a:pt x="67767" y="7333"/>
                  <a:pt x="66752" y="6470"/>
                </a:cubicBezTo>
                <a:cubicBezTo>
                  <a:pt x="65738" y="5607"/>
                  <a:pt x="64012" y="5100"/>
                  <a:pt x="61577" y="4948"/>
                </a:cubicBezTo>
                <a:lnTo>
                  <a:pt x="62338" y="1218"/>
                </a:lnTo>
                <a:lnTo>
                  <a:pt x="82356" y="1218"/>
                </a:lnTo>
                <a:lnTo>
                  <a:pt x="84411" y="5024"/>
                </a:lnTo>
                <a:cubicBezTo>
                  <a:pt x="80554" y="15578"/>
                  <a:pt x="75328" y="26868"/>
                  <a:pt x="68731" y="38895"/>
                </a:cubicBezTo>
                <a:cubicBezTo>
                  <a:pt x="62236" y="50667"/>
                  <a:pt x="54802" y="62389"/>
                  <a:pt x="46430" y="74060"/>
                </a:cubicBezTo>
                <a:cubicBezTo>
                  <a:pt x="38412" y="85172"/>
                  <a:pt x="31740" y="93215"/>
                  <a:pt x="26412" y="98188"/>
                </a:cubicBezTo>
                <a:cubicBezTo>
                  <a:pt x="22707" y="101587"/>
                  <a:pt x="19130" y="104023"/>
                  <a:pt x="15679" y="105495"/>
                </a:cubicBezTo>
                <a:cubicBezTo>
                  <a:pt x="12940" y="106611"/>
                  <a:pt x="10022" y="107169"/>
                  <a:pt x="6926" y="107169"/>
                </a:cubicBezTo>
                <a:cubicBezTo>
                  <a:pt x="5861" y="107169"/>
                  <a:pt x="4630" y="107080"/>
                  <a:pt x="3235" y="106903"/>
                </a:cubicBezTo>
                <a:cubicBezTo>
                  <a:pt x="1839" y="106725"/>
                  <a:pt x="761" y="106484"/>
                  <a:pt x="0" y="106180"/>
                </a:cubicBezTo>
                <a:lnTo>
                  <a:pt x="3273" y="91414"/>
                </a:lnTo>
                <a:lnTo>
                  <a:pt x="9286" y="91414"/>
                </a:lnTo>
                <a:cubicBezTo>
                  <a:pt x="9286" y="94661"/>
                  <a:pt x="10402" y="96285"/>
                  <a:pt x="12635" y="96285"/>
                </a:cubicBezTo>
                <a:cubicBezTo>
                  <a:pt x="15578" y="96285"/>
                  <a:pt x="19003" y="94445"/>
                  <a:pt x="22910" y="90767"/>
                </a:cubicBezTo>
                <a:cubicBezTo>
                  <a:pt x="26818" y="87088"/>
                  <a:pt x="31410" y="81544"/>
                  <a:pt x="36687" y="741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E62F17D8-EB59-4B71-8EC4-EA66086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769" y="4724865"/>
            <a:ext cx="63251" cy="28315"/>
          </a:xfrm>
          <a:custGeom xmlns:a="http://schemas.openxmlformats.org/drawingml/2006/main">
            <a:pathLst>
              <a:path w="63251" h="28315">
                <a:moveTo>
                  <a:pt x="37372" y="0"/>
                </a:moveTo>
                <a:lnTo>
                  <a:pt x="63251" y="23976"/>
                </a:lnTo>
                <a:lnTo>
                  <a:pt x="59141" y="28315"/>
                </a:lnTo>
                <a:lnTo>
                  <a:pt x="32272" y="9819"/>
                </a:lnTo>
                <a:lnTo>
                  <a:pt x="31435" y="9819"/>
                </a:lnTo>
                <a:lnTo>
                  <a:pt x="4110" y="28315"/>
                </a:lnTo>
                <a:lnTo>
                  <a:pt x="0" y="23976"/>
                </a:lnTo>
                <a:lnTo>
                  <a:pt x="27173" y="0"/>
                </a:lnTo>
                <a:lnTo>
                  <a:pt x="3737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FDC6B93-5060-4C52-A225-533F756F3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9c5458c884de2"/>
          <a:srcRect xmlns:a="http://schemas.openxmlformats.org/drawingml/2006/main" l="0" t="136" r="0" b="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47656" y="1379601"/>
            <a:ext cx="1293304" cy="1233297"/>
          </a:xfrm>
          <a:prstGeom xmlns:a="http://schemas.openxmlformats.org/drawingml/2006/main" prst="rect">
            <a:avLst/>
          </a:prstGeom>
        </p:spPr>
      </p:pic>
      <p:sp>
        <p:nvSpPr>
          <p:cNvPr id="304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B4E37BD6-B53C-4235-92C9-4E7E351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7656" y="1379601"/>
            <a:ext cx="1293304" cy="1233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10AF390B-8F4B-4DD4-98DE-C4F7A3E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943" y="4769239"/>
            <a:ext cx="96970" cy="41711"/>
          </a:xfrm>
          <a:custGeom xmlns:a="http://schemas.openxmlformats.org/drawingml/2006/main">
            <a:pathLst>
              <a:path w="96970" h="41711">
                <a:moveTo>
                  <a:pt x="0" y="10124"/>
                </a:moveTo>
                <a:lnTo>
                  <a:pt x="0" y="0"/>
                </a:lnTo>
                <a:lnTo>
                  <a:pt x="93773" y="0"/>
                </a:lnTo>
                <a:lnTo>
                  <a:pt x="93773" y="10124"/>
                </a:lnTo>
                <a:lnTo>
                  <a:pt x="0" y="10124"/>
                </a:lnTo>
                <a:moveTo>
                  <a:pt x="0" y="41711"/>
                </a:moveTo>
                <a:lnTo>
                  <a:pt x="0" y="31587"/>
                </a:lnTo>
                <a:lnTo>
                  <a:pt x="93773" y="31587"/>
                </a:lnTo>
                <a:lnTo>
                  <a:pt x="93773" y="41711"/>
                </a:lnTo>
                <a:lnTo>
                  <a:pt x="0" y="41711"/>
                </a:lnTo>
                <a:moveTo>
                  <a:pt x="96970" y="20856"/>
                </a:moveTo>
                <a:lnTo>
                  <a:pt x="96970" y="208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1747087-CFDC-405F-8269-89A6DA4B6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b40a29a95418d"/>
          <a:srcRect xmlns:a="http://schemas.openxmlformats.org/drawingml/2006/main" l="1564" t="0" r="15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2970" y="6279356"/>
            <a:ext cx="282035" cy="281750"/>
          </a:xfrm>
          <a:prstGeom xmlns:a="http://schemas.openxmlformats.org/drawingml/2006/main" prst="rect">
            <a:avLst/>
          </a:prstGeom>
        </p:spPr>
      </p:pic>
      <p:sp>
        <p:nvSpPr>
          <p:cNvPr id="307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A7CA851C-7476-4F34-B375-7F9A1BAE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970" y="6279356"/>
            <a:ext cx="282035" cy="2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9087CF0E-29F1-4601-A86C-607A3D8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49" y="4725321"/>
            <a:ext cx="85705" cy="143324"/>
          </a:xfrm>
          <a:custGeom xmlns:a="http://schemas.openxmlformats.org/drawingml/2006/main">
            <a:pathLst>
              <a:path w="85705" h="143324">
                <a:moveTo>
                  <a:pt x="33947" y="110595"/>
                </a:moveTo>
                <a:cubicBezTo>
                  <a:pt x="31613" y="121606"/>
                  <a:pt x="28035" y="129814"/>
                  <a:pt x="23215" y="135218"/>
                </a:cubicBezTo>
                <a:cubicBezTo>
                  <a:pt x="18394" y="140622"/>
                  <a:pt x="12331" y="143324"/>
                  <a:pt x="5024" y="143324"/>
                </a:cubicBezTo>
                <a:cubicBezTo>
                  <a:pt x="2892" y="143324"/>
                  <a:pt x="1218" y="143197"/>
                  <a:pt x="0" y="142943"/>
                </a:cubicBezTo>
                <a:lnTo>
                  <a:pt x="1294" y="136245"/>
                </a:lnTo>
                <a:cubicBezTo>
                  <a:pt x="1801" y="136397"/>
                  <a:pt x="2994" y="136473"/>
                  <a:pt x="4871" y="136473"/>
                </a:cubicBezTo>
                <a:cubicBezTo>
                  <a:pt x="7155" y="136473"/>
                  <a:pt x="9108" y="135890"/>
                  <a:pt x="10732" y="134723"/>
                </a:cubicBezTo>
                <a:cubicBezTo>
                  <a:pt x="12356" y="133556"/>
                  <a:pt x="13865" y="131526"/>
                  <a:pt x="15261" y="128634"/>
                </a:cubicBezTo>
                <a:cubicBezTo>
                  <a:pt x="16656" y="125741"/>
                  <a:pt x="17938" y="121733"/>
                  <a:pt x="19105" y="116607"/>
                </a:cubicBezTo>
                <a:lnTo>
                  <a:pt x="35469" y="44223"/>
                </a:lnTo>
                <a:lnTo>
                  <a:pt x="22606" y="44223"/>
                </a:lnTo>
                <a:lnTo>
                  <a:pt x="23748" y="38971"/>
                </a:lnTo>
                <a:cubicBezTo>
                  <a:pt x="27147" y="38768"/>
                  <a:pt x="29596" y="38489"/>
                  <a:pt x="31093" y="38133"/>
                </a:cubicBezTo>
                <a:cubicBezTo>
                  <a:pt x="32590" y="37779"/>
                  <a:pt x="33757" y="37246"/>
                  <a:pt x="34594" y="36535"/>
                </a:cubicBezTo>
                <a:cubicBezTo>
                  <a:pt x="35431" y="35825"/>
                  <a:pt x="36142" y="34899"/>
                  <a:pt x="36725" y="33757"/>
                </a:cubicBezTo>
                <a:cubicBezTo>
                  <a:pt x="37309" y="32615"/>
                  <a:pt x="38057" y="30522"/>
                  <a:pt x="38971" y="27478"/>
                </a:cubicBezTo>
                <a:cubicBezTo>
                  <a:pt x="41660" y="18344"/>
                  <a:pt x="45808" y="11481"/>
                  <a:pt x="51415" y="6889"/>
                </a:cubicBezTo>
                <a:cubicBezTo>
                  <a:pt x="57022" y="2296"/>
                  <a:pt x="64164" y="0"/>
                  <a:pt x="72841" y="0"/>
                </a:cubicBezTo>
                <a:cubicBezTo>
                  <a:pt x="77814" y="0"/>
                  <a:pt x="82102" y="406"/>
                  <a:pt x="85705" y="1218"/>
                </a:cubicBezTo>
                <a:lnTo>
                  <a:pt x="82737" y="14158"/>
                </a:lnTo>
                <a:lnTo>
                  <a:pt x="76038" y="14158"/>
                </a:lnTo>
                <a:cubicBezTo>
                  <a:pt x="75328" y="11265"/>
                  <a:pt x="74402" y="9185"/>
                  <a:pt x="73260" y="7916"/>
                </a:cubicBezTo>
                <a:cubicBezTo>
                  <a:pt x="72119" y="6648"/>
                  <a:pt x="70431" y="6013"/>
                  <a:pt x="68199" y="6013"/>
                </a:cubicBezTo>
                <a:cubicBezTo>
                  <a:pt x="65306" y="6013"/>
                  <a:pt x="62858" y="6812"/>
                  <a:pt x="60854" y="8411"/>
                </a:cubicBezTo>
                <a:cubicBezTo>
                  <a:pt x="58849" y="10009"/>
                  <a:pt x="57137" y="12382"/>
                  <a:pt x="55716" y="15528"/>
                </a:cubicBezTo>
                <a:cubicBezTo>
                  <a:pt x="54295" y="18673"/>
                  <a:pt x="52976" y="22911"/>
                  <a:pt x="51758" y="28239"/>
                </a:cubicBezTo>
                <a:lnTo>
                  <a:pt x="49855" y="36535"/>
                </a:lnTo>
                <a:lnTo>
                  <a:pt x="69417" y="36535"/>
                </a:lnTo>
                <a:lnTo>
                  <a:pt x="67742" y="44223"/>
                </a:lnTo>
                <a:lnTo>
                  <a:pt x="48104" y="44223"/>
                </a:lnTo>
                <a:lnTo>
                  <a:pt x="33947" y="1105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0C81F793-ECD8-472F-A2EC-33BA343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47" y="4787918"/>
            <a:ext cx="55415" cy="81925"/>
          </a:xfrm>
          <a:custGeom xmlns:a="http://schemas.openxmlformats.org/drawingml/2006/main">
            <a:pathLst>
              <a:path w="55415" h="81925">
                <a:moveTo>
                  <a:pt x="18212" y="81925"/>
                </a:moveTo>
                <a:cubicBezTo>
                  <a:pt x="6070" y="81925"/>
                  <a:pt x="0" y="74369"/>
                  <a:pt x="0" y="59258"/>
                </a:cubicBezTo>
                <a:cubicBezTo>
                  <a:pt x="0" y="54728"/>
                  <a:pt x="418" y="49948"/>
                  <a:pt x="1253" y="44917"/>
                </a:cubicBezTo>
                <a:cubicBezTo>
                  <a:pt x="2089" y="39886"/>
                  <a:pt x="3397" y="34808"/>
                  <a:pt x="5179" y="29685"/>
                </a:cubicBezTo>
                <a:cubicBezTo>
                  <a:pt x="6776" y="25155"/>
                  <a:pt x="8716" y="21062"/>
                  <a:pt x="10999" y="17404"/>
                </a:cubicBezTo>
                <a:cubicBezTo>
                  <a:pt x="13283" y="13747"/>
                  <a:pt x="15798" y="10628"/>
                  <a:pt x="18546" y="8048"/>
                </a:cubicBezTo>
                <a:cubicBezTo>
                  <a:pt x="21293" y="5467"/>
                  <a:pt x="24264" y="3481"/>
                  <a:pt x="27457" y="2089"/>
                </a:cubicBezTo>
                <a:cubicBezTo>
                  <a:pt x="30650" y="696"/>
                  <a:pt x="33973" y="0"/>
                  <a:pt x="37426" y="0"/>
                </a:cubicBezTo>
                <a:cubicBezTo>
                  <a:pt x="49419" y="0"/>
                  <a:pt x="55415" y="7612"/>
                  <a:pt x="55415" y="22834"/>
                </a:cubicBezTo>
                <a:cubicBezTo>
                  <a:pt x="55415" y="27364"/>
                  <a:pt x="54960" y="32154"/>
                  <a:pt x="54051" y="37203"/>
                </a:cubicBezTo>
                <a:cubicBezTo>
                  <a:pt x="53141" y="42253"/>
                  <a:pt x="51776" y="47358"/>
                  <a:pt x="49957" y="52519"/>
                </a:cubicBezTo>
                <a:cubicBezTo>
                  <a:pt x="48360" y="57049"/>
                  <a:pt x="46458" y="61133"/>
                  <a:pt x="44249" y="64772"/>
                </a:cubicBezTo>
                <a:cubicBezTo>
                  <a:pt x="42039" y="68410"/>
                  <a:pt x="39589" y="71501"/>
                  <a:pt x="36897" y="74044"/>
                </a:cubicBezTo>
                <a:cubicBezTo>
                  <a:pt x="34205" y="76588"/>
                  <a:pt x="31291" y="78537"/>
                  <a:pt x="28153" y="79892"/>
                </a:cubicBezTo>
                <a:cubicBezTo>
                  <a:pt x="25016" y="81248"/>
                  <a:pt x="21702" y="81925"/>
                  <a:pt x="18212" y="81925"/>
                </a:cubicBezTo>
                <a:moveTo>
                  <a:pt x="42828" y="37426"/>
                </a:moveTo>
                <a:cubicBezTo>
                  <a:pt x="43571" y="33713"/>
                  <a:pt x="44146" y="30223"/>
                  <a:pt x="44555" y="26956"/>
                </a:cubicBezTo>
                <a:cubicBezTo>
                  <a:pt x="44963" y="23688"/>
                  <a:pt x="45168" y="20607"/>
                  <a:pt x="45168" y="17711"/>
                </a:cubicBezTo>
                <a:cubicBezTo>
                  <a:pt x="45168" y="13552"/>
                  <a:pt x="44527" y="10480"/>
                  <a:pt x="43246" y="8493"/>
                </a:cubicBezTo>
                <a:cubicBezTo>
                  <a:pt x="41965" y="6507"/>
                  <a:pt x="39877" y="5513"/>
                  <a:pt x="36981" y="5513"/>
                </a:cubicBezTo>
                <a:cubicBezTo>
                  <a:pt x="32154" y="5513"/>
                  <a:pt x="27847" y="8196"/>
                  <a:pt x="24060" y="13562"/>
                </a:cubicBezTo>
                <a:cubicBezTo>
                  <a:pt x="20273" y="18926"/>
                  <a:pt x="17005" y="26881"/>
                  <a:pt x="14258" y="37426"/>
                </a:cubicBezTo>
                <a:lnTo>
                  <a:pt x="42828" y="37426"/>
                </a:lnTo>
                <a:moveTo>
                  <a:pt x="12698" y="44221"/>
                </a:moveTo>
                <a:cubicBezTo>
                  <a:pt x="11844" y="48045"/>
                  <a:pt x="11241" y="51591"/>
                  <a:pt x="10888" y="54858"/>
                </a:cubicBezTo>
                <a:cubicBezTo>
                  <a:pt x="10535" y="58125"/>
                  <a:pt x="10359" y="61207"/>
                  <a:pt x="10359" y="64103"/>
                </a:cubicBezTo>
                <a:cubicBezTo>
                  <a:pt x="10359" y="68521"/>
                  <a:pt x="11027" y="71696"/>
                  <a:pt x="12364" y="73627"/>
                </a:cubicBezTo>
                <a:cubicBezTo>
                  <a:pt x="13701" y="75557"/>
                  <a:pt x="15836" y="76523"/>
                  <a:pt x="18769" y="76523"/>
                </a:cubicBezTo>
                <a:cubicBezTo>
                  <a:pt x="21071" y="76523"/>
                  <a:pt x="23289" y="75817"/>
                  <a:pt x="25424" y="74406"/>
                </a:cubicBezTo>
                <a:cubicBezTo>
                  <a:pt x="27559" y="72996"/>
                  <a:pt x="29592" y="70926"/>
                  <a:pt x="31522" y="68197"/>
                </a:cubicBezTo>
                <a:cubicBezTo>
                  <a:pt x="33453" y="65468"/>
                  <a:pt x="35235" y="62098"/>
                  <a:pt x="36869" y="58088"/>
                </a:cubicBezTo>
                <a:cubicBezTo>
                  <a:pt x="38503" y="54078"/>
                  <a:pt x="39969" y="49456"/>
                  <a:pt x="41269" y="44221"/>
                </a:cubicBezTo>
                <a:lnTo>
                  <a:pt x="12698" y="442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94AA090B-6A00-420F-8142-B739E5F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865" y="4724636"/>
            <a:ext cx="48104" cy="144389"/>
          </a:xfrm>
          <a:custGeom xmlns:a="http://schemas.openxmlformats.org/drawingml/2006/main">
            <a:pathLst>
              <a:path w="48104" h="144389">
                <a:moveTo>
                  <a:pt x="13168" y="71472"/>
                </a:moveTo>
                <a:cubicBezTo>
                  <a:pt x="13168" y="89232"/>
                  <a:pt x="16022" y="103871"/>
                  <a:pt x="21731" y="115390"/>
                </a:cubicBezTo>
                <a:cubicBezTo>
                  <a:pt x="27439" y="126908"/>
                  <a:pt x="36154" y="134621"/>
                  <a:pt x="47876" y="138528"/>
                </a:cubicBezTo>
                <a:lnTo>
                  <a:pt x="46049" y="144389"/>
                </a:lnTo>
                <a:cubicBezTo>
                  <a:pt x="31182" y="140482"/>
                  <a:pt x="19790" y="132071"/>
                  <a:pt x="11874" y="119157"/>
                </a:cubicBezTo>
                <a:cubicBezTo>
                  <a:pt x="3958" y="106243"/>
                  <a:pt x="0" y="90602"/>
                  <a:pt x="0" y="72233"/>
                </a:cubicBezTo>
                <a:cubicBezTo>
                  <a:pt x="0" y="53915"/>
                  <a:pt x="3971" y="38273"/>
                  <a:pt x="11912" y="25308"/>
                </a:cubicBezTo>
                <a:cubicBezTo>
                  <a:pt x="19853" y="12343"/>
                  <a:pt x="31232" y="3907"/>
                  <a:pt x="46049" y="0"/>
                </a:cubicBezTo>
                <a:lnTo>
                  <a:pt x="48104" y="5861"/>
                </a:lnTo>
                <a:cubicBezTo>
                  <a:pt x="36230" y="9768"/>
                  <a:pt x="27439" y="17392"/>
                  <a:pt x="21731" y="28733"/>
                </a:cubicBezTo>
                <a:cubicBezTo>
                  <a:pt x="16022" y="40075"/>
                  <a:pt x="13168" y="54321"/>
                  <a:pt x="13168" y="714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82533F93-12BE-47F7-B820-B74B935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95" y="4760562"/>
            <a:ext cx="78398" cy="75277"/>
          </a:xfrm>
          <a:custGeom xmlns:a="http://schemas.openxmlformats.org/drawingml/2006/main">
            <a:pathLst>
              <a:path w="78398" h="75277">
                <a:moveTo>
                  <a:pt x="34023" y="39656"/>
                </a:moveTo>
                <a:cubicBezTo>
                  <a:pt x="33262" y="35647"/>
                  <a:pt x="32475" y="31790"/>
                  <a:pt x="31664" y="28086"/>
                </a:cubicBezTo>
                <a:cubicBezTo>
                  <a:pt x="30852" y="24382"/>
                  <a:pt x="30015" y="20932"/>
                  <a:pt x="29152" y="17735"/>
                </a:cubicBezTo>
                <a:cubicBezTo>
                  <a:pt x="28289" y="14538"/>
                  <a:pt x="27579" y="12444"/>
                  <a:pt x="27021" y="11455"/>
                </a:cubicBezTo>
                <a:cubicBezTo>
                  <a:pt x="26462" y="10466"/>
                  <a:pt x="25866" y="9781"/>
                  <a:pt x="25232" y="9400"/>
                </a:cubicBezTo>
                <a:cubicBezTo>
                  <a:pt x="24598" y="9020"/>
                  <a:pt x="23799" y="8829"/>
                  <a:pt x="22834" y="8829"/>
                </a:cubicBezTo>
                <a:cubicBezTo>
                  <a:pt x="21769" y="8829"/>
                  <a:pt x="20804" y="9070"/>
                  <a:pt x="19942" y="9552"/>
                </a:cubicBezTo>
                <a:cubicBezTo>
                  <a:pt x="19080" y="10034"/>
                  <a:pt x="18141" y="10872"/>
                  <a:pt x="17126" y="12064"/>
                </a:cubicBezTo>
                <a:cubicBezTo>
                  <a:pt x="16111" y="13256"/>
                  <a:pt x="14766" y="15121"/>
                  <a:pt x="13092" y="17658"/>
                </a:cubicBezTo>
                <a:lnTo>
                  <a:pt x="8144" y="14386"/>
                </a:lnTo>
                <a:cubicBezTo>
                  <a:pt x="11341" y="9565"/>
                  <a:pt x="14411" y="5962"/>
                  <a:pt x="17354" y="3577"/>
                </a:cubicBezTo>
                <a:cubicBezTo>
                  <a:pt x="20297" y="1193"/>
                  <a:pt x="23773" y="0"/>
                  <a:pt x="27782" y="0"/>
                </a:cubicBezTo>
                <a:cubicBezTo>
                  <a:pt x="29355" y="0"/>
                  <a:pt x="30737" y="177"/>
                  <a:pt x="31930" y="533"/>
                </a:cubicBezTo>
                <a:cubicBezTo>
                  <a:pt x="33122" y="888"/>
                  <a:pt x="34175" y="1433"/>
                  <a:pt x="35089" y="2169"/>
                </a:cubicBezTo>
                <a:cubicBezTo>
                  <a:pt x="36002" y="2905"/>
                  <a:pt x="36814" y="3856"/>
                  <a:pt x="37525" y="5023"/>
                </a:cubicBezTo>
                <a:cubicBezTo>
                  <a:pt x="38235" y="6191"/>
                  <a:pt x="38920" y="7776"/>
                  <a:pt x="39579" y="9781"/>
                </a:cubicBezTo>
                <a:cubicBezTo>
                  <a:pt x="40239" y="11785"/>
                  <a:pt x="40861" y="14271"/>
                  <a:pt x="41444" y="17240"/>
                </a:cubicBezTo>
                <a:cubicBezTo>
                  <a:pt x="42028" y="20208"/>
                  <a:pt x="42548" y="23291"/>
                  <a:pt x="43005" y="26488"/>
                </a:cubicBezTo>
                <a:lnTo>
                  <a:pt x="43766" y="26488"/>
                </a:lnTo>
                <a:cubicBezTo>
                  <a:pt x="48637" y="19637"/>
                  <a:pt x="52329" y="14627"/>
                  <a:pt x="54841" y="11455"/>
                </a:cubicBezTo>
                <a:cubicBezTo>
                  <a:pt x="57352" y="8284"/>
                  <a:pt x="59471" y="5924"/>
                  <a:pt x="61196" y="4376"/>
                </a:cubicBezTo>
                <a:cubicBezTo>
                  <a:pt x="62921" y="2829"/>
                  <a:pt x="64583" y="1738"/>
                  <a:pt x="66181" y="1104"/>
                </a:cubicBezTo>
                <a:cubicBezTo>
                  <a:pt x="67780" y="469"/>
                  <a:pt x="69899" y="152"/>
                  <a:pt x="72537" y="152"/>
                </a:cubicBezTo>
                <a:cubicBezTo>
                  <a:pt x="74922" y="152"/>
                  <a:pt x="76876" y="457"/>
                  <a:pt x="78398" y="1066"/>
                </a:cubicBezTo>
                <a:lnTo>
                  <a:pt x="75353" y="14842"/>
                </a:lnTo>
                <a:lnTo>
                  <a:pt x="70025" y="14842"/>
                </a:lnTo>
                <a:cubicBezTo>
                  <a:pt x="69721" y="12711"/>
                  <a:pt x="68833" y="11645"/>
                  <a:pt x="67361" y="11645"/>
                </a:cubicBezTo>
                <a:cubicBezTo>
                  <a:pt x="66905" y="11645"/>
                  <a:pt x="66423" y="11722"/>
                  <a:pt x="65915" y="11874"/>
                </a:cubicBezTo>
                <a:cubicBezTo>
                  <a:pt x="65408" y="12026"/>
                  <a:pt x="64786" y="12356"/>
                  <a:pt x="64050" y="12863"/>
                </a:cubicBezTo>
                <a:cubicBezTo>
                  <a:pt x="63315" y="13371"/>
                  <a:pt x="62236" y="14360"/>
                  <a:pt x="60815" y="15832"/>
                </a:cubicBezTo>
                <a:cubicBezTo>
                  <a:pt x="59395" y="17303"/>
                  <a:pt x="57796" y="19105"/>
                  <a:pt x="56020" y="21236"/>
                </a:cubicBezTo>
                <a:cubicBezTo>
                  <a:pt x="54244" y="23367"/>
                  <a:pt x="52418" y="25600"/>
                  <a:pt x="50540" y="27934"/>
                </a:cubicBezTo>
                <a:lnTo>
                  <a:pt x="45364" y="34404"/>
                </a:lnTo>
                <a:cubicBezTo>
                  <a:pt x="46278" y="39275"/>
                  <a:pt x="47140" y="43486"/>
                  <a:pt x="47952" y="47039"/>
                </a:cubicBezTo>
                <a:cubicBezTo>
                  <a:pt x="48764" y="50591"/>
                  <a:pt x="49487" y="53546"/>
                  <a:pt x="50122" y="55906"/>
                </a:cubicBezTo>
                <a:cubicBezTo>
                  <a:pt x="50756" y="58265"/>
                  <a:pt x="51314" y="60130"/>
                  <a:pt x="51796" y="61501"/>
                </a:cubicBezTo>
                <a:cubicBezTo>
                  <a:pt x="52278" y="62871"/>
                  <a:pt x="52798" y="63898"/>
                  <a:pt x="53356" y="64583"/>
                </a:cubicBezTo>
                <a:cubicBezTo>
                  <a:pt x="53915" y="65268"/>
                  <a:pt x="54485" y="65750"/>
                  <a:pt x="55069" y="66029"/>
                </a:cubicBezTo>
                <a:cubicBezTo>
                  <a:pt x="55652" y="66308"/>
                  <a:pt x="56325" y="66448"/>
                  <a:pt x="57086" y="66448"/>
                </a:cubicBezTo>
                <a:cubicBezTo>
                  <a:pt x="58456" y="66448"/>
                  <a:pt x="59788" y="65915"/>
                  <a:pt x="61082" y="64849"/>
                </a:cubicBezTo>
                <a:cubicBezTo>
                  <a:pt x="62376" y="63784"/>
                  <a:pt x="64241" y="61374"/>
                  <a:pt x="66676" y="57619"/>
                </a:cubicBezTo>
                <a:lnTo>
                  <a:pt x="71624" y="60891"/>
                </a:lnTo>
                <a:cubicBezTo>
                  <a:pt x="68072" y="66169"/>
                  <a:pt x="64862" y="69886"/>
                  <a:pt x="61995" y="72042"/>
                </a:cubicBezTo>
                <a:cubicBezTo>
                  <a:pt x="59128" y="74199"/>
                  <a:pt x="55716" y="75277"/>
                  <a:pt x="51758" y="75277"/>
                </a:cubicBezTo>
                <a:cubicBezTo>
                  <a:pt x="49576" y="75277"/>
                  <a:pt x="47724" y="74884"/>
                  <a:pt x="46201" y="74097"/>
                </a:cubicBezTo>
                <a:cubicBezTo>
                  <a:pt x="44679" y="73311"/>
                  <a:pt x="43360" y="72055"/>
                  <a:pt x="42244" y="70330"/>
                </a:cubicBezTo>
                <a:cubicBezTo>
                  <a:pt x="41127" y="68604"/>
                  <a:pt x="40138" y="65915"/>
                  <a:pt x="39275" y="62261"/>
                </a:cubicBezTo>
                <a:cubicBezTo>
                  <a:pt x="37702" y="55767"/>
                  <a:pt x="36738" y="50794"/>
                  <a:pt x="36383" y="47343"/>
                </a:cubicBezTo>
                <a:lnTo>
                  <a:pt x="35622" y="47343"/>
                </a:lnTo>
                <a:cubicBezTo>
                  <a:pt x="30243" y="54904"/>
                  <a:pt x="26247" y="60333"/>
                  <a:pt x="23633" y="63631"/>
                </a:cubicBezTo>
                <a:cubicBezTo>
                  <a:pt x="21020" y="66930"/>
                  <a:pt x="18864" y="69366"/>
                  <a:pt x="17164" y="70939"/>
                </a:cubicBezTo>
                <a:cubicBezTo>
                  <a:pt x="15464" y="72511"/>
                  <a:pt x="13815" y="73615"/>
                  <a:pt x="12216" y="74249"/>
                </a:cubicBezTo>
                <a:cubicBezTo>
                  <a:pt x="10618" y="74884"/>
                  <a:pt x="8500" y="75201"/>
                  <a:pt x="5861" y="75201"/>
                </a:cubicBezTo>
                <a:cubicBezTo>
                  <a:pt x="3476" y="75201"/>
                  <a:pt x="1522" y="74896"/>
                  <a:pt x="0" y="74288"/>
                </a:cubicBezTo>
                <a:lnTo>
                  <a:pt x="3045" y="60511"/>
                </a:lnTo>
                <a:lnTo>
                  <a:pt x="8373" y="60511"/>
                </a:lnTo>
                <a:cubicBezTo>
                  <a:pt x="8677" y="62642"/>
                  <a:pt x="9565" y="63708"/>
                  <a:pt x="11037" y="63708"/>
                </a:cubicBezTo>
                <a:cubicBezTo>
                  <a:pt x="11747" y="63708"/>
                  <a:pt x="12496" y="63518"/>
                  <a:pt x="13282" y="63137"/>
                </a:cubicBezTo>
                <a:cubicBezTo>
                  <a:pt x="14068" y="62756"/>
                  <a:pt x="15198" y="61843"/>
                  <a:pt x="16669" y="60397"/>
                </a:cubicBezTo>
                <a:cubicBezTo>
                  <a:pt x="18141" y="58951"/>
                  <a:pt x="20170" y="56680"/>
                  <a:pt x="22758" y="53585"/>
                </a:cubicBezTo>
                <a:cubicBezTo>
                  <a:pt x="25346" y="50489"/>
                  <a:pt x="29101" y="45846"/>
                  <a:pt x="34023" y="396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B460AF73-FEAE-49EA-BD8D-FCD2CBBB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882" y="4724636"/>
            <a:ext cx="48104" cy="144389"/>
          </a:xfrm>
          <a:custGeom xmlns:a="http://schemas.openxmlformats.org/drawingml/2006/main">
            <a:pathLst>
              <a:path w="48104" h="144389">
                <a:moveTo>
                  <a:pt x="34937" y="71472"/>
                </a:moveTo>
                <a:cubicBezTo>
                  <a:pt x="34937" y="54321"/>
                  <a:pt x="32095" y="40075"/>
                  <a:pt x="26411" y="28733"/>
                </a:cubicBezTo>
                <a:cubicBezTo>
                  <a:pt x="20728" y="17392"/>
                  <a:pt x="11924" y="9768"/>
                  <a:pt x="0" y="5861"/>
                </a:cubicBezTo>
                <a:lnTo>
                  <a:pt x="2055" y="0"/>
                </a:lnTo>
                <a:cubicBezTo>
                  <a:pt x="16872" y="3907"/>
                  <a:pt x="28251" y="12343"/>
                  <a:pt x="36192" y="25308"/>
                </a:cubicBezTo>
                <a:cubicBezTo>
                  <a:pt x="44133" y="38273"/>
                  <a:pt x="48104" y="53915"/>
                  <a:pt x="48104" y="72233"/>
                </a:cubicBezTo>
                <a:cubicBezTo>
                  <a:pt x="48104" y="90602"/>
                  <a:pt x="44146" y="106243"/>
                  <a:pt x="36230" y="119157"/>
                </a:cubicBezTo>
                <a:cubicBezTo>
                  <a:pt x="28314" y="132071"/>
                  <a:pt x="16923" y="140482"/>
                  <a:pt x="2055" y="144389"/>
                </a:cubicBezTo>
                <a:lnTo>
                  <a:pt x="228" y="138528"/>
                </a:lnTo>
                <a:cubicBezTo>
                  <a:pt x="11950" y="134621"/>
                  <a:pt x="20665" y="126908"/>
                  <a:pt x="26374" y="115390"/>
                </a:cubicBezTo>
                <a:cubicBezTo>
                  <a:pt x="32082" y="103871"/>
                  <a:pt x="34937" y="89232"/>
                  <a:pt x="34937" y="714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6A34B328-94B4-4026-8022-80A8475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654" y="5494427"/>
            <a:ext cx="84411" cy="107169"/>
          </a:xfrm>
          <a:custGeom xmlns:a="http://schemas.openxmlformats.org/drawingml/2006/main">
            <a:pathLst>
              <a:path w="84411" h="107169">
                <a:moveTo>
                  <a:pt x="36687" y="74136"/>
                </a:moveTo>
                <a:cubicBezTo>
                  <a:pt x="35216" y="65256"/>
                  <a:pt x="33211" y="54549"/>
                  <a:pt x="30674" y="42015"/>
                </a:cubicBezTo>
                <a:cubicBezTo>
                  <a:pt x="27985" y="28619"/>
                  <a:pt x="26209" y="20323"/>
                  <a:pt x="25346" y="17126"/>
                </a:cubicBezTo>
                <a:cubicBezTo>
                  <a:pt x="24281" y="13269"/>
                  <a:pt x="23164" y="10808"/>
                  <a:pt x="21997" y="9743"/>
                </a:cubicBezTo>
                <a:cubicBezTo>
                  <a:pt x="21286" y="9083"/>
                  <a:pt x="20399" y="8753"/>
                  <a:pt x="19333" y="8753"/>
                </a:cubicBezTo>
                <a:cubicBezTo>
                  <a:pt x="17709" y="8753"/>
                  <a:pt x="16187" y="9413"/>
                  <a:pt x="14766" y="10732"/>
                </a:cubicBezTo>
                <a:cubicBezTo>
                  <a:pt x="13345" y="12052"/>
                  <a:pt x="11595" y="14335"/>
                  <a:pt x="9514" y="17583"/>
                </a:cubicBezTo>
                <a:lnTo>
                  <a:pt x="4567" y="14310"/>
                </a:lnTo>
                <a:cubicBezTo>
                  <a:pt x="8068" y="9083"/>
                  <a:pt x="11341" y="5391"/>
                  <a:pt x="14386" y="3235"/>
                </a:cubicBezTo>
                <a:cubicBezTo>
                  <a:pt x="17430" y="1078"/>
                  <a:pt x="20830" y="0"/>
                  <a:pt x="24585" y="0"/>
                </a:cubicBezTo>
                <a:cubicBezTo>
                  <a:pt x="26665" y="0"/>
                  <a:pt x="28442" y="279"/>
                  <a:pt x="29913" y="838"/>
                </a:cubicBezTo>
                <a:cubicBezTo>
                  <a:pt x="30928" y="1244"/>
                  <a:pt x="31943" y="1916"/>
                  <a:pt x="32957" y="2855"/>
                </a:cubicBezTo>
                <a:cubicBezTo>
                  <a:pt x="33972" y="3793"/>
                  <a:pt x="34873" y="5100"/>
                  <a:pt x="35659" y="6774"/>
                </a:cubicBezTo>
                <a:cubicBezTo>
                  <a:pt x="36446" y="8449"/>
                  <a:pt x="37131" y="10326"/>
                  <a:pt x="37715" y="12407"/>
                </a:cubicBezTo>
                <a:cubicBezTo>
                  <a:pt x="38298" y="14487"/>
                  <a:pt x="38945" y="17481"/>
                  <a:pt x="39656" y="21388"/>
                </a:cubicBezTo>
                <a:cubicBezTo>
                  <a:pt x="40873" y="27934"/>
                  <a:pt x="42053" y="34822"/>
                  <a:pt x="43195" y="42053"/>
                </a:cubicBezTo>
                <a:cubicBezTo>
                  <a:pt x="44337" y="49284"/>
                  <a:pt x="45313" y="55995"/>
                  <a:pt x="46125" y="62186"/>
                </a:cubicBezTo>
                <a:cubicBezTo>
                  <a:pt x="51047" y="55082"/>
                  <a:pt x="55221" y="48130"/>
                  <a:pt x="58646" y="41330"/>
                </a:cubicBezTo>
                <a:cubicBezTo>
                  <a:pt x="62071" y="34531"/>
                  <a:pt x="64532" y="28619"/>
                  <a:pt x="66029" y="23596"/>
                </a:cubicBezTo>
                <a:cubicBezTo>
                  <a:pt x="67526" y="18572"/>
                  <a:pt x="68275" y="14487"/>
                  <a:pt x="68275" y="11341"/>
                </a:cubicBezTo>
                <a:cubicBezTo>
                  <a:pt x="68275" y="8956"/>
                  <a:pt x="67767" y="7333"/>
                  <a:pt x="66752" y="6470"/>
                </a:cubicBezTo>
                <a:cubicBezTo>
                  <a:pt x="65737" y="5607"/>
                  <a:pt x="64012" y="5100"/>
                  <a:pt x="61576" y="4948"/>
                </a:cubicBezTo>
                <a:lnTo>
                  <a:pt x="62338" y="1218"/>
                </a:lnTo>
                <a:lnTo>
                  <a:pt x="82356" y="1218"/>
                </a:lnTo>
                <a:lnTo>
                  <a:pt x="84411" y="5024"/>
                </a:lnTo>
                <a:cubicBezTo>
                  <a:pt x="80555" y="15578"/>
                  <a:pt x="75328" y="26868"/>
                  <a:pt x="68732" y="38895"/>
                </a:cubicBezTo>
                <a:cubicBezTo>
                  <a:pt x="62236" y="50667"/>
                  <a:pt x="54802" y="62389"/>
                  <a:pt x="46430" y="74060"/>
                </a:cubicBezTo>
                <a:cubicBezTo>
                  <a:pt x="38412" y="85172"/>
                  <a:pt x="31740" y="93215"/>
                  <a:pt x="26412" y="98188"/>
                </a:cubicBezTo>
                <a:cubicBezTo>
                  <a:pt x="22707" y="101587"/>
                  <a:pt x="19130" y="104023"/>
                  <a:pt x="15680" y="105495"/>
                </a:cubicBezTo>
                <a:cubicBezTo>
                  <a:pt x="12939" y="106611"/>
                  <a:pt x="10022" y="107169"/>
                  <a:pt x="6927" y="107169"/>
                </a:cubicBezTo>
                <a:cubicBezTo>
                  <a:pt x="5861" y="107169"/>
                  <a:pt x="4630" y="107080"/>
                  <a:pt x="3235" y="106903"/>
                </a:cubicBezTo>
                <a:cubicBezTo>
                  <a:pt x="1840" y="106725"/>
                  <a:pt x="761" y="106484"/>
                  <a:pt x="0" y="106180"/>
                </a:cubicBezTo>
                <a:lnTo>
                  <a:pt x="3273" y="91414"/>
                </a:lnTo>
                <a:lnTo>
                  <a:pt x="9286" y="91414"/>
                </a:lnTo>
                <a:cubicBezTo>
                  <a:pt x="9286" y="94661"/>
                  <a:pt x="10402" y="96285"/>
                  <a:pt x="12635" y="96285"/>
                </a:cubicBezTo>
                <a:cubicBezTo>
                  <a:pt x="15578" y="96285"/>
                  <a:pt x="19003" y="94445"/>
                  <a:pt x="22911" y="90767"/>
                </a:cubicBezTo>
                <a:cubicBezTo>
                  <a:pt x="26818" y="87088"/>
                  <a:pt x="31410" y="81544"/>
                  <a:pt x="36687" y="741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45D7D2F5-A8D6-41C4-98EF-505C32E3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216" y="5452345"/>
            <a:ext cx="25062" cy="48955"/>
          </a:xfrm>
          <a:custGeom xmlns:a="http://schemas.openxmlformats.org/drawingml/2006/main">
            <a:pathLst>
              <a:path w="25062" h="48955">
                <a:moveTo>
                  <a:pt x="25062" y="0"/>
                </a:moveTo>
                <a:lnTo>
                  <a:pt x="25062" y="4345"/>
                </a:lnTo>
                <a:lnTo>
                  <a:pt x="6516" y="48955"/>
                </a:lnTo>
                <a:lnTo>
                  <a:pt x="0" y="47006"/>
                </a:lnTo>
                <a:lnTo>
                  <a:pt x="10693" y="0"/>
                </a:lnTo>
                <a:lnTo>
                  <a:pt x="250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0E496AFC-894E-4531-9188-6796B8D5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121" y="5457897"/>
            <a:ext cx="70178" cy="107930"/>
          </a:xfrm>
          <a:custGeom xmlns:a="http://schemas.openxmlformats.org/drawingml/2006/main">
            <a:pathLst>
              <a:path w="70178" h="107930">
                <a:moveTo>
                  <a:pt x="22454" y="107930"/>
                </a:moveTo>
                <a:cubicBezTo>
                  <a:pt x="14893" y="107930"/>
                  <a:pt x="9261" y="105621"/>
                  <a:pt x="5556" y="101004"/>
                </a:cubicBezTo>
                <a:cubicBezTo>
                  <a:pt x="1852" y="96386"/>
                  <a:pt x="0" y="89460"/>
                  <a:pt x="0" y="80225"/>
                </a:cubicBezTo>
                <a:cubicBezTo>
                  <a:pt x="0" y="75201"/>
                  <a:pt x="558" y="69010"/>
                  <a:pt x="1675" y="61653"/>
                </a:cubicBezTo>
                <a:cubicBezTo>
                  <a:pt x="2791" y="54295"/>
                  <a:pt x="4630" y="46772"/>
                  <a:pt x="7193" y="39085"/>
                </a:cubicBezTo>
                <a:cubicBezTo>
                  <a:pt x="9756" y="31397"/>
                  <a:pt x="13054" y="24572"/>
                  <a:pt x="17088" y="18610"/>
                </a:cubicBezTo>
                <a:cubicBezTo>
                  <a:pt x="21122" y="12648"/>
                  <a:pt x="25765" y="8055"/>
                  <a:pt x="31017" y="4833"/>
                </a:cubicBezTo>
                <a:cubicBezTo>
                  <a:pt x="36269" y="1611"/>
                  <a:pt x="41965" y="0"/>
                  <a:pt x="48104" y="0"/>
                </a:cubicBezTo>
                <a:cubicBezTo>
                  <a:pt x="62820" y="0"/>
                  <a:pt x="70178" y="9336"/>
                  <a:pt x="70178" y="28010"/>
                </a:cubicBezTo>
                <a:cubicBezTo>
                  <a:pt x="70178" y="33287"/>
                  <a:pt x="69581" y="39592"/>
                  <a:pt x="68389" y="46924"/>
                </a:cubicBezTo>
                <a:cubicBezTo>
                  <a:pt x="67197" y="54257"/>
                  <a:pt x="65306" y="61729"/>
                  <a:pt x="62718" y="69340"/>
                </a:cubicBezTo>
                <a:cubicBezTo>
                  <a:pt x="60130" y="76951"/>
                  <a:pt x="56858" y="83688"/>
                  <a:pt x="52900" y="89548"/>
                </a:cubicBezTo>
                <a:cubicBezTo>
                  <a:pt x="48942" y="95409"/>
                  <a:pt x="44375" y="99938"/>
                  <a:pt x="39199" y="103135"/>
                </a:cubicBezTo>
                <a:cubicBezTo>
                  <a:pt x="34023" y="106332"/>
                  <a:pt x="28442" y="107930"/>
                  <a:pt x="22454" y="107930"/>
                </a:cubicBezTo>
                <a:moveTo>
                  <a:pt x="17811" y="49703"/>
                </a:moveTo>
                <a:lnTo>
                  <a:pt x="54270" y="49703"/>
                </a:lnTo>
                <a:cubicBezTo>
                  <a:pt x="56655" y="38996"/>
                  <a:pt x="57847" y="29786"/>
                  <a:pt x="57847" y="22073"/>
                </a:cubicBezTo>
                <a:cubicBezTo>
                  <a:pt x="57847" y="16745"/>
                  <a:pt x="56985" y="12762"/>
                  <a:pt x="55259" y="10123"/>
                </a:cubicBezTo>
                <a:cubicBezTo>
                  <a:pt x="53534" y="7484"/>
                  <a:pt x="50844" y="6165"/>
                  <a:pt x="47191" y="6165"/>
                </a:cubicBezTo>
                <a:cubicBezTo>
                  <a:pt x="41254" y="6165"/>
                  <a:pt x="35761" y="9920"/>
                  <a:pt x="30712" y="17430"/>
                </a:cubicBezTo>
                <a:cubicBezTo>
                  <a:pt x="25663" y="24940"/>
                  <a:pt x="21363" y="35697"/>
                  <a:pt x="17811" y="49703"/>
                </a:cubicBezTo>
                <a:moveTo>
                  <a:pt x="52519" y="57466"/>
                </a:moveTo>
                <a:lnTo>
                  <a:pt x="15984" y="57466"/>
                </a:lnTo>
                <a:cubicBezTo>
                  <a:pt x="13599" y="68477"/>
                  <a:pt x="12407" y="77738"/>
                  <a:pt x="12407" y="85248"/>
                </a:cubicBezTo>
                <a:cubicBezTo>
                  <a:pt x="12407" y="90932"/>
                  <a:pt x="13269" y="95105"/>
                  <a:pt x="14995" y="97769"/>
                </a:cubicBezTo>
                <a:cubicBezTo>
                  <a:pt x="16720" y="100433"/>
                  <a:pt x="19511" y="101765"/>
                  <a:pt x="23367" y="101765"/>
                </a:cubicBezTo>
                <a:cubicBezTo>
                  <a:pt x="29050" y="101765"/>
                  <a:pt x="34442" y="97947"/>
                  <a:pt x="39542" y="90310"/>
                </a:cubicBezTo>
                <a:cubicBezTo>
                  <a:pt x="44641" y="82673"/>
                  <a:pt x="48967" y="71725"/>
                  <a:pt x="52519" y="574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1872EDA4-FD81-4ECE-8166-A805F3002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aa095ab724445"/>
          <a:srcRect xmlns:a="http://schemas.openxmlformats.org/drawingml/2006/main" l="11" t="0" r="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2400300"/>
            <a:ext cx="2557463" cy="2900363"/>
          </a:xfrm>
          <a:prstGeom xmlns:a="http://schemas.openxmlformats.org/drawingml/2006/main" prst="rect">
            <a:avLst/>
          </a:prstGeom>
        </p:spPr>
      </p:pic>
      <p:sp>
        <p:nvSpPr>
          <p:cNvPr id="317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A570A984-C3AB-4EBC-8630-E2C8E5DE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2557463" cy="290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B1AF7A9-3AF0-4F85-9038-8E9C90B13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53e28704f453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208" y="4728020"/>
            <a:ext cx="836676" cy="749237"/>
          </a:xfrm>
          <a:prstGeom xmlns:a="http://schemas.openxmlformats.org/drawingml/2006/main" prst="rect">
            <a:avLst/>
          </a:prstGeom>
        </p:spPr>
      </p:pic>
      <p:sp>
        <p:nvSpPr>
          <p:cNvPr id="319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5B562531-A042-410C-AFA1-218DE51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8" y="4728020"/>
            <a:ext cx="836676" cy="749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1435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2026-10-09T20:31:04.1460000Z</dcterms:created>
  <dcterms:modified xsi:type="dcterms:W3CDTF">2026-10-09T20:31:04.1460000Z</dcterms:modified>
</coreProperties>
</file>