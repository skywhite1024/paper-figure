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c70f4f87c44b31" /><Relationship Type="http://schemas.openxmlformats.org/officeDocument/2006/relationships/extended-properties" Target="/docProps/app.xml" Id="R3848ea261ee247f7" /><Relationship Type="http://schemas.openxmlformats.org/officeDocument/2006/relationships/officeDocument" Target="/ppt/presentation.xml" Id="R0408ac30503542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e75efa85994dc5"/>
  </p:sldMasterIdLst>
  <p:notesMasterIdLst>
    <p:notesMasterId xmlns:r="http://schemas.openxmlformats.org/officeDocument/2006/relationships" r:id="Rc0f9d5f879dd45dc"/>
  </p:notesMasterIdLst>
  <p:sldIdLst>
    <p:sldId xmlns:r="http://schemas.openxmlformats.org/officeDocument/2006/relationships" id="256" r:id="R80a48c75759945e9"/>
  </p:sldIdLst>
  <p:sldSz cx="11315700" cy="32004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909da9972a4ba3" /><Relationship Type="http://schemas.openxmlformats.org/officeDocument/2006/relationships/slideMaster" Target="/ppt/slideMasters/slideMaster1.xml" Id="Rcae75efa85994dc5" /><Relationship Type="http://schemas.openxmlformats.org/officeDocument/2006/relationships/notesMaster" Target="/ppt/notesMasters/notesMaster1.xml" Id="Rc0f9d5f879dd45dc" /><Relationship Type="http://schemas.openxmlformats.org/officeDocument/2006/relationships/presProps" Target="/ppt/presProps.xml" Id="Ra1ad8b1ea07c411d" /><Relationship Type="http://schemas.openxmlformats.org/officeDocument/2006/relationships/tableStyles" Target="/ppt/tableStyles.xml" Id="R02249f521ae2400d" /><Relationship Type="http://schemas.openxmlformats.org/officeDocument/2006/relationships/slide" Target="/ppt/slides/slide1.xml" Id="R80a48c75759945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c69bbe513d49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8f2f64fce549f6" /><Relationship Type="http://schemas.openxmlformats.org/officeDocument/2006/relationships/notesMaster" Target="/ppt/notesMasters/notesMaster1.xml" Id="R71da0798e59342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"Diversity Is All You Need: Learning Skills without a Reward Function",</a:t>
            </a:r>
          </a:p>
          <a:p xmlns:a="http://schemas.openxmlformats.org/drawingml/2006/main">
            <a:r>
              <a:t>  "paper_url": "https://arxiv.org/abs/1802.06070v6",</a:t>
            </a:r>
          </a:p>
          <a:p xmlns:a="http://schemas.openxmlformats.org/drawingml/2006/main">
            <a:r>
              <a:t>  "figure": "Figure 1",</a:t>
            </a:r>
          </a:p>
          <a:p xmlns:a="http://schemas.openxmlformats.org/drawingml/2006/main">
            <a:r>
              <a:t>  "license": "No reuse license found in inspected source landing page; retain attribution and review reuse terms",</a:t>
            </a:r>
          </a:p>
          <a:p xmlns:a="http://schemas.openxmlformats.org/drawingml/2006/main">
            <a:r>
              <a:t>  "notes": "Original vector geometry and editable text; source photo/plot/formula assets preserved separately with their transparency. Internal pixels of raster subassets are not editable. Freeform arrows lack semantic endpoint attachment. Independent cross-format QA pending.",</a:t>
            </a:r>
          </a:p>
          <a:p xmlns:a="http://schemas.openxmlformats.org/drawingml/2006/main">
            <a:r>
              <a:t>  "page": 3,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"af9965836b917def393670da0258d76c31787076c19ad7cbf46a7a7eda510624",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108,</a:t>
            </a:r>
          </a:p>
          <a:p xmlns:a="http://schemas.openxmlformats.org/drawingml/2006/main">
            <a:r>
              <a:t>    83,</a:t>
            </a:r>
          </a:p>
          <a:p xmlns:a="http://schemas.openxmlformats.org/drawingml/2006/main">
            <a:r>
              <a:t>    504,</a:t>
            </a:r>
          </a:p>
          <a:p xmlns:a="http://schemas.openxmlformats.org/drawingml/2006/main">
            <a:r>
              <a:t>    195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"extraction_review": "pending; native geometry extraction is not visual fidelity approval",</a:t>
            </a:r>
          </a:p>
          <a:p xmlns:a="http://schemas.openxmlformats.org/drawingml/2006/main">
            <a:r>
              <a:t>  "font_substitutions": "Arial or Courier New; source fonts recorded per text object",</a:t>
            </a:r>
          </a:p>
          <a:p xmlns:a="http://schemas.openxmlformats.org/drawingml/2006/main">
            <a:r>
              <a:t>  "outlined_font_families": [</a:t>
            </a:r>
          </a:p>
          <a:p xmlns:a="http://schemas.openxmlformats.org/drawingml/2006/main">
            <a:r>
              <a:t>    "CMM",</a:t>
            </a:r>
          </a:p>
          <a:p xmlns:a="http://schemas.openxmlformats.org/drawingml/2006/main">
            <a:r>
              <a:t>    "CMSY",</a:t>
            </a:r>
          </a:p>
          <a:p xmlns:a="http://schemas.openxmlformats.org/drawingml/2006/main">
            <a:r>
              <a:t>    "CMEX",</a:t>
            </a:r>
          </a:p>
          <a:p xmlns:a="http://schemas.openxmlformats.org/drawingml/2006/main">
            <a:r>
              <a:t>    "CMR",</a:t>
            </a:r>
          </a:p>
          <a:p xmlns:a="http://schemas.openxmlformats.org/drawingml/2006/main">
            <a:r>
              <a:t>    "CambriaMath"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"outlined_math_limit": "Selected source mathematical fonts preserved as editable glyph outlines, not live equation/text objects.",</a:t>
            </a:r>
          </a:p>
          <a:p xmlns:a="http://schemas.openxmlformats.org/drawingml/2006/main">
            <a:r>
              <a:t>  "extraction_warnings": [</a:t>
            </a:r>
          </a:p>
          <a:p xmlns:a="http://schemas.openxmlformats.org/drawingml/2006/main">
            <a:r>
              <a:t>    "12 source clipping groups intersect crop; extracted paths require explicit clipping review",</a:t>
            </a:r>
          </a:p>
          <a:p xmlns:a="http://schemas.openxmlformats.org/drawingml/2006/main">
            <a:r>
              <a:t>    "path crosses crop boundary: 1",</a:t>
            </a:r>
          </a:p>
          <a:p xmlns:a="http://schemas.openxmlformats.org/drawingml/2006/main">
            <a:r>
              <a:t>    "path crosses crop boundary: 59"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f3f8f1f056409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21beb57d19469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a46f707788405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7f32ccb506459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1987c2c2a5484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82402f20aa4a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862ECBB-5BC9-4D88-87CB-07A804070C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31570" y="1209040"/>
            <a:ext cx="9052560" cy="462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2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6226FBC-289C-4074-9E50-173A0740BF0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697355" y="1760220"/>
            <a:ext cx="792099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9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1542A0D-CCB5-44BF-8B87-BFC1AADBAC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31570" y="1333500"/>
            <a:ext cx="90525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11BA817-B157-4AA6-ABFB-846C3AF780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6508" y="248920"/>
            <a:ext cx="10042684" cy="391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28AF310-6B9E-4373-AB7D-9AC387F546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36508" y="889000"/>
            <a:ext cx="10042684" cy="1991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0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06680" indent="-106680">
              <a:lnSpc>
                <a:spcPct val="110000"/>
              </a:lnSpc>
              <a:spcBef>
                <a:spcPts val="0"/>
              </a:spcBef>
              <a:spcAft>
                <a:spcPts val="560"/>
              </a:spcAft>
              <a:buChar char="•"/>
            </a:lvl1pPr>
            <a:lvl2pPr marL="248920" indent="-106680">
              <a:lnSpc>
                <a:spcPct val="110000"/>
              </a:lnSpc>
              <a:spcBef>
                <a:spcPts val="0"/>
              </a:spcBef>
              <a:spcAft>
                <a:spcPts val="560"/>
              </a:spcAft>
              <a:buChar char="•"/>
            </a:lvl2pPr>
            <a:lvl3pPr marL="391160" indent="-106680">
              <a:lnSpc>
                <a:spcPct val="110000"/>
              </a:lnSpc>
              <a:spcBef>
                <a:spcPts val="0"/>
              </a:spcBef>
              <a:spcAft>
                <a:spcPts val="560"/>
              </a:spcAft>
              <a:buChar char="•"/>
            </a:lvl3pPr>
            <a:lvl4pPr marL="533400" indent="-106680">
              <a:lnSpc>
                <a:spcPct val="110000"/>
              </a:lnSpc>
              <a:spcBef>
                <a:spcPts val="0"/>
              </a:spcBef>
              <a:spcAft>
                <a:spcPts val="560"/>
              </a:spcAft>
              <a:buChar char="•"/>
            </a:lvl4pPr>
            <a:lvl5pPr marL="675640" indent="-106680">
              <a:lnSpc>
                <a:spcPct val="110000"/>
              </a:lnSpc>
              <a:spcBef>
                <a:spcPts val="0"/>
              </a:spcBef>
              <a:spcAft>
                <a:spcPts val="560"/>
              </a:spcAft>
              <a:buChar char="•"/>
            </a:lvl5pPr>
            <a:lvl6pPr marL="817880" indent="-106680">
              <a:lnSpc>
                <a:spcPct val="110000"/>
              </a:lnSpc>
              <a:spcBef>
                <a:spcPts val="0"/>
              </a:spcBef>
              <a:spcAft>
                <a:spcPts val="560"/>
              </a:spcAft>
              <a:buChar char="•"/>
            </a:lvl6pPr>
            <a:lvl7pPr marL="960120" indent="-106680">
              <a:lnSpc>
                <a:spcPct val="110000"/>
              </a:lnSpc>
              <a:spcBef>
                <a:spcPts val="0"/>
              </a:spcBef>
              <a:spcAft>
                <a:spcPts val="560"/>
              </a:spcAft>
              <a:buChar char="•"/>
            </a:lvl7pPr>
            <a:lvl8pPr marL="1102360" indent="-106680">
              <a:lnSpc>
                <a:spcPct val="110000"/>
              </a:lnSpc>
              <a:spcBef>
                <a:spcPts val="0"/>
              </a:spcBef>
              <a:spcAft>
                <a:spcPts val="560"/>
              </a:spcAft>
              <a:buChar char="•"/>
            </a:lvl8pPr>
            <a:lvl9pPr marL="1244600" indent="-106680">
              <a:lnSpc>
                <a:spcPct val="110000"/>
              </a:lnSpc>
              <a:spcBef>
                <a:spcPts val="0"/>
              </a:spcBef>
              <a:spcAft>
                <a:spcPts val="56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A767F8D-895A-4904-9951-9209CEF4AF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6508" y="248920"/>
            <a:ext cx="10042684" cy="391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328F78F-2265-408E-BE97-22F57AA4CD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36508" y="889000"/>
            <a:ext cx="4667726" cy="1991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9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06680" indent="-106680">
              <a:lnSpc>
                <a:spcPct val="110000"/>
              </a:lnSpc>
              <a:spcBef>
                <a:spcPts val="0"/>
              </a:spcBef>
              <a:spcAft>
                <a:spcPts val="560"/>
              </a:spcAft>
              <a:buChar char="•"/>
            </a:lvl1pPr>
            <a:lvl2pPr marL="248920" indent="-106680">
              <a:lnSpc>
                <a:spcPct val="110000"/>
              </a:lnSpc>
              <a:spcBef>
                <a:spcPts val="0"/>
              </a:spcBef>
              <a:spcAft>
                <a:spcPts val="560"/>
              </a:spcAft>
              <a:buChar char="•"/>
            </a:lvl2pPr>
            <a:lvl3pPr marL="391160" indent="-106680">
              <a:lnSpc>
                <a:spcPct val="110000"/>
              </a:lnSpc>
              <a:spcBef>
                <a:spcPts val="0"/>
              </a:spcBef>
              <a:spcAft>
                <a:spcPts val="560"/>
              </a:spcAft>
              <a:buChar char="•"/>
            </a:lvl3pPr>
            <a:lvl4pPr marL="533400" indent="-106680">
              <a:lnSpc>
                <a:spcPct val="110000"/>
              </a:lnSpc>
              <a:spcBef>
                <a:spcPts val="0"/>
              </a:spcBef>
              <a:spcAft>
                <a:spcPts val="560"/>
              </a:spcAft>
              <a:buChar char="•"/>
            </a:lvl4pPr>
            <a:lvl5pPr marL="675640" indent="-106680">
              <a:lnSpc>
                <a:spcPct val="110000"/>
              </a:lnSpc>
              <a:spcBef>
                <a:spcPts val="0"/>
              </a:spcBef>
              <a:spcAft>
                <a:spcPts val="560"/>
              </a:spcAft>
              <a:buChar char="•"/>
            </a:lvl5pPr>
            <a:lvl6pPr marL="817880" indent="-106680">
              <a:lnSpc>
                <a:spcPct val="110000"/>
              </a:lnSpc>
              <a:spcBef>
                <a:spcPts val="0"/>
              </a:spcBef>
              <a:spcAft>
                <a:spcPts val="560"/>
              </a:spcAft>
              <a:buChar char="•"/>
            </a:lvl6pPr>
            <a:lvl7pPr marL="960120" indent="-106680">
              <a:lnSpc>
                <a:spcPct val="110000"/>
              </a:lnSpc>
              <a:spcBef>
                <a:spcPts val="0"/>
              </a:spcBef>
              <a:spcAft>
                <a:spcPts val="560"/>
              </a:spcAft>
              <a:buChar char="•"/>
            </a:lvl7pPr>
            <a:lvl8pPr marL="1102360" indent="-106680">
              <a:lnSpc>
                <a:spcPct val="110000"/>
              </a:lnSpc>
              <a:spcBef>
                <a:spcPts val="0"/>
              </a:spcBef>
              <a:spcAft>
                <a:spcPts val="560"/>
              </a:spcAft>
              <a:buChar char="•"/>
            </a:lvl8pPr>
            <a:lvl9pPr marL="1244600" indent="-106680">
              <a:lnSpc>
                <a:spcPct val="110000"/>
              </a:lnSpc>
              <a:spcBef>
                <a:spcPts val="0"/>
              </a:spcBef>
              <a:spcAft>
                <a:spcPts val="56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D4C91AF-B6AF-4901-9FA1-5C36C93C740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11466" y="889000"/>
            <a:ext cx="4667726" cy="1991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9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06680" indent="-106680">
              <a:lnSpc>
                <a:spcPct val="110000"/>
              </a:lnSpc>
              <a:spcBef>
                <a:spcPts val="0"/>
              </a:spcBef>
              <a:spcAft>
                <a:spcPts val="560"/>
              </a:spcAft>
              <a:buChar char="•"/>
            </a:lvl1pPr>
            <a:lvl2pPr marL="248920" indent="-106680">
              <a:lnSpc>
                <a:spcPct val="110000"/>
              </a:lnSpc>
              <a:spcBef>
                <a:spcPts val="0"/>
              </a:spcBef>
              <a:spcAft>
                <a:spcPts val="560"/>
              </a:spcAft>
              <a:buChar char="•"/>
            </a:lvl2pPr>
            <a:lvl3pPr marL="391160" indent="-106680">
              <a:lnSpc>
                <a:spcPct val="110000"/>
              </a:lnSpc>
              <a:spcBef>
                <a:spcPts val="0"/>
              </a:spcBef>
              <a:spcAft>
                <a:spcPts val="560"/>
              </a:spcAft>
              <a:buChar char="•"/>
            </a:lvl3pPr>
            <a:lvl4pPr marL="533400" indent="-106680">
              <a:lnSpc>
                <a:spcPct val="110000"/>
              </a:lnSpc>
              <a:spcBef>
                <a:spcPts val="0"/>
              </a:spcBef>
              <a:spcAft>
                <a:spcPts val="560"/>
              </a:spcAft>
              <a:buChar char="•"/>
            </a:lvl4pPr>
            <a:lvl5pPr marL="675640" indent="-106680">
              <a:lnSpc>
                <a:spcPct val="110000"/>
              </a:lnSpc>
              <a:spcBef>
                <a:spcPts val="0"/>
              </a:spcBef>
              <a:spcAft>
                <a:spcPts val="560"/>
              </a:spcAft>
              <a:buChar char="•"/>
            </a:lvl5pPr>
            <a:lvl6pPr marL="817880" indent="-106680">
              <a:lnSpc>
                <a:spcPct val="110000"/>
              </a:lnSpc>
              <a:spcBef>
                <a:spcPts val="0"/>
              </a:spcBef>
              <a:spcAft>
                <a:spcPts val="560"/>
              </a:spcAft>
              <a:buChar char="•"/>
            </a:lvl6pPr>
            <a:lvl7pPr marL="960120" indent="-106680">
              <a:lnSpc>
                <a:spcPct val="110000"/>
              </a:lnSpc>
              <a:spcBef>
                <a:spcPts val="0"/>
              </a:spcBef>
              <a:spcAft>
                <a:spcPts val="560"/>
              </a:spcAft>
              <a:buChar char="•"/>
            </a:lvl7pPr>
            <a:lvl8pPr marL="1102360" indent="-106680">
              <a:lnSpc>
                <a:spcPct val="110000"/>
              </a:lnSpc>
              <a:spcBef>
                <a:spcPts val="0"/>
              </a:spcBef>
              <a:spcAft>
                <a:spcPts val="560"/>
              </a:spcAft>
              <a:buChar char="•"/>
            </a:lvl8pPr>
            <a:lvl9pPr marL="1244600" indent="-106680">
              <a:lnSpc>
                <a:spcPct val="110000"/>
              </a:lnSpc>
              <a:spcBef>
                <a:spcPts val="0"/>
              </a:spcBef>
              <a:spcAft>
                <a:spcPts val="56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D6EA9BC-476A-441E-85AA-D388847D5D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6508" y="248920"/>
            <a:ext cx="10042684" cy="391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1EF3A91-538F-41EF-949F-808E9F1934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36508" y="889000"/>
            <a:ext cx="4667726" cy="1991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0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06680" indent="-106680">
              <a:lnSpc>
                <a:spcPct val="110000"/>
              </a:lnSpc>
              <a:spcBef>
                <a:spcPts val="0"/>
              </a:spcBef>
              <a:spcAft>
                <a:spcPts val="560"/>
              </a:spcAft>
              <a:buChar char="•"/>
            </a:lvl1pPr>
            <a:lvl2pPr marL="248920" indent="-106680">
              <a:lnSpc>
                <a:spcPct val="110000"/>
              </a:lnSpc>
              <a:spcBef>
                <a:spcPts val="0"/>
              </a:spcBef>
              <a:spcAft>
                <a:spcPts val="560"/>
              </a:spcAft>
              <a:buChar char="•"/>
            </a:lvl2pPr>
            <a:lvl3pPr marL="391160" indent="-106680">
              <a:lnSpc>
                <a:spcPct val="110000"/>
              </a:lnSpc>
              <a:spcBef>
                <a:spcPts val="0"/>
              </a:spcBef>
              <a:spcAft>
                <a:spcPts val="560"/>
              </a:spcAft>
              <a:buChar char="•"/>
            </a:lvl3pPr>
            <a:lvl4pPr marL="533400" indent="-106680">
              <a:lnSpc>
                <a:spcPct val="110000"/>
              </a:lnSpc>
              <a:spcBef>
                <a:spcPts val="0"/>
              </a:spcBef>
              <a:spcAft>
                <a:spcPts val="560"/>
              </a:spcAft>
              <a:buChar char="•"/>
            </a:lvl4pPr>
            <a:lvl5pPr marL="675640" indent="-106680">
              <a:lnSpc>
                <a:spcPct val="110000"/>
              </a:lnSpc>
              <a:spcBef>
                <a:spcPts val="0"/>
              </a:spcBef>
              <a:spcAft>
                <a:spcPts val="560"/>
              </a:spcAft>
              <a:buChar char="•"/>
            </a:lvl5pPr>
            <a:lvl6pPr marL="817880" indent="-106680">
              <a:lnSpc>
                <a:spcPct val="110000"/>
              </a:lnSpc>
              <a:spcBef>
                <a:spcPts val="0"/>
              </a:spcBef>
              <a:spcAft>
                <a:spcPts val="560"/>
              </a:spcAft>
              <a:buChar char="•"/>
            </a:lvl6pPr>
            <a:lvl7pPr marL="960120" indent="-106680">
              <a:lnSpc>
                <a:spcPct val="110000"/>
              </a:lnSpc>
              <a:spcBef>
                <a:spcPts val="0"/>
              </a:spcBef>
              <a:spcAft>
                <a:spcPts val="560"/>
              </a:spcAft>
              <a:buChar char="•"/>
            </a:lvl7pPr>
            <a:lvl8pPr marL="1102360" indent="-106680">
              <a:lnSpc>
                <a:spcPct val="110000"/>
              </a:lnSpc>
              <a:spcBef>
                <a:spcPts val="0"/>
              </a:spcBef>
              <a:spcAft>
                <a:spcPts val="560"/>
              </a:spcAft>
              <a:buChar char="•"/>
            </a:lvl8pPr>
            <a:lvl9pPr marL="1244600" indent="-106680">
              <a:lnSpc>
                <a:spcPct val="110000"/>
              </a:lnSpc>
              <a:spcBef>
                <a:spcPts val="0"/>
              </a:spcBef>
              <a:spcAft>
                <a:spcPts val="56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bd9427b343455d" /><Relationship Type="http://schemas.openxmlformats.org/officeDocument/2006/relationships/slideLayout" Target="/ppt/slideLayouts/slideLayout1.xml" Id="R4df85cc287c44065" /><Relationship Type="http://schemas.openxmlformats.org/officeDocument/2006/relationships/slideLayout" Target="/ppt/slideLayouts/slideLayout2.xml" Id="Rd472ade556fc4f46" /><Relationship Type="http://schemas.openxmlformats.org/officeDocument/2006/relationships/slideLayout" Target="/ppt/slideLayouts/slideLayout3.xml" Id="R8da2b1ec48d64cb9" /><Relationship Type="http://schemas.openxmlformats.org/officeDocument/2006/relationships/slideLayout" Target="/ppt/slideLayouts/slideLayout4.xml" Id="R25642257886a459f" /><Relationship Type="http://schemas.openxmlformats.org/officeDocument/2006/relationships/slideLayout" Target="/ppt/slideLayouts/slideLayout5.xml" Id="Rdb4ba8aab3dc498d" /><Relationship Type="http://schemas.openxmlformats.org/officeDocument/2006/relationships/slideLayout" Target="/ppt/slideLayouts/slideLayout6.xml" Id="R146d9825d035437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f85cc287c44065"/>
    <p:sldLayoutId xmlns:r="http://schemas.openxmlformats.org/officeDocument/2006/relationships" id="2147483650" r:id="Rd472ade556fc4f46"/>
    <p:sldLayoutId xmlns:r="http://schemas.openxmlformats.org/officeDocument/2006/relationships" id="2147483651" r:id="R8da2b1ec48d64cb9"/>
    <p:sldLayoutId xmlns:r="http://schemas.openxmlformats.org/officeDocument/2006/relationships" id="2147483652" r:id="R25642257886a459f"/>
    <p:sldLayoutId xmlns:r="http://schemas.openxmlformats.org/officeDocument/2006/relationships" id="2147483653" r:id="Rdb4ba8aab3dc498d"/>
    <p:sldLayoutId xmlns:r="http://schemas.openxmlformats.org/officeDocument/2006/relationships" id="2147483654" r:id="R146d9825d03543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3262fd531f487b" /><Relationship Type="http://schemas.openxmlformats.org/officeDocument/2006/relationships/image" Target="/ppt/media/image.png" Id="R468e4b1f6c2146bb" /><Relationship Type="http://schemas.openxmlformats.org/officeDocument/2006/relationships/image" Target="/ppt/media/image2.png" Id="Rf6e234e048d94af7" /><Relationship Type="http://schemas.openxmlformats.org/officeDocument/2006/relationships/image" Target="/ppt/media/image3.png" Id="Rab4e3e13d94749d9" /><Relationship Type="http://schemas.openxmlformats.org/officeDocument/2006/relationships/image" Target="/ppt/media/image4.png" Id="R8fc9b5f80df34f17" /><Relationship Type="http://schemas.openxmlformats.org/officeDocument/2006/relationships/image" Target="/ppt/media/image5.png" Id="R85843ec93d6d45fa" /><Relationship Type="http://schemas.openxmlformats.org/officeDocument/2006/relationships/image" Target="/ppt/media/image6.png" Id="R95192189e67f4899" /><Relationship Type="http://schemas.openxmlformats.org/officeDocument/2006/relationships/image" Target="/ppt/media/image7.png" Id="R259feccef22645df" /><Relationship Type="http://schemas.openxmlformats.org/officeDocument/2006/relationships/image" Target="/ppt/media/image8.png" Id="Rcca5f213a78b4906" /><Relationship Type="http://schemas.openxmlformats.org/officeDocument/2006/relationships/image" Target="/ppt/media/image9.png" Id="Ree9aa043a31a46eb" /><Relationship Type="http://schemas.openxmlformats.org/officeDocument/2006/relationships/image" Target="/ppt/media/image10.png" Id="R96ec834717de490d" /><Relationship Type="http://schemas.openxmlformats.org/officeDocument/2006/relationships/notesSlide" Target="/ppt/notesSlides/notesSlide1.xml" Id="R180d7dbd9fc4485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2" name="pdf-path-2">
            <a:extLst xmlns:a="http://schemas.openxmlformats.org/drawingml/2006/main">
              <a:ext uri="{FF2B5EF4-FFF2-40B4-BE49-F238E27FC236}">
                <a16:creationId xmlns:a16="http://schemas.microsoft.com/office/drawing/2014/main" id="{30A75D10-AA57-44A5-9FCD-CB09AA3B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883" y="732098"/>
            <a:ext cx="1438448" cy="457977"/>
          </a:xfrm>
          <a:custGeom xmlns:a="http://schemas.openxmlformats.org/drawingml/2006/main">
            <a:pathLst>
              <a:path w="1438448" h="457977">
                <a:moveTo>
                  <a:pt x="0" y="0"/>
                </a:moveTo>
                <a:lnTo>
                  <a:pt x="1438448" y="0"/>
                </a:lnTo>
                <a:lnTo>
                  <a:pt x="1438448" y="457977"/>
                </a:lnTo>
                <a:lnTo>
                  <a:pt x="0" y="457977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df-text-0-0">
            <a:extLst xmlns:a="http://schemas.openxmlformats.org/drawingml/2006/main">
              <a:ext uri="{FF2B5EF4-FFF2-40B4-BE49-F238E27FC236}">
                <a16:creationId xmlns:a16="http://schemas.microsoft.com/office/drawing/2014/main" id="{496F7DA1-A3CD-4FEE-B6AC-A3BCF97A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797" y="825286"/>
            <a:ext cx="1232945" cy="1346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6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Sample one skill per </a:t>
            </a:r>
          </a:p>
        </p:txBody>
      </p:sp>
      <p:sp>
        <p:nvSpPr>
          <p:cNvPr id="3" name="pdf-text-1-0">
            <a:extLst xmlns:a="http://schemas.openxmlformats.org/drawingml/2006/main">
              <a:ext uri="{FF2B5EF4-FFF2-40B4-BE49-F238E27FC236}">
                <a16:creationId xmlns:a16="http://schemas.microsoft.com/office/drawing/2014/main" id="{5A71014F-BD8E-4F4F-8159-30A05AFB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797" y="983965"/>
            <a:ext cx="825938" cy="1346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6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episode from </a:t>
            </a:r>
          </a:p>
        </p:txBody>
      </p:sp>
      <p:sp>
        <p:nvSpPr>
          <p:cNvPr id="4" name="pdf-text-2-0">
            <a:extLst xmlns:a="http://schemas.openxmlformats.org/drawingml/2006/main">
              <a:ext uri="{FF2B5EF4-FFF2-40B4-BE49-F238E27FC236}">
                <a16:creationId xmlns:a16="http://schemas.microsoft.com/office/drawing/2014/main" id="{7D64D21A-C172-4FB3-A1B4-8BB88BB3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090" y="983965"/>
            <a:ext cx="287552" cy="1346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6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6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60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fixed</a:t>
            </a:r>
          </a:p>
        </p:txBody>
      </p:sp>
      <p:sp>
        <p:nvSpPr>
          <p:cNvPr id="5" name="pdf-text-4-0">
            <a:extLst xmlns:a="http://schemas.openxmlformats.org/drawingml/2006/main">
              <a:ext uri="{FF2B5EF4-FFF2-40B4-BE49-F238E27FC236}">
                <a16:creationId xmlns:a16="http://schemas.microsoft.com/office/drawing/2014/main" id="{8E41DA61-6C1B-4E9B-BE78-CFA6EF35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797" y="1142644"/>
            <a:ext cx="980719" cy="1346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6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skill distribution.</a:t>
            </a:r>
          </a:p>
        </p:txBody>
      </p:sp>
      <p:sp>
        <p:nvSpPr>
          <p:cNvPr id="6" name="pdf-path-8">
            <a:extLst xmlns:a="http://schemas.openxmlformats.org/drawingml/2006/main">
              <a:ext uri="{FF2B5EF4-FFF2-40B4-BE49-F238E27FC236}">
                <a16:creationId xmlns:a16="http://schemas.microsoft.com/office/drawing/2014/main" id="{B05DA22E-50AD-4D0D-9872-31ADA029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1200" y="393859"/>
            <a:ext cx="1845085" cy="621540"/>
          </a:xfrm>
          <a:custGeom xmlns:a="http://schemas.openxmlformats.org/drawingml/2006/main">
            <a:pathLst>
              <a:path w="1845085" h="621540">
                <a:moveTo>
                  <a:pt x="0" y="0"/>
                </a:moveTo>
                <a:lnTo>
                  <a:pt x="1845085" y="0"/>
                </a:lnTo>
                <a:lnTo>
                  <a:pt x="1845085" y="621540"/>
                </a:lnTo>
                <a:lnTo>
                  <a:pt x="0" y="621540"/>
                </a:lnTo>
                <a:close/>
              </a:path>
            </a:pathLst>
          </a:custGeom>
          <a:solidFill xmlns:a="http://schemas.openxmlformats.org/drawingml/2006/main">
            <a:srgbClr val="A4C2F4"/>
          </a:solidFill>
          <a:ln xmlns:a="http://schemas.openxmlformats.org/drawingml/2006/main" w="21638">
            <a:solidFill>
              <a:srgbClr val="595959"/>
            </a:solidFill>
            <a:prstDash val="dash"/>
          </a:ln>
        </p:spPr>
      </p:sp>
      <p:sp>
        <p:nvSpPr>
          <p:cNvPr id="7" name="pdf-text-5-0">
            <a:extLst xmlns:a="http://schemas.openxmlformats.org/drawingml/2006/main">
              <a:ext uri="{FF2B5EF4-FFF2-40B4-BE49-F238E27FC236}">
                <a16:creationId xmlns:a16="http://schemas.microsoft.com/office/drawing/2014/main" id="{48B65B48-DD29-45B9-9398-C37DB313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1445" y="557057"/>
            <a:ext cx="444201" cy="173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6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6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6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SKILL</a:t>
            </a:r>
          </a:p>
        </p:txBody>
      </p:sp>
      <p:sp>
        <p:nvSpPr>
          <p:cNvPr id="8" name="pdf-path-11">
            <a:extLst xmlns:a="http://schemas.openxmlformats.org/drawingml/2006/main">
              <a:ext uri="{FF2B5EF4-FFF2-40B4-BE49-F238E27FC236}">
                <a16:creationId xmlns:a16="http://schemas.microsoft.com/office/drawing/2014/main" id="{572402B2-CA08-4822-8238-9878DC82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2041" y="2186164"/>
            <a:ext cx="1543401" cy="637442"/>
          </a:xfrm>
          <a:custGeom xmlns:a="http://schemas.openxmlformats.org/drawingml/2006/main">
            <a:pathLst>
              <a:path w="1543401" h="637442">
                <a:moveTo>
                  <a:pt x="0" y="0"/>
                </a:moveTo>
                <a:lnTo>
                  <a:pt x="1543401" y="0"/>
                </a:lnTo>
                <a:lnTo>
                  <a:pt x="1543401" y="637442"/>
                </a:lnTo>
                <a:lnTo>
                  <a:pt x="0" y="637442"/>
                </a:lnTo>
                <a:close/>
              </a:path>
            </a:pathLst>
          </a:custGeom>
          <a:solidFill xmlns:a="http://schemas.openxmlformats.org/drawingml/2006/main">
            <a:srgbClr val="A4C2F4"/>
          </a:solidFill>
          <a:ln xmlns:a="http://schemas.openxmlformats.org/drawingml/2006/main" w="21638">
            <a:solidFill>
              <a:srgbClr val="595959"/>
            </a:solidFill>
            <a:prstDash val="dash"/>
          </a:ln>
        </p:spPr>
      </p:sp>
      <p:sp>
        <p:nvSpPr>
          <p:cNvPr id="9" name="pdf-text-6-0">
            <a:extLst xmlns:a="http://schemas.openxmlformats.org/drawingml/2006/main">
              <a:ext uri="{FF2B5EF4-FFF2-40B4-BE49-F238E27FC236}">
                <a16:creationId xmlns:a16="http://schemas.microsoft.com/office/drawing/2014/main" id="{910F3BC1-BFB0-4547-AE77-8A434594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7220" y="2357314"/>
            <a:ext cx="1291657" cy="1731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6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6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6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DISCRIMINATOR</a:t>
            </a:r>
          </a:p>
        </p:txBody>
      </p:sp>
      <p:sp>
        <p:nvSpPr>
          <p:cNvPr id="10" name="pdf-path-14">
            <a:extLst xmlns:a="http://schemas.openxmlformats.org/drawingml/2006/main">
              <a:ext uri="{FF2B5EF4-FFF2-40B4-BE49-F238E27FC236}">
                <a16:creationId xmlns:a16="http://schemas.microsoft.com/office/drawing/2014/main" id="{B18B863E-9C1F-4273-A8E6-251D8EC5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177" y="1303626"/>
            <a:ext cx="2255129" cy="586783"/>
          </a:xfrm>
          <a:custGeom xmlns:a="http://schemas.openxmlformats.org/drawingml/2006/main">
            <a:pathLst>
              <a:path w="2255129" h="586783">
                <a:moveTo>
                  <a:pt x="0" y="0"/>
                </a:moveTo>
                <a:lnTo>
                  <a:pt x="2255129" y="0"/>
                </a:lnTo>
                <a:lnTo>
                  <a:pt x="2255129" y="586783"/>
                </a:lnTo>
                <a:lnTo>
                  <a:pt x="0" y="586783"/>
                </a:lnTo>
                <a:close/>
              </a:path>
            </a:pathLst>
          </a:custGeom>
          <a:solidFill xmlns:a="http://schemas.openxmlformats.org/drawingml/2006/main">
            <a:srgbClr val="B6D7A8"/>
          </a:solidFill>
          <a:ln xmlns:a="http://schemas.openxmlformats.org/drawingml/2006/main" w="21638">
            <a:solidFill>
              <a:srgbClr val="595959"/>
            </a:solidFill>
            <a:prstDash val="solid"/>
          </a:ln>
        </p:spPr>
      </p:sp>
      <p:sp>
        <p:nvSpPr>
          <p:cNvPr id="11" name="pdf-text-7-0">
            <a:extLst xmlns:a="http://schemas.openxmlformats.org/drawingml/2006/main">
              <a:ext uri="{FF2B5EF4-FFF2-40B4-BE49-F238E27FC236}">
                <a16:creationId xmlns:a16="http://schemas.microsoft.com/office/drawing/2014/main" id="{F4F54BA7-C7A2-4B36-8604-B4EC51C5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638" y="1449446"/>
            <a:ext cx="1203194" cy="1731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6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6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6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ENVIRONMENT</a:t>
            </a:r>
          </a:p>
        </p:txBody>
      </p:sp>
      <p:sp>
        <p:nvSpPr>
          <p:cNvPr id="12" name="pdf-path-17">
            <a:extLst xmlns:a="http://schemas.openxmlformats.org/drawingml/2006/main">
              <a:ext uri="{FF2B5EF4-FFF2-40B4-BE49-F238E27FC236}">
                <a16:creationId xmlns:a16="http://schemas.microsoft.com/office/drawing/2014/main" id="{C01F27FA-451F-4832-B536-BAB2FD16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10" y="1432429"/>
            <a:ext cx="917317" cy="329171"/>
          </a:xfrm>
          <a:custGeom xmlns:a="http://schemas.openxmlformats.org/drawingml/2006/main">
            <a:pathLst>
              <a:path w="917317" h="329171">
                <a:moveTo>
                  <a:pt x="0" y="0"/>
                </a:moveTo>
                <a:lnTo>
                  <a:pt x="917317" y="0"/>
                </a:lnTo>
                <a:lnTo>
                  <a:pt x="917317" y="329171"/>
                </a:lnTo>
                <a:lnTo>
                  <a:pt x="0" y="329171"/>
                </a:lnTo>
                <a:close/>
              </a:path>
            </a:pathLst>
          </a:custGeom>
          <a:solidFill xmlns:a="http://schemas.openxmlformats.org/drawingml/2006/main">
            <a:srgbClr val="B6D7A8"/>
          </a:solidFill>
          <a:ln xmlns:a="http://schemas.openxmlformats.org/drawingml/2006/main" w="21638">
            <a:solidFill>
              <a:srgbClr val="595959"/>
            </a:solidFill>
            <a:prstDash val="solid"/>
          </a:ln>
        </p:spPr>
      </p:sp>
      <p:sp>
        <p:nvSpPr>
          <p:cNvPr id="13" name="pdf-path-19">
            <a:extLst xmlns:a="http://schemas.openxmlformats.org/drawingml/2006/main">
              <a:ext uri="{FF2B5EF4-FFF2-40B4-BE49-F238E27FC236}">
                <a16:creationId xmlns:a16="http://schemas.microsoft.com/office/drawing/2014/main" id="{5AB54BD6-D2B3-49DD-8552-AEA55F88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327" y="704686"/>
            <a:ext cx="488872" cy="892329"/>
          </a:xfrm>
          <a:custGeom xmlns:a="http://schemas.openxmlformats.org/drawingml/2006/main">
            <a:pathLst>
              <a:path w="488872" h="892329">
                <a:moveTo>
                  <a:pt x="0" y="892329"/>
                </a:moveTo>
                <a:lnTo>
                  <a:pt x="488872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df-path-20">
            <a:extLst xmlns:a="http://schemas.openxmlformats.org/drawingml/2006/main">
              <a:ext uri="{FF2B5EF4-FFF2-40B4-BE49-F238E27FC236}">
                <a16:creationId xmlns:a16="http://schemas.microsoft.com/office/drawing/2014/main" id="{CED4B340-767B-4275-98FA-784FBBE62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327" y="818546"/>
            <a:ext cx="426492" cy="778468"/>
          </a:xfrm>
          <a:custGeom xmlns:a="http://schemas.openxmlformats.org/drawingml/2006/main">
            <a:pathLst>
              <a:path w="426492" h="778468">
                <a:moveTo>
                  <a:pt x="0" y="778468"/>
                </a:moveTo>
                <a:lnTo>
                  <a:pt x="4264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638">
            <a:solidFill>
              <a:srgbClr val="595959"/>
            </a:solidFill>
            <a:prstDash val="solid"/>
          </a:ln>
        </p:spPr>
      </p:sp>
      <p:sp>
        <p:nvSpPr>
          <p:cNvPr id="15" name="pdf-path-21">
            <a:extLst xmlns:a="http://schemas.openxmlformats.org/drawingml/2006/main">
              <a:ext uri="{FF2B5EF4-FFF2-40B4-BE49-F238E27FC236}">
                <a16:creationId xmlns:a16="http://schemas.microsoft.com/office/drawing/2014/main" id="{D3E25A8F-B5C3-4E00-873A-0B0F01B1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7475" y="732428"/>
            <a:ext cx="78525" cy="103290"/>
          </a:xfrm>
          <a:custGeom xmlns:a="http://schemas.openxmlformats.org/drawingml/2006/main">
            <a:pathLst>
              <a:path w="78525" h="103290">
                <a:moveTo>
                  <a:pt x="62689" y="103290"/>
                </a:moveTo>
                <a:lnTo>
                  <a:pt x="78525" y="0"/>
                </a:lnTo>
                <a:lnTo>
                  <a:pt x="0" y="68946"/>
                </a:lnTo>
                <a:lnTo>
                  <a:pt x="62689" y="103290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21638">
            <a:solidFill>
              <a:srgbClr val="595959"/>
            </a:solidFill>
            <a:prstDash val="solid"/>
          </a:ln>
        </p:spPr>
      </p:sp>
      <p:sp>
        <p:nvSpPr>
          <p:cNvPr id="16" name="pdf-path-23">
            <a:extLst xmlns:a="http://schemas.openxmlformats.org/drawingml/2006/main">
              <a:ext uri="{FF2B5EF4-FFF2-40B4-BE49-F238E27FC236}">
                <a16:creationId xmlns:a16="http://schemas.microsoft.com/office/drawing/2014/main" id="{4803A367-EED3-4855-B1F6-B54BB30A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327" y="1597014"/>
            <a:ext cx="639714" cy="907776"/>
          </a:xfrm>
          <a:custGeom xmlns:a="http://schemas.openxmlformats.org/drawingml/2006/main">
            <a:pathLst>
              <a:path w="639714" h="907776">
                <a:moveTo>
                  <a:pt x="0" y="0"/>
                </a:moveTo>
                <a:lnTo>
                  <a:pt x="639714" y="907776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df-path-24">
            <a:extLst xmlns:a="http://schemas.openxmlformats.org/drawingml/2006/main">
              <a:ext uri="{FF2B5EF4-FFF2-40B4-BE49-F238E27FC236}">
                <a16:creationId xmlns:a16="http://schemas.microsoft.com/office/drawing/2014/main" id="{F09A5FE1-9E66-49D3-984E-E7091177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327" y="1597014"/>
            <a:ext cx="564928" cy="801652"/>
          </a:xfrm>
          <a:custGeom xmlns:a="http://schemas.openxmlformats.org/drawingml/2006/main">
            <a:pathLst>
              <a:path w="564928" h="801652">
                <a:moveTo>
                  <a:pt x="0" y="0"/>
                </a:moveTo>
                <a:lnTo>
                  <a:pt x="564928" y="801652"/>
                </a:lnTo>
              </a:path>
            </a:pathLst>
          </a:custGeom>
          <a:noFill xmlns:a="http://schemas.openxmlformats.org/drawingml/2006/main"/>
          <a:ln xmlns:a="http://schemas.openxmlformats.org/drawingml/2006/main" w="21638">
            <a:solidFill>
              <a:srgbClr val="595959"/>
            </a:solidFill>
            <a:prstDash val="solid"/>
          </a:ln>
        </p:spPr>
      </p:sp>
      <p:sp>
        <p:nvSpPr>
          <p:cNvPr id="18" name="pdf-path-25">
            <a:extLst xmlns:a="http://schemas.openxmlformats.org/drawingml/2006/main">
              <a:ext uri="{FF2B5EF4-FFF2-40B4-BE49-F238E27FC236}">
                <a16:creationId xmlns:a16="http://schemas.microsoft.com/office/drawing/2014/main" id="{BF22BDCF-3F18-423F-9D9C-A7C93CA4D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8040" y="2378079"/>
            <a:ext cx="85780" cy="100855"/>
          </a:xfrm>
          <a:custGeom xmlns:a="http://schemas.openxmlformats.org/drawingml/2006/main">
            <a:pathLst>
              <a:path w="85780" h="100855">
                <a:moveTo>
                  <a:pt x="0" y="41176"/>
                </a:moveTo>
                <a:lnTo>
                  <a:pt x="85780" y="100855"/>
                </a:lnTo>
                <a:lnTo>
                  <a:pt x="58430" y="0"/>
                </a:lnTo>
                <a:lnTo>
                  <a:pt x="0" y="41176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21638">
            <a:solidFill>
              <a:srgbClr val="595959"/>
            </a:solidFill>
            <a:prstDash val="solid"/>
          </a:ln>
        </p:spPr>
      </p:sp>
      <p:sp>
        <p:nvSpPr>
          <p:cNvPr id="19" name="pdf-path-27">
            <a:extLst xmlns:a="http://schemas.openxmlformats.org/drawingml/2006/main">
              <a:ext uri="{FF2B5EF4-FFF2-40B4-BE49-F238E27FC236}">
                <a16:creationId xmlns:a16="http://schemas.microsoft.com/office/drawing/2014/main" id="{6FF1DAEF-02A6-4830-AF1D-29B58A45F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3742" y="1015399"/>
            <a:ext cx="95" cy="288280"/>
          </a:xfrm>
          <a:custGeom xmlns:a="http://schemas.openxmlformats.org/drawingml/2006/main">
            <a:pathLst>
              <a:path w="95" h="288280">
                <a:moveTo>
                  <a:pt x="0" y="0"/>
                </a:moveTo>
                <a:lnTo>
                  <a:pt x="0" y="28828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df-path-28">
            <a:extLst xmlns:a="http://schemas.openxmlformats.org/drawingml/2006/main">
              <a:ext uri="{FF2B5EF4-FFF2-40B4-BE49-F238E27FC236}">
                <a16:creationId xmlns:a16="http://schemas.microsoft.com/office/drawing/2014/main" id="{7AB81F6F-DF2B-4827-B7FF-A6DDB5DE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3742" y="1015399"/>
            <a:ext cx="95" cy="158452"/>
          </a:xfrm>
          <a:custGeom xmlns:a="http://schemas.openxmlformats.org/drawingml/2006/main">
            <a:pathLst>
              <a:path w="95" h="158452">
                <a:moveTo>
                  <a:pt x="0" y="0"/>
                </a:moveTo>
                <a:lnTo>
                  <a:pt x="0" y="158452"/>
                </a:lnTo>
              </a:path>
            </a:pathLst>
          </a:custGeom>
          <a:noFill xmlns:a="http://schemas.openxmlformats.org/drawingml/2006/main"/>
          <a:ln xmlns:a="http://schemas.openxmlformats.org/drawingml/2006/main" w="21638">
            <a:solidFill>
              <a:srgbClr val="595959"/>
            </a:solidFill>
            <a:prstDash val="solid"/>
          </a:ln>
        </p:spPr>
      </p:sp>
      <p:sp>
        <p:nvSpPr>
          <p:cNvPr id="21" name="pdf-path-29">
            <a:extLst xmlns:a="http://schemas.openxmlformats.org/drawingml/2006/main">
              <a:ext uri="{FF2B5EF4-FFF2-40B4-BE49-F238E27FC236}">
                <a16:creationId xmlns:a16="http://schemas.microsoft.com/office/drawing/2014/main" id="{E2791E4E-7630-46D8-905E-6D03A7CB4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8002" y="1173851"/>
            <a:ext cx="71481" cy="98196"/>
          </a:xfrm>
          <a:custGeom xmlns:a="http://schemas.openxmlformats.org/drawingml/2006/main">
            <a:pathLst>
              <a:path w="71481" h="98196">
                <a:moveTo>
                  <a:pt x="0" y="0"/>
                </a:moveTo>
                <a:lnTo>
                  <a:pt x="35740" y="98196"/>
                </a:lnTo>
                <a:lnTo>
                  <a:pt x="71481" y="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21638">
            <a:solidFill>
              <a:srgbClr val="595959"/>
            </a:solidFill>
            <a:prstDash val="solid"/>
          </a:ln>
        </p:spPr>
      </p:sp>
      <p:sp>
        <p:nvSpPr>
          <p:cNvPr id="22" name="pdf-path-31">
            <a:extLst xmlns:a="http://schemas.openxmlformats.org/drawingml/2006/main">
              <a:ext uri="{FF2B5EF4-FFF2-40B4-BE49-F238E27FC236}">
                <a16:creationId xmlns:a16="http://schemas.microsoft.com/office/drawing/2014/main" id="{1C33EA6E-A632-4E09-A789-C95121991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3742" y="1890410"/>
            <a:ext cx="95" cy="295777"/>
          </a:xfrm>
          <a:custGeom xmlns:a="http://schemas.openxmlformats.org/drawingml/2006/main">
            <a:pathLst>
              <a:path w="95" h="295777">
                <a:moveTo>
                  <a:pt x="0" y="0"/>
                </a:moveTo>
                <a:lnTo>
                  <a:pt x="0" y="295777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df-path-32">
            <a:extLst xmlns:a="http://schemas.openxmlformats.org/drawingml/2006/main">
              <a:ext uri="{FF2B5EF4-FFF2-40B4-BE49-F238E27FC236}">
                <a16:creationId xmlns:a16="http://schemas.microsoft.com/office/drawing/2014/main" id="{933EB03F-961A-4CB5-ACAD-A8D38DC8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3742" y="1890410"/>
            <a:ext cx="95" cy="165948"/>
          </a:xfrm>
          <a:custGeom xmlns:a="http://schemas.openxmlformats.org/drawingml/2006/main">
            <a:pathLst>
              <a:path w="95" h="165948">
                <a:moveTo>
                  <a:pt x="0" y="0"/>
                </a:moveTo>
                <a:lnTo>
                  <a:pt x="0" y="165948"/>
                </a:lnTo>
              </a:path>
            </a:pathLst>
          </a:custGeom>
          <a:noFill xmlns:a="http://schemas.openxmlformats.org/drawingml/2006/main"/>
          <a:ln xmlns:a="http://schemas.openxmlformats.org/drawingml/2006/main" w="21638">
            <a:solidFill>
              <a:srgbClr val="595959"/>
            </a:solidFill>
            <a:prstDash val="solid"/>
          </a:ln>
        </p:spPr>
      </p:sp>
      <p:sp>
        <p:nvSpPr>
          <p:cNvPr id="24" name="pdf-path-33">
            <a:extLst xmlns:a="http://schemas.openxmlformats.org/drawingml/2006/main">
              <a:ext uri="{FF2B5EF4-FFF2-40B4-BE49-F238E27FC236}">
                <a16:creationId xmlns:a16="http://schemas.microsoft.com/office/drawing/2014/main" id="{F14A5980-D3EF-4B67-BD52-9F6EC6822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8002" y="2056358"/>
            <a:ext cx="71481" cy="98196"/>
          </a:xfrm>
          <a:custGeom xmlns:a="http://schemas.openxmlformats.org/drawingml/2006/main">
            <a:pathLst>
              <a:path w="71481" h="98196">
                <a:moveTo>
                  <a:pt x="0" y="0"/>
                </a:moveTo>
                <a:lnTo>
                  <a:pt x="35740" y="98196"/>
                </a:lnTo>
                <a:lnTo>
                  <a:pt x="71481" y="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21638">
            <a:solidFill>
              <a:srgbClr val="595959"/>
            </a:solidFill>
            <a:prstDash val="solid"/>
          </a:ln>
        </p:spPr>
      </p:sp>
      <p:sp>
        <p:nvSpPr>
          <p:cNvPr id="25" name="pdf-path-35">
            <a:extLst xmlns:a="http://schemas.openxmlformats.org/drawingml/2006/main">
              <a:ext uri="{FF2B5EF4-FFF2-40B4-BE49-F238E27FC236}">
                <a16:creationId xmlns:a16="http://schemas.microsoft.com/office/drawing/2014/main" id="{F337F6C2-D558-41FB-919E-BAC5BDE1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6171" y="704689"/>
            <a:ext cx="303056" cy="892329"/>
          </a:xfrm>
          <a:custGeom xmlns:a="http://schemas.openxmlformats.org/drawingml/2006/main">
            <a:pathLst>
              <a:path w="303056" h="892329">
                <a:moveTo>
                  <a:pt x="205136" y="892329"/>
                </a:moveTo>
                <a:cubicBezTo>
                  <a:pt x="241274" y="892329"/>
                  <a:pt x="303056" y="669247"/>
                  <a:pt x="277413" y="446164"/>
                </a:cubicBezTo>
                <a:cubicBezTo>
                  <a:pt x="251771" y="223082"/>
                  <a:pt x="138707" y="0"/>
                  <a:pt x="0" y="0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df-path-36">
            <a:extLst xmlns:a="http://schemas.openxmlformats.org/drawingml/2006/main">
              <a:ext uri="{FF2B5EF4-FFF2-40B4-BE49-F238E27FC236}">
                <a16:creationId xmlns:a16="http://schemas.microsoft.com/office/drawing/2014/main" id="{BA83A1A7-C547-47F2-9D26-81A0B784A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601" y="760056"/>
            <a:ext cx="185625" cy="836962"/>
          </a:xfrm>
          <a:custGeom xmlns:a="http://schemas.openxmlformats.org/drawingml/2006/main">
            <a:pathLst>
              <a:path w="185625" h="836962">
                <a:moveTo>
                  <a:pt x="87705" y="836962"/>
                </a:moveTo>
                <a:cubicBezTo>
                  <a:pt x="123844" y="836962"/>
                  <a:pt x="185625" y="613880"/>
                  <a:pt x="159983" y="390798"/>
                </a:cubicBezTo>
                <a:cubicBezTo>
                  <a:pt x="147162" y="279256"/>
                  <a:pt x="112485" y="167715"/>
                  <a:pt x="63675" y="84060"/>
                </a:cubicBezTo>
                <a:cubicBezTo>
                  <a:pt x="51473" y="63146"/>
                  <a:pt x="38387" y="43975"/>
                  <a:pt x="24539" y="26982"/>
                </a:cubicBezTo>
                <a:cubicBezTo>
                  <a:pt x="17614" y="18485"/>
                  <a:pt x="10500" y="10534"/>
                  <a:pt x="3209" y="3182"/>
                </a:cubicBezTo>
                <a:cubicBezTo>
                  <a:pt x="2298" y="2263"/>
                  <a:pt x="1384" y="1353"/>
                  <a:pt x="467" y="452"/>
                </a:cubicBez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638">
            <a:solidFill>
              <a:srgbClr val="595959"/>
            </a:solidFill>
            <a:prstDash val="solid"/>
          </a:ln>
        </p:spPr>
      </p:sp>
      <p:sp>
        <p:nvSpPr>
          <p:cNvPr id="27" name="pdf-path-37">
            <a:extLst xmlns:a="http://schemas.openxmlformats.org/drawingml/2006/main">
              <a:ext uri="{FF2B5EF4-FFF2-40B4-BE49-F238E27FC236}">
                <a16:creationId xmlns:a16="http://schemas.microsoft.com/office/drawing/2014/main" id="{50BDDA83-E796-4AF5-8619-74AE9F87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783" y="718179"/>
            <a:ext cx="104061" cy="74204"/>
          </a:xfrm>
          <a:custGeom xmlns:a="http://schemas.openxmlformats.org/drawingml/2006/main">
            <a:pathLst>
              <a:path w="104061" h="74204">
                <a:moveTo>
                  <a:pt x="104061" y="9549"/>
                </a:moveTo>
                <a:lnTo>
                  <a:pt x="0" y="0"/>
                </a:lnTo>
                <a:lnTo>
                  <a:pt x="73577" y="74204"/>
                </a:lnTo>
                <a:lnTo>
                  <a:pt x="104061" y="9549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21638">
            <a:solidFill>
              <a:srgbClr val="595959"/>
            </a:solidFill>
            <a:prstDash val="solid"/>
          </a:ln>
        </p:spPr>
      </p:sp>
      <p:sp>
        <p:nvSpPr>
          <p:cNvPr id="28" name="pdf-path-39">
            <a:extLst xmlns:a="http://schemas.openxmlformats.org/drawingml/2006/main">
              <a:ext uri="{FF2B5EF4-FFF2-40B4-BE49-F238E27FC236}">
                <a16:creationId xmlns:a16="http://schemas.microsoft.com/office/drawing/2014/main" id="{6223928A-7A1B-4B25-8C3C-0C3DF588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5443" y="704553"/>
            <a:ext cx="650089" cy="1800332"/>
          </a:xfrm>
          <a:custGeom xmlns:a="http://schemas.openxmlformats.org/drawingml/2006/main">
            <a:pathLst>
              <a:path w="650089" h="1800332">
                <a:moveTo>
                  <a:pt x="0" y="1800332"/>
                </a:moveTo>
                <a:cubicBezTo>
                  <a:pt x="315617" y="1800332"/>
                  <a:pt x="612378" y="1350249"/>
                  <a:pt x="631233" y="900166"/>
                </a:cubicBezTo>
                <a:cubicBezTo>
                  <a:pt x="650089" y="450083"/>
                  <a:pt x="391037" y="0"/>
                  <a:pt x="150842" y="0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df-path-40">
            <a:extLst xmlns:a="http://schemas.openxmlformats.org/drawingml/2006/main">
              <a:ext uri="{FF2B5EF4-FFF2-40B4-BE49-F238E27FC236}">
                <a16:creationId xmlns:a16="http://schemas.microsoft.com/office/drawing/2014/main" id="{60093034-72E0-4E03-9CD4-944DF288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5443" y="742282"/>
            <a:ext cx="640661" cy="1762603"/>
          </a:xfrm>
          <a:custGeom xmlns:a="http://schemas.openxmlformats.org/drawingml/2006/main">
            <a:pathLst>
              <a:path w="640661" h="1762603">
                <a:moveTo>
                  <a:pt x="0" y="1762603"/>
                </a:moveTo>
                <a:cubicBezTo>
                  <a:pt x="315617" y="1762603"/>
                  <a:pt x="612378" y="1312520"/>
                  <a:pt x="631233" y="862437"/>
                </a:cubicBezTo>
                <a:cubicBezTo>
                  <a:pt x="640661" y="637396"/>
                  <a:pt x="580612" y="412354"/>
                  <a:pt x="488182" y="243573"/>
                </a:cubicBezTo>
                <a:cubicBezTo>
                  <a:pt x="441966" y="159183"/>
                  <a:pt x="387656" y="88857"/>
                  <a:pt x="329887" y="39629"/>
                </a:cubicBezTo>
                <a:cubicBezTo>
                  <a:pt x="315445" y="27322"/>
                  <a:pt x="300787" y="16334"/>
                  <a:pt x="285985" y="6774"/>
                </a:cubicBezTo>
                <a:cubicBezTo>
                  <a:pt x="284134" y="5579"/>
                  <a:pt x="282282" y="4406"/>
                  <a:pt x="280427" y="3256"/>
                </a:cubicBezTo>
                <a:cubicBezTo>
                  <a:pt x="279500" y="2681"/>
                  <a:pt x="278572" y="2112"/>
                  <a:pt x="277644" y="1548"/>
                </a:cubicBezTo>
                <a:lnTo>
                  <a:pt x="2750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638">
            <a:solidFill>
              <a:srgbClr val="595959"/>
            </a:solidFill>
            <a:prstDash val="solid"/>
          </a:ln>
        </p:spPr>
      </p:sp>
      <p:sp>
        <p:nvSpPr>
          <p:cNvPr id="30" name="pdf-path-41">
            <a:extLst xmlns:a="http://schemas.openxmlformats.org/drawingml/2006/main">
              <a:ext uri="{FF2B5EF4-FFF2-40B4-BE49-F238E27FC236}">
                <a16:creationId xmlns:a16="http://schemas.microsoft.com/office/drawing/2014/main" id="{43E037FC-3838-4D1A-ACC1-229B782F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6552" y="708084"/>
            <a:ext cx="104344" cy="68396"/>
          </a:xfrm>
          <a:custGeom xmlns:a="http://schemas.openxmlformats.org/drawingml/2006/main">
            <a:pathLst>
              <a:path w="104344" h="68396">
                <a:moveTo>
                  <a:pt x="104344" y="0"/>
                </a:moveTo>
                <a:lnTo>
                  <a:pt x="0" y="5662"/>
                </a:lnTo>
                <a:lnTo>
                  <a:pt x="83571" y="68396"/>
                </a:lnTo>
                <a:lnTo>
                  <a:pt x="104344" y="0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21638">
            <a:solidFill>
              <a:srgbClr val="595959"/>
            </a:solidFill>
            <a:prstDash val="solid"/>
          </a:ln>
        </p:spPr>
      </p:sp>
      <p:sp>
        <p:nvSpPr>
          <p:cNvPr id="31" name="pdf-path-43">
            <a:extLst xmlns:a="http://schemas.openxmlformats.org/drawingml/2006/main">
              <a:ext uri="{FF2B5EF4-FFF2-40B4-BE49-F238E27FC236}">
                <a16:creationId xmlns:a16="http://schemas.microsoft.com/office/drawing/2014/main" id="{01D1C878-D827-4477-8B45-78C7B7D3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91" y="1472311"/>
            <a:ext cx="830417" cy="245345"/>
          </a:xfrm>
          <a:custGeom xmlns:a="http://schemas.openxmlformats.org/drawingml/2006/main">
            <a:pathLst>
              <a:path w="830417" h="245345">
                <a:moveTo>
                  <a:pt x="0" y="0"/>
                </a:moveTo>
                <a:lnTo>
                  <a:pt x="830417" y="0"/>
                </a:lnTo>
                <a:lnTo>
                  <a:pt x="830417" y="245345"/>
                </a:lnTo>
                <a:lnTo>
                  <a:pt x="0" y="245345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13C70D-7139-43C8-809C-1C8A5CF24A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8e4b1f6c2146bb"/>
          <a:srcRect xmlns:a="http://schemas.openxmlformats.org/drawingml/2006/main" l="0" t="1" r="0" b="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0191" y="1472311"/>
            <a:ext cx="830417" cy="245345"/>
          </a:xfrm>
          <a:prstGeom xmlns:a="http://schemas.openxmlformats.org/drawingml/2006/main" prst="rect">
            <a:avLst/>
          </a:prstGeom>
        </p:spPr>
      </p:pic>
      <p:sp>
        <p:nvSpPr>
          <p:cNvPr id="33" name="pdf-source-image-0">
            <a:extLst xmlns:a="http://schemas.openxmlformats.org/drawingml/2006/main">
              <a:ext uri="{FF2B5EF4-FFF2-40B4-BE49-F238E27FC236}">
                <a16:creationId xmlns:a16="http://schemas.microsoft.com/office/drawing/2014/main" id="{AE2CDB70-E661-46C9-A129-BA631C76F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91" y="1472311"/>
            <a:ext cx="830417" cy="245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" name="pdf-path-45">
            <a:extLst xmlns:a="http://schemas.openxmlformats.org/drawingml/2006/main">
              <a:ext uri="{FF2B5EF4-FFF2-40B4-BE49-F238E27FC236}">
                <a16:creationId xmlns:a16="http://schemas.microsoft.com/office/drawing/2014/main" id="{17BF6D5F-62A3-42CE-A081-7A0BDB702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462" y="1609618"/>
            <a:ext cx="2142048" cy="245345"/>
          </a:xfrm>
          <a:custGeom xmlns:a="http://schemas.openxmlformats.org/drawingml/2006/main">
            <a:pathLst>
              <a:path w="2142048" h="245345">
                <a:moveTo>
                  <a:pt x="0" y="0"/>
                </a:moveTo>
                <a:lnTo>
                  <a:pt x="2142048" y="0"/>
                </a:lnTo>
                <a:lnTo>
                  <a:pt x="2142048" y="245345"/>
                </a:lnTo>
                <a:lnTo>
                  <a:pt x="0" y="245345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F5999EA-DF33-45CD-B8D4-6C67FA137D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e234e048d94af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06462" y="1609618"/>
            <a:ext cx="2142049" cy="245345"/>
          </a:xfrm>
          <a:prstGeom xmlns:a="http://schemas.openxmlformats.org/drawingml/2006/main" prst="rect">
            <a:avLst/>
          </a:prstGeom>
        </p:spPr>
      </p:pic>
      <p:sp>
        <p:nvSpPr>
          <p:cNvPr id="36" name="pdf-source-image-1">
            <a:extLst xmlns:a="http://schemas.openxmlformats.org/drawingml/2006/main">
              <a:ext uri="{FF2B5EF4-FFF2-40B4-BE49-F238E27FC236}">
                <a16:creationId xmlns:a16="http://schemas.microsoft.com/office/drawing/2014/main" id="{93FB0DB7-C8FE-4464-BAA7-46E17AEB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462" y="1609618"/>
            <a:ext cx="2142049" cy="245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" name="pdf-path-47">
            <a:extLst xmlns:a="http://schemas.openxmlformats.org/drawingml/2006/main">
              <a:ext uri="{FF2B5EF4-FFF2-40B4-BE49-F238E27FC236}">
                <a16:creationId xmlns:a16="http://schemas.microsoft.com/office/drawing/2014/main" id="{C8A31669-C053-461B-A49D-0804F107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8883" y="730466"/>
            <a:ext cx="1731588" cy="245345"/>
          </a:xfrm>
          <a:custGeom xmlns:a="http://schemas.openxmlformats.org/drawingml/2006/main">
            <a:pathLst>
              <a:path w="1731588" h="245345">
                <a:moveTo>
                  <a:pt x="0" y="0"/>
                </a:moveTo>
                <a:lnTo>
                  <a:pt x="1731588" y="0"/>
                </a:lnTo>
                <a:lnTo>
                  <a:pt x="1731588" y="245345"/>
                </a:lnTo>
                <a:lnTo>
                  <a:pt x="0" y="245345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64FB00A-8227-4754-AB91-D6AD67586E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4e3e13d94749d9"/>
          <a:srcRect xmlns:a="http://schemas.openxmlformats.org/drawingml/2006/main" l="0" t="1" r="0" b="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18883" y="730466"/>
            <a:ext cx="1731588" cy="245345"/>
          </a:xfrm>
          <a:prstGeom xmlns:a="http://schemas.openxmlformats.org/drawingml/2006/main" prst="rect">
            <a:avLst/>
          </a:prstGeom>
        </p:spPr>
      </p:pic>
      <p:sp>
        <p:nvSpPr>
          <p:cNvPr id="39" name="pdf-source-image-2">
            <a:extLst xmlns:a="http://schemas.openxmlformats.org/drawingml/2006/main">
              <a:ext uri="{FF2B5EF4-FFF2-40B4-BE49-F238E27FC236}">
                <a16:creationId xmlns:a16="http://schemas.microsoft.com/office/drawing/2014/main" id="{1ECD9CFE-3557-43BF-99AE-CB7440A7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8883" y="730466"/>
            <a:ext cx="1731588" cy="245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" name="pdf-path-49">
            <a:extLst xmlns:a="http://schemas.openxmlformats.org/drawingml/2006/main">
              <a:ext uri="{FF2B5EF4-FFF2-40B4-BE49-F238E27FC236}">
                <a16:creationId xmlns:a16="http://schemas.microsoft.com/office/drawing/2014/main" id="{A286E541-3FE2-4B48-832A-BA66336FF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798" y="1077020"/>
            <a:ext cx="170624" cy="182248"/>
          </a:xfrm>
          <a:custGeom xmlns:a="http://schemas.openxmlformats.org/drawingml/2006/main">
            <a:pathLst>
              <a:path w="170624" h="182248">
                <a:moveTo>
                  <a:pt x="0" y="0"/>
                </a:moveTo>
                <a:lnTo>
                  <a:pt x="170624" y="0"/>
                </a:lnTo>
                <a:lnTo>
                  <a:pt x="170624" y="182248"/>
                </a:lnTo>
                <a:lnTo>
                  <a:pt x="0" y="182248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58CBE32-6B25-4F5B-A872-13D397CC42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c9b5f80df34f17"/>
          <a:srcRect xmlns:a="http://schemas.openxmlformats.org/drawingml/2006/main" l="0" t="3" r="0" b="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61798" y="1077020"/>
            <a:ext cx="170625" cy="182248"/>
          </a:xfrm>
          <a:prstGeom xmlns:a="http://schemas.openxmlformats.org/drawingml/2006/main" prst="rect">
            <a:avLst/>
          </a:prstGeom>
        </p:spPr>
      </p:pic>
      <p:sp>
        <p:nvSpPr>
          <p:cNvPr id="42" name="pdf-source-image-3">
            <a:extLst xmlns:a="http://schemas.openxmlformats.org/drawingml/2006/main">
              <a:ext uri="{FF2B5EF4-FFF2-40B4-BE49-F238E27FC236}">
                <a16:creationId xmlns:a16="http://schemas.microsoft.com/office/drawing/2014/main" id="{622FE7B7-67D6-41CB-B6BD-410FE389F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798" y="1077020"/>
            <a:ext cx="170625" cy="182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pdf-path-51">
            <a:extLst xmlns:a="http://schemas.openxmlformats.org/drawingml/2006/main">
              <a:ext uri="{FF2B5EF4-FFF2-40B4-BE49-F238E27FC236}">
                <a16:creationId xmlns:a16="http://schemas.microsoft.com/office/drawing/2014/main" id="{DA9824A6-59A0-465F-A208-CE608C9D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814" y="1978119"/>
            <a:ext cx="170625" cy="182248"/>
          </a:xfrm>
          <a:custGeom xmlns:a="http://schemas.openxmlformats.org/drawingml/2006/main">
            <a:pathLst>
              <a:path w="170625" h="182248">
                <a:moveTo>
                  <a:pt x="0" y="0"/>
                </a:moveTo>
                <a:lnTo>
                  <a:pt x="170625" y="0"/>
                </a:lnTo>
                <a:lnTo>
                  <a:pt x="170625" y="182248"/>
                </a:lnTo>
                <a:lnTo>
                  <a:pt x="0" y="182248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CFE2DB1-92C2-4B81-83F8-84F90A6B77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843ec93d6d45fa"/>
          <a:srcRect xmlns:a="http://schemas.openxmlformats.org/drawingml/2006/main" l="0" t="3" r="0" b="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43814" y="1978119"/>
            <a:ext cx="170625" cy="182248"/>
          </a:xfrm>
          <a:prstGeom xmlns:a="http://schemas.openxmlformats.org/drawingml/2006/main" prst="rect">
            <a:avLst/>
          </a:prstGeom>
        </p:spPr>
      </p:pic>
      <p:sp>
        <p:nvSpPr>
          <p:cNvPr id="45" name="pdf-source-image-4">
            <a:extLst xmlns:a="http://schemas.openxmlformats.org/drawingml/2006/main">
              <a:ext uri="{FF2B5EF4-FFF2-40B4-BE49-F238E27FC236}">
                <a16:creationId xmlns:a16="http://schemas.microsoft.com/office/drawing/2014/main" id="{5D551528-BA4C-429C-ACED-2692ADDDB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814" y="1978119"/>
            <a:ext cx="170625" cy="182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" name="pdf-path-53">
            <a:extLst xmlns:a="http://schemas.openxmlformats.org/drawingml/2006/main">
              <a:ext uri="{FF2B5EF4-FFF2-40B4-BE49-F238E27FC236}">
                <a16:creationId xmlns:a16="http://schemas.microsoft.com/office/drawing/2014/main" id="{4CFD0EA2-43F4-4241-B898-8786DBA6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871" y="1071929"/>
            <a:ext cx="219267" cy="182248"/>
          </a:xfrm>
          <a:custGeom xmlns:a="http://schemas.openxmlformats.org/drawingml/2006/main">
            <a:pathLst>
              <a:path w="219267" h="182248">
                <a:moveTo>
                  <a:pt x="0" y="0"/>
                </a:moveTo>
                <a:lnTo>
                  <a:pt x="219267" y="0"/>
                </a:lnTo>
                <a:lnTo>
                  <a:pt x="219267" y="182248"/>
                </a:lnTo>
                <a:lnTo>
                  <a:pt x="0" y="182248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755E99D-0105-4451-8800-6C956FFB5E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192189e67f489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53871" y="1071929"/>
            <a:ext cx="219267" cy="182248"/>
          </a:xfrm>
          <a:prstGeom xmlns:a="http://schemas.openxmlformats.org/drawingml/2006/main" prst="rect">
            <a:avLst/>
          </a:prstGeom>
        </p:spPr>
      </p:pic>
      <p:sp>
        <p:nvSpPr>
          <p:cNvPr id="48" name="pdf-source-image-5">
            <a:extLst xmlns:a="http://schemas.openxmlformats.org/drawingml/2006/main">
              <a:ext uri="{FF2B5EF4-FFF2-40B4-BE49-F238E27FC236}">
                <a16:creationId xmlns:a16="http://schemas.microsoft.com/office/drawing/2014/main" id="{D915A517-780D-4EDC-B85A-B68B641F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871" y="1071929"/>
            <a:ext cx="219267" cy="182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" name="pdf-path-55">
            <a:extLst xmlns:a="http://schemas.openxmlformats.org/drawingml/2006/main">
              <a:ext uri="{FF2B5EF4-FFF2-40B4-BE49-F238E27FC236}">
                <a16:creationId xmlns:a16="http://schemas.microsoft.com/office/drawing/2014/main" id="{52D24E87-F31B-4A89-A76C-CE2DFB9E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031" y="1932077"/>
            <a:ext cx="427763" cy="182248"/>
          </a:xfrm>
          <a:custGeom xmlns:a="http://schemas.openxmlformats.org/drawingml/2006/main">
            <a:pathLst>
              <a:path w="427763" h="182248">
                <a:moveTo>
                  <a:pt x="0" y="0"/>
                </a:moveTo>
                <a:lnTo>
                  <a:pt x="427763" y="0"/>
                </a:lnTo>
                <a:lnTo>
                  <a:pt x="427763" y="182248"/>
                </a:lnTo>
                <a:lnTo>
                  <a:pt x="0" y="182248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19F90F7-FBDB-48BB-A98D-390AC8EC8E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9feccef22645df"/>
          <a:srcRect xmlns:a="http://schemas.openxmlformats.org/drawingml/2006/main" l="2" t="0" r="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57031" y="1932077"/>
            <a:ext cx="427763" cy="182248"/>
          </a:xfrm>
          <a:prstGeom xmlns:a="http://schemas.openxmlformats.org/drawingml/2006/main" prst="rect">
            <a:avLst/>
          </a:prstGeom>
        </p:spPr>
      </p:pic>
      <p:sp>
        <p:nvSpPr>
          <p:cNvPr id="51" name="pdf-source-image-6">
            <a:extLst xmlns:a="http://schemas.openxmlformats.org/drawingml/2006/main">
              <a:ext uri="{FF2B5EF4-FFF2-40B4-BE49-F238E27FC236}">
                <a16:creationId xmlns:a16="http://schemas.microsoft.com/office/drawing/2014/main" id="{7A02F5F7-B1B2-492E-B1FC-57D104D8B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031" y="1932077"/>
            <a:ext cx="427763" cy="182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" name="pdf-path-57">
            <a:extLst xmlns:a="http://schemas.openxmlformats.org/drawingml/2006/main">
              <a:ext uri="{FF2B5EF4-FFF2-40B4-BE49-F238E27FC236}">
                <a16:creationId xmlns:a16="http://schemas.microsoft.com/office/drawing/2014/main" id="{40404832-482F-4578-922B-4849CF6B4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450" y="1067687"/>
            <a:ext cx="427763" cy="182248"/>
          </a:xfrm>
          <a:custGeom xmlns:a="http://schemas.openxmlformats.org/drawingml/2006/main">
            <a:pathLst>
              <a:path w="427763" h="182248">
                <a:moveTo>
                  <a:pt x="0" y="0"/>
                </a:moveTo>
                <a:lnTo>
                  <a:pt x="427763" y="0"/>
                </a:lnTo>
                <a:lnTo>
                  <a:pt x="427763" y="182248"/>
                </a:lnTo>
                <a:lnTo>
                  <a:pt x="0" y="182248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8993823-CA35-4AF5-A9CE-75768DBEDA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a5f213a78b4906"/>
          <a:srcRect xmlns:a="http://schemas.openxmlformats.org/drawingml/2006/main" l="2" t="0" r="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63450" y="1067687"/>
            <a:ext cx="427763" cy="182248"/>
          </a:xfrm>
          <a:prstGeom xmlns:a="http://schemas.openxmlformats.org/drawingml/2006/main" prst="rect">
            <a:avLst/>
          </a:prstGeom>
        </p:spPr>
      </p:pic>
      <p:sp>
        <p:nvSpPr>
          <p:cNvPr id="54" name="pdf-source-image-7">
            <a:extLst xmlns:a="http://schemas.openxmlformats.org/drawingml/2006/main">
              <a:ext uri="{FF2B5EF4-FFF2-40B4-BE49-F238E27FC236}">
                <a16:creationId xmlns:a16="http://schemas.microsoft.com/office/drawing/2014/main" id="{B13EB1FE-444C-4D46-8F32-96A48D16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450" y="1067687"/>
            <a:ext cx="427763" cy="182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pdf-text-8-0">
            <a:extLst xmlns:a="http://schemas.openxmlformats.org/drawingml/2006/main">
              <a:ext uri="{FF2B5EF4-FFF2-40B4-BE49-F238E27FC236}">
                <a16:creationId xmlns:a16="http://schemas.microsoft.com/office/drawing/2014/main" id="{2D30E6EC-A94B-4ADC-AF5D-C3EA4566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6" y="2309907"/>
            <a:ext cx="1730158" cy="134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6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Discriminator estimates skill </a:t>
            </a:r>
          </a:p>
        </p:txBody>
      </p:sp>
      <p:sp>
        <p:nvSpPr>
          <p:cNvPr id="56" name="pdf-text-9-0">
            <a:extLst xmlns:a="http://schemas.openxmlformats.org/drawingml/2006/main">
              <a:ext uri="{FF2B5EF4-FFF2-40B4-BE49-F238E27FC236}">
                <a16:creationId xmlns:a16="http://schemas.microsoft.com/office/drawing/2014/main" id="{56A3DDC0-FF99-4972-A30F-238536ED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6" y="2468586"/>
            <a:ext cx="1973851" cy="134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6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from state. Update discriminator </a:t>
            </a:r>
          </a:p>
        </p:txBody>
      </p:sp>
      <p:sp>
        <p:nvSpPr>
          <p:cNvPr id="57" name="pdf-text-10-0">
            <a:extLst xmlns:a="http://schemas.openxmlformats.org/drawingml/2006/main">
              <a:ext uri="{FF2B5EF4-FFF2-40B4-BE49-F238E27FC236}">
                <a16:creationId xmlns:a16="http://schemas.microsoft.com/office/drawing/2014/main" id="{C69D1BB4-4818-4B8B-BDFA-1DB229272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6" y="2627265"/>
            <a:ext cx="1706142" cy="134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6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 maximize discriminability.</a:t>
            </a:r>
          </a:p>
        </p:txBody>
      </p:sp>
      <p:sp>
        <p:nvSpPr>
          <p:cNvPr id="58" name="pdf-path-63">
            <a:extLst xmlns:a="http://schemas.openxmlformats.org/drawingml/2006/main">
              <a:ext uri="{FF2B5EF4-FFF2-40B4-BE49-F238E27FC236}">
                <a16:creationId xmlns:a16="http://schemas.microsoft.com/office/drawing/2014/main" id="{681432C8-990A-4D60-843A-605745C9B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4435" y="2422881"/>
            <a:ext cx="1598831" cy="457977"/>
          </a:xfrm>
          <a:custGeom xmlns:a="http://schemas.openxmlformats.org/drawingml/2006/main">
            <a:pathLst>
              <a:path w="1598831" h="457977">
                <a:moveTo>
                  <a:pt x="0" y="0"/>
                </a:moveTo>
                <a:lnTo>
                  <a:pt x="1598831" y="0"/>
                </a:lnTo>
                <a:lnTo>
                  <a:pt x="1598831" y="457977"/>
                </a:lnTo>
                <a:lnTo>
                  <a:pt x="0" y="457977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pdf-text-11-0">
            <a:extLst xmlns:a="http://schemas.openxmlformats.org/drawingml/2006/main">
              <a:ext uri="{FF2B5EF4-FFF2-40B4-BE49-F238E27FC236}">
                <a16:creationId xmlns:a16="http://schemas.microsoft.com/office/drawing/2014/main" id="{9F616DC6-5D91-4870-8FFF-D1BF139F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349" y="2516069"/>
            <a:ext cx="1494409" cy="134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6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Update skill to maximize </a:t>
            </a:r>
          </a:p>
        </p:txBody>
      </p:sp>
      <p:sp>
        <p:nvSpPr>
          <p:cNvPr id="60" name="pdf-text-12-0">
            <a:extLst xmlns:a="http://schemas.openxmlformats.org/drawingml/2006/main">
              <a:ext uri="{FF2B5EF4-FFF2-40B4-BE49-F238E27FC236}">
                <a16:creationId xmlns:a16="http://schemas.microsoft.com/office/drawing/2014/main" id="{663DFBFF-4CC3-4AF7-9D4B-6026B1489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349" y="2674748"/>
            <a:ext cx="940329" cy="134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6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discriminability.</a:t>
            </a:r>
          </a:p>
        </p:txBody>
      </p:sp>
      <p:sp>
        <p:nvSpPr>
          <p:cNvPr id="61" name="pdf-path-66">
            <a:extLst xmlns:a="http://schemas.openxmlformats.org/drawingml/2006/main">
              <a:ext uri="{FF2B5EF4-FFF2-40B4-BE49-F238E27FC236}">
                <a16:creationId xmlns:a16="http://schemas.microsoft.com/office/drawing/2014/main" id="{194B6052-D897-449D-80BA-3A40DF9E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3976" y="2190238"/>
            <a:ext cx="885031" cy="283207"/>
          </a:xfrm>
          <a:custGeom xmlns:a="http://schemas.openxmlformats.org/drawingml/2006/main">
            <a:pathLst>
              <a:path w="885031" h="283207">
                <a:moveTo>
                  <a:pt x="0" y="0"/>
                </a:moveTo>
                <a:lnTo>
                  <a:pt x="885031" y="0"/>
                </a:lnTo>
                <a:lnTo>
                  <a:pt x="885031" y="283207"/>
                </a:lnTo>
                <a:lnTo>
                  <a:pt x="0" y="283207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522C2E4-F271-40A4-B299-A910E964E7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9aa043a31a46eb"/>
          <a:srcRect xmlns:a="http://schemas.openxmlformats.org/drawingml/2006/main" l="0" t="1" r="0" b="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93976" y="2190238"/>
            <a:ext cx="885031" cy="283207"/>
          </a:xfrm>
          <a:prstGeom xmlns:a="http://schemas.openxmlformats.org/drawingml/2006/main" prst="rect">
            <a:avLst/>
          </a:prstGeom>
        </p:spPr>
      </p:pic>
      <p:sp>
        <p:nvSpPr>
          <p:cNvPr id="63" name="pdf-source-image-8">
            <a:extLst xmlns:a="http://schemas.openxmlformats.org/drawingml/2006/main">
              <a:ext uri="{FF2B5EF4-FFF2-40B4-BE49-F238E27FC236}">
                <a16:creationId xmlns:a16="http://schemas.microsoft.com/office/drawing/2014/main" id="{0093D5CF-2CCB-4AAA-8246-7B5FE896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3976" y="2190238"/>
            <a:ext cx="885031" cy="2832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" name="pdf-path-68">
            <a:extLst xmlns:a="http://schemas.openxmlformats.org/drawingml/2006/main">
              <a:ext uri="{FF2B5EF4-FFF2-40B4-BE49-F238E27FC236}">
                <a16:creationId xmlns:a16="http://schemas.microsoft.com/office/drawing/2014/main" id="{680FF05F-772D-472C-B26E-F0A3730E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7641" y="393859"/>
            <a:ext cx="796690" cy="245345"/>
          </a:xfrm>
          <a:custGeom xmlns:a="http://schemas.openxmlformats.org/drawingml/2006/main">
            <a:pathLst>
              <a:path w="796690" h="245345">
                <a:moveTo>
                  <a:pt x="0" y="0"/>
                </a:moveTo>
                <a:lnTo>
                  <a:pt x="796690" y="0"/>
                </a:lnTo>
                <a:lnTo>
                  <a:pt x="796690" y="245345"/>
                </a:lnTo>
                <a:lnTo>
                  <a:pt x="0" y="245345"/>
                </a:lnTo>
                <a:close/>
              </a:path>
            </a:pathLst>
          </a:custGeom>
          <a:solidFill xmlns:a="http://schemas.openxmlformats.org/drawingml/2006/main">
            <a:srgbClr val="A4C2F4"/>
          </a:solidFill>
          <a:ln xmlns:a="http://schemas.openxmlformats.org/drawingml/2006/main" w="21638">
            <a:solidFill>
              <a:srgbClr val="595959"/>
            </a:solidFill>
            <a:prstDash val="dash"/>
          </a:ln>
        </p:spPr>
      </p:sp>
      <p:sp>
        <p:nvSpPr>
          <p:cNvPr id="65" name="pdf-text-13-0">
            <a:extLst xmlns:a="http://schemas.openxmlformats.org/drawingml/2006/main">
              <a:ext uri="{FF2B5EF4-FFF2-40B4-BE49-F238E27FC236}">
                <a16:creationId xmlns:a16="http://schemas.microsoft.com/office/drawing/2014/main" id="{B06CC0B9-856B-47D2-9A52-10957AC3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4770" y="448299"/>
            <a:ext cx="621785" cy="173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6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6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6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Learned</a:t>
            </a:r>
          </a:p>
        </p:txBody>
      </p:sp>
      <p:sp>
        <p:nvSpPr>
          <p:cNvPr id="66" name="pdf-path-71">
            <a:extLst xmlns:a="http://schemas.openxmlformats.org/drawingml/2006/main">
              <a:ext uri="{FF2B5EF4-FFF2-40B4-BE49-F238E27FC236}">
                <a16:creationId xmlns:a16="http://schemas.microsoft.com/office/drawing/2014/main" id="{E65FA420-6D44-43D2-A454-FC722794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7641" y="713887"/>
            <a:ext cx="796690" cy="245345"/>
          </a:xfrm>
          <a:custGeom xmlns:a="http://schemas.openxmlformats.org/drawingml/2006/main">
            <a:pathLst>
              <a:path w="796690" h="245345">
                <a:moveTo>
                  <a:pt x="0" y="0"/>
                </a:moveTo>
                <a:lnTo>
                  <a:pt x="796690" y="0"/>
                </a:lnTo>
                <a:lnTo>
                  <a:pt x="796690" y="245345"/>
                </a:lnTo>
                <a:lnTo>
                  <a:pt x="0" y="245345"/>
                </a:lnTo>
                <a:close/>
              </a:path>
            </a:pathLst>
          </a:custGeom>
          <a:solidFill xmlns:a="http://schemas.openxmlformats.org/drawingml/2006/main">
            <a:srgbClr val="B6D7A8"/>
          </a:solidFill>
          <a:ln xmlns:a="http://schemas.openxmlformats.org/drawingml/2006/main" w="21638">
            <a:solidFill>
              <a:srgbClr val="595959"/>
            </a:solidFill>
            <a:prstDash val="solid"/>
          </a:ln>
        </p:spPr>
      </p:sp>
      <p:sp>
        <p:nvSpPr>
          <p:cNvPr id="67" name="pdf-text-14-0">
            <a:extLst xmlns:a="http://schemas.openxmlformats.org/drawingml/2006/main">
              <a:ext uri="{FF2B5EF4-FFF2-40B4-BE49-F238E27FC236}">
                <a16:creationId xmlns:a16="http://schemas.microsoft.com/office/drawing/2014/main" id="{A4A4A549-CDDF-48E7-A42F-944A29DD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9580" y="768328"/>
            <a:ext cx="412328" cy="173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6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6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6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Fixed</a:t>
            </a:r>
          </a:p>
        </p:txBody>
      </p:sp>
      <p:sp>
        <p:nvSpPr>
          <p:cNvPr id="68" name="pdf-path-74">
            <a:extLst xmlns:a="http://schemas.openxmlformats.org/drawingml/2006/main">
              <a:ext uri="{FF2B5EF4-FFF2-40B4-BE49-F238E27FC236}">
                <a16:creationId xmlns:a16="http://schemas.microsoft.com/office/drawing/2014/main" id="{1AED9507-7754-4303-9850-7EF1D9DC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002" y="2510262"/>
            <a:ext cx="1125758" cy="283207"/>
          </a:xfrm>
          <a:custGeom xmlns:a="http://schemas.openxmlformats.org/drawingml/2006/main">
            <a:pathLst>
              <a:path w="1125758" h="283207">
                <a:moveTo>
                  <a:pt x="0" y="0"/>
                </a:moveTo>
                <a:lnTo>
                  <a:pt x="1125758" y="0"/>
                </a:lnTo>
                <a:lnTo>
                  <a:pt x="1125758" y="283207"/>
                </a:lnTo>
                <a:lnTo>
                  <a:pt x="0" y="283207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9AA89E2-08AA-4EEE-AEEB-8AA9E3DFF6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ec834717de490d"/>
          <a:srcRect xmlns:a="http://schemas.openxmlformats.org/drawingml/2006/main" l="0" t="1" r="0" b="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40002" y="2510262"/>
            <a:ext cx="1125758" cy="283207"/>
          </a:xfrm>
          <a:prstGeom xmlns:a="http://schemas.openxmlformats.org/drawingml/2006/main" prst="rect">
            <a:avLst/>
          </a:prstGeom>
        </p:spPr>
      </p:pic>
      <p:sp>
        <p:nvSpPr>
          <p:cNvPr id="70" name="pdf-source-image-9">
            <a:extLst xmlns:a="http://schemas.openxmlformats.org/drawingml/2006/main">
              <a:ext uri="{FF2B5EF4-FFF2-40B4-BE49-F238E27FC236}">
                <a16:creationId xmlns:a16="http://schemas.microsoft.com/office/drawing/2014/main" id="{7F2DF1DF-490F-4E21-96C0-6AB50277C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002" y="2510262"/>
            <a:ext cx="1125758" cy="2832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1" name="pdf-path-76">
            <a:extLst xmlns:a="http://schemas.openxmlformats.org/drawingml/2006/main">
              <a:ext uri="{FF2B5EF4-FFF2-40B4-BE49-F238E27FC236}">
                <a16:creationId xmlns:a16="http://schemas.microsoft.com/office/drawing/2014/main" id="{2FC408E1-A4B6-4BC6-8E3E-8D875B66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5308" y="64264"/>
            <a:ext cx="6110392" cy="95"/>
          </a:xfrm>
          <a:custGeom xmlns:a="http://schemas.openxmlformats.org/drawingml/2006/main">
            <a:pathLst>
              <a:path w="6110392" h="95">
                <a:moveTo>
                  <a:pt x="0" y="0"/>
                </a:moveTo>
                <a:lnTo>
                  <a:pt x="61103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4">
            <a:solidFill>
              <a:srgbClr val="000000"/>
            </a:solidFill>
            <a:prstDash val="solid"/>
          </a:ln>
        </p:spPr>
      </p:sp>
      <p:sp>
        <p:nvSpPr>
          <p:cNvPr id="72" name="pdf-text-15-0">
            <a:extLst xmlns:a="http://schemas.openxmlformats.org/drawingml/2006/main">
              <a:ext uri="{FF2B5EF4-FFF2-40B4-BE49-F238E27FC236}">
                <a16:creationId xmlns:a16="http://schemas.microsoft.com/office/drawing/2014/main" id="{FCBFD21A-A2C3-4531-A952-BA6F2D75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5049" y="110229"/>
            <a:ext cx="1573433" cy="28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4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4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4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Algorithm 1:</a:t>
            </a:r>
          </a:p>
        </p:txBody>
      </p:sp>
      <p:sp>
        <p:nvSpPr>
          <p:cNvPr id="73" name="pdf-text-16-0">
            <a:extLst xmlns:a="http://schemas.openxmlformats.org/drawingml/2006/main">
              <a:ext uri="{FF2B5EF4-FFF2-40B4-BE49-F238E27FC236}">
                <a16:creationId xmlns:a16="http://schemas.microsoft.com/office/drawing/2014/main" id="{E716FF0A-9B02-4F77-90DF-029AEABC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654" y="112828"/>
            <a:ext cx="887066" cy="28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DIAYN</a:t>
            </a:r>
          </a:p>
        </p:txBody>
      </p:sp>
      <p:sp>
        <p:nvSpPr>
          <p:cNvPr id="74" name="pdf-path-78">
            <a:extLst xmlns:a="http://schemas.openxmlformats.org/drawingml/2006/main">
              <a:ext uri="{FF2B5EF4-FFF2-40B4-BE49-F238E27FC236}">
                <a16:creationId xmlns:a16="http://schemas.microsoft.com/office/drawing/2014/main" id="{33565EDE-EC33-495F-8200-E885197A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5308" y="454858"/>
            <a:ext cx="6110392" cy="95"/>
          </a:xfrm>
          <a:custGeom xmlns:a="http://schemas.openxmlformats.org/drawingml/2006/main">
            <a:pathLst>
              <a:path w="6110392" h="95">
                <a:moveTo>
                  <a:pt x="0" y="0"/>
                </a:moveTo>
                <a:lnTo>
                  <a:pt x="61103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4">
            <a:solidFill>
              <a:srgbClr val="000000"/>
            </a:solidFill>
            <a:prstDash val="solid"/>
          </a:ln>
        </p:spPr>
      </p:sp>
      <p:sp>
        <p:nvSpPr>
          <p:cNvPr id="75" name="pdf-text-17-0">
            <a:extLst xmlns:a="http://schemas.openxmlformats.org/drawingml/2006/main">
              <a:ext uri="{FF2B5EF4-FFF2-40B4-BE49-F238E27FC236}">
                <a16:creationId xmlns:a16="http://schemas.microsoft.com/office/drawing/2014/main" id="{EAC0B80D-EDFA-4689-8703-C5D638EE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078" y="525812"/>
            <a:ext cx="583657" cy="25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1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1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while</a:t>
            </a:r>
          </a:p>
        </p:txBody>
      </p:sp>
      <p:sp>
        <p:nvSpPr>
          <p:cNvPr id="76" name="pdf-text-18-0">
            <a:extLst xmlns:a="http://schemas.openxmlformats.org/drawingml/2006/main">
              <a:ext uri="{FF2B5EF4-FFF2-40B4-BE49-F238E27FC236}">
                <a16:creationId xmlns:a16="http://schemas.microsoft.com/office/drawing/2014/main" id="{0E57635E-3052-4788-AD49-E17903D9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3787" y="523613"/>
            <a:ext cx="1436341" cy="25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not converged</a:t>
            </a:r>
          </a:p>
        </p:txBody>
      </p:sp>
      <p:sp>
        <p:nvSpPr>
          <p:cNvPr id="77" name="pdf-text-19-0">
            <a:extLst xmlns:a="http://schemas.openxmlformats.org/drawingml/2006/main">
              <a:ext uri="{FF2B5EF4-FFF2-40B4-BE49-F238E27FC236}">
                <a16:creationId xmlns:a16="http://schemas.microsoft.com/office/drawing/2014/main" id="{F527E181-5EE9-4524-A488-12CF7E81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1062" y="525812"/>
            <a:ext cx="270563" cy="25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1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1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do</a:t>
            </a:r>
          </a:p>
        </p:txBody>
      </p:sp>
      <p:sp>
        <p:nvSpPr>
          <p:cNvPr id="78" name="pdf-path-80">
            <a:extLst xmlns:a="http://schemas.openxmlformats.org/drawingml/2006/main">
              <a:ext uri="{FF2B5EF4-FFF2-40B4-BE49-F238E27FC236}">
                <a16:creationId xmlns:a16="http://schemas.microsoft.com/office/drawing/2014/main" id="{0BFDCE82-151E-4E82-BDB0-187791E02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298" y="807873"/>
            <a:ext cx="95" cy="2277456"/>
          </a:xfrm>
          <a:custGeom xmlns:a="http://schemas.openxmlformats.org/drawingml/2006/main">
            <a:pathLst>
              <a:path w="95" h="2277456">
                <a:moveTo>
                  <a:pt x="0" y="227745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73">
            <a:solidFill>
              <a:srgbClr val="000000"/>
            </a:solidFill>
            <a:prstDash val="solid"/>
          </a:ln>
        </p:spPr>
      </p:sp>
      <p:sp>
        <p:nvSpPr>
          <p:cNvPr id="79" name="pdf-text-20-0">
            <a:extLst xmlns:a="http://schemas.openxmlformats.org/drawingml/2006/main">
              <a:ext uri="{FF2B5EF4-FFF2-40B4-BE49-F238E27FC236}">
                <a16:creationId xmlns:a16="http://schemas.microsoft.com/office/drawing/2014/main" id="{DD0BF96B-0EFF-487C-B820-AC66E13A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3591" y="812815"/>
            <a:ext cx="1274155" cy="25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Sample skill</a:t>
            </a:r>
          </a:p>
        </p:txBody>
      </p:sp>
      <p:sp>
        <p:nvSpPr>
          <p:cNvPr id="80" name="pdf-text-27-0">
            <a:extLst xmlns:a="http://schemas.openxmlformats.org/drawingml/2006/main">
              <a:ext uri="{FF2B5EF4-FFF2-40B4-BE49-F238E27FC236}">
                <a16:creationId xmlns:a16="http://schemas.microsoft.com/office/drawing/2014/main" id="{220FE870-7F65-4B13-ADFF-AEB36E5D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30" y="812815"/>
            <a:ext cx="1565727" cy="25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and initial state</a:t>
            </a:r>
          </a:p>
        </p:txBody>
      </p:sp>
      <p:sp>
        <p:nvSpPr>
          <p:cNvPr id="81" name="pdf-text-36-0">
            <a:extLst xmlns:a="http://schemas.openxmlformats.org/drawingml/2006/main">
              <a:ext uri="{FF2B5EF4-FFF2-40B4-BE49-F238E27FC236}">
                <a16:creationId xmlns:a16="http://schemas.microsoft.com/office/drawing/2014/main" id="{CCD8B24A-2580-49CD-A7FE-911DEE02C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3592" y="1095169"/>
            <a:ext cx="320782" cy="25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1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1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for</a:t>
            </a:r>
          </a:p>
        </p:txBody>
      </p:sp>
      <p:sp>
        <p:nvSpPr>
          <p:cNvPr id="82" name="pdf-text-40-0">
            <a:extLst xmlns:a="http://schemas.openxmlformats.org/drawingml/2006/main">
              <a:ext uri="{FF2B5EF4-FFF2-40B4-BE49-F238E27FC236}">
                <a16:creationId xmlns:a16="http://schemas.microsoft.com/office/drawing/2014/main" id="{3083000A-C518-4191-8360-8E2585C31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8870" y="1095169"/>
            <a:ext cx="213427" cy="25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1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1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</a:t>
            </a:r>
          </a:p>
        </p:txBody>
      </p:sp>
      <p:sp>
        <p:nvSpPr>
          <p:cNvPr id="83" name="pdf-text-42-0">
            <a:extLst xmlns:a="http://schemas.openxmlformats.org/drawingml/2006/main">
              <a:ext uri="{FF2B5EF4-FFF2-40B4-BE49-F238E27FC236}">
                <a16:creationId xmlns:a16="http://schemas.microsoft.com/office/drawing/2014/main" id="{184A3493-E9F3-468B-8DBE-4BDAE64A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1379" y="1092970"/>
            <a:ext cx="128108" cy="25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_</a:t>
            </a:r>
          </a:p>
        </p:txBody>
      </p:sp>
      <p:sp>
        <p:nvSpPr>
          <p:cNvPr id="84" name="pdf-text-44-0">
            <a:extLst xmlns:a="http://schemas.openxmlformats.org/drawingml/2006/main">
              <a:ext uri="{FF2B5EF4-FFF2-40B4-BE49-F238E27FC236}">
                <a16:creationId xmlns:a16="http://schemas.microsoft.com/office/drawing/2014/main" id="{54872472-B975-4E66-96D7-A8C6032D6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243" y="1092970"/>
            <a:ext cx="128107" cy="25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_</a:t>
            </a:r>
          </a:p>
        </p:txBody>
      </p:sp>
      <p:sp>
        <p:nvSpPr>
          <p:cNvPr id="85" name="pdf-text-46-0">
            <a:extLst xmlns:a="http://schemas.openxmlformats.org/drawingml/2006/main">
              <a:ext uri="{FF2B5EF4-FFF2-40B4-BE49-F238E27FC236}">
                <a16:creationId xmlns:a16="http://schemas.microsoft.com/office/drawing/2014/main" id="{611C4492-4016-45F0-8096-E9F5CCB8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117" y="1095169"/>
            <a:ext cx="270563" cy="25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1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1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do</a:t>
            </a:r>
          </a:p>
        </p:txBody>
      </p:sp>
      <p:sp>
        <p:nvSpPr>
          <p:cNvPr id="86" name="pdf-path-82">
            <a:extLst xmlns:a="http://schemas.openxmlformats.org/drawingml/2006/main">
              <a:ext uri="{FF2B5EF4-FFF2-40B4-BE49-F238E27FC236}">
                <a16:creationId xmlns:a16="http://schemas.microsoft.com/office/drawing/2014/main" id="{EB67BA91-841F-43B7-9291-59810AD7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610" y="1377230"/>
            <a:ext cx="95" cy="1708099"/>
          </a:xfrm>
          <a:custGeom xmlns:a="http://schemas.openxmlformats.org/drawingml/2006/main">
            <a:pathLst>
              <a:path w="95" h="1708099">
                <a:moveTo>
                  <a:pt x="0" y="170809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73">
            <a:solidFill>
              <a:srgbClr val="000000"/>
            </a:solidFill>
            <a:prstDash val="solid"/>
          </a:ln>
        </p:spPr>
      </p:sp>
      <p:sp>
        <p:nvSpPr>
          <p:cNvPr id="87" name="pdf-text-47-0">
            <a:extLst xmlns:a="http://schemas.openxmlformats.org/drawingml/2006/main">
              <a:ext uri="{FF2B5EF4-FFF2-40B4-BE49-F238E27FC236}">
                <a16:creationId xmlns:a16="http://schemas.microsoft.com/office/drawing/2014/main" id="{41DFCE39-8982-4183-B355-25BEE876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1903" y="1382201"/>
            <a:ext cx="1458887" cy="25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Sample action</a:t>
            </a:r>
          </a:p>
        </p:txBody>
      </p:sp>
      <p:sp>
        <p:nvSpPr>
          <p:cNvPr id="88" name="pdf-text-61-0">
            <a:extLst xmlns:a="http://schemas.openxmlformats.org/drawingml/2006/main">
              <a:ext uri="{FF2B5EF4-FFF2-40B4-BE49-F238E27FC236}">
                <a16:creationId xmlns:a16="http://schemas.microsoft.com/office/drawing/2014/main" id="{D735B37A-E965-467A-A102-7B3A3DD1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862" y="1382201"/>
            <a:ext cx="1067647" cy="25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from skill.</a:t>
            </a:r>
          </a:p>
        </p:txBody>
      </p:sp>
      <p:sp>
        <p:nvSpPr>
          <p:cNvPr id="89" name="pdf-text-61-1">
            <a:extLst xmlns:a="http://schemas.openxmlformats.org/drawingml/2006/main">
              <a:ext uri="{FF2B5EF4-FFF2-40B4-BE49-F238E27FC236}">
                <a16:creationId xmlns:a16="http://schemas.microsoft.com/office/drawing/2014/main" id="{74429014-1AC7-49AC-A717-54064AC3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1901" y="1666865"/>
            <a:ext cx="1875748" cy="25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Step environment:</a:t>
            </a:r>
          </a:p>
        </p:txBody>
      </p:sp>
      <p:sp>
        <p:nvSpPr>
          <p:cNvPr id="90" name="pdf-text-77-0">
            <a:extLst xmlns:a="http://schemas.openxmlformats.org/drawingml/2006/main">
              <a:ext uri="{FF2B5EF4-FFF2-40B4-BE49-F238E27FC236}">
                <a16:creationId xmlns:a16="http://schemas.microsoft.com/office/drawing/2014/main" id="{461E6376-89C3-46AB-A68E-AB28EFE6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0137" y="1666865"/>
            <a:ext cx="64054" cy="25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</p:txBody>
      </p:sp>
      <p:sp>
        <p:nvSpPr>
          <p:cNvPr id="91" name="pdf-text-77-1">
            <a:extLst xmlns:a="http://schemas.openxmlformats.org/drawingml/2006/main">
              <a:ext uri="{FF2B5EF4-FFF2-40B4-BE49-F238E27FC236}">
                <a16:creationId xmlns:a16="http://schemas.microsoft.com/office/drawing/2014/main" id="{E2456A05-3B07-43D9-9DA0-96DD3F10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1901" y="1951558"/>
            <a:ext cx="939539" cy="25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Compute</a:t>
            </a:r>
          </a:p>
        </p:txBody>
      </p:sp>
      <p:sp>
        <p:nvSpPr>
          <p:cNvPr id="92" name="pdf-text-87-0">
            <a:extLst xmlns:a="http://schemas.openxmlformats.org/drawingml/2006/main">
              <a:ext uri="{FF2B5EF4-FFF2-40B4-BE49-F238E27FC236}">
                <a16:creationId xmlns:a16="http://schemas.microsoft.com/office/drawing/2014/main" id="{C10B2EC3-CEF8-477B-96DA-39322590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455" y="1951558"/>
            <a:ext cx="1935955" cy="25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with discriminator.</a:t>
            </a:r>
          </a:p>
        </p:txBody>
      </p:sp>
      <p:sp>
        <p:nvSpPr>
          <p:cNvPr id="93" name="pdf-text-87-1">
            <a:extLst xmlns:a="http://schemas.openxmlformats.org/drawingml/2006/main">
              <a:ext uri="{FF2B5EF4-FFF2-40B4-BE49-F238E27FC236}">
                <a16:creationId xmlns:a16="http://schemas.microsoft.com/office/drawing/2014/main" id="{946FBF80-BF17-4CA5-895A-52B0943A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1902" y="2236221"/>
            <a:ext cx="1599291" cy="25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Set skill reward</a:t>
            </a:r>
          </a:p>
        </p:txBody>
      </p:sp>
      <p:sp>
        <p:nvSpPr>
          <p:cNvPr id="94" name="pdf-text-106-0">
            <a:extLst xmlns:a="http://schemas.openxmlformats.org/drawingml/2006/main">
              <a:ext uri="{FF2B5EF4-FFF2-40B4-BE49-F238E27FC236}">
                <a16:creationId xmlns:a16="http://schemas.microsoft.com/office/drawing/2014/main" id="{C1A3BA4E-9B1C-44D0-B3F4-C3BC99F3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1902" y="2520914"/>
            <a:ext cx="1590070" cy="25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Update policy (</a:t>
            </a:r>
          </a:p>
        </p:txBody>
      </p:sp>
      <p:sp>
        <p:nvSpPr>
          <p:cNvPr id="95" name="pdf-text-108-0">
            <a:extLst xmlns:a="http://schemas.openxmlformats.org/drawingml/2006/main">
              <a:ext uri="{FF2B5EF4-FFF2-40B4-BE49-F238E27FC236}">
                <a16:creationId xmlns:a16="http://schemas.microsoft.com/office/drawing/2014/main" id="{5FBC99DA-2960-44E2-B469-D1A9E4B1E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2546" y="2520914"/>
            <a:ext cx="1423274" cy="25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 to maximize</a:t>
            </a:r>
          </a:p>
        </p:txBody>
      </p:sp>
      <p:sp>
        <p:nvSpPr>
          <p:cNvPr id="96" name="pdf-text-111-0">
            <a:extLst xmlns:a="http://schemas.openxmlformats.org/drawingml/2006/main">
              <a:ext uri="{FF2B5EF4-FFF2-40B4-BE49-F238E27FC236}">
                <a16:creationId xmlns:a16="http://schemas.microsoft.com/office/drawing/2014/main" id="{87570EE8-671E-435F-BF88-90F9341A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8395" y="2520914"/>
            <a:ext cx="1071747" cy="25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with SAC.</a:t>
            </a:r>
          </a:p>
        </p:txBody>
      </p:sp>
      <p:sp>
        <p:nvSpPr>
          <p:cNvPr id="97" name="pdf-text-111-1">
            <a:extLst xmlns:a="http://schemas.openxmlformats.org/drawingml/2006/main">
              <a:ext uri="{FF2B5EF4-FFF2-40B4-BE49-F238E27FC236}">
                <a16:creationId xmlns:a16="http://schemas.microsoft.com/office/drawing/2014/main" id="{360DA464-D896-43DD-B698-A90DF73A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1902" y="2805608"/>
            <a:ext cx="2319768" cy="25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Update discriminator (</a:t>
            </a:r>
          </a:p>
        </p:txBody>
      </p:sp>
      <p:sp>
        <p:nvSpPr>
          <p:cNvPr id="98" name="pdf-text-113-0">
            <a:extLst xmlns:a="http://schemas.openxmlformats.org/drawingml/2006/main">
              <a:ext uri="{FF2B5EF4-FFF2-40B4-BE49-F238E27FC236}">
                <a16:creationId xmlns:a16="http://schemas.microsoft.com/office/drawing/2014/main" id="{ED24CB7E-3199-4E26-9A5E-EC5E9063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8383" y="2805608"/>
            <a:ext cx="1245461" cy="25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 with SGD.</a:t>
            </a:r>
          </a:p>
        </p:txBody>
      </p:sp>
      <p:sp>
        <p:nvSpPr>
          <p:cNvPr id="99" name="pdf-path-84">
            <a:extLst xmlns:a="http://schemas.openxmlformats.org/drawingml/2006/main">
              <a:ext uri="{FF2B5EF4-FFF2-40B4-BE49-F238E27FC236}">
                <a16:creationId xmlns:a16="http://schemas.microsoft.com/office/drawing/2014/main" id="{0F868984-9994-42A0-8496-8246FC63B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5308" y="3153652"/>
            <a:ext cx="6110392" cy="95"/>
          </a:xfrm>
          <a:custGeom xmlns:a="http://schemas.openxmlformats.org/drawingml/2006/main">
            <a:pathLst>
              <a:path w="6110392" h="95">
                <a:moveTo>
                  <a:pt x="0" y="0"/>
                </a:moveTo>
                <a:lnTo>
                  <a:pt x="61103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4">
            <a:solidFill>
              <a:srgbClr val="000000"/>
            </a:solidFill>
            <a:prstDash val="solid"/>
          </a:ln>
        </p:spPr>
      </p:sp>
      <p:sp>
        <p:nvSpPr>
          <p:cNvPr id="100" name="pdf-path-100000">
            <a:extLst xmlns:a="http://schemas.openxmlformats.org/drawingml/2006/main">
              <a:ext uri="{FF2B5EF4-FFF2-40B4-BE49-F238E27FC236}">
                <a16:creationId xmlns:a16="http://schemas.microsoft.com/office/drawing/2014/main" id="{DACB16E6-9EA7-4B5C-80F0-5C2CACA0E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3058" y="893781"/>
            <a:ext cx="110941" cy="116097"/>
          </a:xfrm>
          <a:custGeom xmlns:a="http://schemas.openxmlformats.org/drawingml/2006/main">
            <a:pathLst>
              <a:path w="110941" h="116097">
                <a:moveTo>
                  <a:pt x="24340" y="91499"/>
                </a:moveTo>
                <a:cubicBezTo>
                  <a:pt x="29720" y="85091"/>
                  <a:pt x="43814" y="72276"/>
                  <a:pt x="54831" y="63049"/>
                </a:cubicBezTo>
                <a:cubicBezTo>
                  <a:pt x="73789" y="46899"/>
                  <a:pt x="79684" y="41261"/>
                  <a:pt x="83015" y="37672"/>
                </a:cubicBezTo>
                <a:cubicBezTo>
                  <a:pt x="104025" y="17425"/>
                  <a:pt x="110941" y="4359"/>
                  <a:pt x="110941" y="2819"/>
                </a:cubicBezTo>
                <a:cubicBezTo>
                  <a:pt x="110941" y="2565"/>
                  <a:pt x="110941" y="0"/>
                  <a:pt x="107610" y="0"/>
                </a:cubicBezTo>
                <a:cubicBezTo>
                  <a:pt x="105303" y="0"/>
                  <a:pt x="104791" y="770"/>
                  <a:pt x="103513" y="2819"/>
                </a:cubicBezTo>
                <a:cubicBezTo>
                  <a:pt x="100182" y="7944"/>
                  <a:pt x="93262" y="18961"/>
                  <a:pt x="84551" y="18961"/>
                </a:cubicBezTo>
                <a:cubicBezTo>
                  <a:pt x="79426" y="18961"/>
                  <a:pt x="76095" y="16143"/>
                  <a:pt x="70204" y="9481"/>
                </a:cubicBezTo>
                <a:cubicBezTo>
                  <a:pt x="64054" y="2819"/>
                  <a:pt x="59186" y="0"/>
                  <a:pt x="52525" y="0"/>
                </a:cubicBezTo>
                <a:cubicBezTo>
                  <a:pt x="32797" y="0"/>
                  <a:pt x="20755" y="23575"/>
                  <a:pt x="20755" y="29982"/>
                </a:cubicBezTo>
                <a:cubicBezTo>
                  <a:pt x="20755" y="30752"/>
                  <a:pt x="21268" y="32805"/>
                  <a:pt x="24083" y="32805"/>
                </a:cubicBezTo>
                <a:cubicBezTo>
                  <a:pt x="26648" y="32805"/>
                  <a:pt x="27413" y="31265"/>
                  <a:pt x="27672" y="30494"/>
                </a:cubicBezTo>
                <a:cubicBezTo>
                  <a:pt x="32539" y="18195"/>
                  <a:pt x="47657" y="18195"/>
                  <a:pt x="49705" y="18195"/>
                </a:cubicBezTo>
                <a:cubicBezTo>
                  <a:pt x="55598" y="18195"/>
                  <a:pt x="61747" y="19986"/>
                  <a:pt x="67384" y="22038"/>
                </a:cubicBezTo>
                <a:cubicBezTo>
                  <a:pt x="77635" y="25369"/>
                  <a:pt x="81991" y="25369"/>
                  <a:pt x="85834" y="25369"/>
                </a:cubicBezTo>
                <a:cubicBezTo>
                  <a:pt x="77890" y="34341"/>
                  <a:pt x="63542" y="46645"/>
                  <a:pt x="47399" y="60484"/>
                </a:cubicBezTo>
                <a:cubicBezTo>
                  <a:pt x="34588" y="71505"/>
                  <a:pt x="26648" y="79195"/>
                  <a:pt x="21010" y="84837"/>
                </a:cubicBezTo>
                <a:cubicBezTo>
                  <a:pt x="11529" y="94833"/>
                  <a:pt x="0" y="110464"/>
                  <a:pt x="0" y="113283"/>
                </a:cubicBezTo>
                <a:cubicBezTo>
                  <a:pt x="0" y="115073"/>
                  <a:pt x="1283" y="116097"/>
                  <a:pt x="3331" y="116097"/>
                </a:cubicBezTo>
                <a:cubicBezTo>
                  <a:pt x="5638" y="116097"/>
                  <a:pt x="6150" y="115073"/>
                  <a:pt x="7432" y="113537"/>
                </a:cubicBezTo>
                <a:cubicBezTo>
                  <a:pt x="17425" y="98164"/>
                  <a:pt x="26902" y="97140"/>
                  <a:pt x="29720" y="97140"/>
                </a:cubicBezTo>
                <a:cubicBezTo>
                  <a:pt x="36128" y="97140"/>
                  <a:pt x="39713" y="100983"/>
                  <a:pt x="45350" y="107645"/>
                </a:cubicBezTo>
                <a:cubicBezTo>
                  <a:pt x="51242" y="114049"/>
                  <a:pt x="56880" y="116097"/>
                  <a:pt x="62006" y="116097"/>
                </a:cubicBezTo>
                <a:cubicBezTo>
                  <a:pt x="88394" y="116097"/>
                  <a:pt x="103767" y="83296"/>
                  <a:pt x="103767" y="76377"/>
                </a:cubicBezTo>
                <a:cubicBezTo>
                  <a:pt x="103767" y="74070"/>
                  <a:pt x="101972" y="73300"/>
                  <a:pt x="100182" y="73300"/>
                </a:cubicBezTo>
                <a:cubicBezTo>
                  <a:pt x="97617" y="73300"/>
                  <a:pt x="97105" y="75094"/>
                  <a:pt x="96592" y="76123"/>
                </a:cubicBezTo>
                <a:cubicBezTo>
                  <a:pt x="89677" y="95088"/>
                  <a:pt x="71485" y="97906"/>
                  <a:pt x="64824" y="97906"/>
                </a:cubicBezTo>
                <a:cubicBezTo>
                  <a:pt x="59956" y="97906"/>
                  <a:pt x="54831" y="96628"/>
                  <a:pt x="47145" y="94063"/>
                </a:cubicBezTo>
                <a:cubicBezTo>
                  <a:pt x="42020" y="92527"/>
                  <a:pt x="35870" y="90732"/>
                  <a:pt x="30491" y="90732"/>
                </a:cubicBezTo>
                <a:cubicBezTo>
                  <a:pt x="27930" y="90732"/>
                  <a:pt x="25365" y="91245"/>
                  <a:pt x="24340" y="9149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pdf-path-100001">
            <a:extLst xmlns:a="http://schemas.openxmlformats.org/drawingml/2006/main">
              <a:ext uri="{FF2B5EF4-FFF2-40B4-BE49-F238E27FC236}">
                <a16:creationId xmlns:a16="http://schemas.microsoft.com/office/drawing/2014/main" id="{5930534E-5348-4149-96C9-F62FE7B6B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3072" y="911796"/>
            <a:ext cx="175252" cy="62552"/>
          </a:xfrm>
          <a:custGeom xmlns:a="http://schemas.openxmlformats.org/drawingml/2006/main">
            <a:pathLst>
              <a:path w="175252" h="62552">
                <a:moveTo>
                  <a:pt x="175252" y="8968"/>
                </a:moveTo>
                <a:cubicBezTo>
                  <a:pt x="175252" y="2052"/>
                  <a:pt x="172946" y="258"/>
                  <a:pt x="171409" y="258"/>
                </a:cubicBezTo>
                <a:cubicBezTo>
                  <a:pt x="168078" y="258"/>
                  <a:pt x="167821" y="6150"/>
                  <a:pt x="167566" y="9739"/>
                </a:cubicBezTo>
                <a:cubicBezTo>
                  <a:pt x="166542" y="28711"/>
                  <a:pt x="152194" y="47180"/>
                  <a:pt x="131438" y="47180"/>
                </a:cubicBezTo>
                <a:cubicBezTo>
                  <a:pt x="116578" y="47180"/>
                  <a:pt x="104790" y="38462"/>
                  <a:pt x="89419" y="24610"/>
                </a:cubicBezTo>
                <a:cubicBezTo>
                  <a:pt x="74304" y="10505"/>
                  <a:pt x="61235" y="0"/>
                  <a:pt x="43814" y="0"/>
                </a:cubicBezTo>
                <a:cubicBezTo>
                  <a:pt x="15884" y="0"/>
                  <a:pt x="0" y="28711"/>
                  <a:pt x="0" y="53588"/>
                </a:cubicBezTo>
                <a:cubicBezTo>
                  <a:pt x="0" y="60250"/>
                  <a:pt x="2048" y="62298"/>
                  <a:pt x="3843" y="62298"/>
                </a:cubicBezTo>
                <a:cubicBezTo>
                  <a:pt x="6662" y="62298"/>
                  <a:pt x="7686" y="57431"/>
                  <a:pt x="7686" y="56148"/>
                </a:cubicBezTo>
                <a:cubicBezTo>
                  <a:pt x="9223" y="23840"/>
                  <a:pt x="31257" y="15376"/>
                  <a:pt x="43814" y="15376"/>
                </a:cubicBezTo>
                <a:cubicBezTo>
                  <a:pt x="58674" y="15376"/>
                  <a:pt x="70457" y="24094"/>
                  <a:pt x="85833" y="37946"/>
                </a:cubicBezTo>
                <a:cubicBezTo>
                  <a:pt x="100947" y="52051"/>
                  <a:pt x="114017" y="62552"/>
                  <a:pt x="131438" y="62552"/>
                </a:cubicBezTo>
                <a:cubicBezTo>
                  <a:pt x="159368" y="62552"/>
                  <a:pt x="175252" y="33845"/>
                  <a:pt x="175252" y="896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pdf-path-100002">
            <a:extLst xmlns:a="http://schemas.openxmlformats.org/drawingml/2006/main">
              <a:ext uri="{FF2B5EF4-FFF2-40B4-BE49-F238E27FC236}">
                <a16:creationId xmlns:a16="http://schemas.microsoft.com/office/drawing/2014/main" id="{C71D8D12-1B29-4902-A93D-F5872938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015" y="893781"/>
            <a:ext cx="136052" cy="163137"/>
          </a:xfrm>
          <a:custGeom xmlns:a="http://schemas.openxmlformats.org/drawingml/2006/main">
            <a:pathLst>
              <a:path w="136052" h="163137">
                <a:moveTo>
                  <a:pt x="19215" y="145423"/>
                </a:moveTo>
                <a:cubicBezTo>
                  <a:pt x="17422" y="152882"/>
                  <a:pt x="16909" y="155197"/>
                  <a:pt x="5892" y="155197"/>
                </a:cubicBezTo>
                <a:cubicBezTo>
                  <a:pt x="3073" y="155197"/>
                  <a:pt x="0" y="155197"/>
                  <a:pt x="0" y="159810"/>
                </a:cubicBezTo>
                <a:cubicBezTo>
                  <a:pt x="0" y="160834"/>
                  <a:pt x="513" y="163137"/>
                  <a:pt x="3331" y="163137"/>
                </a:cubicBezTo>
                <a:lnTo>
                  <a:pt x="14349" y="162625"/>
                </a:lnTo>
                <a:cubicBezTo>
                  <a:pt x="15885" y="162371"/>
                  <a:pt x="21780" y="162371"/>
                  <a:pt x="25365" y="162371"/>
                </a:cubicBezTo>
                <a:cubicBezTo>
                  <a:pt x="29721" y="162371"/>
                  <a:pt x="34076" y="162625"/>
                  <a:pt x="38431" y="162625"/>
                </a:cubicBezTo>
                <a:cubicBezTo>
                  <a:pt x="42532" y="162625"/>
                  <a:pt x="46887" y="163137"/>
                  <a:pt x="50730" y="163137"/>
                </a:cubicBezTo>
                <a:cubicBezTo>
                  <a:pt x="52267" y="163137"/>
                  <a:pt x="55598" y="163137"/>
                  <a:pt x="55598" y="158527"/>
                </a:cubicBezTo>
                <a:cubicBezTo>
                  <a:pt x="55598" y="155197"/>
                  <a:pt x="53037" y="155197"/>
                  <a:pt x="48682" y="155197"/>
                </a:cubicBezTo>
                <a:cubicBezTo>
                  <a:pt x="36640" y="155197"/>
                  <a:pt x="36640" y="153394"/>
                  <a:pt x="36640" y="151080"/>
                </a:cubicBezTo>
                <a:cubicBezTo>
                  <a:pt x="36640" y="149536"/>
                  <a:pt x="38431" y="142592"/>
                  <a:pt x="39459" y="138476"/>
                </a:cubicBezTo>
                <a:lnTo>
                  <a:pt x="48936" y="100213"/>
                </a:lnTo>
                <a:cubicBezTo>
                  <a:pt x="51501" y="105592"/>
                  <a:pt x="58674" y="116097"/>
                  <a:pt x="73277" y="116097"/>
                </a:cubicBezTo>
                <a:cubicBezTo>
                  <a:pt x="103255" y="116097"/>
                  <a:pt x="136052" y="79966"/>
                  <a:pt x="136052" y="41519"/>
                </a:cubicBezTo>
                <a:cubicBezTo>
                  <a:pt x="136052" y="15376"/>
                  <a:pt x="119910" y="0"/>
                  <a:pt x="100694" y="0"/>
                </a:cubicBezTo>
                <a:cubicBezTo>
                  <a:pt x="95310" y="0"/>
                  <a:pt x="82503" y="1282"/>
                  <a:pt x="66873" y="18707"/>
                </a:cubicBezTo>
                <a:cubicBezTo>
                  <a:pt x="63030" y="4359"/>
                  <a:pt x="51243" y="0"/>
                  <a:pt x="42532" y="0"/>
                </a:cubicBezTo>
                <a:cubicBezTo>
                  <a:pt x="31769" y="0"/>
                  <a:pt x="26390" y="7944"/>
                  <a:pt x="22805" y="14864"/>
                </a:cubicBezTo>
                <a:cubicBezTo>
                  <a:pt x="18450" y="23837"/>
                  <a:pt x="14860" y="38442"/>
                  <a:pt x="14860" y="39471"/>
                </a:cubicBezTo>
                <a:cubicBezTo>
                  <a:pt x="14860" y="41777"/>
                  <a:pt x="16655" y="42544"/>
                  <a:pt x="18450" y="42544"/>
                </a:cubicBezTo>
                <a:cubicBezTo>
                  <a:pt x="21265" y="42544"/>
                  <a:pt x="21780" y="41261"/>
                  <a:pt x="23058" y="36136"/>
                </a:cubicBezTo>
                <a:cubicBezTo>
                  <a:pt x="27926" y="15888"/>
                  <a:pt x="33309" y="6408"/>
                  <a:pt x="42020" y="6408"/>
                </a:cubicBezTo>
                <a:cubicBezTo>
                  <a:pt x="49706" y="6408"/>
                  <a:pt x="49706" y="14610"/>
                  <a:pt x="49706" y="18453"/>
                </a:cubicBezTo>
                <a:cubicBezTo>
                  <a:pt x="49706" y="20502"/>
                  <a:pt x="49448" y="24349"/>
                  <a:pt x="48936" y="26397"/>
                </a:cubicBezTo>
                <a:lnTo>
                  <a:pt x="19215" y="145423"/>
                </a:lnTo>
                <a:moveTo>
                  <a:pt x="65590" y="34341"/>
                </a:moveTo>
                <a:cubicBezTo>
                  <a:pt x="66873" y="29216"/>
                  <a:pt x="66873" y="28704"/>
                  <a:pt x="70204" y="24861"/>
                </a:cubicBezTo>
                <a:cubicBezTo>
                  <a:pt x="77120" y="16146"/>
                  <a:pt x="88649" y="6408"/>
                  <a:pt x="100182" y="6408"/>
                </a:cubicBezTo>
                <a:cubicBezTo>
                  <a:pt x="112224" y="6408"/>
                  <a:pt x="117091" y="18453"/>
                  <a:pt x="117091" y="30498"/>
                </a:cubicBezTo>
                <a:cubicBezTo>
                  <a:pt x="117091" y="42031"/>
                  <a:pt x="109917" y="73812"/>
                  <a:pt x="101973" y="87398"/>
                </a:cubicBezTo>
                <a:cubicBezTo>
                  <a:pt x="93262" y="102004"/>
                  <a:pt x="82503" y="109694"/>
                  <a:pt x="73023" y="109694"/>
                </a:cubicBezTo>
                <a:cubicBezTo>
                  <a:pt x="56368" y="109694"/>
                  <a:pt x="52267" y="89446"/>
                  <a:pt x="52267" y="87652"/>
                </a:cubicBezTo>
                <a:cubicBezTo>
                  <a:pt x="52267" y="86115"/>
                  <a:pt x="52779" y="84833"/>
                  <a:pt x="53037" y="83551"/>
                </a:cubicBezTo>
                <a:lnTo>
                  <a:pt x="65590" y="3434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pdf-path-100003">
            <a:extLst xmlns:a="http://schemas.openxmlformats.org/drawingml/2006/main">
              <a:ext uri="{FF2B5EF4-FFF2-40B4-BE49-F238E27FC236}">
                <a16:creationId xmlns:a16="http://schemas.microsoft.com/office/drawing/2014/main" id="{E864AE5D-EC5C-4A92-BBA5-D630E80ED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4513" y="814965"/>
            <a:ext cx="61489" cy="255965"/>
          </a:xfrm>
          <a:custGeom xmlns:a="http://schemas.openxmlformats.org/drawingml/2006/main">
            <a:pathLst>
              <a:path w="61489" h="255965">
                <a:moveTo>
                  <a:pt x="61489" y="253150"/>
                </a:moveTo>
                <a:cubicBezTo>
                  <a:pt x="61489" y="251868"/>
                  <a:pt x="60723" y="251097"/>
                  <a:pt x="59183" y="249307"/>
                </a:cubicBezTo>
                <a:cubicBezTo>
                  <a:pt x="26132" y="219070"/>
                  <a:pt x="16139" y="172950"/>
                  <a:pt x="16139" y="128115"/>
                </a:cubicBezTo>
                <a:cubicBezTo>
                  <a:pt x="16139" y="88398"/>
                  <a:pt x="23828" y="40229"/>
                  <a:pt x="59953" y="5896"/>
                </a:cubicBezTo>
                <a:cubicBezTo>
                  <a:pt x="60977" y="4871"/>
                  <a:pt x="61489" y="4101"/>
                  <a:pt x="61489" y="2819"/>
                </a:cubicBezTo>
                <a:cubicBezTo>
                  <a:pt x="61489" y="1028"/>
                  <a:pt x="60211" y="0"/>
                  <a:pt x="58416" y="0"/>
                </a:cubicBezTo>
                <a:cubicBezTo>
                  <a:pt x="55340" y="0"/>
                  <a:pt x="32281" y="18453"/>
                  <a:pt x="18445" y="46379"/>
                </a:cubicBezTo>
                <a:cubicBezTo>
                  <a:pt x="6150" y="70977"/>
                  <a:pt x="0" y="97367"/>
                  <a:pt x="0" y="127857"/>
                </a:cubicBezTo>
                <a:cubicBezTo>
                  <a:pt x="0" y="146306"/>
                  <a:pt x="2303" y="175514"/>
                  <a:pt x="16397" y="205747"/>
                </a:cubicBezTo>
                <a:cubicBezTo>
                  <a:pt x="31515" y="237262"/>
                  <a:pt x="55340" y="255965"/>
                  <a:pt x="58416" y="255965"/>
                </a:cubicBezTo>
                <a:cubicBezTo>
                  <a:pt x="60211" y="255965"/>
                  <a:pt x="61489" y="254940"/>
                  <a:pt x="61489" y="25315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pdf-path-100004">
            <a:extLst xmlns:a="http://schemas.openxmlformats.org/drawingml/2006/main">
              <a:ext uri="{FF2B5EF4-FFF2-40B4-BE49-F238E27FC236}">
                <a16:creationId xmlns:a16="http://schemas.microsoft.com/office/drawing/2014/main" id="{43FF5384-501C-4B59-AFD2-37FEB3F4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2291" y="893781"/>
            <a:ext cx="110941" cy="116097"/>
          </a:xfrm>
          <a:custGeom xmlns:a="http://schemas.openxmlformats.org/drawingml/2006/main">
            <a:pathLst>
              <a:path w="110941" h="116097">
                <a:moveTo>
                  <a:pt x="24340" y="91499"/>
                </a:moveTo>
                <a:cubicBezTo>
                  <a:pt x="29720" y="85091"/>
                  <a:pt x="43814" y="72276"/>
                  <a:pt x="54831" y="63049"/>
                </a:cubicBezTo>
                <a:cubicBezTo>
                  <a:pt x="73789" y="46899"/>
                  <a:pt x="79684" y="41261"/>
                  <a:pt x="83015" y="37672"/>
                </a:cubicBezTo>
                <a:cubicBezTo>
                  <a:pt x="104025" y="17425"/>
                  <a:pt x="110941" y="4359"/>
                  <a:pt x="110941" y="2819"/>
                </a:cubicBezTo>
                <a:cubicBezTo>
                  <a:pt x="110941" y="2565"/>
                  <a:pt x="110941" y="0"/>
                  <a:pt x="107610" y="0"/>
                </a:cubicBezTo>
                <a:cubicBezTo>
                  <a:pt x="105303" y="0"/>
                  <a:pt x="104791" y="770"/>
                  <a:pt x="103513" y="2819"/>
                </a:cubicBezTo>
                <a:cubicBezTo>
                  <a:pt x="100182" y="7944"/>
                  <a:pt x="93262" y="18961"/>
                  <a:pt x="84551" y="18961"/>
                </a:cubicBezTo>
                <a:cubicBezTo>
                  <a:pt x="79426" y="18961"/>
                  <a:pt x="76095" y="16143"/>
                  <a:pt x="70204" y="9481"/>
                </a:cubicBezTo>
                <a:cubicBezTo>
                  <a:pt x="64054" y="2819"/>
                  <a:pt x="59186" y="0"/>
                  <a:pt x="52525" y="0"/>
                </a:cubicBezTo>
                <a:cubicBezTo>
                  <a:pt x="32797" y="0"/>
                  <a:pt x="20755" y="23575"/>
                  <a:pt x="20755" y="29982"/>
                </a:cubicBezTo>
                <a:cubicBezTo>
                  <a:pt x="20755" y="30752"/>
                  <a:pt x="21268" y="32805"/>
                  <a:pt x="24083" y="32805"/>
                </a:cubicBezTo>
                <a:cubicBezTo>
                  <a:pt x="26648" y="32805"/>
                  <a:pt x="27413" y="31265"/>
                  <a:pt x="27672" y="30494"/>
                </a:cubicBezTo>
                <a:cubicBezTo>
                  <a:pt x="32539" y="18195"/>
                  <a:pt x="47657" y="18195"/>
                  <a:pt x="49705" y="18195"/>
                </a:cubicBezTo>
                <a:cubicBezTo>
                  <a:pt x="55598" y="18195"/>
                  <a:pt x="61747" y="19986"/>
                  <a:pt x="67385" y="22038"/>
                </a:cubicBezTo>
                <a:cubicBezTo>
                  <a:pt x="77635" y="25369"/>
                  <a:pt x="81991" y="25369"/>
                  <a:pt x="85834" y="25369"/>
                </a:cubicBezTo>
                <a:cubicBezTo>
                  <a:pt x="77890" y="34341"/>
                  <a:pt x="63542" y="46645"/>
                  <a:pt x="47399" y="60484"/>
                </a:cubicBezTo>
                <a:cubicBezTo>
                  <a:pt x="34588" y="71505"/>
                  <a:pt x="26648" y="79195"/>
                  <a:pt x="21010" y="84837"/>
                </a:cubicBezTo>
                <a:cubicBezTo>
                  <a:pt x="11529" y="94833"/>
                  <a:pt x="0" y="110464"/>
                  <a:pt x="0" y="113283"/>
                </a:cubicBezTo>
                <a:cubicBezTo>
                  <a:pt x="0" y="115073"/>
                  <a:pt x="1283" y="116097"/>
                  <a:pt x="3331" y="116097"/>
                </a:cubicBezTo>
                <a:cubicBezTo>
                  <a:pt x="5638" y="116097"/>
                  <a:pt x="6150" y="115073"/>
                  <a:pt x="7432" y="113537"/>
                </a:cubicBezTo>
                <a:cubicBezTo>
                  <a:pt x="17425" y="98164"/>
                  <a:pt x="26902" y="97140"/>
                  <a:pt x="29720" y="97140"/>
                </a:cubicBezTo>
                <a:cubicBezTo>
                  <a:pt x="36128" y="97140"/>
                  <a:pt x="39713" y="100983"/>
                  <a:pt x="45350" y="107645"/>
                </a:cubicBezTo>
                <a:cubicBezTo>
                  <a:pt x="51242" y="114049"/>
                  <a:pt x="56880" y="116097"/>
                  <a:pt x="62006" y="116097"/>
                </a:cubicBezTo>
                <a:cubicBezTo>
                  <a:pt x="88394" y="116097"/>
                  <a:pt x="103767" y="83296"/>
                  <a:pt x="103767" y="76377"/>
                </a:cubicBezTo>
                <a:cubicBezTo>
                  <a:pt x="103767" y="74070"/>
                  <a:pt x="101972" y="73300"/>
                  <a:pt x="100182" y="73300"/>
                </a:cubicBezTo>
                <a:cubicBezTo>
                  <a:pt x="97617" y="73300"/>
                  <a:pt x="97105" y="75094"/>
                  <a:pt x="96592" y="76123"/>
                </a:cubicBezTo>
                <a:cubicBezTo>
                  <a:pt x="89677" y="95088"/>
                  <a:pt x="71485" y="97906"/>
                  <a:pt x="64824" y="97906"/>
                </a:cubicBezTo>
                <a:cubicBezTo>
                  <a:pt x="59956" y="97906"/>
                  <a:pt x="54831" y="96628"/>
                  <a:pt x="47145" y="94063"/>
                </a:cubicBezTo>
                <a:cubicBezTo>
                  <a:pt x="42019" y="92527"/>
                  <a:pt x="35870" y="90732"/>
                  <a:pt x="30491" y="90732"/>
                </a:cubicBezTo>
                <a:cubicBezTo>
                  <a:pt x="27930" y="90732"/>
                  <a:pt x="25365" y="91245"/>
                  <a:pt x="24340" y="9149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pdf-path-100005">
            <a:extLst xmlns:a="http://schemas.openxmlformats.org/drawingml/2006/main">
              <a:ext uri="{FF2B5EF4-FFF2-40B4-BE49-F238E27FC236}">
                <a16:creationId xmlns:a16="http://schemas.microsoft.com/office/drawing/2014/main" id="{C4E509F3-EB9D-40CA-8E97-4C097A528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9440" y="814965"/>
            <a:ext cx="61488" cy="255965"/>
          </a:xfrm>
          <a:custGeom xmlns:a="http://schemas.openxmlformats.org/drawingml/2006/main">
            <a:pathLst>
              <a:path w="61488" h="255965">
                <a:moveTo>
                  <a:pt x="61488" y="127857"/>
                </a:moveTo>
                <a:cubicBezTo>
                  <a:pt x="61488" y="106847"/>
                  <a:pt x="58416" y="78664"/>
                  <a:pt x="45092" y="50222"/>
                </a:cubicBezTo>
                <a:cubicBezTo>
                  <a:pt x="29974" y="18707"/>
                  <a:pt x="6145" y="0"/>
                  <a:pt x="3072" y="0"/>
                </a:cubicBezTo>
                <a:cubicBezTo>
                  <a:pt x="512" y="0"/>
                  <a:pt x="0" y="2053"/>
                  <a:pt x="0" y="2819"/>
                </a:cubicBezTo>
                <a:cubicBezTo>
                  <a:pt x="0" y="4101"/>
                  <a:pt x="512" y="4871"/>
                  <a:pt x="2302" y="6666"/>
                </a:cubicBezTo>
                <a:cubicBezTo>
                  <a:pt x="17166" y="19989"/>
                  <a:pt x="45346" y="54835"/>
                  <a:pt x="45346" y="127857"/>
                </a:cubicBezTo>
                <a:cubicBezTo>
                  <a:pt x="45346" y="164497"/>
                  <a:pt x="38688" y="215485"/>
                  <a:pt x="1537" y="250073"/>
                </a:cubicBezTo>
                <a:cubicBezTo>
                  <a:pt x="1024" y="250843"/>
                  <a:pt x="0" y="251868"/>
                  <a:pt x="0" y="253150"/>
                </a:cubicBezTo>
                <a:cubicBezTo>
                  <a:pt x="0" y="253916"/>
                  <a:pt x="512" y="255965"/>
                  <a:pt x="3072" y="255965"/>
                </a:cubicBezTo>
                <a:cubicBezTo>
                  <a:pt x="6145" y="255965"/>
                  <a:pt x="29208" y="237519"/>
                  <a:pt x="43044" y="209590"/>
                </a:cubicBezTo>
                <a:cubicBezTo>
                  <a:pt x="55339" y="184995"/>
                  <a:pt x="61488" y="158602"/>
                  <a:pt x="61488" y="12785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pdf-path-100006">
            <a:extLst xmlns:a="http://schemas.openxmlformats.org/drawingml/2006/main">
              <a:ext uri="{FF2B5EF4-FFF2-40B4-BE49-F238E27FC236}">
                <a16:creationId xmlns:a16="http://schemas.microsoft.com/office/drawing/2014/main" id="{F783F6B9-45CC-4484-B46B-9BFA43BB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4354" y="893781"/>
            <a:ext cx="96339" cy="116097"/>
          </a:xfrm>
          <a:custGeom xmlns:a="http://schemas.openxmlformats.org/drawingml/2006/main">
            <a:pathLst>
              <a:path w="96339" h="116097">
                <a:moveTo>
                  <a:pt x="88136" y="17515"/>
                </a:moveTo>
                <a:cubicBezTo>
                  <a:pt x="77120" y="18543"/>
                  <a:pt x="76095" y="27253"/>
                  <a:pt x="76095" y="29048"/>
                </a:cubicBezTo>
                <a:cubicBezTo>
                  <a:pt x="76095" y="33403"/>
                  <a:pt x="79426" y="36734"/>
                  <a:pt x="84293" y="36734"/>
                </a:cubicBezTo>
                <a:cubicBezTo>
                  <a:pt x="91467" y="36734"/>
                  <a:pt x="96339" y="30838"/>
                  <a:pt x="96339" y="22386"/>
                </a:cubicBezTo>
                <a:cubicBezTo>
                  <a:pt x="96339" y="9508"/>
                  <a:pt x="83781" y="0"/>
                  <a:pt x="64824" y="0"/>
                </a:cubicBezTo>
                <a:cubicBezTo>
                  <a:pt x="30491" y="0"/>
                  <a:pt x="20752" y="25717"/>
                  <a:pt x="20752" y="37500"/>
                </a:cubicBezTo>
                <a:cubicBezTo>
                  <a:pt x="20752" y="47216"/>
                  <a:pt x="25623" y="52329"/>
                  <a:pt x="28950" y="55398"/>
                </a:cubicBezTo>
                <a:cubicBezTo>
                  <a:pt x="34076" y="60258"/>
                  <a:pt x="40995" y="61790"/>
                  <a:pt x="50218" y="63581"/>
                </a:cubicBezTo>
                <a:cubicBezTo>
                  <a:pt x="61747" y="65883"/>
                  <a:pt x="64308" y="66392"/>
                  <a:pt x="68921" y="69719"/>
                </a:cubicBezTo>
                <a:cubicBezTo>
                  <a:pt x="73022" y="72784"/>
                  <a:pt x="75329" y="76881"/>
                  <a:pt x="75329" y="82264"/>
                </a:cubicBezTo>
                <a:cubicBezTo>
                  <a:pt x="75329" y="88926"/>
                  <a:pt x="69179" y="109694"/>
                  <a:pt x="38177" y="109694"/>
                </a:cubicBezTo>
                <a:cubicBezTo>
                  <a:pt x="32281" y="109694"/>
                  <a:pt x="14348" y="108923"/>
                  <a:pt x="8711" y="97125"/>
                </a:cubicBezTo>
                <a:cubicBezTo>
                  <a:pt x="21522" y="97125"/>
                  <a:pt x="24083" y="86874"/>
                  <a:pt x="24083" y="83289"/>
                </a:cubicBezTo>
                <a:cubicBezTo>
                  <a:pt x="24083" y="75603"/>
                  <a:pt x="17167" y="74062"/>
                  <a:pt x="14348" y="74062"/>
                </a:cubicBezTo>
                <a:cubicBezTo>
                  <a:pt x="9735" y="74062"/>
                  <a:pt x="0" y="77651"/>
                  <a:pt x="0" y="90975"/>
                </a:cubicBezTo>
                <a:cubicBezTo>
                  <a:pt x="0" y="106871"/>
                  <a:pt x="16142" y="116097"/>
                  <a:pt x="37919" y="116097"/>
                </a:cubicBezTo>
                <a:cubicBezTo>
                  <a:pt x="80963" y="116097"/>
                  <a:pt x="90444" y="84567"/>
                  <a:pt x="90444" y="73554"/>
                </a:cubicBezTo>
                <a:cubicBezTo>
                  <a:pt x="90444" y="63835"/>
                  <a:pt x="85064" y="57701"/>
                  <a:pt x="81987" y="54632"/>
                </a:cubicBezTo>
                <a:cubicBezTo>
                  <a:pt x="75329" y="47728"/>
                  <a:pt x="67127" y="46195"/>
                  <a:pt x="58162" y="44404"/>
                </a:cubicBezTo>
                <a:cubicBezTo>
                  <a:pt x="55085" y="43638"/>
                  <a:pt x="49448" y="42614"/>
                  <a:pt x="48682" y="42360"/>
                </a:cubicBezTo>
                <a:cubicBezTo>
                  <a:pt x="40225" y="40569"/>
                  <a:pt x="35612" y="35452"/>
                  <a:pt x="35612" y="29048"/>
                </a:cubicBezTo>
                <a:cubicBezTo>
                  <a:pt x="35612" y="26229"/>
                  <a:pt x="37406" y="18031"/>
                  <a:pt x="44580" y="12350"/>
                </a:cubicBezTo>
                <a:cubicBezTo>
                  <a:pt x="51755" y="6666"/>
                  <a:pt x="61493" y="6408"/>
                  <a:pt x="64824" y="6408"/>
                </a:cubicBezTo>
                <a:cubicBezTo>
                  <a:pt x="73789" y="6408"/>
                  <a:pt x="84293" y="9250"/>
                  <a:pt x="88136" y="1751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pdf-path-100007">
            <a:extLst xmlns:a="http://schemas.openxmlformats.org/drawingml/2006/main">
              <a:ext uri="{FF2B5EF4-FFF2-40B4-BE49-F238E27FC236}">
                <a16:creationId xmlns:a16="http://schemas.microsoft.com/office/drawing/2014/main" id="{21613224-8D21-47D3-9744-5D3C1CA4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697" y="921990"/>
            <a:ext cx="83695" cy="117265"/>
          </a:xfrm>
          <a:custGeom xmlns:a="http://schemas.openxmlformats.org/drawingml/2006/main">
            <a:pathLst>
              <a:path w="83695" h="117265">
                <a:moveTo>
                  <a:pt x="83695" y="59146"/>
                </a:moveTo>
                <a:cubicBezTo>
                  <a:pt x="83695" y="46667"/>
                  <a:pt x="83695" y="0"/>
                  <a:pt x="41847" y="0"/>
                </a:cubicBezTo>
                <a:cubicBezTo>
                  <a:pt x="0" y="0"/>
                  <a:pt x="0" y="46667"/>
                  <a:pt x="0" y="59146"/>
                </a:cubicBezTo>
                <a:cubicBezTo>
                  <a:pt x="0" y="71456"/>
                  <a:pt x="0" y="117265"/>
                  <a:pt x="41847" y="117265"/>
                </a:cubicBezTo>
                <a:cubicBezTo>
                  <a:pt x="83695" y="117265"/>
                  <a:pt x="83695" y="71456"/>
                  <a:pt x="83695" y="59146"/>
                </a:cubicBezTo>
                <a:moveTo>
                  <a:pt x="41847" y="111799"/>
                </a:moveTo>
                <a:cubicBezTo>
                  <a:pt x="34675" y="111799"/>
                  <a:pt x="23058" y="108383"/>
                  <a:pt x="18958" y="94191"/>
                </a:cubicBezTo>
                <a:cubicBezTo>
                  <a:pt x="16227" y="84276"/>
                  <a:pt x="16227" y="67523"/>
                  <a:pt x="16227" y="56925"/>
                </a:cubicBezTo>
                <a:cubicBezTo>
                  <a:pt x="16227" y="45470"/>
                  <a:pt x="16227" y="32308"/>
                  <a:pt x="18617" y="23077"/>
                </a:cubicBezTo>
                <a:cubicBezTo>
                  <a:pt x="22889" y="7691"/>
                  <a:pt x="35869" y="5468"/>
                  <a:pt x="41847" y="5468"/>
                </a:cubicBezTo>
                <a:cubicBezTo>
                  <a:pt x="49705" y="5468"/>
                  <a:pt x="60978" y="9229"/>
                  <a:pt x="64737" y="22222"/>
                </a:cubicBezTo>
                <a:cubicBezTo>
                  <a:pt x="67299" y="31281"/>
                  <a:pt x="67468" y="43760"/>
                  <a:pt x="67468" y="56925"/>
                </a:cubicBezTo>
                <a:cubicBezTo>
                  <a:pt x="67468" y="67867"/>
                  <a:pt x="67468" y="85131"/>
                  <a:pt x="64565" y="94704"/>
                </a:cubicBezTo>
                <a:cubicBezTo>
                  <a:pt x="59782" y="109579"/>
                  <a:pt x="47485" y="111799"/>
                  <a:pt x="41847" y="11179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pdf-path-100008">
            <a:extLst xmlns:a="http://schemas.openxmlformats.org/drawingml/2006/main">
              <a:ext uri="{FF2B5EF4-FFF2-40B4-BE49-F238E27FC236}">
                <a16:creationId xmlns:a16="http://schemas.microsoft.com/office/drawing/2014/main" id="{279C3FE7-4B53-4E42-A65B-B1F73847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9817" y="911796"/>
            <a:ext cx="175252" cy="62552"/>
          </a:xfrm>
          <a:custGeom xmlns:a="http://schemas.openxmlformats.org/drawingml/2006/main">
            <a:pathLst>
              <a:path w="175252" h="62552">
                <a:moveTo>
                  <a:pt x="175252" y="8968"/>
                </a:moveTo>
                <a:cubicBezTo>
                  <a:pt x="175252" y="2052"/>
                  <a:pt x="172946" y="258"/>
                  <a:pt x="171409" y="258"/>
                </a:cubicBezTo>
                <a:cubicBezTo>
                  <a:pt x="168078" y="258"/>
                  <a:pt x="167821" y="6150"/>
                  <a:pt x="167566" y="9739"/>
                </a:cubicBezTo>
                <a:cubicBezTo>
                  <a:pt x="166542" y="28711"/>
                  <a:pt x="152194" y="47180"/>
                  <a:pt x="131438" y="47180"/>
                </a:cubicBezTo>
                <a:cubicBezTo>
                  <a:pt x="116578" y="47180"/>
                  <a:pt x="104790" y="38462"/>
                  <a:pt x="89418" y="24610"/>
                </a:cubicBezTo>
                <a:cubicBezTo>
                  <a:pt x="74304" y="10505"/>
                  <a:pt x="61235" y="0"/>
                  <a:pt x="43814" y="0"/>
                </a:cubicBezTo>
                <a:cubicBezTo>
                  <a:pt x="15884" y="0"/>
                  <a:pt x="0" y="28711"/>
                  <a:pt x="0" y="53588"/>
                </a:cubicBezTo>
                <a:cubicBezTo>
                  <a:pt x="0" y="60250"/>
                  <a:pt x="2048" y="62298"/>
                  <a:pt x="3843" y="62298"/>
                </a:cubicBezTo>
                <a:cubicBezTo>
                  <a:pt x="6662" y="62298"/>
                  <a:pt x="7686" y="57431"/>
                  <a:pt x="7686" y="56148"/>
                </a:cubicBezTo>
                <a:cubicBezTo>
                  <a:pt x="9223" y="23840"/>
                  <a:pt x="31257" y="15376"/>
                  <a:pt x="43814" y="15376"/>
                </a:cubicBezTo>
                <a:cubicBezTo>
                  <a:pt x="58674" y="15376"/>
                  <a:pt x="70457" y="24094"/>
                  <a:pt x="85833" y="37946"/>
                </a:cubicBezTo>
                <a:cubicBezTo>
                  <a:pt x="100947" y="52051"/>
                  <a:pt x="114017" y="62552"/>
                  <a:pt x="131438" y="62552"/>
                </a:cubicBezTo>
                <a:cubicBezTo>
                  <a:pt x="159368" y="62552"/>
                  <a:pt x="175252" y="33845"/>
                  <a:pt x="175252" y="896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pdf-path-100009">
            <a:extLst xmlns:a="http://schemas.openxmlformats.org/drawingml/2006/main">
              <a:ext uri="{FF2B5EF4-FFF2-40B4-BE49-F238E27FC236}">
                <a16:creationId xmlns:a16="http://schemas.microsoft.com/office/drawing/2014/main" id="{98FC952B-6A19-47F2-B402-B0936F3E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5730" y="893780"/>
            <a:ext cx="136052" cy="163137"/>
          </a:xfrm>
          <a:custGeom xmlns:a="http://schemas.openxmlformats.org/drawingml/2006/main">
            <a:pathLst>
              <a:path w="136052" h="163137">
                <a:moveTo>
                  <a:pt x="19215" y="145423"/>
                </a:moveTo>
                <a:cubicBezTo>
                  <a:pt x="17422" y="152882"/>
                  <a:pt x="16909" y="155197"/>
                  <a:pt x="5892" y="155197"/>
                </a:cubicBezTo>
                <a:cubicBezTo>
                  <a:pt x="3073" y="155197"/>
                  <a:pt x="0" y="155197"/>
                  <a:pt x="0" y="159810"/>
                </a:cubicBezTo>
                <a:cubicBezTo>
                  <a:pt x="0" y="160834"/>
                  <a:pt x="513" y="163137"/>
                  <a:pt x="3331" y="163137"/>
                </a:cubicBezTo>
                <a:lnTo>
                  <a:pt x="14349" y="162625"/>
                </a:lnTo>
                <a:cubicBezTo>
                  <a:pt x="15885" y="162371"/>
                  <a:pt x="21780" y="162371"/>
                  <a:pt x="25365" y="162371"/>
                </a:cubicBezTo>
                <a:cubicBezTo>
                  <a:pt x="29721" y="162371"/>
                  <a:pt x="34076" y="162625"/>
                  <a:pt x="38431" y="162625"/>
                </a:cubicBezTo>
                <a:cubicBezTo>
                  <a:pt x="42532" y="162625"/>
                  <a:pt x="46887" y="163137"/>
                  <a:pt x="50730" y="163137"/>
                </a:cubicBezTo>
                <a:cubicBezTo>
                  <a:pt x="52267" y="163137"/>
                  <a:pt x="55598" y="163137"/>
                  <a:pt x="55598" y="158527"/>
                </a:cubicBezTo>
                <a:cubicBezTo>
                  <a:pt x="55598" y="155197"/>
                  <a:pt x="53037" y="155197"/>
                  <a:pt x="48682" y="155197"/>
                </a:cubicBezTo>
                <a:cubicBezTo>
                  <a:pt x="36640" y="155197"/>
                  <a:pt x="36640" y="153394"/>
                  <a:pt x="36640" y="151080"/>
                </a:cubicBezTo>
                <a:cubicBezTo>
                  <a:pt x="36640" y="149536"/>
                  <a:pt x="38431" y="142592"/>
                  <a:pt x="39459" y="138476"/>
                </a:cubicBezTo>
                <a:lnTo>
                  <a:pt x="48936" y="100213"/>
                </a:lnTo>
                <a:cubicBezTo>
                  <a:pt x="51501" y="105592"/>
                  <a:pt x="58674" y="116097"/>
                  <a:pt x="73277" y="116097"/>
                </a:cubicBezTo>
                <a:cubicBezTo>
                  <a:pt x="103255" y="116097"/>
                  <a:pt x="136052" y="79966"/>
                  <a:pt x="136052" y="41519"/>
                </a:cubicBezTo>
                <a:cubicBezTo>
                  <a:pt x="136052" y="15376"/>
                  <a:pt x="119910" y="0"/>
                  <a:pt x="100694" y="0"/>
                </a:cubicBezTo>
                <a:cubicBezTo>
                  <a:pt x="95310" y="0"/>
                  <a:pt x="82503" y="1282"/>
                  <a:pt x="66873" y="18707"/>
                </a:cubicBezTo>
                <a:cubicBezTo>
                  <a:pt x="63030" y="4359"/>
                  <a:pt x="51243" y="0"/>
                  <a:pt x="42532" y="0"/>
                </a:cubicBezTo>
                <a:cubicBezTo>
                  <a:pt x="31769" y="0"/>
                  <a:pt x="26390" y="7944"/>
                  <a:pt x="22805" y="14864"/>
                </a:cubicBezTo>
                <a:cubicBezTo>
                  <a:pt x="18450" y="23837"/>
                  <a:pt x="14860" y="38443"/>
                  <a:pt x="14860" y="39471"/>
                </a:cubicBezTo>
                <a:cubicBezTo>
                  <a:pt x="14860" y="41777"/>
                  <a:pt x="16655" y="42544"/>
                  <a:pt x="18450" y="42544"/>
                </a:cubicBezTo>
                <a:cubicBezTo>
                  <a:pt x="21265" y="42544"/>
                  <a:pt x="21780" y="41261"/>
                  <a:pt x="23058" y="36136"/>
                </a:cubicBezTo>
                <a:cubicBezTo>
                  <a:pt x="27926" y="15888"/>
                  <a:pt x="33309" y="6408"/>
                  <a:pt x="42020" y="6408"/>
                </a:cubicBezTo>
                <a:cubicBezTo>
                  <a:pt x="49706" y="6408"/>
                  <a:pt x="49706" y="14610"/>
                  <a:pt x="49706" y="18453"/>
                </a:cubicBezTo>
                <a:cubicBezTo>
                  <a:pt x="49706" y="20502"/>
                  <a:pt x="49448" y="24349"/>
                  <a:pt x="48936" y="26397"/>
                </a:cubicBezTo>
                <a:lnTo>
                  <a:pt x="19215" y="145423"/>
                </a:lnTo>
                <a:moveTo>
                  <a:pt x="65590" y="34341"/>
                </a:moveTo>
                <a:cubicBezTo>
                  <a:pt x="66873" y="29216"/>
                  <a:pt x="66873" y="28704"/>
                  <a:pt x="70204" y="24861"/>
                </a:cubicBezTo>
                <a:cubicBezTo>
                  <a:pt x="77120" y="16146"/>
                  <a:pt x="88649" y="6408"/>
                  <a:pt x="100182" y="6408"/>
                </a:cubicBezTo>
                <a:cubicBezTo>
                  <a:pt x="112224" y="6408"/>
                  <a:pt x="117091" y="18453"/>
                  <a:pt x="117091" y="30498"/>
                </a:cubicBezTo>
                <a:cubicBezTo>
                  <a:pt x="117091" y="42031"/>
                  <a:pt x="109917" y="73812"/>
                  <a:pt x="101973" y="87398"/>
                </a:cubicBezTo>
                <a:cubicBezTo>
                  <a:pt x="93262" y="102004"/>
                  <a:pt x="82503" y="109694"/>
                  <a:pt x="73023" y="109694"/>
                </a:cubicBezTo>
                <a:cubicBezTo>
                  <a:pt x="56368" y="109694"/>
                  <a:pt x="52267" y="89446"/>
                  <a:pt x="52267" y="87652"/>
                </a:cubicBezTo>
                <a:cubicBezTo>
                  <a:pt x="52267" y="86115"/>
                  <a:pt x="52779" y="84833"/>
                  <a:pt x="53037" y="83551"/>
                </a:cubicBezTo>
                <a:lnTo>
                  <a:pt x="65590" y="3434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pdf-path-100010">
            <a:extLst xmlns:a="http://schemas.openxmlformats.org/drawingml/2006/main">
              <a:ext uri="{FF2B5EF4-FFF2-40B4-BE49-F238E27FC236}">
                <a16:creationId xmlns:a16="http://schemas.microsoft.com/office/drawing/2014/main" id="{7DE46C43-0C09-4644-9204-017237DF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5600" y="921990"/>
            <a:ext cx="83695" cy="117265"/>
          </a:xfrm>
          <a:custGeom xmlns:a="http://schemas.openxmlformats.org/drawingml/2006/main">
            <a:pathLst>
              <a:path w="83695" h="117265">
                <a:moveTo>
                  <a:pt x="83695" y="59146"/>
                </a:moveTo>
                <a:cubicBezTo>
                  <a:pt x="83695" y="46667"/>
                  <a:pt x="83695" y="0"/>
                  <a:pt x="41847" y="0"/>
                </a:cubicBezTo>
                <a:cubicBezTo>
                  <a:pt x="0" y="0"/>
                  <a:pt x="0" y="46667"/>
                  <a:pt x="0" y="59146"/>
                </a:cubicBezTo>
                <a:cubicBezTo>
                  <a:pt x="0" y="71456"/>
                  <a:pt x="0" y="117265"/>
                  <a:pt x="41847" y="117265"/>
                </a:cubicBezTo>
                <a:cubicBezTo>
                  <a:pt x="83695" y="117265"/>
                  <a:pt x="83695" y="71456"/>
                  <a:pt x="83695" y="59146"/>
                </a:cubicBezTo>
                <a:moveTo>
                  <a:pt x="41847" y="111799"/>
                </a:moveTo>
                <a:cubicBezTo>
                  <a:pt x="34675" y="111799"/>
                  <a:pt x="23058" y="108383"/>
                  <a:pt x="18958" y="94191"/>
                </a:cubicBezTo>
                <a:cubicBezTo>
                  <a:pt x="16227" y="84276"/>
                  <a:pt x="16227" y="67523"/>
                  <a:pt x="16227" y="56925"/>
                </a:cubicBezTo>
                <a:cubicBezTo>
                  <a:pt x="16227" y="45470"/>
                  <a:pt x="16227" y="32308"/>
                  <a:pt x="18617" y="23077"/>
                </a:cubicBezTo>
                <a:cubicBezTo>
                  <a:pt x="22889" y="7691"/>
                  <a:pt x="35869" y="5468"/>
                  <a:pt x="41847" y="5468"/>
                </a:cubicBezTo>
                <a:cubicBezTo>
                  <a:pt x="49705" y="5468"/>
                  <a:pt x="60978" y="9229"/>
                  <a:pt x="64737" y="22222"/>
                </a:cubicBezTo>
                <a:cubicBezTo>
                  <a:pt x="67299" y="31281"/>
                  <a:pt x="67468" y="43760"/>
                  <a:pt x="67468" y="56925"/>
                </a:cubicBezTo>
                <a:cubicBezTo>
                  <a:pt x="67468" y="67867"/>
                  <a:pt x="67468" y="85131"/>
                  <a:pt x="64565" y="94704"/>
                </a:cubicBezTo>
                <a:cubicBezTo>
                  <a:pt x="59782" y="109579"/>
                  <a:pt x="47485" y="111799"/>
                  <a:pt x="41847" y="11179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pdf-path-100011">
            <a:extLst xmlns:a="http://schemas.openxmlformats.org/drawingml/2006/main">
              <a:ext uri="{FF2B5EF4-FFF2-40B4-BE49-F238E27FC236}">
                <a16:creationId xmlns:a16="http://schemas.microsoft.com/office/drawing/2014/main" id="{0CE5CA70-287A-4144-A49C-629BCF748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9872" y="814964"/>
            <a:ext cx="61489" cy="255965"/>
          </a:xfrm>
          <a:custGeom xmlns:a="http://schemas.openxmlformats.org/drawingml/2006/main">
            <a:pathLst>
              <a:path w="61489" h="255965">
                <a:moveTo>
                  <a:pt x="61489" y="253150"/>
                </a:moveTo>
                <a:cubicBezTo>
                  <a:pt x="61489" y="251868"/>
                  <a:pt x="60723" y="251097"/>
                  <a:pt x="59183" y="249307"/>
                </a:cubicBezTo>
                <a:cubicBezTo>
                  <a:pt x="26132" y="219070"/>
                  <a:pt x="16139" y="172950"/>
                  <a:pt x="16139" y="128115"/>
                </a:cubicBezTo>
                <a:cubicBezTo>
                  <a:pt x="16139" y="88398"/>
                  <a:pt x="23828" y="40229"/>
                  <a:pt x="59953" y="5896"/>
                </a:cubicBezTo>
                <a:cubicBezTo>
                  <a:pt x="60977" y="4871"/>
                  <a:pt x="61489" y="4101"/>
                  <a:pt x="61489" y="2819"/>
                </a:cubicBezTo>
                <a:cubicBezTo>
                  <a:pt x="61489" y="1028"/>
                  <a:pt x="60211" y="0"/>
                  <a:pt x="58416" y="0"/>
                </a:cubicBezTo>
                <a:cubicBezTo>
                  <a:pt x="55340" y="0"/>
                  <a:pt x="32281" y="18453"/>
                  <a:pt x="18445" y="46379"/>
                </a:cubicBezTo>
                <a:cubicBezTo>
                  <a:pt x="6150" y="70977"/>
                  <a:pt x="0" y="97367"/>
                  <a:pt x="0" y="127857"/>
                </a:cubicBezTo>
                <a:cubicBezTo>
                  <a:pt x="0" y="146306"/>
                  <a:pt x="2303" y="175514"/>
                  <a:pt x="16397" y="205747"/>
                </a:cubicBezTo>
                <a:cubicBezTo>
                  <a:pt x="31515" y="237262"/>
                  <a:pt x="55340" y="255965"/>
                  <a:pt x="58416" y="255965"/>
                </a:cubicBezTo>
                <a:cubicBezTo>
                  <a:pt x="60211" y="255965"/>
                  <a:pt x="61489" y="254940"/>
                  <a:pt x="61489" y="25315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pdf-path-100012">
            <a:extLst xmlns:a="http://schemas.openxmlformats.org/drawingml/2006/main">
              <a:ext uri="{FF2B5EF4-FFF2-40B4-BE49-F238E27FC236}">
                <a16:creationId xmlns:a16="http://schemas.microsoft.com/office/drawing/2014/main" id="{AA4F4DB9-BB02-440B-9026-54C600F8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9956" y="893780"/>
            <a:ext cx="96339" cy="116097"/>
          </a:xfrm>
          <a:custGeom xmlns:a="http://schemas.openxmlformats.org/drawingml/2006/main">
            <a:pathLst>
              <a:path w="96339" h="116097">
                <a:moveTo>
                  <a:pt x="88136" y="17515"/>
                </a:moveTo>
                <a:cubicBezTo>
                  <a:pt x="77120" y="18543"/>
                  <a:pt x="76095" y="27253"/>
                  <a:pt x="76095" y="29048"/>
                </a:cubicBezTo>
                <a:cubicBezTo>
                  <a:pt x="76095" y="33403"/>
                  <a:pt x="79426" y="36734"/>
                  <a:pt x="84293" y="36734"/>
                </a:cubicBezTo>
                <a:cubicBezTo>
                  <a:pt x="91467" y="36734"/>
                  <a:pt x="96339" y="30838"/>
                  <a:pt x="96339" y="22386"/>
                </a:cubicBezTo>
                <a:cubicBezTo>
                  <a:pt x="96339" y="9508"/>
                  <a:pt x="83781" y="0"/>
                  <a:pt x="64824" y="0"/>
                </a:cubicBezTo>
                <a:cubicBezTo>
                  <a:pt x="30491" y="0"/>
                  <a:pt x="20752" y="25717"/>
                  <a:pt x="20752" y="37500"/>
                </a:cubicBezTo>
                <a:cubicBezTo>
                  <a:pt x="20752" y="47216"/>
                  <a:pt x="25623" y="52329"/>
                  <a:pt x="28950" y="55398"/>
                </a:cubicBezTo>
                <a:cubicBezTo>
                  <a:pt x="34076" y="60258"/>
                  <a:pt x="40995" y="61790"/>
                  <a:pt x="50218" y="63581"/>
                </a:cubicBezTo>
                <a:cubicBezTo>
                  <a:pt x="61747" y="65883"/>
                  <a:pt x="64308" y="66392"/>
                  <a:pt x="68921" y="69719"/>
                </a:cubicBezTo>
                <a:cubicBezTo>
                  <a:pt x="73022" y="72784"/>
                  <a:pt x="75329" y="76881"/>
                  <a:pt x="75329" y="82264"/>
                </a:cubicBezTo>
                <a:cubicBezTo>
                  <a:pt x="75329" y="88926"/>
                  <a:pt x="69179" y="109694"/>
                  <a:pt x="38177" y="109694"/>
                </a:cubicBezTo>
                <a:cubicBezTo>
                  <a:pt x="32281" y="109694"/>
                  <a:pt x="14348" y="108923"/>
                  <a:pt x="8711" y="97125"/>
                </a:cubicBezTo>
                <a:cubicBezTo>
                  <a:pt x="21522" y="97125"/>
                  <a:pt x="24083" y="86874"/>
                  <a:pt x="24083" y="83289"/>
                </a:cubicBezTo>
                <a:cubicBezTo>
                  <a:pt x="24083" y="75603"/>
                  <a:pt x="17167" y="74062"/>
                  <a:pt x="14348" y="74062"/>
                </a:cubicBezTo>
                <a:cubicBezTo>
                  <a:pt x="9735" y="74062"/>
                  <a:pt x="0" y="77651"/>
                  <a:pt x="0" y="90975"/>
                </a:cubicBezTo>
                <a:cubicBezTo>
                  <a:pt x="0" y="106871"/>
                  <a:pt x="16142" y="116097"/>
                  <a:pt x="37919" y="116097"/>
                </a:cubicBezTo>
                <a:cubicBezTo>
                  <a:pt x="80963" y="116097"/>
                  <a:pt x="90443" y="84567"/>
                  <a:pt x="90443" y="73554"/>
                </a:cubicBezTo>
                <a:cubicBezTo>
                  <a:pt x="90443" y="63835"/>
                  <a:pt x="85064" y="57701"/>
                  <a:pt x="81987" y="54632"/>
                </a:cubicBezTo>
                <a:cubicBezTo>
                  <a:pt x="75329" y="47728"/>
                  <a:pt x="67127" y="46195"/>
                  <a:pt x="58162" y="44404"/>
                </a:cubicBezTo>
                <a:cubicBezTo>
                  <a:pt x="55085" y="43638"/>
                  <a:pt x="49448" y="42614"/>
                  <a:pt x="48682" y="42360"/>
                </a:cubicBezTo>
                <a:cubicBezTo>
                  <a:pt x="40225" y="40569"/>
                  <a:pt x="35612" y="35452"/>
                  <a:pt x="35612" y="29048"/>
                </a:cubicBezTo>
                <a:cubicBezTo>
                  <a:pt x="35612" y="26229"/>
                  <a:pt x="37406" y="18031"/>
                  <a:pt x="44580" y="12350"/>
                </a:cubicBezTo>
                <a:cubicBezTo>
                  <a:pt x="51755" y="6666"/>
                  <a:pt x="61493" y="6408"/>
                  <a:pt x="64824" y="6408"/>
                </a:cubicBezTo>
                <a:cubicBezTo>
                  <a:pt x="73789" y="6408"/>
                  <a:pt x="84293" y="9250"/>
                  <a:pt x="88136" y="1751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pdf-path-100013">
            <a:extLst xmlns:a="http://schemas.openxmlformats.org/drawingml/2006/main">
              <a:ext uri="{FF2B5EF4-FFF2-40B4-BE49-F238E27FC236}">
                <a16:creationId xmlns:a16="http://schemas.microsoft.com/office/drawing/2014/main" id="{9596FE03-0B06-494B-A914-A9179F2F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3912" y="814964"/>
            <a:ext cx="61488" cy="255965"/>
          </a:xfrm>
          <a:custGeom xmlns:a="http://schemas.openxmlformats.org/drawingml/2006/main">
            <a:pathLst>
              <a:path w="61488" h="255965">
                <a:moveTo>
                  <a:pt x="61488" y="127857"/>
                </a:moveTo>
                <a:cubicBezTo>
                  <a:pt x="61488" y="106847"/>
                  <a:pt x="58416" y="78664"/>
                  <a:pt x="45092" y="50222"/>
                </a:cubicBezTo>
                <a:cubicBezTo>
                  <a:pt x="29974" y="18707"/>
                  <a:pt x="6145" y="0"/>
                  <a:pt x="3072" y="0"/>
                </a:cubicBezTo>
                <a:cubicBezTo>
                  <a:pt x="512" y="0"/>
                  <a:pt x="0" y="2053"/>
                  <a:pt x="0" y="2819"/>
                </a:cubicBezTo>
                <a:cubicBezTo>
                  <a:pt x="0" y="4101"/>
                  <a:pt x="512" y="4871"/>
                  <a:pt x="2302" y="6666"/>
                </a:cubicBezTo>
                <a:cubicBezTo>
                  <a:pt x="17166" y="19990"/>
                  <a:pt x="45346" y="54835"/>
                  <a:pt x="45346" y="127857"/>
                </a:cubicBezTo>
                <a:cubicBezTo>
                  <a:pt x="45346" y="164497"/>
                  <a:pt x="38688" y="215485"/>
                  <a:pt x="1537" y="250073"/>
                </a:cubicBezTo>
                <a:cubicBezTo>
                  <a:pt x="1024" y="250843"/>
                  <a:pt x="0" y="251868"/>
                  <a:pt x="0" y="253150"/>
                </a:cubicBezTo>
                <a:cubicBezTo>
                  <a:pt x="0" y="253916"/>
                  <a:pt x="512" y="255965"/>
                  <a:pt x="3072" y="255965"/>
                </a:cubicBezTo>
                <a:cubicBezTo>
                  <a:pt x="6145" y="255965"/>
                  <a:pt x="29208" y="237519"/>
                  <a:pt x="43044" y="209590"/>
                </a:cubicBezTo>
                <a:cubicBezTo>
                  <a:pt x="55339" y="184995"/>
                  <a:pt x="61488" y="158602"/>
                  <a:pt x="61488" y="12785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pdf-path-100014">
            <a:extLst xmlns:a="http://schemas.openxmlformats.org/drawingml/2006/main">
              <a:ext uri="{FF2B5EF4-FFF2-40B4-BE49-F238E27FC236}">
                <a16:creationId xmlns:a16="http://schemas.microsoft.com/office/drawing/2014/main" id="{621E1BE0-66B3-4E52-B714-4EF05BB9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4585" y="1131566"/>
            <a:ext cx="80454" cy="163004"/>
          </a:xfrm>
          <a:custGeom xmlns:a="http://schemas.openxmlformats.org/drawingml/2006/main">
            <a:pathLst>
              <a:path w="80454" h="163004">
                <a:moveTo>
                  <a:pt x="48427" y="57853"/>
                </a:moveTo>
                <a:lnTo>
                  <a:pt x="72767" y="57853"/>
                </a:lnTo>
                <a:cubicBezTo>
                  <a:pt x="77377" y="57853"/>
                  <a:pt x="80454" y="57853"/>
                  <a:pt x="80454" y="53240"/>
                </a:cubicBezTo>
                <a:cubicBezTo>
                  <a:pt x="80454" y="49909"/>
                  <a:pt x="77889" y="49909"/>
                  <a:pt x="73280" y="49909"/>
                </a:cubicBezTo>
                <a:lnTo>
                  <a:pt x="50475" y="49909"/>
                </a:lnTo>
                <a:lnTo>
                  <a:pt x="60981" y="7428"/>
                </a:lnTo>
                <a:cubicBezTo>
                  <a:pt x="60981" y="3331"/>
                  <a:pt x="57650" y="0"/>
                  <a:pt x="53037" y="0"/>
                </a:cubicBezTo>
                <a:cubicBezTo>
                  <a:pt x="44838" y="0"/>
                  <a:pt x="42789" y="7428"/>
                  <a:pt x="42277" y="9985"/>
                </a:cubicBezTo>
                <a:lnTo>
                  <a:pt x="32027" y="49909"/>
                </a:lnTo>
                <a:lnTo>
                  <a:pt x="7943" y="49909"/>
                </a:lnTo>
                <a:cubicBezTo>
                  <a:pt x="3077" y="49909"/>
                  <a:pt x="0" y="49909"/>
                  <a:pt x="0" y="54522"/>
                </a:cubicBezTo>
                <a:cubicBezTo>
                  <a:pt x="0" y="57853"/>
                  <a:pt x="2818" y="57853"/>
                  <a:pt x="7432" y="57853"/>
                </a:cubicBezTo>
                <a:lnTo>
                  <a:pt x="30236" y="57853"/>
                </a:lnTo>
                <a:lnTo>
                  <a:pt x="12811" y="127435"/>
                </a:lnTo>
                <a:cubicBezTo>
                  <a:pt x="10763" y="135113"/>
                  <a:pt x="10763" y="135621"/>
                  <a:pt x="10763" y="139203"/>
                </a:cubicBezTo>
                <a:cubicBezTo>
                  <a:pt x="10763" y="154297"/>
                  <a:pt x="22292" y="163004"/>
                  <a:pt x="35616" y="163004"/>
                </a:cubicBezTo>
                <a:cubicBezTo>
                  <a:pt x="62263" y="163004"/>
                  <a:pt x="77377" y="126156"/>
                  <a:pt x="77377" y="123600"/>
                </a:cubicBezTo>
                <a:cubicBezTo>
                  <a:pt x="77377" y="122321"/>
                  <a:pt x="76610" y="120531"/>
                  <a:pt x="74046" y="120531"/>
                </a:cubicBezTo>
                <a:cubicBezTo>
                  <a:pt x="71485" y="120531"/>
                  <a:pt x="71227" y="121297"/>
                  <a:pt x="69437" y="125644"/>
                </a:cubicBezTo>
                <a:cubicBezTo>
                  <a:pt x="61493" y="144066"/>
                  <a:pt x="48681" y="156600"/>
                  <a:pt x="36128" y="156600"/>
                </a:cubicBezTo>
                <a:cubicBezTo>
                  <a:pt x="31002" y="156600"/>
                  <a:pt x="27930" y="153273"/>
                  <a:pt x="27930" y="144832"/>
                </a:cubicBezTo>
                <a:cubicBezTo>
                  <a:pt x="27930" y="139203"/>
                  <a:pt x="28695" y="136134"/>
                  <a:pt x="29723" y="132298"/>
                </a:cubicBezTo>
                <a:lnTo>
                  <a:pt x="48427" y="5785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pdf-path-100015">
            <a:extLst xmlns:a="http://schemas.openxmlformats.org/drawingml/2006/main">
              <a:ext uri="{FF2B5EF4-FFF2-40B4-BE49-F238E27FC236}">
                <a16:creationId xmlns:a16="http://schemas.microsoft.com/office/drawing/2014/main" id="{7A4A77D8-8EAC-4E15-9CE6-FE12A10F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1262" y="1160341"/>
            <a:ext cx="233926" cy="134605"/>
          </a:xfrm>
          <a:custGeom xmlns:a="http://schemas.openxmlformats.org/drawingml/2006/main">
            <a:pathLst>
              <a:path w="233926" h="134605">
                <a:moveTo>
                  <a:pt x="224446" y="72690"/>
                </a:moveTo>
                <a:cubicBezTo>
                  <a:pt x="229055" y="72690"/>
                  <a:pt x="233926" y="72690"/>
                  <a:pt x="233926" y="67052"/>
                </a:cubicBezTo>
                <a:cubicBezTo>
                  <a:pt x="233926" y="61669"/>
                  <a:pt x="228801" y="61669"/>
                  <a:pt x="224446" y="61669"/>
                </a:cubicBezTo>
                <a:lnTo>
                  <a:pt x="30490" y="61669"/>
                </a:lnTo>
                <a:cubicBezTo>
                  <a:pt x="60981" y="39940"/>
                  <a:pt x="67130" y="6408"/>
                  <a:pt x="67130" y="3589"/>
                </a:cubicBezTo>
                <a:cubicBezTo>
                  <a:pt x="67130" y="0"/>
                  <a:pt x="63799" y="0"/>
                  <a:pt x="61747" y="0"/>
                </a:cubicBezTo>
                <a:cubicBezTo>
                  <a:pt x="58674" y="0"/>
                  <a:pt x="56880" y="0"/>
                  <a:pt x="56110" y="3331"/>
                </a:cubicBezTo>
                <a:cubicBezTo>
                  <a:pt x="49194" y="33548"/>
                  <a:pt x="31515" y="53490"/>
                  <a:pt x="3588" y="63721"/>
                </a:cubicBezTo>
                <a:cubicBezTo>
                  <a:pt x="2048" y="64234"/>
                  <a:pt x="0" y="65000"/>
                  <a:pt x="0" y="67052"/>
                </a:cubicBezTo>
                <a:cubicBezTo>
                  <a:pt x="0" y="69359"/>
                  <a:pt x="1795" y="70125"/>
                  <a:pt x="3330" y="70637"/>
                </a:cubicBezTo>
                <a:cubicBezTo>
                  <a:pt x="35616" y="82730"/>
                  <a:pt x="50217" y="105643"/>
                  <a:pt x="56110" y="130762"/>
                </a:cubicBezTo>
                <a:cubicBezTo>
                  <a:pt x="56880" y="134351"/>
                  <a:pt x="57903" y="134605"/>
                  <a:pt x="61747" y="134605"/>
                </a:cubicBezTo>
                <a:cubicBezTo>
                  <a:pt x="64053" y="134605"/>
                  <a:pt x="67130" y="134605"/>
                  <a:pt x="67130" y="131020"/>
                </a:cubicBezTo>
                <a:cubicBezTo>
                  <a:pt x="67130" y="128201"/>
                  <a:pt x="60981" y="94314"/>
                  <a:pt x="30490" y="72690"/>
                </a:cubicBezTo>
                <a:lnTo>
                  <a:pt x="224446" y="7269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pdf-path-100016">
            <a:extLst xmlns:a="http://schemas.openxmlformats.org/drawingml/2006/main">
              <a:ext uri="{FF2B5EF4-FFF2-40B4-BE49-F238E27FC236}">
                <a16:creationId xmlns:a16="http://schemas.microsoft.com/office/drawing/2014/main" id="{ED60FC5B-10C9-4BBA-A5EB-55B016FB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984" y="1121108"/>
            <a:ext cx="86858" cy="170710"/>
          </a:xfrm>
          <a:custGeom xmlns:a="http://schemas.openxmlformats.org/drawingml/2006/main">
            <a:pathLst>
              <a:path w="86858" h="170710">
                <a:moveTo>
                  <a:pt x="54060" y="6916"/>
                </a:moveTo>
                <a:cubicBezTo>
                  <a:pt x="54060" y="512"/>
                  <a:pt x="53807" y="0"/>
                  <a:pt x="47402" y="0"/>
                </a:cubicBezTo>
                <a:cubicBezTo>
                  <a:pt x="31515" y="16397"/>
                  <a:pt x="7943" y="16397"/>
                  <a:pt x="0" y="16397"/>
                </a:cubicBezTo>
                <a:lnTo>
                  <a:pt x="0" y="24337"/>
                </a:lnTo>
                <a:cubicBezTo>
                  <a:pt x="4871" y="24337"/>
                  <a:pt x="20497" y="24337"/>
                  <a:pt x="34333" y="17679"/>
                </a:cubicBezTo>
                <a:lnTo>
                  <a:pt x="34333" y="150208"/>
                </a:lnTo>
                <a:cubicBezTo>
                  <a:pt x="34333" y="159693"/>
                  <a:pt x="33567" y="162769"/>
                  <a:pt x="9738" y="162769"/>
                </a:cubicBezTo>
                <a:lnTo>
                  <a:pt x="1540" y="162769"/>
                </a:lnTo>
                <a:lnTo>
                  <a:pt x="1540" y="170710"/>
                </a:lnTo>
                <a:cubicBezTo>
                  <a:pt x="10763" y="169944"/>
                  <a:pt x="33567" y="169944"/>
                  <a:pt x="44072" y="169944"/>
                </a:cubicBezTo>
                <a:cubicBezTo>
                  <a:pt x="54577" y="169944"/>
                  <a:pt x="77635" y="169944"/>
                  <a:pt x="86858" y="170710"/>
                </a:cubicBezTo>
                <a:lnTo>
                  <a:pt x="86858" y="162769"/>
                </a:lnTo>
                <a:lnTo>
                  <a:pt x="78660" y="162769"/>
                </a:lnTo>
                <a:cubicBezTo>
                  <a:pt x="54830" y="162769"/>
                  <a:pt x="54060" y="159693"/>
                  <a:pt x="54060" y="150208"/>
                </a:cubicBezTo>
                <a:lnTo>
                  <a:pt x="54060" y="691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pdf-path-100017">
            <a:extLst xmlns:a="http://schemas.openxmlformats.org/drawingml/2006/main">
              <a:ext uri="{FF2B5EF4-FFF2-40B4-BE49-F238E27FC236}">
                <a16:creationId xmlns:a16="http://schemas.microsoft.com/office/drawing/2014/main" id="{CB9FF9AF-E682-4710-9695-7D942D2A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10" y="1178473"/>
            <a:ext cx="96339" cy="116097"/>
          </a:xfrm>
          <a:custGeom xmlns:a="http://schemas.openxmlformats.org/drawingml/2006/main">
            <a:pathLst>
              <a:path w="96339" h="116097">
                <a:moveTo>
                  <a:pt x="88136" y="17515"/>
                </a:moveTo>
                <a:cubicBezTo>
                  <a:pt x="77120" y="18543"/>
                  <a:pt x="76095" y="27253"/>
                  <a:pt x="76095" y="29048"/>
                </a:cubicBezTo>
                <a:cubicBezTo>
                  <a:pt x="76095" y="33403"/>
                  <a:pt x="79426" y="36734"/>
                  <a:pt x="84293" y="36734"/>
                </a:cubicBezTo>
                <a:cubicBezTo>
                  <a:pt x="91467" y="36734"/>
                  <a:pt x="96339" y="30838"/>
                  <a:pt x="96339" y="22386"/>
                </a:cubicBezTo>
                <a:cubicBezTo>
                  <a:pt x="96339" y="9508"/>
                  <a:pt x="83781" y="0"/>
                  <a:pt x="64824" y="0"/>
                </a:cubicBezTo>
                <a:cubicBezTo>
                  <a:pt x="30491" y="0"/>
                  <a:pt x="20752" y="25717"/>
                  <a:pt x="20752" y="37500"/>
                </a:cubicBezTo>
                <a:cubicBezTo>
                  <a:pt x="20752" y="47216"/>
                  <a:pt x="25623" y="52329"/>
                  <a:pt x="28950" y="55398"/>
                </a:cubicBezTo>
                <a:cubicBezTo>
                  <a:pt x="34076" y="60258"/>
                  <a:pt x="40995" y="61790"/>
                  <a:pt x="50218" y="63581"/>
                </a:cubicBezTo>
                <a:cubicBezTo>
                  <a:pt x="61747" y="65883"/>
                  <a:pt x="64308" y="66392"/>
                  <a:pt x="68921" y="69719"/>
                </a:cubicBezTo>
                <a:cubicBezTo>
                  <a:pt x="73022" y="72784"/>
                  <a:pt x="75329" y="76881"/>
                  <a:pt x="75329" y="82264"/>
                </a:cubicBezTo>
                <a:cubicBezTo>
                  <a:pt x="75329" y="88926"/>
                  <a:pt x="69179" y="109693"/>
                  <a:pt x="38177" y="109693"/>
                </a:cubicBezTo>
                <a:cubicBezTo>
                  <a:pt x="32281" y="109693"/>
                  <a:pt x="14348" y="108923"/>
                  <a:pt x="8711" y="97125"/>
                </a:cubicBezTo>
                <a:cubicBezTo>
                  <a:pt x="21522" y="97125"/>
                  <a:pt x="24083" y="86874"/>
                  <a:pt x="24083" y="83289"/>
                </a:cubicBezTo>
                <a:cubicBezTo>
                  <a:pt x="24083" y="75603"/>
                  <a:pt x="17167" y="74062"/>
                  <a:pt x="14348" y="74062"/>
                </a:cubicBezTo>
                <a:cubicBezTo>
                  <a:pt x="9735" y="74062"/>
                  <a:pt x="0" y="77651"/>
                  <a:pt x="0" y="90975"/>
                </a:cubicBezTo>
                <a:cubicBezTo>
                  <a:pt x="0" y="106871"/>
                  <a:pt x="16142" y="116097"/>
                  <a:pt x="37919" y="116097"/>
                </a:cubicBezTo>
                <a:cubicBezTo>
                  <a:pt x="80963" y="116097"/>
                  <a:pt x="90443" y="84567"/>
                  <a:pt x="90443" y="73554"/>
                </a:cubicBezTo>
                <a:cubicBezTo>
                  <a:pt x="90443" y="63835"/>
                  <a:pt x="85064" y="57701"/>
                  <a:pt x="81987" y="54632"/>
                </a:cubicBezTo>
                <a:cubicBezTo>
                  <a:pt x="75329" y="47728"/>
                  <a:pt x="67127" y="46195"/>
                  <a:pt x="58162" y="44404"/>
                </a:cubicBezTo>
                <a:cubicBezTo>
                  <a:pt x="55085" y="43638"/>
                  <a:pt x="49448" y="42614"/>
                  <a:pt x="48682" y="42360"/>
                </a:cubicBezTo>
                <a:cubicBezTo>
                  <a:pt x="40225" y="40569"/>
                  <a:pt x="35612" y="35452"/>
                  <a:pt x="35612" y="29048"/>
                </a:cubicBezTo>
                <a:cubicBezTo>
                  <a:pt x="35612" y="26229"/>
                  <a:pt x="37406" y="18031"/>
                  <a:pt x="44580" y="12350"/>
                </a:cubicBezTo>
                <a:cubicBezTo>
                  <a:pt x="51755" y="6666"/>
                  <a:pt x="61493" y="6408"/>
                  <a:pt x="64824" y="6408"/>
                </a:cubicBezTo>
                <a:cubicBezTo>
                  <a:pt x="73789" y="6408"/>
                  <a:pt x="84293" y="9250"/>
                  <a:pt x="88136" y="1751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pdf-path-100018">
            <a:extLst xmlns:a="http://schemas.openxmlformats.org/drawingml/2006/main">
              <a:ext uri="{FF2B5EF4-FFF2-40B4-BE49-F238E27FC236}">
                <a16:creationId xmlns:a16="http://schemas.microsoft.com/office/drawing/2014/main" id="{68FCABF4-04BF-4F9E-A502-555C7BD6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5205" y="1131566"/>
            <a:ext cx="80454" cy="163004"/>
          </a:xfrm>
          <a:custGeom xmlns:a="http://schemas.openxmlformats.org/drawingml/2006/main">
            <a:pathLst>
              <a:path w="80454" h="163004">
                <a:moveTo>
                  <a:pt x="48427" y="57853"/>
                </a:moveTo>
                <a:lnTo>
                  <a:pt x="72767" y="57853"/>
                </a:lnTo>
                <a:cubicBezTo>
                  <a:pt x="77377" y="57853"/>
                  <a:pt x="80454" y="57853"/>
                  <a:pt x="80454" y="53240"/>
                </a:cubicBezTo>
                <a:cubicBezTo>
                  <a:pt x="80454" y="49909"/>
                  <a:pt x="77889" y="49909"/>
                  <a:pt x="73280" y="49909"/>
                </a:cubicBezTo>
                <a:lnTo>
                  <a:pt x="50475" y="49909"/>
                </a:lnTo>
                <a:lnTo>
                  <a:pt x="60981" y="7428"/>
                </a:lnTo>
                <a:cubicBezTo>
                  <a:pt x="60981" y="3331"/>
                  <a:pt x="57650" y="0"/>
                  <a:pt x="53037" y="0"/>
                </a:cubicBezTo>
                <a:cubicBezTo>
                  <a:pt x="44838" y="0"/>
                  <a:pt x="42789" y="7428"/>
                  <a:pt x="42277" y="9985"/>
                </a:cubicBezTo>
                <a:lnTo>
                  <a:pt x="32027" y="49909"/>
                </a:lnTo>
                <a:lnTo>
                  <a:pt x="7943" y="49909"/>
                </a:lnTo>
                <a:cubicBezTo>
                  <a:pt x="3077" y="49909"/>
                  <a:pt x="0" y="49909"/>
                  <a:pt x="0" y="54522"/>
                </a:cubicBezTo>
                <a:cubicBezTo>
                  <a:pt x="0" y="57853"/>
                  <a:pt x="2818" y="57853"/>
                  <a:pt x="7432" y="57853"/>
                </a:cubicBezTo>
                <a:lnTo>
                  <a:pt x="30236" y="57853"/>
                </a:lnTo>
                <a:lnTo>
                  <a:pt x="12811" y="127435"/>
                </a:lnTo>
                <a:cubicBezTo>
                  <a:pt x="10763" y="135113"/>
                  <a:pt x="10763" y="135621"/>
                  <a:pt x="10763" y="139203"/>
                </a:cubicBezTo>
                <a:cubicBezTo>
                  <a:pt x="10763" y="154297"/>
                  <a:pt x="22292" y="163004"/>
                  <a:pt x="35616" y="163004"/>
                </a:cubicBezTo>
                <a:cubicBezTo>
                  <a:pt x="62263" y="163004"/>
                  <a:pt x="77377" y="126156"/>
                  <a:pt x="77377" y="123600"/>
                </a:cubicBezTo>
                <a:cubicBezTo>
                  <a:pt x="77377" y="122321"/>
                  <a:pt x="76610" y="120531"/>
                  <a:pt x="74046" y="120531"/>
                </a:cubicBezTo>
                <a:cubicBezTo>
                  <a:pt x="71485" y="120531"/>
                  <a:pt x="71227" y="121297"/>
                  <a:pt x="69437" y="125644"/>
                </a:cubicBezTo>
                <a:cubicBezTo>
                  <a:pt x="61493" y="144066"/>
                  <a:pt x="48681" y="156600"/>
                  <a:pt x="36128" y="156600"/>
                </a:cubicBezTo>
                <a:cubicBezTo>
                  <a:pt x="31002" y="156600"/>
                  <a:pt x="27930" y="153273"/>
                  <a:pt x="27930" y="144832"/>
                </a:cubicBezTo>
                <a:cubicBezTo>
                  <a:pt x="27930" y="139203"/>
                  <a:pt x="28695" y="136134"/>
                  <a:pt x="29723" y="132298"/>
                </a:cubicBezTo>
                <a:lnTo>
                  <a:pt x="48427" y="5785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pdf-path-100019">
            <a:extLst xmlns:a="http://schemas.openxmlformats.org/drawingml/2006/main">
              <a:ext uri="{FF2B5EF4-FFF2-40B4-BE49-F238E27FC236}">
                <a16:creationId xmlns:a16="http://schemas.microsoft.com/office/drawing/2014/main" id="{2418A79D-DE46-454D-B920-FFFEC5BF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6155" y="1178473"/>
            <a:ext cx="101973" cy="116097"/>
          </a:xfrm>
          <a:custGeom xmlns:a="http://schemas.openxmlformats.org/drawingml/2006/main">
            <a:pathLst>
              <a:path w="101973" h="116097">
                <a:moveTo>
                  <a:pt x="23058" y="54546"/>
                </a:moveTo>
                <a:cubicBezTo>
                  <a:pt x="38689" y="54546"/>
                  <a:pt x="55343" y="54546"/>
                  <a:pt x="68922" y="51219"/>
                </a:cubicBezTo>
                <a:cubicBezTo>
                  <a:pt x="93004" y="45327"/>
                  <a:pt x="97359" y="30987"/>
                  <a:pt x="97359" y="22280"/>
                </a:cubicBezTo>
                <a:cubicBezTo>
                  <a:pt x="97359" y="7686"/>
                  <a:pt x="83781" y="0"/>
                  <a:pt x="68664" y="0"/>
                </a:cubicBezTo>
                <a:cubicBezTo>
                  <a:pt x="38943" y="0"/>
                  <a:pt x="0" y="25099"/>
                  <a:pt x="0" y="69167"/>
                </a:cubicBezTo>
                <a:cubicBezTo>
                  <a:pt x="0" y="93536"/>
                  <a:pt x="14349" y="116097"/>
                  <a:pt x="42020" y="116097"/>
                </a:cubicBezTo>
                <a:cubicBezTo>
                  <a:pt x="80451" y="116097"/>
                  <a:pt x="101973" y="89431"/>
                  <a:pt x="101973" y="86096"/>
                </a:cubicBezTo>
                <a:cubicBezTo>
                  <a:pt x="101973" y="84559"/>
                  <a:pt x="100178" y="82507"/>
                  <a:pt x="98387" y="82507"/>
                </a:cubicBezTo>
                <a:cubicBezTo>
                  <a:pt x="97105" y="82507"/>
                  <a:pt x="96847" y="82761"/>
                  <a:pt x="94544" y="85584"/>
                </a:cubicBezTo>
                <a:cubicBezTo>
                  <a:pt x="79168" y="104564"/>
                  <a:pt x="55856" y="109693"/>
                  <a:pt x="42532" y="109693"/>
                </a:cubicBezTo>
                <a:cubicBezTo>
                  <a:pt x="24341" y="109693"/>
                  <a:pt x="19470" y="92507"/>
                  <a:pt x="19470" y="79684"/>
                </a:cubicBezTo>
                <a:cubicBezTo>
                  <a:pt x="19470" y="79172"/>
                  <a:pt x="19470" y="70196"/>
                  <a:pt x="23058" y="54546"/>
                </a:cubicBezTo>
                <a:moveTo>
                  <a:pt x="24853" y="48142"/>
                </a:moveTo>
                <a:cubicBezTo>
                  <a:pt x="36124" y="7686"/>
                  <a:pt x="64566" y="6408"/>
                  <a:pt x="68664" y="6408"/>
                </a:cubicBezTo>
                <a:cubicBezTo>
                  <a:pt x="77378" y="6408"/>
                  <a:pt x="87882" y="10505"/>
                  <a:pt x="87882" y="22280"/>
                </a:cubicBezTo>
                <a:cubicBezTo>
                  <a:pt x="87882" y="48142"/>
                  <a:pt x="49194" y="48142"/>
                  <a:pt x="24853" y="4814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pdf-path-100020">
            <a:extLst xmlns:a="http://schemas.openxmlformats.org/drawingml/2006/main">
              <a:ext uri="{FF2B5EF4-FFF2-40B4-BE49-F238E27FC236}">
                <a16:creationId xmlns:a16="http://schemas.microsoft.com/office/drawing/2014/main" id="{EF511045-1C32-4BEA-8E53-12A8D092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9152" y="1178473"/>
            <a:ext cx="136052" cy="163137"/>
          </a:xfrm>
          <a:custGeom xmlns:a="http://schemas.openxmlformats.org/drawingml/2006/main">
            <a:pathLst>
              <a:path w="136052" h="163137">
                <a:moveTo>
                  <a:pt x="19215" y="145423"/>
                </a:moveTo>
                <a:cubicBezTo>
                  <a:pt x="17422" y="152882"/>
                  <a:pt x="16909" y="155196"/>
                  <a:pt x="5892" y="155196"/>
                </a:cubicBezTo>
                <a:cubicBezTo>
                  <a:pt x="3073" y="155196"/>
                  <a:pt x="0" y="155196"/>
                  <a:pt x="0" y="159810"/>
                </a:cubicBezTo>
                <a:cubicBezTo>
                  <a:pt x="0" y="160834"/>
                  <a:pt x="513" y="163137"/>
                  <a:pt x="3331" y="163137"/>
                </a:cubicBezTo>
                <a:lnTo>
                  <a:pt x="14349" y="162625"/>
                </a:lnTo>
                <a:cubicBezTo>
                  <a:pt x="15885" y="162371"/>
                  <a:pt x="21780" y="162371"/>
                  <a:pt x="25365" y="162371"/>
                </a:cubicBezTo>
                <a:cubicBezTo>
                  <a:pt x="29721" y="162371"/>
                  <a:pt x="34076" y="162625"/>
                  <a:pt x="38431" y="162625"/>
                </a:cubicBezTo>
                <a:cubicBezTo>
                  <a:pt x="42532" y="162625"/>
                  <a:pt x="46887" y="163137"/>
                  <a:pt x="50730" y="163137"/>
                </a:cubicBezTo>
                <a:cubicBezTo>
                  <a:pt x="52267" y="163137"/>
                  <a:pt x="55598" y="163137"/>
                  <a:pt x="55598" y="158528"/>
                </a:cubicBezTo>
                <a:cubicBezTo>
                  <a:pt x="55598" y="155196"/>
                  <a:pt x="53037" y="155196"/>
                  <a:pt x="48682" y="155196"/>
                </a:cubicBezTo>
                <a:cubicBezTo>
                  <a:pt x="36640" y="155196"/>
                  <a:pt x="36640" y="153394"/>
                  <a:pt x="36640" y="151080"/>
                </a:cubicBezTo>
                <a:cubicBezTo>
                  <a:pt x="36640" y="149536"/>
                  <a:pt x="38431" y="142592"/>
                  <a:pt x="39459" y="138476"/>
                </a:cubicBezTo>
                <a:lnTo>
                  <a:pt x="48936" y="100213"/>
                </a:lnTo>
                <a:cubicBezTo>
                  <a:pt x="51501" y="105592"/>
                  <a:pt x="58674" y="116097"/>
                  <a:pt x="73277" y="116097"/>
                </a:cubicBezTo>
                <a:cubicBezTo>
                  <a:pt x="103255" y="116097"/>
                  <a:pt x="136052" y="79966"/>
                  <a:pt x="136052" y="41519"/>
                </a:cubicBezTo>
                <a:cubicBezTo>
                  <a:pt x="136052" y="15376"/>
                  <a:pt x="119910" y="0"/>
                  <a:pt x="100694" y="0"/>
                </a:cubicBezTo>
                <a:cubicBezTo>
                  <a:pt x="95310" y="0"/>
                  <a:pt x="82503" y="1282"/>
                  <a:pt x="66873" y="18707"/>
                </a:cubicBezTo>
                <a:cubicBezTo>
                  <a:pt x="63030" y="4359"/>
                  <a:pt x="51243" y="0"/>
                  <a:pt x="42532" y="0"/>
                </a:cubicBezTo>
                <a:cubicBezTo>
                  <a:pt x="31769" y="0"/>
                  <a:pt x="26390" y="7944"/>
                  <a:pt x="22805" y="14864"/>
                </a:cubicBezTo>
                <a:cubicBezTo>
                  <a:pt x="18450" y="23837"/>
                  <a:pt x="14860" y="38443"/>
                  <a:pt x="14860" y="39471"/>
                </a:cubicBezTo>
                <a:cubicBezTo>
                  <a:pt x="14860" y="41777"/>
                  <a:pt x="16655" y="42544"/>
                  <a:pt x="18450" y="42544"/>
                </a:cubicBezTo>
                <a:cubicBezTo>
                  <a:pt x="21265" y="42544"/>
                  <a:pt x="21780" y="41261"/>
                  <a:pt x="23058" y="36136"/>
                </a:cubicBezTo>
                <a:cubicBezTo>
                  <a:pt x="27926" y="15888"/>
                  <a:pt x="33309" y="6408"/>
                  <a:pt x="42020" y="6408"/>
                </a:cubicBezTo>
                <a:cubicBezTo>
                  <a:pt x="49706" y="6408"/>
                  <a:pt x="49706" y="14610"/>
                  <a:pt x="49706" y="18453"/>
                </a:cubicBezTo>
                <a:cubicBezTo>
                  <a:pt x="49706" y="20502"/>
                  <a:pt x="49448" y="24349"/>
                  <a:pt x="48936" y="26397"/>
                </a:cubicBezTo>
                <a:lnTo>
                  <a:pt x="19215" y="145423"/>
                </a:lnTo>
                <a:moveTo>
                  <a:pt x="65590" y="34341"/>
                </a:moveTo>
                <a:cubicBezTo>
                  <a:pt x="66873" y="29216"/>
                  <a:pt x="66873" y="28704"/>
                  <a:pt x="70204" y="24861"/>
                </a:cubicBezTo>
                <a:cubicBezTo>
                  <a:pt x="77120" y="16146"/>
                  <a:pt x="88649" y="6408"/>
                  <a:pt x="100182" y="6408"/>
                </a:cubicBezTo>
                <a:cubicBezTo>
                  <a:pt x="112224" y="6408"/>
                  <a:pt x="117091" y="18453"/>
                  <a:pt x="117091" y="30498"/>
                </a:cubicBezTo>
                <a:cubicBezTo>
                  <a:pt x="117091" y="42031"/>
                  <a:pt x="109917" y="73812"/>
                  <a:pt x="101973" y="87398"/>
                </a:cubicBezTo>
                <a:cubicBezTo>
                  <a:pt x="93262" y="102004"/>
                  <a:pt x="82503" y="109693"/>
                  <a:pt x="73023" y="109693"/>
                </a:cubicBezTo>
                <a:cubicBezTo>
                  <a:pt x="56368" y="109693"/>
                  <a:pt x="52267" y="89446"/>
                  <a:pt x="52267" y="87652"/>
                </a:cubicBezTo>
                <a:cubicBezTo>
                  <a:pt x="52267" y="86115"/>
                  <a:pt x="52779" y="84833"/>
                  <a:pt x="53037" y="83551"/>
                </a:cubicBezTo>
                <a:lnTo>
                  <a:pt x="65590" y="3434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pdf-path-100021">
            <a:extLst xmlns:a="http://schemas.openxmlformats.org/drawingml/2006/main">
              <a:ext uri="{FF2B5EF4-FFF2-40B4-BE49-F238E27FC236}">
                <a16:creationId xmlns:a16="http://schemas.microsoft.com/office/drawing/2014/main" id="{81B9F687-3D92-4FEA-86A7-113B109FA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2369" y="1178473"/>
            <a:ext cx="96339" cy="116097"/>
          </a:xfrm>
          <a:custGeom xmlns:a="http://schemas.openxmlformats.org/drawingml/2006/main">
            <a:pathLst>
              <a:path w="96339" h="116097">
                <a:moveTo>
                  <a:pt x="88136" y="17515"/>
                </a:moveTo>
                <a:cubicBezTo>
                  <a:pt x="77120" y="18543"/>
                  <a:pt x="76095" y="27253"/>
                  <a:pt x="76095" y="29048"/>
                </a:cubicBezTo>
                <a:cubicBezTo>
                  <a:pt x="76095" y="33403"/>
                  <a:pt x="79426" y="36734"/>
                  <a:pt x="84293" y="36734"/>
                </a:cubicBezTo>
                <a:cubicBezTo>
                  <a:pt x="91467" y="36734"/>
                  <a:pt x="96339" y="30838"/>
                  <a:pt x="96339" y="22386"/>
                </a:cubicBezTo>
                <a:cubicBezTo>
                  <a:pt x="96339" y="9508"/>
                  <a:pt x="83781" y="0"/>
                  <a:pt x="64824" y="0"/>
                </a:cubicBezTo>
                <a:cubicBezTo>
                  <a:pt x="30491" y="0"/>
                  <a:pt x="20752" y="25717"/>
                  <a:pt x="20752" y="37500"/>
                </a:cubicBezTo>
                <a:cubicBezTo>
                  <a:pt x="20752" y="47216"/>
                  <a:pt x="25623" y="52329"/>
                  <a:pt x="28950" y="55398"/>
                </a:cubicBezTo>
                <a:cubicBezTo>
                  <a:pt x="34076" y="60258"/>
                  <a:pt x="40995" y="61790"/>
                  <a:pt x="50218" y="63581"/>
                </a:cubicBezTo>
                <a:cubicBezTo>
                  <a:pt x="61747" y="65883"/>
                  <a:pt x="64308" y="66392"/>
                  <a:pt x="68921" y="69719"/>
                </a:cubicBezTo>
                <a:cubicBezTo>
                  <a:pt x="73022" y="72784"/>
                  <a:pt x="75329" y="76881"/>
                  <a:pt x="75329" y="82264"/>
                </a:cubicBezTo>
                <a:cubicBezTo>
                  <a:pt x="75329" y="88926"/>
                  <a:pt x="69179" y="109693"/>
                  <a:pt x="38177" y="109693"/>
                </a:cubicBezTo>
                <a:cubicBezTo>
                  <a:pt x="32281" y="109693"/>
                  <a:pt x="14348" y="108923"/>
                  <a:pt x="8711" y="97125"/>
                </a:cubicBezTo>
                <a:cubicBezTo>
                  <a:pt x="21522" y="97125"/>
                  <a:pt x="24083" y="86874"/>
                  <a:pt x="24083" y="83289"/>
                </a:cubicBezTo>
                <a:cubicBezTo>
                  <a:pt x="24083" y="75603"/>
                  <a:pt x="17167" y="74062"/>
                  <a:pt x="14348" y="74062"/>
                </a:cubicBezTo>
                <a:cubicBezTo>
                  <a:pt x="9735" y="74062"/>
                  <a:pt x="0" y="77651"/>
                  <a:pt x="0" y="90975"/>
                </a:cubicBezTo>
                <a:cubicBezTo>
                  <a:pt x="0" y="106871"/>
                  <a:pt x="16142" y="116097"/>
                  <a:pt x="37919" y="116097"/>
                </a:cubicBezTo>
                <a:cubicBezTo>
                  <a:pt x="80963" y="116097"/>
                  <a:pt x="90443" y="84567"/>
                  <a:pt x="90443" y="73554"/>
                </a:cubicBezTo>
                <a:cubicBezTo>
                  <a:pt x="90443" y="63835"/>
                  <a:pt x="85064" y="57701"/>
                  <a:pt x="81987" y="54632"/>
                </a:cubicBezTo>
                <a:cubicBezTo>
                  <a:pt x="75329" y="47728"/>
                  <a:pt x="67127" y="46195"/>
                  <a:pt x="58162" y="44404"/>
                </a:cubicBezTo>
                <a:cubicBezTo>
                  <a:pt x="55085" y="43638"/>
                  <a:pt x="49448" y="42614"/>
                  <a:pt x="48682" y="42360"/>
                </a:cubicBezTo>
                <a:cubicBezTo>
                  <a:pt x="40225" y="40569"/>
                  <a:pt x="35612" y="35452"/>
                  <a:pt x="35612" y="29048"/>
                </a:cubicBezTo>
                <a:cubicBezTo>
                  <a:pt x="35612" y="26229"/>
                  <a:pt x="37406" y="18031"/>
                  <a:pt x="44580" y="12350"/>
                </a:cubicBezTo>
                <a:cubicBezTo>
                  <a:pt x="51755" y="6666"/>
                  <a:pt x="61493" y="6408"/>
                  <a:pt x="64824" y="6408"/>
                </a:cubicBezTo>
                <a:cubicBezTo>
                  <a:pt x="73789" y="6408"/>
                  <a:pt x="84293" y="9250"/>
                  <a:pt x="88136" y="1751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pdf-path-100022">
            <a:extLst xmlns:a="http://schemas.openxmlformats.org/drawingml/2006/main">
              <a:ext uri="{FF2B5EF4-FFF2-40B4-BE49-F238E27FC236}">
                <a16:creationId xmlns:a16="http://schemas.microsoft.com/office/drawing/2014/main" id="{229DE436-766C-4E45-ACFA-3C480C32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2047" y="1178473"/>
            <a:ext cx="136052" cy="163137"/>
          </a:xfrm>
          <a:custGeom xmlns:a="http://schemas.openxmlformats.org/drawingml/2006/main">
            <a:pathLst>
              <a:path w="136052" h="163137">
                <a:moveTo>
                  <a:pt x="19215" y="145423"/>
                </a:moveTo>
                <a:cubicBezTo>
                  <a:pt x="17422" y="152882"/>
                  <a:pt x="16909" y="155196"/>
                  <a:pt x="5892" y="155196"/>
                </a:cubicBezTo>
                <a:cubicBezTo>
                  <a:pt x="3073" y="155196"/>
                  <a:pt x="0" y="155196"/>
                  <a:pt x="0" y="159810"/>
                </a:cubicBezTo>
                <a:cubicBezTo>
                  <a:pt x="0" y="160834"/>
                  <a:pt x="513" y="163137"/>
                  <a:pt x="3331" y="163137"/>
                </a:cubicBezTo>
                <a:lnTo>
                  <a:pt x="14349" y="162625"/>
                </a:lnTo>
                <a:cubicBezTo>
                  <a:pt x="15885" y="162371"/>
                  <a:pt x="21780" y="162371"/>
                  <a:pt x="25365" y="162371"/>
                </a:cubicBezTo>
                <a:cubicBezTo>
                  <a:pt x="29721" y="162371"/>
                  <a:pt x="34076" y="162625"/>
                  <a:pt x="38431" y="162625"/>
                </a:cubicBezTo>
                <a:cubicBezTo>
                  <a:pt x="42532" y="162625"/>
                  <a:pt x="46887" y="163137"/>
                  <a:pt x="50730" y="163137"/>
                </a:cubicBezTo>
                <a:cubicBezTo>
                  <a:pt x="52267" y="163137"/>
                  <a:pt x="55598" y="163137"/>
                  <a:pt x="55598" y="158528"/>
                </a:cubicBezTo>
                <a:cubicBezTo>
                  <a:pt x="55598" y="155196"/>
                  <a:pt x="53037" y="155196"/>
                  <a:pt x="48682" y="155196"/>
                </a:cubicBezTo>
                <a:cubicBezTo>
                  <a:pt x="36640" y="155196"/>
                  <a:pt x="36640" y="153394"/>
                  <a:pt x="36640" y="151080"/>
                </a:cubicBezTo>
                <a:cubicBezTo>
                  <a:pt x="36640" y="149536"/>
                  <a:pt x="38431" y="142592"/>
                  <a:pt x="39459" y="138476"/>
                </a:cubicBezTo>
                <a:lnTo>
                  <a:pt x="48936" y="100213"/>
                </a:lnTo>
                <a:cubicBezTo>
                  <a:pt x="51501" y="105592"/>
                  <a:pt x="58674" y="116097"/>
                  <a:pt x="73277" y="116097"/>
                </a:cubicBezTo>
                <a:cubicBezTo>
                  <a:pt x="103255" y="116097"/>
                  <a:pt x="136052" y="79966"/>
                  <a:pt x="136052" y="41519"/>
                </a:cubicBezTo>
                <a:cubicBezTo>
                  <a:pt x="136052" y="15376"/>
                  <a:pt x="119910" y="0"/>
                  <a:pt x="100694" y="0"/>
                </a:cubicBezTo>
                <a:cubicBezTo>
                  <a:pt x="95310" y="0"/>
                  <a:pt x="82503" y="1282"/>
                  <a:pt x="66873" y="18707"/>
                </a:cubicBezTo>
                <a:cubicBezTo>
                  <a:pt x="63030" y="4359"/>
                  <a:pt x="51243" y="0"/>
                  <a:pt x="42532" y="0"/>
                </a:cubicBezTo>
                <a:cubicBezTo>
                  <a:pt x="31769" y="0"/>
                  <a:pt x="26390" y="7944"/>
                  <a:pt x="22805" y="14864"/>
                </a:cubicBezTo>
                <a:cubicBezTo>
                  <a:pt x="18450" y="23837"/>
                  <a:pt x="14860" y="38443"/>
                  <a:pt x="14860" y="39471"/>
                </a:cubicBezTo>
                <a:cubicBezTo>
                  <a:pt x="14860" y="41777"/>
                  <a:pt x="16655" y="42544"/>
                  <a:pt x="18450" y="42544"/>
                </a:cubicBezTo>
                <a:cubicBezTo>
                  <a:pt x="21265" y="42544"/>
                  <a:pt x="21780" y="41261"/>
                  <a:pt x="23058" y="36136"/>
                </a:cubicBezTo>
                <a:cubicBezTo>
                  <a:pt x="27926" y="15888"/>
                  <a:pt x="33309" y="6408"/>
                  <a:pt x="42020" y="6408"/>
                </a:cubicBezTo>
                <a:cubicBezTo>
                  <a:pt x="49706" y="6408"/>
                  <a:pt x="49706" y="14610"/>
                  <a:pt x="49706" y="18453"/>
                </a:cubicBezTo>
                <a:cubicBezTo>
                  <a:pt x="49706" y="20502"/>
                  <a:pt x="49448" y="24349"/>
                  <a:pt x="48936" y="26397"/>
                </a:cubicBezTo>
                <a:lnTo>
                  <a:pt x="19215" y="145423"/>
                </a:lnTo>
                <a:moveTo>
                  <a:pt x="65590" y="34341"/>
                </a:moveTo>
                <a:cubicBezTo>
                  <a:pt x="66873" y="29216"/>
                  <a:pt x="66873" y="28704"/>
                  <a:pt x="70204" y="24861"/>
                </a:cubicBezTo>
                <a:cubicBezTo>
                  <a:pt x="77120" y="16146"/>
                  <a:pt x="88649" y="6408"/>
                  <a:pt x="100182" y="6408"/>
                </a:cubicBezTo>
                <a:cubicBezTo>
                  <a:pt x="112224" y="6408"/>
                  <a:pt x="117091" y="18453"/>
                  <a:pt x="117091" y="30498"/>
                </a:cubicBezTo>
                <a:cubicBezTo>
                  <a:pt x="117091" y="42031"/>
                  <a:pt x="109917" y="73812"/>
                  <a:pt x="101973" y="87398"/>
                </a:cubicBezTo>
                <a:cubicBezTo>
                  <a:pt x="93262" y="102004"/>
                  <a:pt x="82503" y="109693"/>
                  <a:pt x="73023" y="109693"/>
                </a:cubicBezTo>
                <a:cubicBezTo>
                  <a:pt x="56368" y="109693"/>
                  <a:pt x="52267" y="89446"/>
                  <a:pt x="52267" y="87652"/>
                </a:cubicBezTo>
                <a:cubicBezTo>
                  <a:pt x="52267" y="86115"/>
                  <a:pt x="52779" y="84833"/>
                  <a:pt x="53037" y="83551"/>
                </a:cubicBezTo>
                <a:lnTo>
                  <a:pt x="65590" y="3434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pdf-path-100023">
            <a:extLst xmlns:a="http://schemas.openxmlformats.org/drawingml/2006/main">
              <a:ext uri="{FF2B5EF4-FFF2-40B4-BE49-F238E27FC236}">
                <a16:creationId xmlns:a16="http://schemas.microsoft.com/office/drawing/2014/main" id="{A442B083-B9BE-418C-8ABD-B25E5105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3727" y="1178473"/>
            <a:ext cx="101973" cy="116097"/>
          </a:xfrm>
          <a:custGeom xmlns:a="http://schemas.openxmlformats.org/drawingml/2006/main">
            <a:pathLst>
              <a:path w="101973" h="116097">
                <a:moveTo>
                  <a:pt x="23058" y="54546"/>
                </a:moveTo>
                <a:cubicBezTo>
                  <a:pt x="38689" y="54546"/>
                  <a:pt x="55343" y="54546"/>
                  <a:pt x="68922" y="51219"/>
                </a:cubicBezTo>
                <a:cubicBezTo>
                  <a:pt x="93004" y="45327"/>
                  <a:pt x="97359" y="30987"/>
                  <a:pt x="97359" y="22280"/>
                </a:cubicBezTo>
                <a:cubicBezTo>
                  <a:pt x="97359" y="7686"/>
                  <a:pt x="83781" y="0"/>
                  <a:pt x="68664" y="0"/>
                </a:cubicBezTo>
                <a:cubicBezTo>
                  <a:pt x="38943" y="0"/>
                  <a:pt x="0" y="25099"/>
                  <a:pt x="0" y="69167"/>
                </a:cubicBezTo>
                <a:cubicBezTo>
                  <a:pt x="0" y="93536"/>
                  <a:pt x="14349" y="116097"/>
                  <a:pt x="42020" y="116097"/>
                </a:cubicBezTo>
                <a:cubicBezTo>
                  <a:pt x="80451" y="116097"/>
                  <a:pt x="101973" y="89431"/>
                  <a:pt x="101973" y="86096"/>
                </a:cubicBezTo>
                <a:cubicBezTo>
                  <a:pt x="101973" y="84559"/>
                  <a:pt x="100178" y="82507"/>
                  <a:pt x="98387" y="82507"/>
                </a:cubicBezTo>
                <a:cubicBezTo>
                  <a:pt x="97105" y="82507"/>
                  <a:pt x="96847" y="82761"/>
                  <a:pt x="94544" y="85584"/>
                </a:cubicBezTo>
                <a:cubicBezTo>
                  <a:pt x="79168" y="104564"/>
                  <a:pt x="55856" y="109693"/>
                  <a:pt x="42532" y="109693"/>
                </a:cubicBezTo>
                <a:cubicBezTo>
                  <a:pt x="24341" y="109693"/>
                  <a:pt x="19470" y="92507"/>
                  <a:pt x="19470" y="79684"/>
                </a:cubicBezTo>
                <a:cubicBezTo>
                  <a:pt x="19470" y="79172"/>
                  <a:pt x="19470" y="70196"/>
                  <a:pt x="23058" y="54546"/>
                </a:cubicBezTo>
                <a:moveTo>
                  <a:pt x="24853" y="48142"/>
                </a:moveTo>
                <a:cubicBezTo>
                  <a:pt x="36124" y="7686"/>
                  <a:pt x="64566" y="6408"/>
                  <a:pt x="68664" y="6408"/>
                </a:cubicBezTo>
                <a:cubicBezTo>
                  <a:pt x="77378" y="6408"/>
                  <a:pt x="87882" y="10505"/>
                  <a:pt x="87882" y="22280"/>
                </a:cubicBezTo>
                <a:cubicBezTo>
                  <a:pt x="87882" y="48142"/>
                  <a:pt x="49194" y="48142"/>
                  <a:pt x="24853" y="4814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pdf-path-100024">
            <a:extLst xmlns:a="http://schemas.openxmlformats.org/drawingml/2006/main">
              <a:ext uri="{FF2B5EF4-FFF2-40B4-BE49-F238E27FC236}">
                <a16:creationId xmlns:a16="http://schemas.microsoft.com/office/drawing/2014/main" id="{4078D86D-346E-4C50-90D2-5F9D2F83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585" y="1178473"/>
            <a:ext cx="107356" cy="116097"/>
          </a:xfrm>
          <a:custGeom xmlns:a="http://schemas.openxmlformats.org/drawingml/2006/main">
            <a:pathLst>
              <a:path w="107356" h="116097">
                <a:moveTo>
                  <a:pt x="96080" y="9508"/>
                </a:moveTo>
                <a:cubicBezTo>
                  <a:pt x="87624" y="11048"/>
                  <a:pt x="83269" y="18222"/>
                  <a:pt x="83269" y="23602"/>
                </a:cubicBezTo>
                <a:cubicBezTo>
                  <a:pt x="83269" y="28469"/>
                  <a:pt x="86858" y="32824"/>
                  <a:pt x="93262" y="32824"/>
                </a:cubicBezTo>
                <a:cubicBezTo>
                  <a:pt x="100182" y="32824"/>
                  <a:pt x="107356" y="26933"/>
                  <a:pt x="107356" y="17452"/>
                </a:cubicBezTo>
                <a:cubicBezTo>
                  <a:pt x="107356" y="7440"/>
                  <a:pt x="98129" y="0"/>
                  <a:pt x="85576" y="0"/>
                </a:cubicBezTo>
                <a:cubicBezTo>
                  <a:pt x="66360" y="0"/>
                  <a:pt x="55598" y="14379"/>
                  <a:pt x="52013" y="19247"/>
                </a:cubicBezTo>
                <a:cubicBezTo>
                  <a:pt x="48935" y="5125"/>
                  <a:pt x="37406" y="0"/>
                  <a:pt x="27672" y="0"/>
                </a:cubicBezTo>
                <a:cubicBezTo>
                  <a:pt x="18449" y="0"/>
                  <a:pt x="12554" y="5638"/>
                  <a:pt x="8198" y="14633"/>
                </a:cubicBezTo>
                <a:cubicBezTo>
                  <a:pt x="3331" y="23860"/>
                  <a:pt x="0" y="38462"/>
                  <a:pt x="0" y="39486"/>
                </a:cubicBezTo>
                <a:cubicBezTo>
                  <a:pt x="0" y="41793"/>
                  <a:pt x="1795" y="42563"/>
                  <a:pt x="3589" y="42563"/>
                </a:cubicBezTo>
                <a:cubicBezTo>
                  <a:pt x="6404" y="42563"/>
                  <a:pt x="6920" y="41281"/>
                  <a:pt x="8198" y="36155"/>
                </a:cubicBezTo>
                <a:cubicBezTo>
                  <a:pt x="13066" y="15916"/>
                  <a:pt x="18449" y="6408"/>
                  <a:pt x="27160" y="6408"/>
                </a:cubicBezTo>
                <a:cubicBezTo>
                  <a:pt x="34846" y="6408"/>
                  <a:pt x="34846" y="14633"/>
                  <a:pt x="34846" y="18477"/>
                </a:cubicBezTo>
                <a:cubicBezTo>
                  <a:pt x="34846" y="23860"/>
                  <a:pt x="32797" y="31800"/>
                  <a:pt x="31257" y="38462"/>
                </a:cubicBezTo>
                <a:cubicBezTo>
                  <a:pt x="29466" y="45124"/>
                  <a:pt x="26902" y="56141"/>
                  <a:pt x="25877" y="59218"/>
                </a:cubicBezTo>
                <a:lnTo>
                  <a:pt x="15630" y="101237"/>
                </a:lnTo>
                <a:cubicBezTo>
                  <a:pt x="13836" y="107387"/>
                  <a:pt x="13836" y="107899"/>
                  <a:pt x="13836" y="108669"/>
                </a:cubicBezTo>
                <a:cubicBezTo>
                  <a:pt x="13836" y="112000"/>
                  <a:pt x="16142" y="116097"/>
                  <a:pt x="21780" y="116097"/>
                </a:cubicBezTo>
                <a:cubicBezTo>
                  <a:pt x="29978" y="116097"/>
                  <a:pt x="31773" y="109182"/>
                  <a:pt x="33563" y="101749"/>
                </a:cubicBezTo>
                <a:cubicBezTo>
                  <a:pt x="36640" y="90732"/>
                  <a:pt x="36640" y="90220"/>
                  <a:pt x="39201" y="79715"/>
                </a:cubicBezTo>
                <a:cubicBezTo>
                  <a:pt x="48682" y="41281"/>
                  <a:pt x="50218" y="35131"/>
                  <a:pt x="50730" y="33853"/>
                </a:cubicBezTo>
                <a:cubicBezTo>
                  <a:pt x="52267" y="30776"/>
                  <a:pt x="64054" y="6408"/>
                  <a:pt x="85321" y="6408"/>
                </a:cubicBezTo>
                <a:cubicBezTo>
                  <a:pt x="91214" y="6408"/>
                  <a:pt x="94799" y="8476"/>
                  <a:pt x="96080" y="950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pdf-path-100025">
            <a:extLst xmlns:a="http://schemas.openxmlformats.org/drawingml/2006/main">
              <a:ext uri="{FF2B5EF4-FFF2-40B4-BE49-F238E27FC236}">
                <a16:creationId xmlns:a16="http://schemas.microsoft.com/office/drawing/2014/main" id="{629F0BFC-8C85-450C-8CE3-CA6305E2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0384" y="1178473"/>
            <a:ext cx="101973" cy="116097"/>
          </a:xfrm>
          <a:custGeom xmlns:a="http://schemas.openxmlformats.org/drawingml/2006/main">
            <a:pathLst>
              <a:path w="101973" h="116097">
                <a:moveTo>
                  <a:pt x="23058" y="54546"/>
                </a:moveTo>
                <a:cubicBezTo>
                  <a:pt x="38689" y="54546"/>
                  <a:pt x="55343" y="54546"/>
                  <a:pt x="68922" y="51219"/>
                </a:cubicBezTo>
                <a:cubicBezTo>
                  <a:pt x="93004" y="45327"/>
                  <a:pt x="97359" y="30987"/>
                  <a:pt x="97359" y="22280"/>
                </a:cubicBezTo>
                <a:cubicBezTo>
                  <a:pt x="97359" y="7686"/>
                  <a:pt x="83781" y="0"/>
                  <a:pt x="68664" y="0"/>
                </a:cubicBezTo>
                <a:cubicBezTo>
                  <a:pt x="38943" y="0"/>
                  <a:pt x="0" y="25099"/>
                  <a:pt x="0" y="69167"/>
                </a:cubicBezTo>
                <a:cubicBezTo>
                  <a:pt x="0" y="93536"/>
                  <a:pt x="14349" y="116097"/>
                  <a:pt x="42020" y="116097"/>
                </a:cubicBezTo>
                <a:cubicBezTo>
                  <a:pt x="80451" y="116097"/>
                  <a:pt x="101973" y="89431"/>
                  <a:pt x="101973" y="86096"/>
                </a:cubicBezTo>
                <a:cubicBezTo>
                  <a:pt x="101973" y="84559"/>
                  <a:pt x="100178" y="82507"/>
                  <a:pt x="98387" y="82507"/>
                </a:cubicBezTo>
                <a:cubicBezTo>
                  <a:pt x="97105" y="82507"/>
                  <a:pt x="96847" y="82761"/>
                  <a:pt x="94544" y="85584"/>
                </a:cubicBezTo>
                <a:cubicBezTo>
                  <a:pt x="79168" y="104564"/>
                  <a:pt x="55856" y="109693"/>
                  <a:pt x="42532" y="109693"/>
                </a:cubicBezTo>
                <a:cubicBezTo>
                  <a:pt x="24341" y="109693"/>
                  <a:pt x="19470" y="92507"/>
                  <a:pt x="19470" y="79684"/>
                </a:cubicBezTo>
                <a:cubicBezTo>
                  <a:pt x="19470" y="79172"/>
                  <a:pt x="19470" y="70196"/>
                  <a:pt x="23058" y="54546"/>
                </a:cubicBezTo>
                <a:moveTo>
                  <a:pt x="24853" y="48142"/>
                </a:moveTo>
                <a:cubicBezTo>
                  <a:pt x="36124" y="7686"/>
                  <a:pt x="64566" y="6408"/>
                  <a:pt x="68664" y="6408"/>
                </a:cubicBezTo>
                <a:cubicBezTo>
                  <a:pt x="77378" y="6408"/>
                  <a:pt x="87882" y="10505"/>
                  <a:pt x="87882" y="22280"/>
                </a:cubicBezTo>
                <a:cubicBezTo>
                  <a:pt x="87882" y="48142"/>
                  <a:pt x="49194" y="48142"/>
                  <a:pt x="24853" y="4814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pdf-path-100026">
            <a:extLst xmlns:a="http://schemas.openxmlformats.org/drawingml/2006/main">
              <a:ext uri="{FF2B5EF4-FFF2-40B4-BE49-F238E27FC236}">
                <a16:creationId xmlns:a16="http://schemas.microsoft.com/office/drawing/2014/main" id="{0E12A496-4620-40B0-8163-35F8781C2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382" y="1178473"/>
            <a:ext cx="136052" cy="163137"/>
          </a:xfrm>
          <a:custGeom xmlns:a="http://schemas.openxmlformats.org/drawingml/2006/main">
            <a:pathLst>
              <a:path w="136052" h="163137">
                <a:moveTo>
                  <a:pt x="19215" y="145423"/>
                </a:moveTo>
                <a:cubicBezTo>
                  <a:pt x="17422" y="152882"/>
                  <a:pt x="16909" y="155196"/>
                  <a:pt x="5892" y="155196"/>
                </a:cubicBezTo>
                <a:cubicBezTo>
                  <a:pt x="3073" y="155196"/>
                  <a:pt x="0" y="155196"/>
                  <a:pt x="0" y="159810"/>
                </a:cubicBezTo>
                <a:cubicBezTo>
                  <a:pt x="0" y="160834"/>
                  <a:pt x="513" y="163137"/>
                  <a:pt x="3331" y="163137"/>
                </a:cubicBezTo>
                <a:lnTo>
                  <a:pt x="14349" y="162625"/>
                </a:lnTo>
                <a:cubicBezTo>
                  <a:pt x="15885" y="162371"/>
                  <a:pt x="21780" y="162371"/>
                  <a:pt x="25365" y="162371"/>
                </a:cubicBezTo>
                <a:cubicBezTo>
                  <a:pt x="29721" y="162371"/>
                  <a:pt x="34076" y="162625"/>
                  <a:pt x="38431" y="162625"/>
                </a:cubicBezTo>
                <a:cubicBezTo>
                  <a:pt x="42532" y="162625"/>
                  <a:pt x="46887" y="163137"/>
                  <a:pt x="50730" y="163137"/>
                </a:cubicBezTo>
                <a:cubicBezTo>
                  <a:pt x="52267" y="163137"/>
                  <a:pt x="55598" y="163137"/>
                  <a:pt x="55598" y="158528"/>
                </a:cubicBezTo>
                <a:cubicBezTo>
                  <a:pt x="55598" y="155196"/>
                  <a:pt x="53037" y="155196"/>
                  <a:pt x="48682" y="155196"/>
                </a:cubicBezTo>
                <a:cubicBezTo>
                  <a:pt x="36640" y="155196"/>
                  <a:pt x="36640" y="153394"/>
                  <a:pt x="36640" y="151080"/>
                </a:cubicBezTo>
                <a:cubicBezTo>
                  <a:pt x="36640" y="149536"/>
                  <a:pt x="38431" y="142592"/>
                  <a:pt x="39459" y="138476"/>
                </a:cubicBezTo>
                <a:lnTo>
                  <a:pt x="48936" y="100213"/>
                </a:lnTo>
                <a:cubicBezTo>
                  <a:pt x="51501" y="105592"/>
                  <a:pt x="58674" y="116097"/>
                  <a:pt x="73277" y="116097"/>
                </a:cubicBezTo>
                <a:cubicBezTo>
                  <a:pt x="103255" y="116097"/>
                  <a:pt x="136052" y="79966"/>
                  <a:pt x="136052" y="41519"/>
                </a:cubicBezTo>
                <a:cubicBezTo>
                  <a:pt x="136052" y="15376"/>
                  <a:pt x="119910" y="0"/>
                  <a:pt x="100694" y="0"/>
                </a:cubicBezTo>
                <a:cubicBezTo>
                  <a:pt x="95310" y="0"/>
                  <a:pt x="82503" y="1282"/>
                  <a:pt x="66873" y="18707"/>
                </a:cubicBezTo>
                <a:cubicBezTo>
                  <a:pt x="63030" y="4359"/>
                  <a:pt x="51243" y="0"/>
                  <a:pt x="42532" y="0"/>
                </a:cubicBezTo>
                <a:cubicBezTo>
                  <a:pt x="31769" y="0"/>
                  <a:pt x="26390" y="7944"/>
                  <a:pt x="22805" y="14864"/>
                </a:cubicBezTo>
                <a:cubicBezTo>
                  <a:pt x="18450" y="23837"/>
                  <a:pt x="14860" y="38443"/>
                  <a:pt x="14860" y="39471"/>
                </a:cubicBezTo>
                <a:cubicBezTo>
                  <a:pt x="14860" y="41777"/>
                  <a:pt x="16655" y="42544"/>
                  <a:pt x="18450" y="42544"/>
                </a:cubicBezTo>
                <a:cubicBezTo>
                  <a:pt x="21265" y="42544"/>
                  <a:pt x="21780" y="41261"/>
                  <a:pt x="23058" y="36136"/>
                </a:cubicBezTo>
                <a:cubicBezTo>
                  <a:pt x="27926" y="15888"/>
                  <a:pt x="33309" y="6408"/>
                  <a:pt x="42020" y="6408"/>
                </a:cubicBezTo>
                <a:cubicBezTo>
                  <a:pt x="49706" y="6408"/>
                  <a:pt x="49706" y="14610"/>
                  <a:pt x="49706" y="18453"/>
                </a:cubicBezTo>
                <a:cubicBezTo>
                  <a:pt x="49706" y="20502"/>
                  <a:pt x="49448" y="24349"/>
                  <a:pt x="48936" y="26397"/>
                </a:cubicBezTo>
                <a:lnTo>
                  <a:pt x="19215" y="145423"/>
                </a:lnTo>
                <a:moveTo>
                  <a:pt x="65590" y="34341"/>
                </a:moveTo>
                <a:cubicBezTo>
                  <a:pt x="66873" y="29216"/>
                  <a:pt x="66873" y="28704"/>
                  <a:pt x="70204" y="24861"/>
                </a:cubicBezTo>
                <a:cubicBezTo>
                  <a:pt x="77120" y="16146"/>
                  <a:pt x="88649" y="6408"/>
                  <a:pt x="100182" y="6408"/>
                </a:cubicBezTo>
                <a:cubicBezTo>
                  <a:pt x="112224" y="6408"/>
                  <a:pt x="117091" y="18453"/>
                  <a:pt x="117091" y="30498"/>
                </a:cubicBezTo>
                <a:cubicBezTo>
                  <a:pt x="117091" y="42031"/>
                  <a:pt x="109917" y="73812"/>
                  <a:pt x="101973" y="87398"/>
                </a:cubicBezTo>
                <a:cubicBezTo>
                  <a:pt x="93262" y="102004"/>
                  <a:pt x="82503" y="109693"/>
                  <a:pt x="73023" y="109693"/>
                </a:cubicBezTo>
                <a:cubicBezTo>
                  <a:pt x="56368" y="109693"/>
                  <a:pt x="52267" y="89446"/>
                  <a:pt x="52267" y="87652"/>
                </a:cubicBezTo>
                <a:cubicBezTo>
                  <a:pt x="52267" y="86115"/>
                  <a:pt x="52779" y="84833"/>
                  <a:pt x="53037" y="83551"/>
                </a:cubicBezTo>
                <a:lnTo>
                  <a:pt x="65590" y="3434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pdf-path-100027">
            <a:extLst xmlns:a="http://schemas.openxmlformats.org/drawingml/2006/main">
              <a:ext uri="{FF2B5EF4-FFF2-40B4-BE49-F238E27FC236}">
                <a16:creationId xmlns:a16="http://schemas.microsoft.com/office/drawing/2014/main" id="{E3653661-5E18-401A-8EB2-68E90602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0449" y="1122387"/>
            <a:ext cx="70457" cy="172183"/>
          </a:xfrm>
          <a:custGeom xmlns:a="http://schemas.openxmlformats.org/drawingml/2006/main">
            <a:pathLst>
              <a:path w="70457" h="172183">
                <a:moveTo>
                  <a:pt x="66872" y="9481"/>
                </a:moveTo>
                <a:cubicBezTo>
                  <a:pt x="66872" y="3843"/>
                  <a:pt x="62771" y="0"/>
                  <a:pt x="57138" y="0"/>
                </a:cubicBezTo>
                <a:cubicBezTo>
                  <a:pt x="50218" y="0"/>
                  <a:pt x="43302" y="6662"/>
                  <a:pt x="43302" y="13582"/>
                </a:cubicBezTo>
                <a:cubicBezTo>
                  <a:pt x="43302" y="18703"/>
                  <a:pt x="47145" y="23058"/>
                  <a:pt x="53037" y="23058"/>
                </a:cubicBezTo>
                <a:cubicBezTo>
                  <a:pt x="59956" y="23058"/>
                  <a:pt x="66872" y="16655"/>
                  <a:pt x="66872" y="9481"/>
                </a:cubicBezTo>
                <a:moveTo>
                  <a:pt x="70457" y="132717"/>
                </a:moveTo>
                <a:cubicBezTo>
                  <a:pt x="70457" y="131438"/>
                  <a:pt x="69692" y="129644"/>
                  <a:pt x="67130" y="129644"/>
                </a:cubicBezTo>
                <a:cubicBezTo>
                  <a:pt x="64312" y="129644"/>
                  <a:pt x="64054" y="130922"/>
                  <a:pt x="63029" y="134257"/>
                </a:cubicBezTo>
                <a:cubicBezTo>
                  <a:pt x="56880" y="155271"/>
                  <a:pt x="46375" y="165780"/>
                  <a:pt x="36640" y="165780"/>
                </a:cubicBezTo>
                <a:cubicBezTo>
                  <a:pt x="32539" y="165780"/>
                  <a:pt x="30491" y="163731"/>
                  <a:pt x="30491" y="157323"/>
                </a:cubicBezTo>
                <a:cubicBezTo>
                  <a:pt x="30491" y="151170"/>
                  <a:pt x="32539" y="145532"/>
                  <a:pt x="34588" y="140665"/>
                </a:cubicBezTo>
                <a:cubicBezTo>
                  <a:pt x="39201" y="128362"/>
                  <a:pt x="39201" y="127850"/>
                  <a:pt x="42532" y="119901"/>
                </a:cubicBezTo>
                <a:cubicBezTo>
                  <a:pt x="46633" y="108884"/>
                  <a:pt x="52267" y="94274"/>
                  <a:pt x="54831" y="87097"/>
                </a:cubicBezTo>
                <a:cubicBezTo>
                  <a:pt x="56626" y="82483"/>
                  <a:pt x="56626" y="79923"/>
                  <a:pt x="56626" y="77616"/>
                </a:cubicBezTo>
                <a:cubicBezTo>
                  <a:pt x="56626" y="63006"/>
                  <a:pt x="45092" y="56086"/>
                  <a:pt x="34846" y="56086"/>
                </a:cubicBezTo>
                <a:cubicBezTo>
                  <a:pt x="9993" y="56086"/>
                  <a:pt x="0" y="92734"/>
                  <a:pt x="0" y="95557"/>
                </a:cubicBezTo>
                <a:cubicBezTo>
                  <a:pt x="0" y="97863"/>
                  <a:pt x="1795" y="98630"/>
                  <a:pt x="3589" y="98630"/>
                </a:cubicBezTo>
                <a:cubicBezTo>
                  <a:pt x="6404" y="98630"/>
                  <a:pt x="6662" y="97093"/>
                  <a:pt x="7686" y="93762"/>
                </a:cubicBezTo>
                <a:cubicBezTo>
                  <a:pt x="13066" y="75564"/>
                  <a:pt x="22805" y="62494"/>
                  <a:pt x="34076" y="62494"/>
                </a:cubicBezTo>
                <a:cubicBezTo>
                  <a:pt x="36640" y="62494"/>
                  <a:pt x="40225" y="63006"/>
                  <a:pt x="40225" y="70696"/>
                </a:cubicBezTo>
                <a:cubicBezTo>
                  <a:pt x="40225" y="77100"/>
                  <a:pt x="37664" y="83766"/>
                  <a:pt x="35358" y="89661"/>
                </a:cubicBezTo>
                <a:lnTo>
                  <a:pt x="17167" y="137076"/>
                </a:lnTo>
                <a:cubicBezTo>
                  <a:pt x="15372" y="141943"/>
                  <a:pt x="13836" y="146044"/>
                  <a:pt x="13836" y="150658"/>
                </a:cubicBezTo>
                <a:cubicBezTo>
                  <a:pt x="13836" y="162703"/>
                  <a:pt x="22805" y="172183"/>
                  <a:pt x="35870" y="172183"/>
                </a:cubicBezTo>
                <a:cubicBezTo>
                  <a:pt x="60723" y="172183"/>
                  <a:pt x="70457" y="135281"/>
                  <a:pt x="70457" y="13271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pdf-path-100028">
            <a:extLst xmlns:a="http://schemas.openxmlformats.org/drawingml/2006/main">
              <a:ext uri="{FF2B5EF4-FFF2-40B4-BE49-F238E27FC236}">
                <a16:creationId xmlns:a16="http://schemas.microsoft.com/office/drawing/2014/main" id="{16E5C219-0582-4920-84E1-4B24FDAB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6785" y="1178473"/>
            <a:ext cx="96339" cy="116097"/>
          </a:xfrm>
          <a:custGeom xmlns:a="http://schemas.openxmlformats.org/drawingml/2006/main">
            <a:pathLst>
              <a:path w="96339" h="116097">
                <a:moveTo>
                  <a:pt x="88136" y="17515"/>
                </a:moveTo>
                <a:cubicBezTo>
                  <a:pt x="77120" y="18543"/>
                  <a:pt x="76095" y="27253"/>
                  <a:pt x="76095" y="29048"/>
                </a:cubicBezTo>
                <a:cubicBezTo>
                  <a:pt x="76095" y="33403"/>
                  <a:pt x="79426" y="36734"/>
                  <a:pt x="84293" y="36734"/>
                </a:cubicBezTo>
                <a:cubicBezTo>
                  <a:pt x="91467" y="36734"/>
                  <a:pt x="96339" y="30838"/>
                  <a:pt x="96339" y="22386"/>
                </a:cubicBezTo>
                <a:cubicBezTo>
                  <a:pt x="96339" y="9508"/>
                  <a:pt x="83781" y="0"/>
                  <a:pt x="64824" y="0"/>
                </a:cubicBezTo>
                <a:cubicBezTo>
                  <a:pt x="30491" y="0"/>
                  <a:pt x="20752" y="25717"/>
                  <a:pt x="20752" y="37500"/>
                </a:cubicBezTo>
                <a:cubicBezTo>
                  <a:pt x="20752" y="47216"/>
                  <a:pt x="25623" y="52329"/>
                  <a:pt x="28950" y="55398"/>
                </a:cubicBezTo>
                <a:cubicBezTo>
                  <a:pt x="34076" y="60258"/>
                  <a:pt x="40995" y="61790"/>
                  <a:pt x="50218" y="63581"/>
                </a:cubicBezTo>
                <a:cubicBezTo>
                  <a:pt x="61747" y="65883"/>
                  <a:pt x="64308" y="66392"/>
                  <a:pt x="68921" y="69719"/>
                </a:cubicBezTo>
                <a:cubicBezTo>
                  <a:pt x="73022" y="72784"/>
                  <a:pt x="75329" y="76881"/>
                  <a:pt x="75329" y="82264"/>
                </a:cubicBezTo>
                <a:cubicBezTo>
                  <a:pt x="75329" y="88926"/>
                  <a:pt x="69179" y="109693"/>
                  <a:pt x="38177" y="109693"/>
                </a:cubicBezTo>
                <a:cubicBezTo>
                  <a:pt x="32281" y="109693"/>
                  <a:pt x="14348" y="108923"/>
                  <a:pt x="8711" y="97125"/>
                </a:cubicBezTo>
                <a:cubicBezTo>
                  <a:pt x="21522" y="97125"/>
                  <a:pt x="24083" y="86874"/>
                  <a:pt x="24083" y="83289"/>
                </a:cubicBezTo>
                <a:cubicBezTo>
                  <a:pt x="24083" y="75603"/>
                  <a:pt x="17167" y="74062"/>
                  <a:pt x="14348" y="74062"/>
                </a:cubicBezTo>
                <a:cubicBezTo>
                  <a:pt x="9735" y="74062"/>
                  <a:pt x="0" y="77651"/>
                  <a:pt x="0" y="90975"/>
                </a:cubicBezTo>
                <a:cubicBezTo>
                  <a:pt x="0" y="106871"/>
                  <a:pt x="16142" y="116097"/>
                  <a:pt x="37919" y="116097"/>
                </a:cubicBezTo>
                <a:cubicBezTo>
                  <a:pt x="80963" y="116097"/>
                  <a:pt x="90443" y="84567"/>
                  <a:pt x="90443" y="73554"/>
                </a:cubicBezTo>
                <a:cubicBezTo>
                  <a:pt x="90443" y="63835"/>
                  <a:pt x="85064" y="57701"/>
                  <a:pt x="81987" y="54632"/>
                </a:cubicBezTo>
                <a:cubicBezTo>
                  <a:pt x="75329" y="47728"/>
                  <a:pt x="67127" y="46195"/>
                  <a:pt x="58162" y="44404"/>
                </a:cubicBezTo>
                <a:cubicBezTo>
                  <a:pt x="55085" y="43638"/>
                  <a:pt x="49448" y="42614"/>
                  <a:pt x="48682" y="42360"/>
                </a:cubicBezTo>
                <a:cubicBezTo>
                  <a:pt x="40225" y="40569"/>
                  <a:pt x="35612" y="35452"/>
                  <a:pt x="35612" y="29048"/>
                </a:cubicBezTo>
                <a:cubicBezTo>
                  <a:pt x="35612" y="26229"/>
                  <a:pt x="37406" y="18031"/>
                  <a:pt x="44580" y="12350"/>
                </a:cubicBezTo>
                <a:cubicBezTo>
                  <a:pt x="51755" y="6666"/>
                  <a:pt x="61493" y="6408"/>
                  <a:pt x="64824" y="6408"/>
                </a:cubicBezTo>
                <a:cubicBezTo>
                  <a:pt x="73789" y="6408"/>
                  <a:pt x="84293" y="9250"/>
                  <a:pt x="88136" y="1751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pdf-path-100029">
            <a:extLst xmlns:a="http://schemas.openxmlformats.org/drawingml/2006/main">
              <a:ext uri="{FF2B5EF4-FFF2-40B4-BE49-F238E27FC236}">
                <a16:creationId xmlns:a16="http://schemas.microsoft.com/office/drawing/2014/main" id="{9FCCFD29-2D1B-471B-8F3E-CA95C609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6952" y="1178473"/>
            <a:ext cx="112477" cy="116097"/>
          </a:xfrm>
          <a:custGeom xmlns:a="http://schemas.openxmlformats.org/drawingml/2006/main">
            <a:pathLst>
              <a:path w="112477" h="116097">
                <a:moveTo>
                  <a:pt x="112477" y="43826"/>
                </a:moveTo>
                <a:cubicBezTo>
                  <a:pt x="112477" y="18195"/>
                  <a:pt x="95052" y="0"/>
                  <a:pt x="69945" y="0"/>
                </a:cubicBezTo>
                <a:cubicBezTo>
                  <a:pt x="35100" y="0"/>
                  <a:pt x="0" y="35369"/>
                  <a:pt x="0" y="72276"/>
                </a:cubicBezTo>
                <a:cubicBezTo>
                  <a:pt x="0" y="99185"/>
                  <a:pt x="18703" y="116097"/>
                  <a:pt x="42531" y="116097"/>
                </a:cubicBezTo>
                <a:cubicBezTo>
                  <a:pt x="77373" y="116097"/>
                  <a:pt x="112477" y="80732"/>
                  <a:pt x="112477" y="43826"/>
                </a:cubicBezTo>
                <a:moveTo>
                  <a:pt x="42786" y="109693"/>
                </a:moveTo>
                <a:cubicBezTo>
                  <a:pt x="32538" y="109693"/>
                  <a:pt x="19727" y="103286"/>
                  <a:pt x="19727" y="81756"/>
                </a:cubicBezTo>
                <a:cubicBezTo>
                  <a:pt x="19727" y="70735"/>
                  <a:pt x="24594" y="45362"/>
                  <a:pt x="34841" y="28962"/>
                </a:cubicBezTo>
                <a:cubicBezTo>
                  <a:pt x="42016" y="17429"/>
                  <a:pt x="55852" y="6408"/>
                  <a:pt x="69687" y="6408"/>
                </a:cubicBezTo>
                <a:cubicBezTo>
                  <a:pt x="81220" y="6408"/>
                  <a:pt x="92749" y="14352"/>
                  <a:pt x="92749" y="34341"/>
                </a:cubicBezTo>
                <a:cubicBezTo>
                  <a:pt x="92749" y="44084"/>
                  <a:pt x="88394" y="68687"/>
                  <a:pt x="78402" y="85345"/>
                </a:cubicBezTo>
                <a:cubicBezTo>
                  <a:pt x="70199" y="99443"/>
                  <a:pt x="55852" y="109693"/>
                  <a:pt x="42786" y="10969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pdf-path-100030">
            <a:extLst xmlns:a="http://schemas.openxmlformats.org/drawingml/2006/main">
              <a:ext uri="{FF2B5EF4-FFF2-40B4-BE49-F238E27FC236}">
                <a16:creationId xmlns:a16="http://schemas.microsoft.com/office/drawing/2014/main" id="{5FED3B91-B2A6-4422-9AE4-31995DC6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4289" y="1113919"/>
            <a:ext cx="124522" cy="180651"/>
          </a:xfrm>
          <a:custGeom xmlns:a="http://schemas.openxmlformats.org/drawingml/2006/main">
            <a:pathLst>
              <a:path w="124522" h="180651">
                <a:moveTo>
                  <a:pt x="123494" y="8714"/>
                </a:moveTo>
                <a:cubicBezTo>
                  <a:pt x="124522" y="5125"/>
                  <a:pt x="124522" y="4613"/>
                  <a:pt x="124522" y="3589"/>
                </a:cubicBezTo>
                <a:cubicBezTo>
                  <a:pt x="124522" y="1282"/>
                  <a:pt x="122982" y="0"/>
                  <a:pt x="120679" y="0"/>
                </a:cubicBezTo>
                <a:cubicBezTo>
                  <a:pt x="117091" y="0"/>
                  <a:pt x="94544" y="2053"/>
                  <a:pt x="89419" y="2565"/>
                </a:cubicBezTo>
                <a:cubicBezTo>
                  <a:pt x="86858" y="2819"/>
                  <a:pt x="84039" y="3077"/>
                  <a:pt x="84039" y="7432"/>
                </a:cubicBezTo>
                <a:cubicBezTo>
                  <a:pt x="84039" y="10763"/>
                  <a:pt x="86858" y="10763"/>
                  <a:pt x="90955" y="10763"/>
                </a:cubicBezTo>
                <a:cubicBezTo>
                  <a:pt x="103000" y="10763"/>
                  <a:pt x="103000" y="12557"/>
                  <a:pt x="103000" y="14860"/>
                </a:cubicBezTo>
                <a:cubicBezTo>
                  <a:pt x="103000" y="16655"/>
                  <a:pt x="100694" y="25619"/>
                  <a:pt x="99412" y="30999"/>
                </a:cubicBezTo>
                <a:lnTo>
                  <a:pt x="94544" y="50722"/>
                </a:lnTo>
                <a:cubicBezTo>
                  <a:pt x="91979" y="60457"/>
                  <a:pt x="89419" y="70450"/>
                  <a:pt x="87112" y="80442"/>
                </a:cubicBezTo>
                <a:cubicBezTo>
                  <a:pt x="82245" y="71216"/>
                  <a:pt x="74300" y="64554"/>
                  <a:pt x="62771" y="64554"/>
                </a:cubicBezTo>
                <a:cubicBezTo>
                  <a:pt x="33051" y="64554"/>
                  <a:pt x="0" y="99924"/>
                  <a:pt x="0" y="139136"/>
                </a:cubicBezTo>
                <a:cubicBezTo>
                  <a:pt x="0" y="167328"/>
                  <a:pt x="17937" y="180651"/>
                  <a:pt x="35100" y="180651"/>
                </a:cubicBezTo>
                <a:cubicBezTo>
                  <a:pt x="51754" y="180651"/>
                  <a:pt x="65336" y="166816"/>
                  <a:pt x="69433" y="161944"/>
                </a:cubicBezTo>
                <a:cubicBezTo>
                  <a:pt x="72252" y="176042"/>
                  <a:pt x="85063" y="180651"/>
                  <a:pt x="93261" y="180651"/>
                </a:cubicBezTo>
                <a:cubicBezTo>
                  <a:pt x="100694" y="180651"/>
                  <a:pt x="107098" y="177324"/>
                  <a:pt x="112735" y="166558"/>
                </a:cubicBezTo>
                <a:cubicBezTo>
                  <a:pt x="117348" y="158101"/>
                  <a:pt x="120934" y="142213"/>
                  <a:pt x="120934" y="141185"/>
                </a:cubicBezTo>
                <a:cubicBezTo>
                  <a:pt x="120934" y="139906"/>
                  <a:pt x="120163" y="138112"/>
                  <a:pt x="117602" y="138112"/>
                </a:cubicBezTo>
                <a:cubicBezTo>
                  <a:pt x="114529" y="138112"/>
                  <a:pt x="114271" y="139390"/>
                  <a:pt x="113247" y="144262"/>
                </a:cubicBezTo>
                <a:cubicBezTo>
                  <a:pt x="107610" y="166558"/>
                  <a:pt x="101972" y="174248"/>
                  <a:pt x="94032" y="174248"/>
                </a:cubicBezTo>
                <a:cubicBezTo>
                  <a:pt x="87624" y="174248"/>
                  <a:pt x="86088" y="168098"/>
                  <a:pt x="86088" y="162456"/>
                </a:cubicBezTo>
                <a:cubicBezTo>
                  <a:pt x="86088" y="159126"/>
                  <a:pt x="87370" y="151952"/>
                  <a:pt x="87624" y="151181"/>
                </a:cubicBezTo>
                <a:lnTo>
                  <a:pt x="123494" y="8714"/>
                </a:lnTo>
                <a:moveTo>
                  <a:pt x="70457" y="146826"/>
                </a:moveTo>
                <a:cubicBezTo>
                  <a:pt x="69433" y="150923"/>
                  <a:pt x="69179" y="151440"/>
                  <a:pt x="65078" y="156565"/>
                </a:cubicBezTo>
                <a:cubicBezTo>
                  <a:pt x="55855" y="167586"/>
                  <a:pt x="45350" y="174248"/>
                  <a:pt x="35870" y="174248"/>
                </a:cubicBezTo>
                <a:cubicBezTo>
                  <a:pt x="23317" y="174248"/>
                  <a:pt x="18961" y="161178"/>
                  <a:pt x="18961" y="150157"/>
                </a:cubicBezTo>
                <a:cubicBezTo>
                  <a:pt x="18961" y="137596"/>
                  <a:pt x="26389" y="108122"/>
                  <a:pt x="32538" y="95823"/>
                </a:cubicBezTo>
                <a:cubicBezTo>
                  <a:pt x="40737" y="80442"/>
                  <a:pt x="52525" y="70962"/>
                  <a:pt x="62771" y="70962"/>
                </a:cubicBezTo>
                <a:cubicBezTo>
                  <a:pt x="79938" y="70962"/>
                  <a:pt x="83781" y="91721"/>
                  <a:pt x="83781" y="93004"/>
                </a:cubicBezTo>
                <a:cubicBezTo>
                  <a:pt x="83781" y="94282"/>
                  <a:pt x="83268" y="95823"/>
                  <a:pt x="83015" y="96847"/>
                </a:cubicBezTo>
                <a:lnTo>
                  <a:pt x="70457" y="14682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pdf-path-100031">
            <a:extLst xmlns:a="http://schemas.openxmlformats.org/drawingml/2006/main">
              <a:ext uri="{FF2B5EF4-FFF2-40B4-BE49-F238E27FC236}">
                <a16:creationId xmlns:a16="http://schemas.microsoft.com/office/drawing/2014/main" id="{C5DA86FE-9599-4899-9D70-A0EE9492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132" y="1178473"/>
            <a:ext cx="101973" cy="116097"/>
          </a:xfrm>
          <a:custGeom xmlns:a="http://schemas.openxmlformats.org/drawingml/2006/main">
            <a:pathLst>
              <a:path w="101973" h="116097">
                <a:moveTo>
                  <a:pt x="23058" y="54546"/>
                </a:moveTo>
                <a:cubicBezTo>
                  <a:pt x="38689" y="54546"/>
                  <a:pt x="55343" y="54546"/>
                  <a:pt x="68922" y="51219"/>
                </a:cubicBezTo>
                <a:cubicBezTo>
                  <a:pt x="93004" y="45327"/>
                  <a:pt x="97359" y="30987"/>
                  <a:pt x="97359" y="22280"/>
                </a:cubicBezTo>
                <a:cubicBezTo>
                  <a:pt x="97359" y="7686"/>
                  <a:pt x="83781" y="0"/>
                  <a:pt x="68664" y="0"/>
                </a:cubicBezTo>
                <a:cubicBezTo>
                  <a:pt x="38943" y="0"/>
                  <a:pt x="0" y="25099"/>
                  <a:pt x="0" y="69167"/>
                </a:cubicBezTo>
                <a:cubicBezTo>
                  <a:pt x="0" y="93536"/>
                  <a:pt x="14349" y="116097"/>
                  <a:pt x="42020" y="116097"/>
                </a:cubicBezTo>
                <a:cubicBezTo>
                  <a:pt x="80451" y="116097"/>
                  <a:pt x="101973" y="89431"/>
                  <a:pt x="101973" y="86096"/>
                </a:cubicBezTo>
                <a:cubicBezTo>
                  <a:pt x="101973" y="84559"/>
                  <a:pt x="100178" y="82507"/>
                  <a:pt x="98387" y="82507"/>
                </a:cubicBezTo>
                <a:cubicBezTo>
                  <a:pt x="97105" y="82507"/>
                  <a:pt x="96847" y="82761"/>
                  <a:pt x="94544" y="85584"/>
                </a:cubicBezTo>
                <a:cubicBezTo>
                  <a:pt x="79168" y="104564"/>
                  <a:pt x="55856" y="109693"/>
                  <a:pt x="42532" y="109693"/>
                </a:cubicBezTo>
                <a:cubicBezTo>
                  <a:pt x="24341" y="109693"/>
                  <a:pt x="19470" y="92507"/>
                  <a:pt x="19470" y="79684"/>
                </a:cubicBezTo>
                <a:cubicBezTo>
                  <a:pt x="19470" y="79172"/>
                  <a:pt x="19470" y="70196"/>
                  <a:pt x="23058" y="54546"/>
                </a:cubicBezTo>
                <a:moveTo>
                  <a:pt x="24853" y="48142"/>
                </a:moveTo>
                <a:cubicBezTo>
                  <a:pt x="36124" y="7686"/>
                  <a:pt x="64566" y="6408"/>
                  <a:pt x="68664" y="6408"/>
                </a:cubicBezTo>
                <a:cubicBezTo>
                  <a:pt x="77378" y="6408"/>
                  <a:pt x="87882" y="10505"/>
                  <a:pt x="87882" y="22280"/>
                </a:cubicBezTo>
                <a:cubicBezTo>
                  <a:pt x="87882" y="48142"/>
                  <a:pt x="49194" y="48142"/>
                  <a:pt x="24853" y="4814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pdf-path-100032">
            <a:extLst xmlns:a="http://schemas.openxmlformats.org/drawingml/2006/main">
              <a:ext uri="{FF2B5EF4-FFF2-40B4-BE49-F238E27FC236}">
                <a16:creationId xmlns:a16="http://schemas.microsoft.com/office/drawing/2014/main" id="{62193BE0-0199-4465-B22D-51CCDE360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5593" y="1463166"/>
            <a:ext cx="120934" cy="116097"/>
          </a:xfrm>
          <a:custGeom xmlns:a="http://schemas.openxmlformats.org/drawingml/2006/main">
            <a:pathLst>
              <a:path w="120934" h="116097">
                <a:moveTo>
                  <a:pt x="87112" y="15889"/>
                </a:moveTo>
                <a:cubicBezTo>
                  <a:pt x="82245" y="6662"/>
                  <a:pt x="74300" y="0"/>
                  <a:pt x="62771" y="0"/>
                </a:cubicBezTo>
                <a:cubicBezTo>
                  <a:pt x="33051" y="0"/>
                  <a:pt x="0" y="35369"/>
                  <a:pt x="0" y="74582"/>
                </a:cubicBezTo>
                <a:cubicBezTo>
                  <a:pt x="0" y="102774"/>
                  <a:pt x="17937" y="116097"/>
                  <a:pt x="35100" y="116097"/>
                </a:cubicBezTo>
                <a:cubicBezTo>
                  <a:pt x="51754" y="116097"/>
                  <a:pt x="65336" y="102261"/>
                  <a:pt x="69433" y="97390"/>
                </a:cubicBezTo>
                <a:cubicBezTo>
                  <a:pt x="72252" y="111488"/>
                  <a:pt x="85063" y="116097"/>
                  <a:pt x="93261" y="116097"/>
                </a:cubicBezTo>
                <a:cubicBezTo>
                  <a:pt x="100694" y="116097"/>
                  <a:pt x="107098" y="112770"/>
                  <a:pt x="112735" y="102003"/>
                </a:cubicBezTo>
                <a:cubicBezTo>
                  <a:pt x="117348" y="93547"/>
                  <a:pt x="120934" y="77659"/>
                  <a:pt x="120934" y="76631"/>
                </a:cubicBezTo>
                <a:cubicBezTo>
                  <a:pt x="120934" y="75353"/>
                  <a:pt x="120163" y="73558"/>
                  <a:pt x="117602" y="73558"/>
                </a:cubicBezTo>
                <a:cubicBezTo>
                  <a:pt x="114529" y="73558"/>
                  <a:pt x="114271" y="74836"/>
                  <a:pt x="113247" y="79707"/>
                </a:cubicBezTo>
                <a:cubicBezTo>
                  <a:pt x="107610" y="102003"/>
                  <a:pt x="101972" y="109693"/>
                  <a:pt x="94032" y="109693"/>
                </a:cubicBezTo>
                <a:cubicBezTo>
                  <a:pt x="87624" y="109693"/>
                  <a:pt x="86088" y="103544"/>
                  <a:pt x="86088" y="97903"/>
                </a:cubicBezTo>
                <a:cubicBezTo>
                  <a:pt x="86088" y="93035"/>
                  <a:pt x="87370" y="87910"/>
                  <a:pt x="89676" y="78937"/>
                </a:cubicBezTo>
                <a:lnTo>
                  <a:pt x="96080" y="52540"/>
                </a:lnTo>
                <a:cubicBezTo>
                  <a:pt x="97875" y="46133"/>
                  <a:pt x="102484" y="26909"/>
                  <a:pt x="103512" y="23066"/>
                </a:cubicBezTo>
                <a:cubicBezTo>
                  <a:pt x="104537" y="19477"/>
                  <a:pt x="106073" y="13328"/>
                  <a:pt x="106073" y="12557"/>
                </a:cubicBezTo>
                <a:cubicBezTo>
                  <a:pt x="106073" y="8456"/>
                  <a:pt x="102742" y="5125"/>
                  <a:pt x="98129" y="5125"/>
                </a:cubicBezTo>
                <a:cubicBezTo>
                  <a:pt x="94798" y="5125"/>
                  <a:pt x="88394" y="7174"/>
                  <a:pt x="87112" y="15889"/>
                </a:cubicBezTo>
                <a:moveTo>
                  <a:pt x="70457" y="82014"/>
                </a:moveTo>
                <a:cubicBezTo>
                  <a:pt x="69179" y="86885"/>
                  <a:pt x="69179" y="87139"/>
                  <a:pt x="65078" y="92011"/>
                </a:cubicBezTo>
                <a:cubicBezTo>
                  <a:pt x="55855" y="103032"/>
                  <a:pt x="45350" y="109693"/>
                  <a:pt x="35870" y="109693"/>
                </a:cubicBezTo>
                <a:cubicBezTo>
                  <a:pt x="23317" y="109693"/>
                  <a:pt x="18961" y="96624"/>
                  <a:pt x="18961" y="85603"/>
                </a:cubicBezTo>
                <a:cubicBezTo>
                  <a:pt x="18961" y="73042"/>
                  <a:pt x="26389" y="43568"/>
                  <a:pt x="32538" y="31268"/>
                </a:cubicBezTo>
                <a:cubicBezTo>
                  <a:pt x="40737" y="15889"/>
                  <a:pt x="52525" y="6408"/>
                  <a:pt x="62771" y="6408"/>
                </a:cubicBezTo>
                <a:cubicBezTo>
                  <a:pt x="79938" y="6408"/>
                  <a:pt x="83781" y="26909"/>
                  <a:pt x="83781" y="28704"/>
                </a:cubicBezTo>
                <a:cubicBezTo>
                  <a:pt x="83781" y="29986"/>
                  <a:pt x="83268" y="31522"/>
                  <a:pt x="83015" y="32551"/>
                </a:cubicBezTo>
                <a:lnTo>
                  <a:pt x="70457" y="8201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pdf-path-100033">
            <a:extLst xmlns:a="http://schemas.openxmlformats.org/drawingml/2006/main">
              <a:ext uri="{FF2B5EF4-FFF2-40B4-BE49-F238E27FC236}">
                <a16:creationId xmlns:a16="http://schemas.microsoft.com/office/drawing/2014/main" id="{5F9D125A-9E7E-4492-AA93-41BCBE54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558" y="1498303"/>
            <a:ext cx="61151" cy="108336"/>
          </a:xfrm>
          <a:custGeom xmlns:a="http://schemas.openxmlformats.org/drawingml/2006/main">
            <a:pathLst>
              <a:path w="61151" h="108336">
                <a:moveTo>
                  <a:pt x="36727" y="39940"/>
                </a:moveTo>
                <a:lnTo>
                  <a:pt x="55344" y="39940"/>
                </a:lnTo>
                <a:cubicBezTo>
                  <a:pt x="58761" y="39940"/>
                  <a:pt x="61151" y="39940"/>
                  <a:pt x="61151" y="35670"/>
                </a:cubicBezTo>
                <a:cubicBezTo>
                  <a:pt x="61151" y="33106"/>
                  <a:pt x="58930" y="33106"/>
                  <a:pt x="55857" y="33106"/>
                </a:cubicBezTo>
                <a:lnTo>
                  <a:pt x="38433" y="33106"/>
                </a:lnTo>
                <a:lnTo>
                  <a:pt x="44413" y="9558"/>
                </a:lnTo>
                <a:cubicBezTo>
                  <a:pt x="45096" y="6998"/>
                  <a:pt x="45096" y="5976"/>
                  <a:pt x="45096" y="5804"/>
                </a:cubicBezTo>
                <a:cubicBezTo>
                  <a:pt x="45096" y="1707"/>
                  <a:pt x="41851" y="0"/>
                  <a:pt x="39116" y="0"/>
                </a:cubicBezTo>
                <a:cubicBezTo>
                  <a:pt x="37068" y="0"/>
                  <a:pt x="32626" y="1196"/>
                  <a:pt x="31089" y="6657"/>
                </a:cubicBezTo>
                <a:lnTo>
                  <a:pt x="24427" y="33106"/>
                </a:lnTo>
                <a:lnTo>
                  <a:pt x="5980" y="33106"/>
                </a:lnTo>
                <a:cubicBezTo>
                  <a:pt x="2393" y="33106"/>
                  <a:pt x="2221" y="33278"/>
                  <a:pt x="1538" y="33791"/>
                </a:cubicBezTo>
                <a:cubicBezTo>
                  <a:pt x="685" y="34474"/>
                  <a:pt x="0" y="36695"/>
                  <a:pt x="0" y="37547"/>
                </a:cubicBezTo>
                <a:cubicBezTo>
                  <a:pt x="514" y="39940"/>
                  <a:pt x="2052" y="39940"/>
                  <a:pt x="5469" y="39940"/>
                </a:cubicBezTo>
                <a:lnTo>
                  <a:pt x="22720" y="39940"/>
                </a:lnTo>
                <a:lnTo>
                  <a:pt x="12641" y="80190"/>
                </a:lnTo>
                <a:cubicBezTo>
                  <a:pt x="11616" y="84112"/>
                  <a:pt x="10251" y="89909"/>
                  <a:pt x="10251" y="91957"/>
                </a:cubicBezTo>
                <a:cubicBezTo>
                  <a:pt x="10251" y="101848"/>
                  <a:pt x="19131" y="108336"/>
                  <a:pt x="29551" y="108336"/>
                </a:cubicBezTo>
                <a:cubicBezTo>
                  <a:pt x="49195" y="108336"/>
                  <a:pt x="60809" y="84965"/>
                  <a:pt x="60809" y="82063"/>
                </a:cubicBezTo>
                <a:cubicBezTo>
                  <a:pt x="60809" y="81553"/>
                  <a:pt x="60468" y="79676"/>
                  <a:pt x="57564" y="79676"/>
                </a:cubicBezTo>
                <a:cubicBezTo>
                  <a:pt x="55344" y="79676"/>
                  <a:pt x="55002" y="80529"/>
                  <a:pt x="54148" y="82577"/>
                </a:cubicBezTo>
                <a:cubicBezTo>
                  <a:pt x="48341" y="95366"/>
                  <a:pt x="38605" y="102701"/>
                  <a:pt x="30234" y="102701"/>
                </a:cubicBezTo>
                <a:cubicBezTo>
                  <a:pt x="23917" y="102701"/>
                  <a:pt x="23744" y="96390"/>
                  <a:pt x="23744" y="94172"/>
                </a:cubicBezTo>
                <a:cubicBezTo>
                  <a:pt x="23744" y="91785"/>
                  <a:pt x="23744" y="91444"/>
                  <a:pt x="24599" y="88204"/>
                </a:cubicBezTo>
                <a:lnTo>
                  <a:pt x="36727" y="3994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pdf-path-100034">
            <a:extLst xmlns:a="http://schemas.openxmlformats.org/drawingml/2006/main">
              <a:ext uri="{FF2B5EF4-FFF2-40B4-BE49-F238E27FC236}">
                <a16:creationId xmlns:a16="http://schemas.microsoft.com/office/drawing/2014/main" id="{F1AE7283-2361-40F8-B301-372B5E21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7760" y="1481181"/>
            <a:ext cx="175252" cy="62553"/>
          </a:xfrm>
          <a:custGeom xmlns:a="http://schemas.openxmlformats.org/drawingml/2006/main">
            <a:pathLst>
              <a:path w="175252" h="62553">
                <a:moveTo>
                  <a:pt x="175252" y="8968"/>
                </a:moveTo>
                <a:cubicBezTo>
                  <a:pt x="175252" y="2053"/>
                  <a:pt x="172946" y="258"/>
                  <a:pt x="171409" y="258"/>
                </a:cubicBezTo>
                <a:cubicBezTo>
                  <a:pt x="168078" y="258"/>
                  <a:pt x="167821" y="6150"/>
                  <a:pt x="167566" y="9739"/>
                </a:cubicBezTo>
                <a:cubicBezTo>
                  <a:pt x="166542" y="28712"/>
                  <a:pt x="152194" y="47180"/>
                  <a:pt x="131438" y="47180"/>
                </a:cubicBezTo>
                <a:cubicBezTo>
                  <a:pt x="116578" y="47180"/>
                  <a:pt x="104790" y="38462"/>
                  <a:pt x="89418" y="24611"/>
                </a:cubicBezTo>
                <a:cubicBezTo>
                  <a:pt x="74304" y="10505"/>
                  <a:pt x="61235" y="0"/>
                  <a:pt x="43814" y="0"/>
                </a:cubicBezTo>
                <a:cubicBezTo>
                  <a:pt x="15884" y="0"/>
                  <a:pt x="0" y="28712"/>
                  <a:pt x="0" y="53588"/>
                </a:cubicBezTo>
                <a:cubicBezTo>
                  <a:pt x="0" y="60250"/>
                  <a:pt x="2048" y="62299"/>
                  <a:pt x="3843" y="62299"/>
                </a:cubicBezTo>
                <a:cubicBezTo>
                  <a:pt x="6662" y="62299"/>
                  <a:pt x="7686" y="57431"/>
                  <a:pt x="7686" y="56149"/>
                </a:cubicBezTo>
                <a:cubicBezTo>
                  <a:pt x="9223" y="23840"/>
                  <a:pt x="31257" y="15376"/>
                  <a:pt x="43814" y="15376"/>
                </a:cubicBezTo>
                <a:cubicBezTo>
                  <a:pt x="58674" y="15376"/>
                  <a:pt x="70457" y="24094"/>
                  <a:pt x="85833" y="37946"/>
                </a:cubicBezTo>
                <a:cubicBezTo>
                  <a:pt x="100947" y="52052"/>
                  <a:pt x="114017" y="62553"/>
                  <a:pt x="131438" y="62553"/>
                </a:cubicBezTo>
                <a:cubicBezTo>
                  <a:pt x="159368" y="62553"/>
                  <a:pt x="175252" y="33845"/>
                  <a:pt x="175252" y="896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pdf-path-100035">
            <a:extLst xmlns:a="http://schemas.openxmlformats.org/drawingml/2006/main">
              <a:ext uri="{FF2B5EF4-FFF2-40B4-BE49-F238E27FC236}">
                <a16:creationId xmlns:a16="http://schemas.microsoft.com/office/drawing/2014/main" id="{72B574CF-8681-4510-ACD5-F8E5A6AF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8023" y="1466168"/>
            <a:ext cx="142456" cy="113095"/>
          </a:xfrm>
          <a:custGeom xmlns:a="http://schemas.openxmlformats.org/drawingml/2006/main">
            <a:pathLst>
              <a:path w="142456" h="113095">
                <a:moveTo>
                  <a:pt x="63029" y="15889"/>
                </a:moveTo>
                <a:lnTo>
                  <a:pt x="92237" y="15889"/>
                </a:lnTo>
                <a:cubicBezTo>
                  <a:pt x="88394" y="32003"/>
                  <a:pt x="81733" y="58604"/>
                  <a:pt x="81733" y="79837"/>
                </a:cubicBezTo>
                <a:cubicBezTo>
                  <a:pt x="81733" y="81627"/>
                  <a:pt x="81733" y="91088"/>
                  <a:pt x="84039" y="100299"/>
                </a:cubicBezTo>
                <a:cubicBezTo>
                  <a:pt x="86600" y="110022"/>
                  <a:pt x="88906" y="113095"/>
                  <a:pt x="94032" y="113095"/>
                </a:cubicBezTo>
                <a:cubicBezTo>
                  <a:pt x="99412" y="113095"/>
                  <a:pt x="105049" y="108486"/>
                  <a:pt x="105049" y="102602"/>
                </a:cubicBezTo>
                <a:cubicBezTo>
                  <a:pt x="105049" y="100811"/>
                  <a:pt x="104790" y="100041"/>
                  <a:pt x="103255" y="96718"/>
                </a:cubicBezTo>
                <a:cubicBezTo>
                  <a:pt x="95310" y="78812"/>
                  <a:pt x="95310" y="59883"/>
                  <a:pt x="95310" y="53998"/>
                </a:cubicBezTo>
                <a:cubicBezTo>
                  <a:pt x="95310" y="47606"/>
                  <a:pt x="95310" y="36351"/>
                  <a:pt x="99669" y="15889"/>
                </a:cubicBezTo>
                <a:lnTo>
                  <a:pt x="129644" y="15889"/>
                </a:lnTo>
                <a:cubicBezTo>
                  <a:pt x="132975" y="15889"/>
                  <a:pt x="142456" y="15889"/>
                  <a:pt x="142456" y="6662"/>
                </a:cubicBezTo>
                <a:cubicBezTo>
                  <a:pt x="142456" y="0"/>
                  <a:pt x="136818" y="0"/>
                  <a:pt x="131950" y="0"/>
                </a:cubicBezTo>
                <a:lnTo>
                  <a:pt x="43302" y="0"/>
                </a:lnTo>
                <a:cubicBezTo>
                  <a:pt x="37152" y="0"/>
                  <a:pt x="28183" y="0"/>
                  <a:pt x="16142" y="12045"/>
                </a:cubicBezTo>
                <a:cubicBezTo>
                  <a:pt x="9223" y="18957"/>
                  <a:pt x="0" y="33024"/>
                  <a:pt x="0" y="35073"/>
                </a:cubicBezTo>
                <a:cubicBezTo>
                  <a:pt x="0" y="37884"/>
                  <a:pt x="2818" y="37884"/>
                  <a:pt x="3585" y="37884"/>
                </a:cubicBezTo>
                <a:cubicBezTo>
                  <a:pt x="5638" y="37884"/>
                  <a:pt x="6150" y="37375"/>
                  <a:pt x="7686" y="34814"/>
                </a:cubicBezTo>
                <a:cubicBezTo>
                  <a:pt x="20239" y="15889"/>
                  <a:pt x="35870" y="15889"/>
                  <a:pt x="40995" y="15889"/>
                </a:cubicBezTo>
                <a:lnTo>
                  <a:pt x="55597" y="15889"/>
                </a:lnTo>
                <a:cubicBezTo>
                  <a:pt x="44580" y="54511"/>
                  <a:pt x="26902" y="90834"/>
                  <a:pt x="25110" y="94670"/>
                </a:cubicBezTo>
                <a:cubicBezTo>
                  <a:pt x="23317" y="98251"/>
                  <a:pt x="20752" y="103622"/>
                  <a:pt x="20752" y="105671"/>
                </a:cubicBezTo>
                <a:cubicBezTo>
                  <a:pt x="20752" y="108998"/>
                  <a:pt x="23058" y="113095"/>
                  <a:pt x="28695" y="113095"/>
                </a:cubicBezTo>
                <a:cubicBezTo>
                  <a:pt x="37918" y="113095"/>
                  <a:pt x="40225" y="103880"/>
                  <a:pt x="45604" y="83160"/>
                </a:cubicBezTo>
                <a:lnTo>
                  <a:pt x="63029" y="1588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pdf-path-100036">
            <a:extLst xmlns:a="http://schemas.openxmlformats.org/drawingml/2006/main">
              <a:ext uri="{FF2B5EF4-FFF2-40B4-BE49-F238E27FC236}">
                <a16:creationId xmlns:a16="http://schemas.microsoft.com/office/drawing/2014/main" id="{EACB9B68-C531-40E4-8159-302460B8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4819" y="1486591"/>
            <a:ext cx="80112" cy="121936"/>
          </a:xfrm>
          <a:custGeom xmlns:a="http://schemas.openxmlformats.org/drawingml/2006/main">
            <a:pathLst>
              <a:path w="80112" h="121936">
                <a:moveTo>
                  <a:pt x="80112" y="38259"/>
                </a:moveTo>
                <a:cubicBezTo>
                  <a:pt x="80112" y="18448"/>
                  <a:pt x="71740" y="0"/>
                  <a:pt x="54660" y="0"/>
                </a:cubicBezTo>
                <a:cubicBezTo>
                  <a:pt x="28013" y="0"/>
                  <a:pt x="0" y="44576"/>
                  <a:pt x="0" y="83684"/>
                </a:cubicBezTo>
                <a:cubicBezTo>
                  <a:pt x="0" y="105883"/>
                  <a:pt x="9565" y="121936"/>
                  <a:pt x="25451" y="121936"/>
                </a:cubicBezTo>
                <a:cubicBezTo>
                  <a:pt x="52268" y="121936"/>
                  <a:pt x="80112" y="76684"/>
                  <a:pt x="80112" y="38259"/>
                </a:cubicBezTo>
                <a:moveTo>
                  <a:pt x="19814" y="57556"/>
                </a:moveTo>
                <a:cubicBezTo>
                  <a:pt x="30916" y="15203"/>
                  <a:pt x="46461" y="5637"/>
                  <a:pt x="54489" y="5637"/>
                </a:cubicBezTo>
                <a:cubicBezTo>
                  <a:pt x="66447" y="5637"/>
                  <a:pt x="66447" y="26131"/>
                  <a:pt x="66447" y="28693"/>
                </a:cubicBezTo>
                <a:cubicBezTo>
                  <a:pt x="66447" y="30231"/>
                  <a:pt x="66447" y="40135"/>
                  <a:pt x="61834" y="57556"/>
                </a:cubicBezTo>
                <a:lnTo>
                  <a:pt x="19814" y="57556"/>
                </a:lnTo>
                <a:moveTo>
                  <a:pt x="60126" y="64387"/>
                </a:moveTo>
                <a:cubicBezTo>
                  <a:pt x="50561" y="102980"/>
                  <a:pt x="35017" y="116300"/>
                  <a:pt x="25623" y="116300"/>
                </a:cubicBezTo>
                <a:cubicBezTo>
                  <a:pt x="14349" y="116300"/>
                  <a:pt x="13666" y="99054"/>
                  <a:pt x="13666" y="93247"/>
                </a:cubicBezTo>
                <a:cubicBezTo>
                  <a:pt x="13666" y="87440"/>
                  <a:pt x="14349" y="79929"/>
                  <a:pt x="18106" y="64387"/>
                </a:cubicBezTo>
                <a:lnTo>
                  <a:pt x="60126" y="6438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pdf-path-100037">
            <a:extLst xmlns:a="http://schemas.openxmlformats.org/drawingml/2006/main">
              <a:ext uri="{FF2B5EF4-FFF2-40B4-BE49-F238E27FC236}">
                <a16:creationId xmlns:a16="http://schemas.microsoft.com/office/drawing/2014/main" id="{7504B06F-2F38-4F29-84F1-78D55351C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8303" y="1384351"/>
            <a:ext cx="61489" cy="255965"/>
          </a:xfrm>
          <a:custGeom xmlns:a="http://schemas.openxmlformats.org/drawingml/2006/main">
            <a:pathLst>
              <a:path w="61489" h="255965">
                <a:moveTo>
                  <a:pt x="61489" y="253150"/>
                </a:moveTo>
                <a:cubicBezTo>
                  <a:pt x="61489" y="251867"/>
                  <a:pt x="60723" y="251097"/>
                  <a:pt x="59183" y="249307"/>
                </a:cubicBezTo>
                <a:cubicBezTo>
                  <a:pt x="26132" y="219070"/>
                  <a:pt x="16139" y="172949"/>
                  <a:pt x="16139" y="128115"/>
                </a:cubicBezTo>
                <a:cubicBezTo>
                  <a:pt x="16139" y="88398"/>
                  <a:pt x="23828" y="40229"/>
                  <a:pt x="59953" y="5895"/>
                </a:cubicBezTo>
                <a:cubicBezTo>
                  <a:pt x="60977" y="4871"/>
                  <a:pt x="61489" y="4101"/>
                  <a:pt x="61489" y="2818"/>
                </a:cubicBezTo>
                <a:cubicBezTo>
                  <a:pt x="61489" y="1028"/>
                  <a:pt x="60211" y="0"/>
                  <a:pt x="58416" y="0"/>
                </a:cubicBezTo>
                <a:cubicBezTo>
                  <a:pt x="55340" y="0"/>
                  <a:pt x="32281" y="18453"/>
                  <a:pt x="18445" y="46379"/>
                </a:cubicBezTo>
                <a:cubicBezTo>
                  <a:pt x="6150" y="70977"/>
                  <a:pt x="0" y="97367"/>
                  <a:pt x="0" y="127857"/>
                </a:cubicBezTo>
                <a:cubicBezTo>
                  <a:pt x="0" y="146306"/>
                  <a:pt x="2303" y="175514"/>
                  <a:pt x="16397" y="205746"/>
                </a:cubicBezTo>
                <a:cubicBezTo>
                  <a:pt x="31515" y="237261"/>
                  <a:pt x="55340" y="255965"/>
                  <a:pt x="58416" y="255965"/>
                </a:cubicBezTo>
                <a:cubicBezTo>
                  <a:pt x="60211" y="255965"/>
                  <a:pt x="61489" y="254940"/>
                  <a:pt x="61489" y="25315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pdf-path-100038">
            <a:extLst xmlns:a="http://schemas.openxmlformats.org/drawingml/2006/main">
              <a:ext uri="{FF2B5EF4-FFF2-40B4-BE49-F238E27FC236}">
                <a16:creationId xmlns:a16="http://schemas.microsoft.com/office/drawing/2014/main" id="{B18409AB-93B5-4FFF-B601-865E5077D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5599" y="1463166"/>
            <a:ext cx="120934" cy="116097"/>
          </a:xfrm>
          <a:custGeom xmlns:a="http://schemas.openxmlformats.org/drawingml/2006/main">
            <a:pathLst>
              <a:path w="120934" h="116097">
                <a:moveTo>
                  <a:pt x="87112" y="15889"/>
                </a:moveTo>
                <a:cubicBezTo>
                  <a:pt x="82245" y="6662"/>
                  <a:pt x="74300" y="0"/>
                  <a:pt x="62771" y="0"/>
                </a:cubicBezTo>
                <a:cubicBezTo>
                  <a:pt x="33051" y="0"/>
                  <a:pt x="0" y="35369"/>
                  <a:pt x="0" y="74582"/>
                </a:cubicBezTo>
                <a:cubicBezTo>
                  <a:pt x="0" y="102774"/>
                  <a:pt x="17937" y="116097"/>
                  <a:pt x="35100" y="116097"/>
                </a:cubicBezTo>
                <a:cubicBezTo>
                  <a:pt x="51754" y="116097"/>
                  <a:pt x="65336" y="102261"/>
                  <a:pt x="69433" y="97390"/>
                </a:cubicBezTo>
                <a:cubicBezTo>
                  <a:pt x="72252" y="111488"/>
                  <a:pt x="85063" y="116097"/>
                  <a:pt x="93261" y="116097"/>
                </a:cubicBezTo>
                <a:cubicBezTo>
                  <a:pt x="100694" y="116097"/>
                  <a:pt x="107098" y="112770"/>
                  <a:pt x="112735" y="102003"/>
                </a:cubicBezTo>
                <a:cubicBezTo>
                  <a:pt x="117348" y="93547"/>
                  <a:pt x="120934" y="77659"/>
                  <a:pt x="120934" y="76631"/>
                </a:cubicBezTo>
                <a:cubicBezTo>
                  <a:pt x="120934" y="75353"/>
                  <a:pt x="120163" y="73558"/>
                  <a:pt x="117602" y="73558"/>
                </a:cubicBezTo>
                <a:cubicBezTo>
                  <a:pt x="114529" y="73558"/>
                  <a:pt x="114271" y="74836"/>
                  <a:pt x="113247" y="79707"/>
                </a:cubicBezTo>
                <a:cubicBezTo>
                  <a:pt x="107610" y="102003"/>
                  <a:pt x="101972" y="109693"/>
                  <a:pt x="94032" y="109693"/>
                </a:cubicBezTo>
                <a:cubicBezTo>
                  <a:pt x="87624" y="109693"/>
                  <a:pt x="86088" y="103544"/>
                  <a:pt x="86088" y="97903"/>
                </a:cubicBezTo>
                <a:cubicBezTo>
                  <a:pt x="86088" y="93035"/>
                  <a:pt x="87370" y="87910"/>
                  <a:pt x="89676" y="78937"/>
                </a:cubicBezTo>
                <a:lnTo>
                  <a:pt x="96080" y="52540"/>
                </a:lnTo>
                <a:cubicBezTo>
                  <a:pt x="97875" y="46133"/>
                  <a:pt x="102484" y="26909"/>
                  <a:pt x="103512" y="23066"/>
                </a:cubicBezTo>
                <a:cubicBezTo>
                  <a:pt x="104537" y="19477"/>
                  <a:pt x="106073" y="13328"/>
                  <a:pt x="106073" y="12557"/>
                </a:cubicBezTo>
                <a:cubicBezTo>
                  <a:pt x="106073" y="8456"/>
                  <a:pt x="102742" y="5125"/>
                  <a:pt x="98129" y="5125"/>
                </a:cubicBezTo>
                <a:cubicBezTo>
                  <a:pt x="94798" y="5125"/>
                  <a:pt x="88394" y="7174"/>
                  <a:pt x="87112" y="15889"/>
                </a:cubicBezTo>
                <a:moveTo>
                  <a:pt x="70457" y="82014"/>
                </a:moveTo>
                <a:cubicBezTo>
                  <a:pt x="69179" y="86885"/>
                  <a:pt x="69179" y="87139"/>
                  <a:pt x="65078" y="92011"/>
                </a:cubicBezTo>
                <a:cubicBezTo>
                  <a:pt x="55855" y="103032"/>
                  <a:pt x="45350" y="109693"/>
                  <a:pt x="35870" y="109693"/>
                </a:cubicBezTo>
                <a:cubicBezTo>
                  <a:pt x="23317" y="109693"/>
                  <a:pt x="18961" y="96624"/>
                  <a:pt x="18961" y="85603"/>
                </a:cubicBezTo>
                <a:cubicBezTo>
                  <a:pt x="18961" y="73042"/>
                  <a:pt x="26389" y="43568"/>
                  <a:pt x="32538" y="31268"/>
                </a:cubicBezTo>
                <a:cubicBezTo>
                  <a:pt x="40737" y="15889"/>
                  <a:pt x="52525" y="6408"/>
                  <a:pt x="62771" y="6408"/>
                </a:cubicBezTo>
                <a:cubicBezTo>
                  <a:pt x="79938" y="6408"/>
                  <a:pt x="83781" y="26909"/>
                  <a:pt x="83781" y="28704"/>
                </a:cubicBezTo>
                <a:cubicBezTo>
                  <a:pt x="83781" y="29986"/>
                  <a:pt x="83268" y="31522"/>
                  <a:pt x="83015" y="32551"/>
                </a:cubicBezTo>
                <a:lnTo>
                  <a:pt x="70457" y="8201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pdf-path-100039">
            <a:extLst xmlns:a="http://schemas.openxmlformats.org/drawingml/2006/main">
              <a:ext uri="{FF2B5EF4-FFF2-40B4-BE49-F238E27FC236}">
                <a16:creationId xmlns:a16="http://schemas.microsoft.com/office/drawing/2014/main" id="{645451E1-390B-42A3-926A-34BF55837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3564" y="1498304"/>
            <a:ext cx="61151" cy="108336"/>
          </a:xfrm>
          <a:custGeom xmlns:a="http://schemas.openxmlformats.org/drawingml/2006/main">
            <a:pathLst>
              <a:path w="61151" h="108336">
                <a:moveTo>
                  <a:pt x="36727" y="39939"/>
                </a:moveTo>
                <a:lnTo>
                  <a:pt x="55344" y="39939"/>
                </a:lnTo>
                <a:cubicBezTo>
                  <a:pt x="58761" y="39939"/>
                  <a:pt x="61151" y="39939"/>
                  <a:pt x="61151" y="35670"/>
                </a:cubicBezTo>
                <a:cubicBezTo>
                  <a:pt x="61151" y="33106"/>
                  <a:pt x="58930" y="33106"/>
                  <a:pt x="55857" y="33106"/>
                </a:cubicBezTo>
                <a:lnTo>
                  <a:pt x="38433" y="33106"/>
                </a:lnTo>
                <a:lnTo>
                  <a:pt x="44413" y="9558"/>
                </a:lnTo>
                <a:cubicBezTo>
                  <a:pt x="45096" y="6998"/>
                  <a:pt x="45096" y="5976"/>
                  <a:pt x="45096" y="5804"/>
                </a:cubicBezTo>
                <a:cubicBezTo>
                  <a:pt x="45096" y="1707"/>
                  <a:pt x="41851" y="0"/>
                  <a:pt x="39116" y="0"/>
                </a:cubicBezTo>
                <a:cubicBezTo>
                  <a:pt x="37068" y="0"/>
                  <a:pt x="32626" y="1196"/>
                  <a:pt x="31089" y="6657"/>
                </a:cubicBezTo>
                <a:lnTo>
                  <a:pt x="24427" y="33106"/>
                </a:lnTo>
                <a:lnTo>
                  <a:pt x="5980" y="33106"/>
                </a:lnTo>
                <a:cubicBezTo>
                  <a:pt x="2393" y="33106"/>
                  <a:pt x="2221" y="33278"/>
                  <a:pt x="1538" y="33791"/>
                </a:cubicBezTo>
                <a:cubicBezTo>
                  <a:pt x="685" y="34474"/>
                  <a:pt x="0" y="36695"/>
                  <a:pt x="0" y="37547"/>
                </a:cubicBezTo>
                <a:cubicBezTo>
                  <a:pt x="514" y="39939"/>
                  <a:pt x="2052" y="39939"/>
                  <a:pt x="5469" y="39939"/>
                </a:cubicBezTo>
                <a:lnTo>
                  <a:pt x="22720" y="39939"/>
                </a:lnTo>
                <a:lnTo>
                  <a:pt x="12641" y="80190"/>
                </a:lnTo>
                <a:cubicBezTo>
                  <a:pt x="11616" y="84112"/>
                  <a:pt x="10251" y="89909"/>
                  <a:pt x="10251" y="91957"/>
                </a:cubicBezTo>
                <a:cubicBezTo>
                  <a:pt x="10251" y="101848"/>
                  <a:pt x="19131" y="108336"/>
                  <a:pt x="29551" y="108336"/>
                </a:cubicBezTo>
                <a:cubicBezTo>
                  <a:pt x="49195" y="108336"/>
                  <a:pt x="60809" y="84965"/>
                  <a:pt x="60809" y="82063"/>
                </a:cubicBezTo>
                <a:cubicBezTo>
                  <a:pt x="60809" y="81553"/>
                  <a:pt x="60468" y="79676"/>
                  <a:pt x="57564" y="79676"/>
                </a:cubicBezTo>
                <a:cubicBezTo>
                  <a:pt x="55344" y="79676"/>
                  <a:pt x="55002" y="80529"/>
                  <a:pt x="54148" y="82577"/>
                </a:cubicBezTo>
                <a:cubicBezTo>
                  <a:pt x="48341" y="95366"/>
                  <a:pt x="38605" y="102701"/>
                  <a:pt x="30234" y="102701"/>
                </a:cubicBezTo>
                <a:cubicBezTo>
                  <a:pt x="23917" y="102701"/>
                  <a:pt x="23744" y="96390"/>
                  <a:pt x="23744" y="94172"/>
                </a:cubicBezTo>
                <a:cubicBezTo>
                  <a:pt x="23744" y="91785"/>
                  <a:pt x="23744" y="91444"/>
                  <a:pt x="24599" y="88204"/>
                </a:cubicBezTo>
                <a:lnTo>
                  <a:pt x="36727" y="3993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pdf-path-100040">
            <a:extLst xmlns:a="http://schemas.openxmlformats.org/drawingml/2006/main">
              <a:ext uri="{FF2B5EF4-FFF2-40B4-BE49-F238E27FC236}">
                <a16:creationId xmlns:a16="http://schemas.microsoft.com/office/drawing/2014/main" id="{943B0F1E-2D48-4887-B7C3-D0DC26F7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4163" y="1384351"/>
            <a:ext cx="11017" cy="256214"/>
          </a:xfrm>
          <a:custGeom xmlns:a="http://schemas.openxmlformats.org/drawingml/2006/main">
            <a:pathLst>
              <a:path w="11017" h="256214">
                <a:moveTo>
                  <a:pt x="11017" y="9480"/>
                </a:moveTo>
                <a:cubicBezTo>
                  <a:pt x="11017" y="5125"/>
                  <a:pt x="11017" y="0"/>
                  <a:pt x="5638" y="0"/>
                </a:cubicBezTo>
                <a:cubicBezTo>
                  <a:pt x="0" y="0"/>
                  <a:pt x="0" y="4871"/>
                  <a:pt x="0" y="9480"/>
                </a:cubicBezTo>
                <a:lnTo>
                  <a:pt x="0" y="246738"/>
                </a:lnTo>
                <a:cubicBezTo>
                  <a:pt x="0" y="251093"/>
                  <a:pt x="0" y="256214"/>
                  <a:pt x="5384" y="256214"/>
                </a:cubicBezTo>
                <a:cubicBezTo>
                  <a:pt x="11017" y="256214"/>
                  <a:pt x="11017" y="251347"/>
                  <a:pt x="11017" y="246738"/>
                </a:cubicBezTo>
                <a:lnTo>
                  <a:pt x="11017" y="948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pdf-path-100041">
            <a:extLst xmlns:a="http://schemas.openxmlformats.org/drawingml/2006/main">
              <a:ext uri="{FF2B5EF4-FFF2-40B4-BE49-F238E27FC236}">
                <a16:creationId xmlns:a16="http://schemas.microsoft.com/office/drawing/2014/main" id="{CF20F367-6BF5-4425-A7D4-8492F34F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3047" y="1463166"/>
            <a:ext cx="96339" cy="116097"/>
          </a:xfrm>
          <a:custGeom xmlns:a="http://schemas.openxmlformats.org/drawingml/2006/main">
            <a:pathLst>
              <a:path w="96339" h="116097">
                <a:moveTo>
                  <a:pt x="88136" y="17515"/>
                </a:moveTo>
                <a:cubicBezTo>
                  <a:pt x="77120" y="18543"/>
                  <a:pt x="76095" y="27253"/>
                  <a:pt x="76095" y="29048"/>
                </a:cubicBezTo>
                <a:cubicBezTo>
                  <a:pt x="76095" y="33403"/>
                  <a:pt x="79426" y="36734"/>
                  <a:pt x="84293" y="36734"/>
                </a:cubicBezTo>
                <a:cubicBezTo>
                  <a:pt x="91467" y="36734"/>
                  <a:pt x="96339" y="30838"/>
                  <a:pt x="96339" y="22386"/>
                </a:cubicBezTo>
                <a:cubicBezTo>
                  <a:pt x="96339" y="9508"/>
                  <a:pt x="83781" y="0"/>
                  <a:pt x="64824" y="0"/>
                </a:cubicBezTo>
                <a:cubicBezTo>
                  <a:pt x="30491" y="0"/>
                  <a:pt x="20752" y="25717"/>
                  <a:pt x="20752" y="37500"/>
                </a:cubicBezTo>
                <a:cubicBezTo>
                  <a:pt x="20752" y="47215"/>
                  <a:pt x="25623" y="52329"/>
                  <a:pt x="28950" y="55398"/>
                </a:cubicBezTo>
                <a:cubicBezTo>
                  <a:pt x="34076" y="60258"/>
                  <a:pt x="40995" y="61790"/>
                  <a:pt x="50218" y="63581"/>
                </a:cubicBezTo>
                <a:cubicBezTo>
                  <a:pt x="61747" y="65883"/>
                  <a:pt x="64308" y="66392"/>
                  <a:pt x="68921" y="69719"/>
                </a:cubicBezTo>
                <a:cubicBezTo>
                  <a:pt x="73022" y="72784"/>
                  <a:pt x="75329" y="76881"/>
                  <a:pt x="75329" y="82264"/>
                </a:cubicBezTo>
                <a:cubicBezTo>
                  <a:pt x="75329" y="88926"/>
                  <a:pt x="69179" y="109693"/>
                  <a:pt x="38177" y="109693"/>
                </a:cubicBezTo>
                <a:cubicBezTo>
                  <a:pt x="32281" y="109693"/>
                  <a:pt x="14348" y="108923"/>
                  <a:pt x="8711" y="97124"/>
                </a:cubicBezTo>
                <a:cubicBezTo>
                  <a:pt x="21522" y="97124"/>
                  <a:pt x="24083" y="86874"/>
                  <a:pt x="24083" y="83289"/>
                </a:cubicBezTo>
                <a:cubicBezTo>
                  <a:pt x="24083" y="75602"/>
                  <a:pt x="17167" y="74062"/>
                  <a:pt x="14348" y="74062"/>
                </a:cubicBezTo>
                <a:cubicBezTo>
                  <a:pt x="9735" y="74062"/>
                  <a:pt x="0" y="77651"/>
                  <a:pt x="0" y="90975"/>
                </a:cubicBezTo>
                <a:cubicBezTo>
                  <a:pt x="0" y="106871"/>
                  <a:pt x="16142" y="116097"/>
                  <a:pt x="37919" y="116097"/>
                </a:cubicBezTo>
                <a:cubicBezTo>
                  <a:pt x="80963" y="116097"/>
                  <a:pt x="90443" y="84567"/>
                  <a:pt x="90443" y="73554"/>
                </a:cubicBezTo>
                <a:cubicBezTo>
                  <a:pt x="90443" y="63835"/>
                  <a:pt x="85064" y="57701"/>
                  <a:pt x="81987" y="54632"/>
                </a:cubicBezTo>
                <a:cubicBezTo>
                  <a:pt x="75329" y="47728"/>
                  <a:pt x="67127" y="46195"/>
                  <a:pt x="58162" y="44405"/>
                </a:cubicBezTo>
                <a:cubicBezTo>
                  <a:pt x="55085" y="43638"/>
                  <a:pt x="49448" y="42614"/>
                  <a:pt x="48682" y="42360"/>
                </a:cubicBezTo>
                <a:cubicBezTo>
                  <a:pt x="40225" y="40569"/>
                  <a:pt x="35612" y="35451"/>
                  <a:pt x="35612" y="29048"/>
                </a:cubicBezTo>
                <a:cubicBezTo>
                  <a:pt x="35612" y="26229"/>
                  <a:pt x="37406" y="18031"/>
                  <a:pt x="44580" y="12350"/>
                </a:cubicBezTo>
                <a:cubicBezTo>
                  <a:pt x="51755" y="6666"/>
                  <a:pt x="61493" y="6408"/>
                  <a:pt x="64824" y="6408"/>
                </a:cubicBezTo>
                <a:cubicBezTo>
                  <a:pt x="73789" y="6408"/>
                  <a:pt x="84293" y="9250"/>
                  <a:pt x="88136" y="1751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pdf-path-100042">
            <a:extLst xmlns:a="http://schemas.openxmlformats.org/drawingml/2006/main">
              <a:ext uri="{FF2B5EF4-FFF2-40B4-BE49-F238E27FC236}">
                <a16:creationId xmlns:a16="http://schemas.microsoft.com/office/drawing/2014/main" id="{CF6FADE2-BC2F-494D-8D4F-6CDB3A1D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1363" y="1498304"/>
            <a:ext cx="61151" cy="108336"/>
          </a:xfrm>
          <a:custGeom xmlns:a="http://schemas.openxmlformats.org/drawingml/2006/main">
            <a:pathLst>
              <a:path w="61151" h="108336">
                <a:moveTo>
                  <a:pt x="36727" y="39939"/>
                </a:moveTo>
                <a:lnTo>
                  <a:pt x="55344" y="39939"/>
                </a:lnTo>
                <a:cubicBezTo>
                  <a:pt x="58761" y="39939"/>
                  <a:pt x="61151" y="39939"/>
                  <a:pt x="61151" y="35670"/>
                </a:cubicBezTo>
                <a:cubicBezTo>
                  <a:pt x="61151" y="33106"/>
                  <a:pt x="58930" y="33106"/>
                  <a:pt x="55857" y="33106"/>
                </a:cubicBezTo>
                <a:lnTo>
                  <a:pt x="38433" y="33106"/>
                </a:lnTo>
                <a:lnTo>
                  <a:pt x="44413" y="9558"/>
                </a:lnTo>
                <a:cubicBezTo>
                  <a:pt x="45096" y="6998"/>
                  <a:pt x="45096" y="5976"/>
                  <a:pt x="45096" y="5804"/>
                </a:cubicBezTo>
                <a:cubicBezTo>
                  <a:pt x="45096" y="1707"/>
                  <a:pt x="41851" y="0"/>
                  <a:pt x="39116" y="0"/>
                </a:cubicBezTo>
                <a:cubicBezTo>
                  <a:pt x="37068" y="0"/>
                  <a:pt x="32626" y="1196"/>
                  <a:pt x="31089" y="6657"/>
                </a:cubicBezTo>
                <a:lnTo>
                  <a:pt x="24427" y="33106"/>
                </a:lnTo>
                <a:lnTo>
                  <a:pt x="5980" y="33106"/>
                </a:lnTo>
                <a:cubicBezTo>
                  <a:pt x="2393" y="33106"/>
                  <a:pt x="2221" y="33278"/>
                  <a:pt x="1538" y="33791"/>
                </a:cubicBezTo>
                <a:cubicBezTo>
                  <a:pt x="685" y="34474"/>
                  <a:pt x="0" y="36695"/>
                  <a:pt x="0" y="37547"/>
                </a:cubicBezTo>
                <a:cubicBezTo>
                  <a:pt x="514" y="39939"/>
                  <a:pt x="2052" y="39939"/>
                  <a:pt x="5469" y="39939"/>
                </a:cubicBezTo>
                <a:lnTo>
                  <a:pt x="22720" y="39939"/>
                </a:lnTo>
                <a:lnTo>
                  <a:pt x="12641" y="80190"/>
                </a:lnTo>
                <a:cubicBezTo>
                  <a:pt x="11616" y="84112"/>
                  <a:pt x="10251" y="89909"/>
                  <a:pt x="10251" y="91957"/>
                </a:cubicBezTo>
                <a:cubicBezTo>
                  <a:pt x="10251" y="101848"/>
                  <a:pt x="19131" y="108336"/>
                  <a:pt x="29551" y="108336"/>
                </a:cubicBezTo>
                <a:cubicBezTo>
                  <a:pt x="49195" y="108336"/>
                  <a:pt x="60809" y="84965"/>
                  <a:pt x="60809" y="82063"/>
                </a:cubicBezTo>
                <a:cubicBezTo>
                  <a:pt x="60809" y="81553"/>
                  <a:pt x="60468" y="79676"/>
                  <a:pt x="57564" y="79676"/>
                </a:cubicBezTo>
                <a:cubicBezTo>
                  <a:pt x="55344" y="79676"/>
                  <a:pt x="55002" y="80529"/>
                  <a:pt x="54148" y="82577"/>
                </a:cubicBezTo>
                <a:cubicBezTo>
                  <a:pt x="48341" y="95366"/>
                  <a:pt x="38605" y="102701"/>
                  <a:pt x="30234" y="102701"/>
                </a:cubicBezTo>
                <a:cubicBezTo>
                  <a:pt x="23917" y="102701"/>
                  <a:pt x="23744" y="96390"/>
                  <a:pt x="23744" y="94172"/>
                </a:cubicBezTo>
                <a:cubicBezTo>
                  <a:pt x="23744" y="91785"/>
                  <a:pt x="23744" y="91444"/>
                  <a:pt x="24599" y="88204"/>
                </a:cubicBezTo>
                <a:lnTo>
                  <a:pt x="36727" y="3993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pdf-path-100043">
            <a:extLst xmlns:a="http://schemas.openxmlformats.org/drawingml/2006/main">
              <a:ext uri="{FF2B5EF4-FFF2-40B4-BE49-F238E27FC236}">
                <a16:creationId xmlns:a16="http://schemas.microsoft.com/office/drawing/2014/main" id="{1D6FB89D-6E8C-4530-9792-859DD4C7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0357" y="1548844"/>
            <a:ext cx="30487" cy="77209"/>
          </a:xfrm>
          <a:custGeom xmlns:a="http://schemas.openxmlformats.org/drawingml/2006/main">
            <a:pathLst>
              <a:path w="30487" h="77209">
                <a:moveTo>
                  <a:pt x="24082" y="23570"/>
                </a:moveTo>
                <a:cubicBezTo>
                  <a:pt x="24082" y="32034"/>
                  <a:pt x="24082" y="53088"/>
                  <a:pt x="5121" y="71318"/>
                </a:cubicBezTo>
                <a:cubicBezTo>
                  <a:pt x="3585" y="72854"/>
                  <a:pt x="3585" y="73112"/>
                  <a:pt x="3585" y="74136"/>
                </a:cubicBezTo>
                <a:cubicBezTo>
                  <a:pt x="3585" y="75931"/>
                  <a:pt x="5379" y="77209"/>
                  <a:pt x="6915" y="77209"/>
                </a:cubicBezTo>
                <a:cubicBezTo>
                  <a:pt x="9735" y="77209"/>
                  <a:pt x="30487" y="57196"/>
                  <a:pt x="30487" y="27155"/>
                </a:cubicBezTo>
                <a:cubicBezTo>
                  <a:pt x="30487" y="11271"/>
                  <a:pt x="24852" y="0"/>
                  <a:pt x="13836" y="0"/>
                </a:cubicBezTo>
                <a:cubicBezTo>
                  <a:pt x="5121" y="0"/>
                  <a:pt x="0" y="6662"/>
                  <a:pt x="0" y="13836"/>
                </a:cubicBezTo>
                <a:cubicBezTo>
                  <a:pt x="0" y="21010"/>
                  <a:pt x="5121" y="27668"/>
                  <a:pt x="13836" y="27668"/>
                </a:cubicBezTo>
                <a:cubicBezTo>
                  <a:pt x="17679" y="27668"/>
                  <a:pt x="21522" y="26389"/>
                  <a:pt x="24082" y="2357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pdf-path-100044">
            <a:extLst xmlns:a="http://schemas.openxmlformats.org/drawingml/2006/main">
              <a:ext uri="{FF2B5EF4-FFF2-40B4-BE49-F238E27FC236}">
                <a16:creationId xmlns:a16="http://schemas.microsoft.com/office/drawing/2014/main" id="{1E0D21A1-C176-4686-9DAF-227AE1B4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6172" y="1463166"/>
            <a:ext cx="110941" cy="116097"/>
          </a:xfrm>
          <a:custGeom xmlns:a="http://schemas.openxmlformats.org/drawingml/2006/main">
            <a:pathLst>
              <a:path w="110941" h="116097">
                <a:moveTo>
                  <a:pt x="24340" y="91499"/>
                </a:moveTo>
                <a:cubicBezTo>
                  <a:pt x="29720" y="85091"/>
                  <a:pt x="43814" y="72276"/>
                  <a:pt x="54831" y="63049"/>
                </a:cubicBezTo>
                <a:cubicBezTo>
                  <a:pt x="73789" y="46899"/>
                  <a:pt x="79684" y="41261"/>
                  <a:pt x="83015" y="37672"/>
                </a:cubicBezTo>
                <a:cubicBezTo>
                  <a:pt x="104025" y="17425"/>
                  <a:pt x="110941" y="4359"/>
                  <a:pt x="110941" y="2819"/>
                </a:cubicBezTo>
                <a:cubicBezTo>
                  <a:pt x="110941" y="2565"/>
                  <a:pt x="110941" y="0"/>
                  <a:pt x="107610" y="0"/>
                </a:cubicBezTo>
                <a:cubicBezTo>
                  <a:pt x="105303" y="0"/>
                  <a:pt x="104791" y="770"/>
                  <a:pt x="103513" y="2819"/>
                </a:cubicBezTo>
                <a:cubicBezTo>
                  <a:pt x="100182" y="7944"/>
                  <a:pt x="93262" y="18961"/>
                  <a:pt x="84551" y="18961"/>
                </a:cubicBezTo>
                <a:cubicBezTo>
                  <a:pt x="79426" y="18961"/>
                  <a:pt x="76095" y="16142"/>
                  <a:pt x="70204" y="9481"/>
                </a:cubicBezTo>
                <a:cubicBezTo>
                  <a:pt x="64054" y="2819"/>
                  <a:pt x="59186" y="0"/>
                  <a:pt x="52525" y="0"/>
                </a:cubicBezTo>
                <a:cubicBezTo>
                  <a:pt x="32797" y="0"/>
                  <a:pt x="20755" y="23575"/>
                  <a:pt x="20755" y="29982"/>
                </a:cubicBezTo>
                <a:cubicBezTo>
                  <a:pt x="20755" y="30752"/>
                  <a:pt x="21268" y="32805"/>
                  <a:pt x="24083" y="32805"/>
                </a:cubicBezTo>
                <a:cubicBezTo>
                  <a:pt x="26648" y="32805"/>
                  <a:pt x="27413" y="31264"/>
                  <a:pt x="27672" y="30494"/>
                </a:cubicBezTo>
                <a:cubicBezTo>
                  <a:pt x="32539" y="18195"/>
                  <a:pt x="47657" y="18195"/>
                  <a:pt x="49705" y="18195"/>
                </a:cubicBezTo>
                <a:cubicBezTo>
                  <a:pt x="55598" y="18195"/>
                  <a:pt x="61747" y="19985"/>
                  <a:pt x="67384" y="22038"/>
                </a:cubicBezTo>
                <a:cubicBezTo>
                  <a:pt x="77635" y="25369"/>
                  <a:pt x="81991" y="25369"/>
                  <a:pt x="85834" y="25369"/>
                </a:cubicBezTo>
                <a:cubicBezTo>
                  <a:pt x="77890" y="34341"/>
                  <a:pt x="63542" y="46645"/>
                  <a:pt x="47399" y="60484"/>
                </a:cubicBezTo>
                <a:cubicBezTo>
                  <a:pt x="34588" y="71506"/>
                  <a:pt x="26648" y="79196"/>
                  <a:pt x="21010" y="84837"/>
                </a:cubicBezTo>
                <a:cubicBezTo>
                  <a:pt x="11529" y="94833"/>
                  <a:pt x="0" y="110464"/>
                  <a:pt x="0" y="113283"/>
                </a:cubicBezTo>
                <a:cubicBezTo>
                  <a:pt x="0" y="115073"/>
                  <a:pt x="1283" y="116097"/>
                  <a:pt x="3331" y="116097"/>
                </a:cubicBezTo>
                <a:cubicBezTo>
                  <a:pt x="5638" y="116097"/>
                  <a:pt x="6150" y="115073"/>
                  <a:pt x="7432" y="113537"/>
                </a:cubicBezTo>
                <a:cubicBezTo>
                  <a:pt x="17425" y="98164"/>
                  <a:pt x="26902" y="97140"/>
                  <a:pt x="29720" y="97140"/>
                </a:cubicBezTo>
                <a:cubicBezTo>
                  <a:pt x="36128" y="97140"/>
                  <a:pt x="39713" y="100983"/>
                  <a:pt x="45350" y="107645"/>
                </a:cubicBezTo>
                <a:cubicBezTo>
                  <a:pt x="51242" y="114049"/>
                  <a:pt x="56880" y="116097"/>
                  <a:pt x="62006" y="116097"/>
                </a:cubicBezTo>
                <a:cubicBezTo>
                  <a:pt x="88394" y="116097"/>
                  <a:pt x="103767" y="83296"/>
                  <a:pt x="103767" y="76377"/>
                </a:cubicBezTo>
                <a:cubicBezTo>
                  <a:pt x="103767" y="74070"/>
                  <a:pt x="101972" y="73300"/>
                  <a:pt x="100182" y="73300"/>
                </a:cubicBezTo>
                <a:cubicBezTo>
                  <a:pt x="97617" y="73300"/>
                  <a:pt x="97105" y="75094"/>
                  <a:pt x="96592" y="76123"/>
                </a:cubicBezTo>
                <a:cubicBezTo>
                  <a:pt x="89677" y="95088"/>
                  <a:pt x="71485" y="97907"/>
                  <a:pt x="64824" y="97907"/>
                </a:cubicBezTo>
                <a:cubicBezTo>
                  <a:pt x="59956" y="97907"/>
                  <a:pt x="54831" y="96628"/>
                  <a:pt x="47145" y="94063"/>
                </a:cubicBezTo>
                <a:cubicBezTo>
                  <a:pt x="42019" y="92527"/>
                  <a:pt x="35870" y="90732"/>
                  <a:pt x="30491" y="90732"/>
                </a:cubicBezTo>
                <a:cubicBezTo>
                  <a:pt x="27930" y="90732"/>
                  <a:pt x="25365" y="91245"/>
                  <a:pt x="24340" y="9149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pdf-path-100045">
            <a:extLst xmlns:a="http://schemas.openxmlformats.org/drawingml/2006/main">
              <a:ext uri="{FF2B5EF4-FFF2-40B4-BE49-F238E27FC236}">
                <a16:creationId xmlns:a16="http://schemas.microsoft.com/office/drawing/2014/main" id="{DF32EFC9-EC5B-475A-AFA9-B3BD0355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3246" y="1384351"/>
            <a:ext cx="61488" cy="255965"/>
          </a:xfrm>
          <a:custGeom xmlns:a="http://schemas.openxmlformats.org/drawingml/2006/main">
            <a:pathLst>
              <a:path w="61488" h="255965">
                <a:moveTo>
                  <a:pt x="61488" y="127857"/>
                </a:moveTo>
                <a:cubicBezTo>
                  <a:pt x="61488" y="106847"/>
                  <a:pt x="58416" y="78663"/>
                  <a:pt x="45092" y="50222"/>
                </a:cubicBezTo>
                <a:cubicBezTo>
                  <a:pt x="29974" y="18707"/>
                  <a:pt x="6145" y="0"/>
                  <a:pt x="3072" y="0"/>
                </a:cubicBezTo>
                <a:cubicBezTo>
                  <a:pt x="512" y="0"/>
                  <a:pt x="0" y="2052"/>
                  <a:pt x="0" y="2818"/>
                </a:cubicBezTo>
                <a:cubicBezTo>
                  <a:pt x="0" y="4101"/>
                  <a:pt x="512" y="4871"/>
                  <a:pt x="2302" y="6665"/>
                </a:cubicBezTo>
                <a:cubicBezTo>
                  <a:pt x="17166" y="19989"/>
                  <a:pt x="45346" y="54835"/>
                  <a:pt x="45346" y="127857"/>
                </a:cubicBezTo>
                <a:cubicBezTo>
                  <a:pt x="45346" y="164497"/>
                  <a:pt x="38688" y="215485"/>
                  <a:pt x="1537" y="250073"/>
                </a:cubicBezTo>
                <a:cubicBezTo>
                  <a:pt x="1024" y="250843"/>
                  <a:pt x="0" y="251867"/>
                  <a:pt x="0" y="253150"/>
                </a:cubicBezTo>
                <a:cubicBezTo>
                  <a:pt x="0" y="253916"/>
                  <a:pt x="512" y="255965"/>
                  <a:pt x="3072" y="255965"/>
                </a:cubicBezTo>
                <a:cubicBezTo>
                  <a:pt x="6145" y="255965"/>
                  <a:pt x="29208" y="237519"/>
                  <a:pt x="43044" y="209590"/>
                </a:cubicBezTo>
                <a:cubicBezTo>
                  <a:pt x="55339" y="184995"/>
                  <a:pt x="61488" y="158601"/>
                  <a:pt x="61488" y="12785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pdf-path-100046">
            <a:extLst xmlns:a="http://schemas.openxmlformats.org/drawingml/2006/main">
              <a:ext uri="{FF2B5EF4-FFF2-40B4-BE49-F238E27FC236}">
                <a16:creationId xmlns:a16="http://schemas.microsoft.com/office/drawing/2014/main" id="{E63C9753-E231-459D-951A-E23259761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0638" y="1747830"/>
            <a:ext cx="96339" cy="116097"/>
          </a:xfrm>
          <a:custGeom xmlns:a="http://schemas.openxmlformats.org/drawingml/2006/main">
            <a:pathLst>
              <a:path w="96339" h="116097">
                <a:moveTo>
                  <a:pt x="88136" y="17515"/>
                </a:moveTo>
                <a:cubicBezTo>
                  <a:pt x="77120" y="18543"/>
                  <a:pt x="76095" y="27253"/>
                  <a:pt x="76095" y="29048"/>
                </a:cubicBezTo>
                <a:cubicBezTo>
                  <a:pt x="76095" y="33403"/>
                  <a:pt x="79426" y="36734"/>
                  <a:pt x="84293" y="36734"/>
                </a:cubicBezTo>
                <a:cubicBezTo>
                  <a:pt x="91467" y="36734"/>
                  <a:pt x="96339" y="30838"/>
                  <a:pt x="96339" y="22386"/>
                </a:cubicBezTo>
                <a:cubicBezTo>
                  <a:pt x="96339" y="9508"/>
                  <a:pt x="83781" y="0"/>
                  <a:pt x="64824" y="0"/>
                </a:cubicBezTo>
                <a:cubicBezTo>
                  <a:pt x="30491" y="0"/>
                  <a:pt x="20752" y="25717"/>
                  <a:pt x="20752" y="37500"/>
                </a:cubicBezTo>
                <a:cubicBezTo>
                  <a:pt x="20752" y="47215"/>
                  <a:pt x="25623" y="52329"/>
                  <a:pt x="28950" y="55398"/>
                </a:cubicBezTo>
                <a:cubicBezTo>
                  <a:pt x="34076" y="60258"/>
                  <a:pt x="40995" y="61790"/>
                  <a:pt x="50218" y="63581"/>
                </a:cubicBezTo>
                <a:cubicBezTo>
                  <a:pt x="61747" y="65883"/>
                  <a:pt x="64308" y="66392"/>
                  <a:pt x="68921" y="69719"/>
                </a:cubicBezTo>
                <a:cubicBezTo>
                  <a:pt x="73022" y="72784"/>
                  <a:pt x="75329" y="76881"/>
                  <a:pt x="75329" y="82264"/>
                </a:cubicBezTo>
                <a:cubicBezTo>
                  <a:pt x="75329" y="88926"/>
                  <a:pt x="69179" y="109693"/>
                  <a:pt x="38177" y="109693"/>
                </a:cubicBezTo>
                <a:cubicBezTo>
                  <a:pt x="32281" y="109693"/>
                  <a:pt x="14348" y="108923"/>
                  <a:pt x="8711" y="97124"/>
                </a:cubicBezTo>
                <a:cubicBezTo>
                  <a:pt x="21522" y="97124"/>
                  <a:pt x="24083" y="86874"/>
                  <a:pt x="24083" y="83289"/>
                </a:cubicBezTo>
                <a:cubicBezTo>
                  <a:pt x="24083" y="75602"/>
                  <a:pt x="17167" y="74062"/>
                  <a:pt x="14348" y="74062"/>
                </a:cubicBezTo>
                <a:cubicBezTo>
                  <a:pt x="9735" y="74062"/>
                  <a:pt x="0" y="77651"/>
                  <a:pt x="0" y="90975"/>
                </a:cubicBezTo>
                <a:cubicBezTo>
                  <a:pt x="0" y="106871"/>
                  <a:pt x="16142" y="116097"/>
                  <a:pt x="37919" y="116097"/>
                </a:cubicBezTo>
                <a:cubicBezTo>
                  <a:pt x="80963" y="116097"/>
                  <a:pt x="90443" y="84567"/>
                  <a:pt x="90443" y="73554"/>
                </a:cubicBezTo>
                <a:cubicBezTo>
                  <a:pt x="90443" y="63835"/>
                  <a:pt x="85064" y="57701"/>
                  <a:pt x="81987" y="54632"/>
                </a:cubicBezTo>
                <a:cubicBezTo>
                  <a:pt x="75329" y="47728"/>
                  <a:pt x="67127" y="46195"/>
                  <a:pt x="58162" y="44405"/>
                </a:cubicBezTo>
                <a:cubicBezTo>
                  <a:pt x="55085" y="43638"/>
                  <a:pt x="49448" y="42614"/>
                  <a:pt x="48682" y="42360"/>
                </a:cubicBezTo>
                <a:cubicBezTo>
                  <a:pt x="40225" y="40569"/>
                  <a:pt x="35612" y="35451"/>
                  <a:pt x="35612" y="29048"/>
                </a:cubicBezTo>
                <a:cubicBezTo>
                  <a:pt x="35612" y="26229"/>
                  <a:pt x="37406" y="18031"/>
                  <a:pt x="44580" y="12350"/>
                </a:cubicBezTo>
                <a:cubicBezTo>
                  <a:pt x="51755" y="6666"/>
                  <a:pt x="61493" y="6408"/>
                  <a:pt x="64824" y="6408"/>
                </a:cubicBezTo>
                <a:cubicBezTo>
                  <a:pt x="73789" y="6408"/>
                  <a:pt x="84293" y="9250"/>
                  <a:pt x="88136" y="1751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pdf-path-100047">
            <a:extLst xmlns:a="http://schemas.openxmlformats.org/drawingml/2006/main">
              <a:ext uri="{FF2B5EF4-FFF2-40B4-BE49-F238E27FC236}">
                <a16:creationId xmlns:a16="http://schemas.microsoft.com/office/drawing/2014/main" id="{32F0EF3F-3A51-40ED-B414-56B47BFB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8954" y="1782967"/>
            <a:ext cx="61151" cy="108336"/>
          </a:xfrm>
          <a:custGeom xmlns:a="http://schemas.openxmlformats.org/drawingml/2006/main">
            <a:pathLst>
              <a:path w="61151" h="108336">
                <a:moveTo>
                  <a:pt x="36727" y="39939"/>
                </a:moveTo>
                <a:lnTo>
                  <a:pt x="55344" y="39939"/>
                </a:lnTo>
                <a:cubicBezTo>
                  <a:pt x="58761" y="39939"/>
                  <a:pt x="61151" y="39939"/>
                  <a:pt x="61151" y="35670"/>
                </a:cubicBezTo>
                <a:cubicBezTo>
                  <a:pt x="61151" y="33106"/>
                  <a:pt x="58930" y="33106"/>
                  <a:pt x="55857" y="33106"/>
                </a:cubicBezTo>
                <a:lnTo>
                  <a:pt x="38433" y="33106"/>
                </a:lnTo>
                <a:lnTo>
                  <a:pt x="44413" y="9558"/>
                </a:lnTo>
                <a:cubicBezTo>
                  <a:pt x="45096" y="6998"/>
                  <a:pt x="45096" y="5976"/>
                  <a:pt x="45096" y="5804"/>
                </a:cubicBezTo>
                <a:cubicBezTo>
                  <a:pt x="45096" y="1707"/>
                  <a:pt x="41851" y="0"/>
                  <a:pt x="39116" y="0"/>
                </a:cubicBezTo>
                <a:cubicBezTo>
                  <a:pt x="37068" y="0"/>
                  <a:pt x="32626" y="1196"/>
                  <a:pt x="31089" y="6657"/>
                </a:cubicBezTo>
                <a:lnTo>
                  <a:pt x="24427" y="33106"/>
                </a:lnTo>
                <a:lnTo>
                  <a:pt x="5980" y="33106"/>
                </a:lnTo>
                <a:cubicBezTo>
                  <a:pt x="2393" y="33106"/>
                  <a:pt x="2221" y="33278"/>
                  <a:pt x="1538" y="33791"/>
                </a:cubicBezTo>
                <a:cubicBezTo>
                  <a:pt x="685" y="34474"/>
                  <a:pt x="0" y="36695"/>
                  <a:pt x="0" y="37547"/>
                </a:cubicBezTo>
                <a:cubicBezTo>
                  <a:pt x="514" y="39939"/>
                  <a:pt x="2052" y="39939"/>
                  <a:pt x="5469" y="39939"/>
                </a:cubicBezTo>
                <a:lnTo>
                  <a:pt x="22720" y="39939"/>
                </a:lnTo>
                <a:lnTo>
                  <a:pt x="12641" y="80190"/>
                </a:lnTo>
                <a:cubicBezTo>
                  <a:pt x="11616" y="84112"/>
                  <a:pt x="10251" y="89909"/>
                  <a:pt x="10251" y="91957"/>
                </a:cubicBezTo>
                <a:cubicBezTo>
                  <a:pt x="10251" y="101848"/>
                  <a:pt x="19131" y="108336"/>
                  <a:pt x="29551" y="108336"/>
                </a:cubicBezTo>
                <a:cubicBezTo>
                  <a:pt x="49195" y="108336"/>
                  <a:pt x="60809" y="84965"/>
                  <a:pt x="60809" y="82063"/>
                </a:cubicBezTo>
                <a:cubicBezTo>
                  <a:pt x="60809" y="81553"/>
                  <a:pt x="60468" y="79676"/>
                  <a:pt x="57564" y="79676"/>
                </a:cubicBezTo>
                <a:cubicBezTo>
                  <a:pt x="55344" y="79676"/>
                  <a:pt x="55002" y="80529"/>
                  <a:pt x="54148" y="82577"/>
                </a:cubicBezTo>
                <a:cubicBezTo>
                  <a:pt x="48341" y="95366"/>
                  <a:pt x="38605" y="102701"/>
                  <a:pt x="30234" y="102701"/>
                </a:cubicBezTo>
                <a:cubicBezTo>
                  <a:pt x="23917" y="102701"/>
                  <a:pt x="23744" y="96390"/>
                  <a:pt x="23744" y="94172"/>
                </a:cubicBezTo>
                <a:cubicBezTo>
                  <a:pt x="23744" y="91785"/>
                  <a:pt x="23744" y="91444"/>
                  <a:pt x="24599" y="88204"/>
                </a:cubicBezTo>
                <a:lnTo>
                  <a:pt x="36727" y="3993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pdf-path-100048">
            <a:extLst xmlns:a="http://schemas.openxmlformats.org/drawingml/2006/main">
              <a:ext uri="{FF2B5EF4-FFF2-40B4-BE49-F238E27FC236}">
                <a16:creationId xmlns:a16="http://schemas.microsoft.com/office/drawing/2014/main" id="{32DCCBF2-9A2C-4E25-A720-B7BE4B0C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4666" y="1780465"/>
            <a:ext cx="132548" cy="132942"/>
          </a:xfrm>
          <a:custGeom xmlns:a="http://schemas.openxmlformats.org/drawingml/2006/main">
            <a:pathLst>
              <a:path w="132548" h="132942">
                <a:moveTo>
                  <a:pt x="70715" y="70846"/>
                </a:moveTo>
                <a:lnTo>
                  <a:pt x="125887" y="70846"/>
                </a:lnTo>
                <a:cubicBezTo>
                  <a:pt x="128277" y="70846"/>
                  <a:pt x="132548" y="70846"/>
                  <a:pt x="132548" y="66405"/>
                </a:cubicBezTo>
                <a:cubicBezTo>
                  <a:pt x="132548" y="61964"/>
                  <a:pt x="128277" y="61964"/>
                  <a:pt x="125887" y="61964"/>
                </a:cubicBezTo>
                <a:lnTo>
                  <a:pt x="70715" y="61964"/>
                </a:lnTo>
                <a:lnTo>
                  <a:pt x="70715" y="6659"/>
                </a:lnTo>
                <a:cubicBezTo>
                  <a:pt x="70715" y="4270"/>
                  <a:pt x="70715" y="0"/>
                  <a:pt x="66274" y="0"/>
                </a:cubicBezTo>
                <a:cubicBezTo>
                  <a:pt x="61833" y="0"/>
                  <a:pt x="61833" y="4270"/>
                  <a:pt x="61833" y="6659"/>
                </a:cubicBezTo>
                <a:lnTo>
                  <a:pt x="61833" y="61964"/>
                </a:lnTo>
                <a:lnTo>
                  <a:pt x="6662" y="61964"/>
                </a:lnTo>
                <a:cubicBezTo>
                  <a:pt x="4270" y="61964"/>
                  <a:pt x="0" y="61964"/>
                  <a:pt x="0" y="66405"/>
                </a:cubicBezTo>
                <a:cubicBezTo>
                  <a:pt x="0" y="70846"/>
                  <a:pt x="4270" y="70846"/>
                  <a:pt x="6662" y="70846"/>
                </a:cubicBezTo>
                <a:lnTo>
                  <a:pt x="61833" y="70846"/>
                </a:lnTo>
                <a:lnTo>
                  <a:pt x="61833" y="126275"/>
                </a:lnTo>
                <a:cubicBezTo>
                  <a:pt x="61833" y="128670"/>
                  <a:pt x="61833" y="132942"/>
                  <a:pt x="66274" y="132942"/>
                </a:cubicBezTo>
                <a:cubicBezTo>
                  <a:pt x="70715" y="132942"/>
                  <a:pt x="70715" y="128670"/>
                  <a:pt x="70715" y="126275"/>
                </a:cubicBezTo>
                <a:lnTo>
                  <a:pt x="70715" y="7084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pdf-path-100049">
            <a:extLst xmlns:a="http://schemas.openxmlformats.org/drawingml/2006/main">
              <a:ext uri="{FF2B5EF4-FFF2-40B4-BE49-F238E27FC236}">
                <a16:creationId xmlns:a16="http://schemas.microsoft.com/office/drawing/2014/main" id="{B26C6979-68FB-4EA9-8D95-1769AD1F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1546" y="1776039"/>
            <a:ext cx="65591" cy="113595"/>
          </a:xfrm>
          <a:custGeom xmlns:a="http://schemas.openxmlformats.org/drawingml/2006/main">
            <a:pathLst>
              <a:path w="65591" h="113595">
                <a:moveTo>
                  <a:pt x="40654" y="5142"/>
                </a:moveTo>
                <a:cubicBezTo>
                  <a:pt x="40654" y="0"/>
                  <a:pt x="39971" y="0"/>
                  <a:pt x="34847" y="0"/>
                </a:cubicBezTo>
                <a:cubicBezTo>
                  <a:pt x="23572" y="11010"/>
                  <a:pt x="6151" y="11010"/>
                  <a:pt x="0" y="11010"/>
                </a:cubicBezTo>
                <a:lnTo>
                  <a:pt x="0" y="17671"/>
                </a:lnTo>
                <a:cubicBezTo>
                  <a:pt x="4441" y="17671"/>
                  <a:pt x="15717" y="17671"/>
                  <a:pt x="25965" y="12889"/>
                </a:cubicBezTo>
                <a:lnTo>
                  <a:pt x="25965" y="99083"/>
                </a:lnTo>
                <a:cubicBezTo>
                  <a:pt x="25965" y="104715"/>
                  <a:pt x="25965" y="106936"/>
                  <a:pt x="8372" y="106936"/>
                </a:cubicBezTo>
                <a:lnTo>
                  <a:pt x="1027" y="106936"/>
                </a:lnTo>
                <a:lnTo>
                  <a:pt x="1027" y="113595"/>
                </a:lnTo>
                <a:cubicBezTo>
                  <a:pt x="10420" y="112913"/>
                  <a:pt x="23744" y="112913"/>
                  <a:pt x="33309" y="112913"/>
                </a:cubicBezTo>
                <a:cubicBezTo>
                  <a:pt x="42875" y="112913"/>
                  <a:pt x="56199" y="112913"/>
                  <a:pt x="65591" y="113595"/>
                </a:cubicBezTo>
                <a:lnTo>
                  <a:pt x="65591" y="106936"/>
                </a:lnTo>
                <a:lnTo>
                  <a:pt x="58247" y="106936"/>
                </a:lnTo>
                <a:cubicBezTo>
                  <a:pt x="40654" y="106936"/>
                  <a:pt x="40654" y="104715"/>
                  <a:pt x="40654" y="99083"/>
                </a:cubicBezTo>
                <a:lnTo>
                  <a:pt x="40654" y="514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pdf-path-100050">
            <a:extLst xmlns:a="http://schemas.openxmlformats.org/drawingml/2006/main">
              <a:ext uri="{FF2B5EF4-FFF2-40B4-BE49-F238E27FC236}">
                <a16:creationId xmlns:a16="http://schemas.microsoft.com/office/drawing/2014/main" id="{1F46CD76-B589-4F40-BB6D-EF96DFBD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7276" y="1765845"/>
            <a:ext cx="175252" cy="62553"/>
          </a:xfrm>
          <a:custGeom xmlns:a="http://schemas.openxmlformats.org/drawingml/2006/main">
            <a:pathLst>
              <a:path w="175252" h="62553">
                <a:moveTo>
                  <a:pt x="175252" y="8968"/>
                </a:moveTo>
                <a:cubicBezTo>
                  <a:pt x="175252" y="2053"/>
                  <a:pt x="172946" y="258"/>
                  <a:pt x="171409" y="258"/>
                </a:cubicBezTo>
                <a:cubicBezTo>
                  <a:pt x="168078" y="258"/>
                  <a:pt x="167821" y="6150"/>
                  <a:pt x="167566" y="9739"/>
                </a:cubicBezTo>
                <a:cubicBezTo>
                  <a:pt x="166542" y="28712"/>
                  <a:pt x="152194" y="47180"/>
                  <a:pt x="131438" y="47180"/>
                </a:cubicBezTo>
                <a:cubicBezTo>
                  <a:pt x="116578" y="47180"/>
                  <a:pt x="104790" y="38462"/>
                  <a:pt x="89418" y="24611"/>
                </a:cubicBezTo>
                <a:cubicBezTo>
                  <a:pt x="74304" y="10505"/>
                  <a:pt x="61235" y="0"/>
                  <a:pt x="43814" y="0"/>
                </a:cubicBezTo>
                <a:cubicBezTo>
                  <a:pt x="15884" y="0"/>
                  <a:pt x="0" y="28712"/>
                  <a:pt x="0" y="53588"/>
                </a:cubicBezTo>
                <a:cubicBezTo>
                  <a:pt x="0" y="60250"/>
                  <a:pt x="2048" y="62299"/>
                  <a:pt x="3843" y="62299"/>
                </a:cubicBezTo>
                <a:cubicBezTo>
                  <a:pt x="6662" y="62299"/>
                  <a:pt x="7686" y="57431"/>
                  <a:pt x="7686" y="56149"/>
                </a:cubicBezTo>
                <a:cubicBezTo>
                  <a:pt x="9223" y="23840"/>
                  <a:pt x="31257" y="15376"/>
                  <a:pt x="43814" y="15376"/>
                </a:cubicBezTo>
                <a:cubicBezTo>
                  <a:pt x="58674" y="15376"/>
                  <a:pt x="70457" y="24094"/>
                  <a:pt x="85833" y="37946"/>
                </a:cubicBezTo>
                <a:cubicBezTo>
                  <a:pt x="100947" y="52052"/>
                  <a:pt x="114017" y="62553"/>
                  <a:pt x="131438" y="62553"/>
                </a:cubicBezTo>
                <a:cubicBezTo>
                  <a:pt x="159368" y="62553"/>
                  <a:pt x="175252" y="33845"/>
                  <a:pt x="175252" y="896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pdf-path-100051">
            <a:extLst xmlns:a="http://schemas.openxmlformats.org/drawingml/2006/main">
              <a:ext uri="{FF2B5EF4-FFF2-40B4-BE49-F238E27FC236}">
                <a16:creationId xmlns:a16="http://schemas.microsoft.com/office/drawing/2014/main" id="{14A0AA9E-5BCE-49C8-8D69-357A6076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3219" y="1747830"/>
            <a:ext cx="136052" cy="163137"/>
          </a:xfrm>
          <a:custGeom xmlns:a="http://schemas.openxmlformats.org/drawingml/2006/main">
            <a:pathLst>
              <a:path w="136052" h="163137">
                <a:moveTo>
                  <a:pt x="19215" y="145423"/>
                </a:moveTo>
                <a:cubicBezTo>
                  <a:pt x="17422" y="152882"/>
                  <a:pt x="16909" y="155196"/>
                  <a:pt x="5892" y="155196"/>
                </a:cubicBezTo>
                <a:cubicBezTo>
                  <a:pt x="3073" y="155196"/>
                  <a:pt x="0" y="155196"/>
                  <a:pt x="0" y="159810"/>
                </a:cubicBezTo>
                <a:cubicBezTo>
                  <a:pt x="0" y="160834"/>
                  <a:pt x="513" y="163137"/>
                  <a:pt x="3331" y="163137"/>
                </a:cubicBezTo>
                <a:lnTo>
                  <a:pt x="14349" y="162625"/>
                </a:lnTo>
                <a:cubicBezTo>
                  <a:pt x="15885" y="162371"/>
                  <a:pt x="21780" y="162371"/>
                  <a:pt x="25365" y="162371"/>
                </a:cubicBezTo>
                <a:cubicBezTo>
                  <a:pt x="29721" y="162371"/>
                  <a:pt x="34076" y="162625"/>
                  <a:pt x="38431" y="162625"/>
                </a:cubicBezTo>
                <a:cubicBezTo>
                  <a:pt x="42532" y="162625"/>
                  <a:pt x="46887" y="163137"/>
                  <a:pt x="50730" y="163137"/>
                </a:cubicBezTo>
                <a:cubicBezTo>
                  <a:pt x="52267" y="163137"/>
                  <a:pt x="55598" y="163137"/>
                  <a:pt x="55598" y="158528"/>
                </a:cubicBezTo>
                <a:cubicBezTo>
                  <a:pt x="55598" y="155196"/>
                  <a:pt x="53037" y="155196"/>
                  <a:pt x="48682" y="155196"/>
                </a:cubicBezTo>
                <a:cubicBezTo>
                  <a:pt x="36640" y="155196"/>
                  <a:pt x="36640" y="153394"/>
                  <a:pt x="36640" y="151080"/>
                </a:cubicBezTo>
                <a:cubicBezTo>
                  <a:pt x="36640" y="149536"/>
                  <a:pt x="38431" y="142592"/>
                  <a:pt x="39459" y="138476"/>
                </a:cubicBezTo>
                <a:lnTo>
                  <a:pt x="48936" y="100213"/>
                </a:lnTo>
                <a:cubicBezTo>
                  <a:pt x="51501" y="105593"/>
                  <a:pt x="58674" y="116097"/>
                  <a:pt x="73277" y="116097"/>
                </a:cubicBezTo>
                <a:cubicBezTo>
                  <a:pt x="103255" y="116097"/>
                  <a:pt x="136052" y="79966"/>
                  <a:pt x="136052" y="41519"/>
                </a:cubicBezTo>
                <a:cubicBezTo>
                  <a:pt x="136052" y="15376"/>
                  <a:pt x="119910" y="0"/>
                  <a:pt x="100694" y="0"/>
                </a:cubicBezTo>
                <a:cubicBezTo>
                  <a:pt x="95310" y="0"/>
                  <a:pt x="82503" y="1282"/>
                  <a:pt x="66873" y="18707"/>
                </a:cubicBezTo>
                <a:cubicBezTo>
                  <a:pt x="63030" y="4359"/>
                  <a:pt x="51243" y="0"/>
                  <a:pt x="42532" y="0"/>
                </a:cubicBezTo>
                <a:cubicBezTo>
                  <a:pt x="31769" y="0"/>
                  <a:pt x="26390" y="7944"/>
                  <a:pt x="22805" y="14864"/>
                </a:cubicBezTo>
                <a:cubicBezTo>
                  <a:pt x="18450" y="23836"/>
                  <a:pt x="14860" y="38443"/>
                  <a:pt x="14860" y="39471"/>
                </a:cubicBezTo>
                <a:cubicBezTo>
                  <a:pt x="14860" y="41777"/>
                  <a:pt x="16655" y="42544"/>
                  <a:pt x="18450" y="42544"/>
                </a:cubicBezTo>
                <a:cubicBezTo>
                  <a:pt x="21265" y="42544"/>
                  <a:pt x="21780" y="41261"/>
                  <a:pt x="23058" y="36136"/>
                </a:cubicBezTo>
                <a:cubicBezTo>
                  <a:pt x="27926" y="15889"/>
                  <a:pt x="33309" y="6408"/>
                  <a:pt x="42020" y="6408"/>
                </a:cubicBezTo>
                <a:cubicBezTo>
                  <a:pt x="49706" y="6408"/>
                  <a:pt x="49706" y="14610"/>
                  <a:pt x="49706" y="18453"/>
                </a:cubicBezTo>
                <a:cubicBezTo>
                  <a:pt x="49706" y="20502"/>
                  <a:pt x="49448" y="24349"/>
                  <a:pt x="48936" y="26397"/>
                </a:cubicBezTo>
                <a:lnTo>
                  <a:pt x="19215" y="145423"/>
                </a:lnTo>
                <a:moveTo>
                  <a:pt x="65590" y="34341"/>
                </a:moveTo>
                <a:cubicBezTo>
                  <a:pt x="66873" y="29216"/>
                  <a:pt x="66873" y="28704"/>
                  <a:pt x="70204" y="24861"/>
                </a:cubicBezTo>
                <a:cubicBezTo>
                  <a:pt x="77120" y="16146"/>
                  <a:pt x="88649" y="6408"/>
                  <a:pt x="100182" y="6408"/>
                </a:cubicBezTo>
                <a:cubicBezTo>
                  <a:pt x="112224" y="6408"/>
                  <a:pt x="117091" y="18453"/>
                  <a:pt x="117091" y="30498"/>
                </a:cubicBezTo>
                <a:cubicBezTo>
                  <a:pt x="117091" y="42031"/>
                  <a:pt x="109917" y="73812"/>
                  <a:pt x="101973" y="87398"/>
                </a:cubicBezTo>
                <a:cubicBezTo>
                  <a:pt x="93262" y="102003"/>
                  <a:pt x="82503" y="109693"/>
                  <a:pt x="73023" y="109693"/>
                </a:cubicBezTo>
                <a:cubicBezTo>
                  <a:pt x="56368" y="109693"/>
                  <a:pt x="52267" y="89446"/>
                  <a:pt x="52267" y="87652"/>
                </a:cubicBezTo>
                <a:cubicBezTo>
                  <a:pt x="52267" y="86115"/>
                  <a:pt x="52779" y="84833"/>
                  <a:pt x="53037" y="83551"/>
                </a:cubicBezTo>
                <a:lnTo>
                  <a:pt x="65590" y="3434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pdf-path-100052">
            <a:extLst xmlns:a="http://schemas.openxmlformats.org/drawingml/2006/main">
              <a:ext uri="{FF2B5EF4-FFF2-40B4-BE49-F238E27FC236}">
                <a16:creationId xmlns:a16="http://schemas.microsoft.com/office/drawing/2014/main" id="{FF9CC97C-A457-4889-A8C2-F278D6FB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8716" y="1669014"/>
            <a:ext cx="61489" cy="255965"/>
          </a:xfrm>
          <a:custGeom xmlns:a="http://schemas.openxmlformats.org/drawingml/2006/main">
            <a:pathLst>
              <a:path w="61489" h="255965">
                <a:moveTo>
                  <a:pt x="61489" y="253150"/>
                </a:moveTo>
                <a:cubicBezTo>
                  <a:pt x="61489" y="251867"/>
                  <a:pt x="60723" y="251097"/>
                  <a:pt x="59183" y="249307"/>
                </a:cubicBezTo>
                <a:cubicBezTo>
                  <a:pt x="26132" y="219070"/>
                  <a:pt x="16139" y="172949"/>
                  <a:pt x="16139" y="128115"/>
                </a:cubicBezTo>
                <a:cubicBezTo>
                  <a:pt x="16139" y="88398"/>
                  <a:pt x="23828" y="40229"/>
                  <a:pt x="59953" y="5895"/>
                </a:cubicBezTo>
                <a:cubicBezTo>
                  <a:pt x="60977" y="4871"/>
                  <a:pt x="61489" y="4101"/>
                  <a:pt x="61489" y="2818"/>
                </a:cubicBezTo>
                <a:cubicBezTo>
                  <a:pt x="61489" y="1028"/>
                  <a:pt x="60211" y="0"/>
                  <a:pt x="58416" y="0"/>
                </a:cubicBezTo>
                <a:cubicBezTo>
                  <a:pt x="55340" y="0"/>
                  <a:pt x="32281" y="18453"/>
                  <a:pt x="18445" y="46379"/>
                </a:cubicBezTo>
                <a:cubicBezTo>
                  <a:pt x="6150" y="70977"/>
                  <a:pt x="0" y="97367"/>
                  <a:pt x="0" y="127857"/>
                </a:cubicBezTo>
                <a:cubicBezTo>
                  <a:pt x="0" y="146306"/>
                  <a:pt x="2303" y="175514"/>
                  <a:pt x="16397" y="205746"/>
                </a:cubicBezTo>
                <a:cubicBezTo>
                  <a:pt x="31515" y="237261"/>
                  <a:pt x="55340" y="255965"/>
                  <a:pt x="58416" y="255965"/>
                </a:cubicBezTo>
                <a:cubicBezTo>
                  <a:pt x="60211" y="255965"/>
                  <a:pt x="61489" y="254940"/>
                  <a:pt x="61489" y="25315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pdf-path-100053">
            <a:extLst xmlns:a="http://schemas.openxmlformats.org/drawingml/2006/main">
              <a:ext uri="{FF2B5EF4-FFF2-40B4-BE49-F238E27FC236}">
                <a16:creationId xmlns:a16="http://schemas.microsoft.com/office/drawing/2014/main" id="{3E1AE45D-3613-4C41-88E3-F0A23AE7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8802" y="1747830"/>
            <a:ext cx="96339" cy="116097"/>
          </a:xfrm>
          <a:custGeom xmlns:a="http://schemas.openxmlformats.org/drawingml/2006/main">
            <a:pathLst>
              <a:path w="96339" h="116097">
                <a:moveTo>
                  <a:pt x="88136" y="17515"/>
                </a:moveTo>
                <a:cubicBezTo>
                  <a:pt x="77120" y="18543"/>
                  <a:pt x="76095" y="27253"/>
                  <a:pt x="76095" y="29048"/>
                </a:cubicBezTo>
                <a:cubicBezTo>
                  <a:pt x="76095" y="33403"/>
                  <a:pt x="79426" y="36734"/>
                  <a:pt x="84293" y="36734"/>
                </a:cubicBezTo>
                <a:cubicBezTo>
                  <a:pt x="91467" y="36734"/>
                  <a:pt x="96339" y="30838"/>
                  <a:pt x="96339" y="22386"/>
                </a:cubicBezTo>
                <a:cubicBezTo>
                  <a:pt x="96339" y="9508"/>
                  <a:pt x="83781" y="0"/>
                  <a:pt x="64824" y="0"/>
                </a:cubicBezTo>
                <a:cubicBezTo>
                  <a:pt x="30491" y="0"/>
                  <a:pt x="20752" y="25717"/>
                  <a:pt x="20752" y="37500"/>
                </a:cubicBezTo>
                <a:cubicBezTo>
                  <a:pt x="20752" y="47215"/>
                  <a:pt x="25623" y="52329"/>
                  <a:pt x="28950" y="55398"/>
                </a:cubicBezTo>
                <a:cubicBezTo>
                  <a:pt x="34076" y="60258"/>
                  <a:pt x="40995" y="61790"/>
                  <a:pt x="50218" y="63581"/>
                </a:cubicBezTo>
                <a:cubicBezTo>
                  <a:pt x="61747" y="65883"/>
                  <a:pt x="64308" y="66392"/>
                  <a:pt x="68921" y="69719"/>
                </a:cubicBezTo>
                <a:cubicBezTo>
                  <a:pt x="73022" y="72784"/>
                  <a:pt x="75329" y="76881"/>
                  <a:pt x="75329" y="82264"/>
                </a:cubicBezTo>
                <a:cubicBezTo>
                  <a:pt x="75329" y="88926"/>
                  <a:pt x="69179" y="109693"/>
                  <a:pt x="38177" y="109693"/>
                </a:cubicBezTo>
                <a:cubicBezTo>
                  <a:pt x="32281" y="109693"/>
                  <a:pt x="14348" y="108923"/>
                  <a:pt x="8711" y="97124"/>
                </a:cubicBezTo>
                <a:cubicBezTo>
                  <a:pt x="21522" y="97124"/>
                  <a:pt x="24083" y="86874"/>
                  <a:pt x="24083" y="83289"/>
                </a:cubicBezTo>
                <a:cubicBezTo>
                  <a:pt x="24083" y="75602"/>
                  <a:pt x="17167" y="74062"/>
                  <a:pt x="14348" y="74062"/>
                </a:cubicBezTo>
                <a:cubicBezTo>
                  <a:pt x="9735" y="74062"/>
                  <a:pt x="0" y="77651"/>
                  <a:pt x="0" y="90975"/>
                </a:cubicBezTo>
                <a:cubicBezTo>
                  <a:pt x="0" y="106871"/>
                  <a:pt x="16142" y="116097"/>
                  <a:pt x="37919" y="116097"/>
                </a:cubicBezTo>
                <a:cubicBezTo>
                  <a:pt x="80963" y="116097"/>
                  <a:pt x="90443" y="84567"/>
                  <a:pt x="90443" y="73554"/>
                </a:cubicBezTo>
                <a:cubicBezTo>
                  <a:pt x="90443" y="63835"/>
                  <a:pt x="85064" y="57701"/>
                  <a:pt x="81987" y="54632"/>
                </a:cubicBezTo>
                <a:cubicBezTo>
                  <a:pt x="75329" y="47728"/>
                  <a:pt x="67127" y="46195"/>
                  <a:pt x="58162" y="44405"/>
                </a:cubicBezTo>
                <a:cubicBezTo>
                  <a:pt x="55085" y="43638"/>
                  <a:pt x="49448" y="42614"/>
                  <a:pt x="48682" y="42360"/>
                </a:cubicBezTo>
                <a:cubicBezTo>
                  <a:pt x="40225" y="40569"/>
                  <a:pt x="35612" y="35451"/>
                  <a:pt x="35612" y="29048"/>
                </a:cubicBezTo>
                <a:cubicBezTo>
                  <a:pt x="35612" y="26229"/>
                  <a:pt x="37406" y="18031"/>
                  <a:pt x="44580" y="12350"/>
                </a:cubicBezTo>
                <a:cubicBezTo>
                  <a:pt x="51755" y="6666"/>
                  <a:pt x="61493" y="6408"/>
                  <a:pt x="64824" y="6408"/>
                </a:cubicBezTo>
                <a:cubicBezTo>
                  <a:pt x="73789" y="6408"/>
                  <a:pt x="84293" y="9250"/>
                  <a:pt x="88136" y="1751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pdf-path-100054">
            <a:extLst xmlns:a="http://schemas.openxmlformats.org/drawingml/2006/main">
              <a:ext uri="{FF2B5EF4-FFF2-40B4-BE49-F238E27FC236}">
                <a16:creationId xmlns:a16="http://schemas.microsoft.com/office/drawing/2014/main" id="{8399FE26-80B8-4180-93AF-E5A6B925E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7117" y="1782967"/>
            <a:ext cx="61151" cy="108336"/>
          </a:xfrm>
          <a:custGeom xmlns:a="http://schemas.openxmlformats.org/drawingml/2006/main">
            <a:pathLst>
              <a:path w="61151" h="108336">
                <a:moveTo>
                  <a:pt x="36727" y="39940"/>
                </a:moveTo>
                <a:lnTo>
                  <a:pt x="55344" y="39940"/>
                </a:lnTo>
                <a:cubicBezTo>
                  <a:pt x="58761" y="39940"/>
                  <a:pt x="61151" y="39940"/>
                  <a:pt x="61151" y="35670"/>
                </a:cubicBezTo>
                <a:cubicBezTo>
                  <a:pt x="61151" y="33106"/>
                  <a:pt x="58930" y="33106"/>
                  <a:pt x="55857" y="33106"/>
                </a:cubicBezTo>
                <a:lnTo>
                  <a:pt x="38433" y="33106"/>
                </a:lnTo>
                <a:lnTo>
                  <a:pt x="44413" y="9558"/>
                </a:lnTo>
                <a:cubicBezTo>
                  <a:pt x="45096" y="6998"/>
                  <a:pt x="45096" y="5976"/>
                  <a:pt x="45096" y="5804"/>
                </a:cubicBezTo>
                <a:cubicBezTo>
                  <a:pt x="45096" y="1707"/>
                  <a:pt x="41851" y="0"/>
                  <a:pt x="39116" y="0"/>
                </a:cubicBezTo>
                <a:cubicBezTo>
                  <a:pt x="37068" y="0"/>
                  <a:pt x="32626" y="1196"/>
                  <a:pt x="31089" y="6657"/>
                </a:cubicBezTo>
                <a:lnTo>
                  <a:pt x="24427" y="33106"/>
                </a:lnTo>
                <a:lnTo>
                  <a:pt x="5980" y="33106"/>
                </a:lnTo>
                <a:cubicBezTo>
                  <a:pt x="2393" y="33106"/>
                  <a:pt x="2221" y="33278"/>
                  <a:pt x="1538" y="33791"/>
                </a:cubicBezTo>
                <a:cubicBezTo>
                  <a:pt x="685" y="34474"/>
                  <a:pt x="0" y="36695"/>
                  <a:pt x="0" y="37547"/>
                </a:cubicBezTo>
                <a:cubicBezTo>
                  <a:pt x="514" y="39940"/>
                  <a:pt x="2052" y="39940"/>
                  <a:pt x="5469" y="39940"/>
                </a:cubicBezTo>
                <a:lnTo>
                  <a:pt x="22720" y="39940"/>
                </a:lnTo>
                <a:lnTo>
                  <a:pt x="12641" y="80190"/>
                </a:lnTo>
                <a:cubicBezTo>
                  <a:pt x="11616" y="84112"/>
                  <a:pt x="10251" y="89909"/>
                  <a:pt x="10251" y="91957"/>
                </a:cubicBezTo>
                <a:cubicBezTo>
                  <a:pt x="10251" y="101848"/>
                  <a:pt x="19131" y="108336"/>
                  <a:pt x="29551" y="108336"/>
                </a:cubicBezTo>
                <a:cubicBezTo>
                  <a:pt x="49195" y="108336"/>
                  <a:pt x="60809" y="84965"/>
                  <a:pt x="60809" y="82063"/>
                </a:cubicBezTo>
                <a:cubicBezTo>
                  <a:pt x="60809" y="81553"/>
                  <a:pt x="60468" y="79676"/>
                  <a:pt x="57564" y="79676"/>
                </a:cubicBezTo>
                <a:cubicBezTo>
                  <a:pt x="55344" y="79676"/>
                  <a:pt x="55002" y="80529"/>
                  <a:pt x="54148" y="82577"/>
                </a:cubicBezTo>
                <a:cubicBezTo>
                  <a:pt x="48341" y="95366"/>
                  <a:pt x="38605" y="102701"/>
                  <a:pt x="30234" y="102701"/>
                </a:cubicBezTo>
                <a:cubicBezTo>
                  <a:pt x="23917" y="102701"/>
                  <a:pt x="23744" y="96390"/>
                  <a:pt x="23744" y="94172"/>
                </a:cubicBezTo>
                <a:cubicBezTo>
                  <a:pt x="23744" y="91785"/>
                  <a:pt x="23744" y="91444"/>
                  <a:pt x="24599" y="88204"/>
                </a:cubicBezTo>
                <a:lnTo>
                  <a:pt x="36727" y="3994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pdf-path-100055">
            <a:extLst xmlns:a="http://schemas.openxmlformats.org/drawingml/2006/main">
              <a:ext uri="{FF2B5EF4-FFF2-40B4-BE49-F238E27FC236}">
                <a16:creationId xmlns:a16="http://schemas.microsoft.com/office/drawing/2014/main" id="{998CAD06-8D40-47C6-BBA8-FC04E96D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2856" y="1780465"/>
            <a:ext cx="132548" cy="132942"/>
          </a:xfrm>
          <a:custGeom xmlns:a="http://schemas.openxmlformats.org/drawingml/2006/main">
            <a:pathLst>
              <a:path w="132548" h="132942">
                <a:moveTo>
                  <a:pt x="70715" y="70846"/>
                </a:moveTo>
                <a:lnTo>
                  <a:pt x="125887" y="70846"/>
                </a:lnTo>
                <a:cubicBezTo>
                  <a:pt x="128277" y="70846"/>
                  <a:pt x="132548" y="70846"/>
                  <a:pt x="132548" y="66405"/>
                </a:cubicBezTo>
                <a:cubicBezTo>
                  <a:pt x="132548" y="61964"/>
                  <a:pt x="128277" y="61964"/>
                  <a:pt x="125887" y="61964"/>
                </a:cubicBezTo>
                <a:lnTo>
                  <a:pt x="70715" y="61964"/>
                </a:lnTo>
                <a:lnTo>
                  <a:pt x="70715" y="6659"/>
                </a:lnTo>
                <a:cubicBezTo>
                  <a:pt x="70715" y="4270"/>
                  <a:pt x="70715" y="0"/>
                  <a:pt x="66274" y="0"/>
                </a:cubicBezTo>
                <a:cubicBezTo>
                  <a:pt x="61833" y="0"/>
                  <a:pt x="61833" y="4270"/>
                  <a:pt x="61833" y="6659"/>
                </a:cubicBezTo>
                <a:lnTo>
                  <a:pt x="61833" y="61964"/>
                </a:lnTo>
                <a:lnTo>
                  <a:pt x="6662" y="61964"/>
                </a:lnTo>
                <a:cubicBezTo>
                  <a:pt x="4270" y="61964"/>
                  <a:pt x="0" y="61964"/>
                  <a:pt x="0" y="66405"/>
                </a:cubicBezTo>
                <a:cubicBezTo>
                  <a:pt x="0" y="70846"/>
                  <a:pt x="4270" y="70846"/>
                  <a:pt x="6662" y="70846"/>
                </a:cubicBezTo>
                <a:lnTo>
                  <a:pt x="61833" y="70846"/>
                </a:lnTo>
                <a:lnTo>
                  <a:pt x="61833" y="126275"/>
                </a:lnTo>
                <a:cubicBezTo>
                  <a:pt x="61833" y="128670"/>
                  <a:pt x="61833" y="132942"/>
                  <a:pt x="66274" y="132942"/>
                </a:cubicBezTo>
                <a:cubicBezTo>
                  <a:pt x="70715" y="132942"/>
                  <a:pt x="70715" y="128670"/>
                  <a:pt x="70715" y="126275"/>
                </a:cubicBezTo>
                <a:lnTo>
                  <a:pt x="70715" y="7084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pdf-path-100056">
            <a:extLst xmlns:a="http://schemas.openxmlformats.org/drawingml/2006/main">
              <a:ext uri="{FF2B5EF4-FFF2-40B4-BE49-F238E27FC236}">
                <a16:creationId xmlns:a16="http://schemas.microsoft.com/office/drawing/2014/main" id="{A60ABE51-E863-46A5-AAFE-1394A83A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9737" y="1776039"/>
            <a:ext cx="65591" cy="113595"/>
          </a:xfrm>
          <a:custGeom xmlns:a="http://schemas.openxmlformats.org/drawingml/2006/main">
            <a:pathLst>
              <a:path w="65591" h="113595">
                <a:moveTo>
                  <a:pt x="40654" y="5142"/>
                </a:moveTo>
                <a:cubicBezTo>
                  <a:pt x="40654" y="0"/>
                  <a:pt x="39971" y="0"/>
                  <a:pt x="34847" y="0"/>
                </a:cubicBezTo>
                <a:cubicBezTo>
                  <a:pt x="23572" y="11010"/>
                  <a:pt x="6151" y="11010"/>
                  <a:pt x="0" y="11010"/>
                </a:cubicBezTo>
                <a:lnTo>
                  <a:pt x="0" y="17671"/>
                </a:lnTo>
                <a:cubicBezTo>
                  <a:pt x="4441" y="17671"/>
                  <a:pt x="15717" y="17671"/>
                  <a:pt x="25965" y="12889"/>
                </a:cubicBezTo>
                <a:lnTo>
                  <a:pt x="25965" y="99083"/>
                </a:lnTo>
                <a:cubicBezTo>
                  <a:pt x="25965" y="104715"/>
                  <a:pt x="25965" y="106936"/>
                  <a:pt x="8372" y="106936"/>
                </a:cubicBezTo>
                <a:lnTo>
                  <a:pt x="1027" y="106936"/>
                </a:lnTo>
                <a:lnTo>
                  <a:pt x="1027" y="113595"/>
                </a:lnTo>
                <a:cubicBezTo>
                  <a:pt x="10420" y="112913"/>
                  <a:pt x="23744" y="112913"/>
                  <a:pt x="33309" y="112913"/>
                </a:cubicBezTo>
                <a:cubicBezTo>
                  <a:pt x="42875" y="112913"/>
                  <a:pt x="56199" y="112913"/>
                  <a:pt x="65591" y="113595"/>
                </a:cubicBezTo>
                <a:lnTo>
                  <a:pt x="65591" y="106936"/>
                </a:lnTo>
                <a:lnTo>
                  <a:pt x="58247" y="106936"/>
                </a:lnTo>
                <a:cubicBezTo>
                  <a:pt x="40654" y="106936"/>
                  <a:pt x="40654" y="104715"/>
                  <a:pt x="40654" y="99083"/>
                </a:cubicBezTo>
                <a:lnTo>
                  <a:pt x="40654" y="514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pdf-path-100057">
            <a:extLst xmlns:a="http://schemas.openxmlformats.org/drawingml/2006/main">
              <a:ext uri="{FF2B5EF4-FFF2-40B4-BE49-F238E27FC236}">
                <a16:creationId xmlns:a16="http://schemas.microsoft.com/office/drawing/2014/main" id="{8CC10386-1C29-4733-8493-E7531A991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1863" y="1669014"/>
            <a:ext cx="11017" cy="256214"/>
          </a:xfrm>
          <a:custGeom xmlns:a="http://schemas.openxmlformats.org/drawingml/2006/main">
            <a:pathLst>
              <a:path w="11017" h="256214">
                <a:moveTo>
                  <a:pt x="11017" y="9480"/>
                </a:moveTo>
                <a:cubicBezTo>
                  <a:pt x="11017" y="5125"/>
                  <a:pt x="11017" y="0"/>
                  <a:pt x="5638" y="0"/>
                </a:cubicBezTo>
                <a:cubicBezTo>
                  <a:pt x="0" y="0"/>
                  <a:pt x="0" y="4871"/>
                  <a:pt x="0" y="9480"/>
                </a:cubicBezTo>
                <a:lnTo>
                  <a:pt x="0" y="246738"/>
                </a:lnTo>
                <a:cubicBezTo>
                  <a:pt x="0" y="251093"/>
                  <a:pt x="0" y="256214"/>
                  <a:pt x="5384" y="256214"/>
                </a:cubicBezTo>
                <a:cubicBezTo>
                  <a:pt x="11017" y="256214"/>
                  <a:pt x="11017" y="251347"/>
                  <a:pt x="11017" y="246738"/>
                </a:cubicBezTo>
                <a:lnTo>
                  <a:pt x="11017" y="948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pdf-path-100058">
            <a:extLst xmlns:a="http://schemas.openxmlformats.org/drawingml/2006/main">
              <a:ext uri="{FF2B5EF4-FFF2-40B4-BE49-F238E27FC236}">
                <a16:creationId xmlns:a16="http://schemas.microsoft.com/office/drawing/2014/main" id="{D605E62B-8C21-4AAB-A300-8C02EAA9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718" y="1747830"/>
            <a:ext cx="96339" cy="116097"/>
          </a:xfrm>
          <a:custGeom xmlns:a="http://schemas.openxmlformats.org/drawingml/2006/main">
            <a:pathLst>
              <a:path w="96339" h="116097">
                <a:moveTo>
                  <a:pt x="88136" y="17515"/>
                </a:moveTo>
                <a:cubicBezTo>
                  <a:pt x="77120" y="18543"/>
                  <a:pt x="76095" y="27253"/>
                  <a:pt x="76095" y="29048"/>
                </a:cubicBezTo>
                <a:cubicBezTo>
                  <a:pt x="76095" y="33403"/>
                  <a:pt x="79426" y="36734"/>
                  <a:pt x="84293" y="36734"/>
                </a:cubicBezTo>
                <a:cubicBezTo>
                  <a:pt x="91467" y="36734"/>
                  <a:pt x="96339" y="30838"/>
                  <a:pt x="96339" y="22386"/>
                </a:cubicBezTo>
                <a:cubicBezTo>
                  <a:pt x="96339" y="9508"/>
                  <a:pt x="83781" y="0"/>
                  <a:pt x="64824" y="0"/>
                </a:cubicBezTo>
                <a:cubicBezTo>
                  <a:pt x="30491" y="0"/>
                  <a:pt x="20752" y="25717"/>
                  <a:pt x="20752" y="37500"/>
                </a:cubicBezTo>
                <a:cubicBezTo>
                  <a:pt x="20752" y="47215"/>
                  <a:pt x="25623" y="52329"/>
                  <a:pt x="28950" y="55398"/>
                </a:cubicBezTo>
                <a:cubicBezTo>
                  <a:pt x="34076" y="60258"/>
                  <a:pt x="40995" y="61790"/>
                  <a:pt x="50218" y="63581"/>
                </a:cubicBezTo>
                <a:cubicBezTo>
                  <a:pt x="61747" y="65883"/>
                  <a:pt x="64308" y="66392"/>
                  <a:pt x="68921" y="69719"/>
                </a:cubicBezTo>
                <a:cubicBezTo>
                  <a:pt x="73022" y="72784"/>
                  <a:pt x="75329" y="76881"/>
                  <a:pt x="75329" y="82264"/>
                </a:cubicBezTo>
                <a:cubicBezTo>
                  <a:pt x="75329" y="88926"/>
                  <a:pt x="69179" y="109693"/>
                  <a:pt x="38177" y="109693"/>
                </a:cubicBezTo>
                <a:cubicBezTo>
                  <a:pt x="32281" y="109693"/>
                  <a:pt x="14348" y="108923"/>
                  <a:pt x="8711" y="97124"/>
                </a:cubicBezTo>
                <a:cubicBezTo>
                  <a:pt x="21522" y="97124"/>
                  <a:pt x="24083" y="86874"/>
                  <a:pt x="24083" y="83289"/>
                </a:cubicBezTo>
                <a:cubicBezTo>
                  <a:pt x="24083" y="75602"/>
                  <a:pt x="17167" y="74062"/>
                  <a:pt x="14348" y="74062"/>
                </a:cubicBezTo>
                <a:cubicBezTo>
                  <a:pt x="9735" y="74062"/>
                  <a:pt x="0" y="77651"/>
                  <a:pt x="0" y="90975"/>
                </a:cubicBezTo>
                <a:cubicBezTo>
                  <a:pt x="0" y="106871"/>
                  <a:pt x="16142" y="116097"/>
                  <a:pt x="37919" y="116097"/>
                </a:cubicBezTo>
                <a:cubicBezTo>
                  <a:pt x="80963" y="116097"/>
                  <a:pt x="90443" y="84567"/>
                  <a:pt x="90443" y="73554"/>
                </a:cubicBezTo>
                <a:cubicBezTo>
                  <a:pt x="90443" y="63835"/>
                  <a:pt x="85064" y="57701"/>
                  <a:pt x="81987" y="54632"/>
                </a:cubicBezTo>
                <a:cubicBezTo>
                  <a:pt x="75329" y="47728"/>
                  <a:pt x="67127" y="46195"/>
                  <a:pt x="58162" y="44405"/>
                </a:cubicBezTo>
                <a:cubicBezTo>
                  <a:pt x="55085" y="43638"/>
                  <a:pt x="49448" y="42614"/>
                  <a:pt x="48682" y="42360"/>
                </a:cubicBezTo>
                <a:cubicBezTo>
                  <a:pt x="40225" y="40569"/>
                  <a:pt x="35612" y="35452"/>
                  <a:pt x="35612" y="29048"/>
                </a:cubicBezTo>
                <a:cubicBezTo>
                  <a:pt x="35612" y="26229"/>
                  <a:pt x="37406" y="18031"/>
                  <a:pt x="44580" y="12350"/>
                </a:cubicBezTo>
                <a:cubicBezTo>
                  <a:pt x="51755" y="6666"/>
                  <a:pt x="61493" y="6408"/>
                  <a:pt x="64824" y="6408"/>
                </a:cubicBezTo>
                <a:cubicBezTo>
                  <a:pt x="73789" y="6408"/>
                  <a:pt x="84293" y="9250"/>
                  <a:pt x="88136" y="1751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pdf-path-100059">
            <a:extLst xmlns:a="http://schemas.openxmlformats.org/drawingml/2006/main">
              <a:ext uri="{FF2B5EF4-FFF2-40B4-BE49-F238E27FC236}">
                <a16:creationId xmlns:a16="http://schemas.microsoft.com/office/drawing/2014/main" id="{12A0D245-70EC-4FBF-833C-3558AF41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9034" y="1782967"/>
            <a:ext cx="61151" cy="108336"/>
          </a:xfrm>
          <a:custGeom xmlns:a="http://schemas.openxmlformats.org/drawingml/2006/main">
            <a:pathLst>
              <a:path w="61151" h="108336">
                <a:moveTo>
                  <a:pt x="36727" y="39940"/>
                </a:moveTo>
                <a:lnTo>
                  <a:pt x="55344" y="39940"/>
                </a:lnTo>
                <a:cubicBezTo>
                  <a:pt x="58761" y="39940"/>
                  <a:pt x="61151" y="39940"/>
                  <a:pt x="61151" y="35670"/>
                </a:cubicBezTo>
                <a:cubicBezTo>
                  <a:pt x="61151" y="33106"/>
                  <a:pt x="58930" y="33106"/>
                  <a:pt x="55857" y="33106"/>
                </a:cubicBezTo>
                <a:lnTo>
                  <a:pt x="38433" y="33106"/>
                </a:lnTo>
                <a:lnTo>
                  <a:pt x="44412" y="9558"/>
                </a:lnTo>
                <a:cubicBezTo>
                  <a:pt x="45096" y="6998"/>
                  <a:pt x="45096" y="5976"/>
                  <a:pt x="45096" y="5804"/>
                </a:cubicBezTo>
                <a:cubicBezTo>
                  <a:pt x="45096" y="1707"/>
                  <a:pt x="41851" y="0"/>
                  <a:pt x="39116" y="0"/>
                </a:cubicBezTo>
                <a:cubicBezTo>
                  <a:pt x="37068" y="0"/>
                  <a:pt x="32626" y="1196"/>
                  <a:pt x="31089" y="6657"/>
                </a:cubicBezTo>
                <a:lnTo>
                  <a:pt x="24427" y="33106"/>
                </a:lnTo>
                <a:lnTo>
                  <a:pt x="5980" y="33106"/>
                </a:lnTo>
                <a:cubicBezTo>
                  <a:pt x="2393" y="33106"/>
                  <a:pt x="2221" y="33278"/>
                  <a:pt x="1538" y="33791"/>
                </a:cubicBezTo>
                <a:cubicBezTo>
                  <a:pt x="685" y="34474"/>
                  <a:pt x="0" y="36695"/>
                  <a:pt x="0" y="37547"/>
                </a:cubicBezTo>
                <a:cubicBezTo>
                  <a:pt x="514" y="39940"/>
                  <a:pt x="2052" y="39940"/>
                  <a:pt x="5469" y="39940"/>
                </a:cubicBezTo>
                <a:lnTo>
                  <a:pt x="22720" y="39940"/>
                </a:lnTo>
                <a:lnTo>
                  <a:pt x="12641" y="80190"/>
                </a:lnTo>
                <a:cubicBezTo>
                  <a:pt x="11616" y="84112"/>
                  <a:pt x="10251" y="89909"/>
                  <a:pt x="10251" y="91957"/>
                </a:cubicBezTo>
                <a:cubicBezTo>
                  <a:pt x="10251" y="101848"/>
                  <a:pt x="19131" y="108336"/>
                  <a:pt x="29551" y="108336"/>
                </a:cubicBezTo>
                <a:cubicBezTo>
                  <a:pt x="49195" y="108336"/>
                  <a:pt x="60809" y="84965"/>
                  <a:pt x="60809" y="82063"/>
                </a:cubicBezTo>
                <a:cubicBezTo>
                  <a:pt x="60809" y="81553"/>
                  <a:pt x="60468" y="79676"/>
                  <a:pt x="57564" y="79676"/>
                </a:cubicBezTo>
                <a:cubicBezTo>
                  <a:pt x="55344" y="79676"/>
                  <a:pt x="55002" y="80529"/>
                  <a:pt x="54148" y="82577"/>
                </a:cubicBezTo>
                <a:cubicBezTo>
                  <a:pt x="48341" y="95366"/>
                  <a:pt x="38605" y="102701"/>
                  <a:pt x="30234" y="102701"/>
                </a:cubicBezTo>
                <a:cubicBezTo>
                  <a:pt x="23917" y="102701"/>
                  <a:pt x="23744" y="96390"/>
                  <a:pt x="23744" y="94172"/>
                </a:cubicBezTo>
                <a:cubicBezTo>
                  <a:pt x="23744" y="91785"/>
                  <a:pt x="23744" y="91444"/>
                  <a:pt x="24599" y="88204"/>
                </a:cubicBezTo>
                <a:lnTo>
                  <a:pt x="36727" y="3994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pdf-path-100060">
            <a:extLst xmlns:a="http://schemas.openxmlformats.org/drawingml/2006/main">
              <a:ext uri="{FF2B5EF4-FFF2-40B4-BE49-F238E27FC236}">
                <a16:creationId xmlns:a16="http://schemas.microsoft.com/office/drawing/2014/main" id="{098403E5-7529-4FB1-BAA9-B6FCF8D05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058" y="1833507"/>
            <a:ext cx="30487" cy="77209"/>
          </a:xfrm>
          <a:custGeom xmlns:a="http://schemas.openxmlformats.org/drawingml/2006/main">
            <a:pathLst>
              <a:path w="30487" h="77209">
                <a:moveTo>
                  <a:pt x="24082" y="23570"/>
                </a:moveTo>
                <a:cubicBezTo>
                  <a:pt x="24082" y="32034"/>
                  <a:pt x="24082" y="53088"/>
                  <a:pt x="5121" y="71318"/>
                </a:cubicBezTo>
                <a:cubicBezTo>
                  <a:pt x="3585" y="72854"/>
                  <a:pt x="3585" y="73112"/>
                  <a:pt x="3585" y="74136"/>
                </a:cubicBezTo>
                <a:cubicBezTo>
                  <a:pt x="3585" y="75931"/>
                  <a:pt x="5379" y="77209"/>
                  <a:pt x="6915" y="77209"/>
                </a:cubicBezTo>
                <a:cubicBezTo>
                  <a:pt x="9735" y="77209"/>
                  <a:pt x="30487" y="57196"/>
                  <a:pt x="30487" y="27155"/>
                </a:cubicBezTo>
                <a:cubicBezTo>
                  <a:pt x="30487" y="11271"/>
                  <a:pt x="24852" y="0"/>
                  <a:pt x="13836" y="0"/>
                </a:cubicBezTo>
                <a:cubicBezTo>
                  <a:pt x="5121" y="0"/>
                  <a:pt x="0" y="6662"/>
                  <a:pt x="0" y="13836"/>
                </a:cubicBezTo>
                <a:cubicBezTo>
                  <a:pt x="0" y="21010"/>
                  <a:pt x="5121" y="27668"/>
                  <a:pt x="13836" y="27668"/>
                </a:cubicBezTo>
                <a:cubicBezTo>
                  <a:pt x="17679" y="27668"/>
                  <a:pt x="21522" y="26389"/>
                  <a:pt x="24082" y="2357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pdf-path-100061">
            <a:extLst xmlns:a="http://schemas.openxmlformats.org/drawingml/2006/main">
              <a:ext uri="{FF2B5EF4-FFF2-40B4-BE49-F238E27FC236}">
                <a16:creationId xmlns:a16="http://schemas.microsoft.com/office/drawing/2014/main" id="{837B025D-6B14-4AE7-B011-AC23D16E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361" y="1747830"/>
            <a:ext cx="120934" cy="116097"/>
          </a:xfrm>
          <a:custGeom xmlns:a="http://schemas.openxmlformats.org/drawingml/2006/main">
            <a:pathLst>
              <a:path w="120934" h="116097">
                <a:moveTo>
                  <a:pt x="87112" y="15889"/>
                </a:moveTo>
                <a:cubicBezTo>
                  <a:pt x="82245" y="6662"/>
                  <a:pt x="74300" y="0"/>
                  <a:pt x="62771" y="0"/>
                </a:cubicBezTo>
                <a:cubicBezTo>
                  <a:pt x="33051" y="0"/>
                  <a:pt x="0" y="35369"/>
                  <a:pt x="0" y="74582"/>
                </a:cubicBezTo>
                <a:cubicBezTo>
                  <a:pt x="0" y="102774"/>
                  <a:pt x="17937" y="116097"/>
                  <a:pt x="35100" y="116097"/>
                </a:cubicBezTo>
                <a:cubicBezTo>
                  <a:pt x="51754" y="116097"/>
                  <a:pt x="65336" y="102261"/>
                  <a:pt x="69433" y="97390"/>
                </a:cubicBezTo>
                <a:cubicBezTo>
                  <a:pt x="72252" y="111488"/>
                  <a:pt x="85063" y="116097"/>
                  <a:pt x="93261" y="116097"/>
                </a:cubicBezTo>
                <a:cubicBezTo>
                  <a:pt x="100694" y="116097"/>
                  <a:pt x="107097" y="112770"/>
                  <a:pt x="112735" y="102003"/>
                </a:cubicBezTo>
                <a:cubicBezTo>
                  <a:pt x="117348" y="93547"/>
                  <a:pt x="120934" y="77659"/>
                  <a:pt x="120934" y="76631"/>
                </a:cubicBezTo>
                <a:cubicBezTo>
                  <a:pt x="120934" y="75353"/>
                  <a:pt x="120163" y="73558"/>
                  <a:pt x="117602" y="73558"/>
                </a:cubicBezTo>
                <a:cubicBezTo>
                  <a:pt x="114529" y="73558"/>
                  <a:pt x="114271" y="74836"/>
                  <a:pt x="113247" y="79707"/>
                </a:cubicBezTo>
                <a:cubicBezTo>
                  <a:pt x="107610" y="102003"/>
                  <a:pt x="101972" y="109693"/>
                  <a:pt x="94032" y="109693"/>
                </a:cubicBezTo>
                <a:cubicBezTo>
                  <a:pt x="87624" y="109693"/>
                  <a:pt x="86088" y="103544"/>
                  <a:pt x="86088" y="97903"/>
                </a:cubicBezTo>
                <a:cubicBezTo>
                  <a:pt x="86088" y="93035"/>
                  <a:pt x="87370" y="87910"/>
                  <a:pt x="89676" y="78937"/>
                </a:cubicBezTo>
                <a:lnTo>
                  <a:pt x="96080" y="52540"/>
                </a:lnTo>
                <a:cubicBezTo>
                  <a:pt x="97875" y="46133"/>
                  <a:pt x="102484" y="26909"/>
                  <a:pt x="103512" y="23066"/>
                </a:cubicBezTo>
                <a:cubicBezTo>
                  <a:pt x="104537" y="19477"/>
                  <a:pt x="106073" y="13328"/>
                  <a:pt x="106073" y="12557"/>
                </a:cubicBezTo>
                <a:cubicBezTo>
                  <a:pt x="106073" y="8457"/>
                  <a:pt x="102742" y="5125"/>
                  <a:pt x="98129" y="5125"/>
                </a:cubicBezTo>
                <a:cubicBezTo>
                  <a:pt x="94798" y="5125"/>
                  <a:pt x="88394" y="7174"/>
                  <a:pt x="87112" y="15889"/>
                </a:cubicBezTo>
                <a:moveTo>
                  <a:pt x="70457" y="82014"/>
                </a:moveTo>
                <a:cubicBezTo>
                  <a:pt x="69179" y="86885"/>
                  <a:pt x="69179" y="87139"/>
                  <a:pt x="65078" y="92011"/>
                </a:cubicBezTo>
                <a:cubicBezTo>
                  <a:pt x="55855" y="103032"/>
                  <a:pt x="45350" y="109693"/>
                  <a:pt x="35870" y="109693"/>
                </a:cubicBezTo>
                <a:cubicBezTo>
                  <a:pt x="23317" y="109693"/>
                  <a:pt x="18961" y="96624"/>
                  <a:pt x="18961" y="85603"/>
                </a:cubicBezTo>
                <a:cubicBezTo>
                  <a:pt x="18961" y="73042"/>
                  <a:pt x="26389" y="43568"/>
                  <a:pt x="32538" y="31268"/>
                </a:cubicBezTo>
                <a:cubicBezTo>
                  <a:pt x="40737" y="15889"/>
                  <a:pt x="52525" y="6408"/>
                  <a:pt x="62771" y="6408"/>
                </a:cubicBezTo>
                <a:cubicBezTo>
                  <a:pt x="79938" y="6408"/>
                  <a:pt x="83781" y="26909"/>
                  <a:pt x="83781" y="28704"/>
                </a:cubicBezTo>
                <a:cubicBezTo>
                  <a:pt x="83781" y="29986"/>
                  <a:pt x="83268" y="31522"/>
                  <a:pt x="83015" y="32551"/>
                </a:cubicBezTo>
                <a:lnTo>
                  <a:pt x="70457" y="8201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pdf-path-100062">
            <a:extLst xmlns:a="http://schemas.openxmlformats.org/drawingml/2006/main">
              <a:ext uri="{FF2B5EF4-FFF2-40B4-BE49-F238E27FC236}">
                <a16:creationId xmlns:a16="http://schemas.microsoft.com/office/drawing/2014/main" id="{092F8BDE-5A73-407D-BC79-E62BB05B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1249" y="1782967"/>
            <a:ext cx="61151" cy="108336"/>
          </a:xfrm>
          <a:custGeom xmlns:a="http://schemas.openxmlformats.org/drawingml/2006/main">
            <a:pathLst>
              <a:path w="61151" h="108336">
                <a:moveTo>
                  <a:pt x="36727" y="39940"/>
                </a:moveTo>
                <a:lnTo>
                  <a:pt x="55344" y="39940"/>
                </a:lnTo>
                <a:cubicBezTo>
                  <a:pt x="58761" y="39940"/>
                  <a:pt x="61151" y="39940"/>
                  <a:pt x="61151" y="35670"/>
                </a:cubicBezTo>
                <a:cubicBezTo>
                  <a:pt x="61151" y="33106"/>
                  <a:pt x="58930" y="33106"/>
                  <a:pt x="55857" y="33106"/>
                </a:cubicBezTo>
                <a:lnTo>
                  <a:pt x="38433" y="33106"/>
                </a:lnTo>
                <a:lnTo>
                  <a:pt x="44412" y="9558"/>
                </a:lnTo>
                <a:cubicBezTo>
                  <a:pt x="45096" y="6998"/>
                  <a:pt x="45096" y="5976"/>
                  <a:pt x="45096" y="5804"/>
                </a:cubicBezTo>
                <a:cubicBezTo>
                  <a:pt x="45096" y="1707"/>
                  <a:pt x="41851" y="0"/>
                  <a:pt x="39116" y="0"/>
                </a:cubicBezTo>
                <a:cubicBezTo>
                  <a:pt x="37068" y="0"/>
                  <a:pt x="32626" y="1196"/>
                  <a:pt x="31089" y="6657"/>
                </a:cubicBezTo>
                <a:lnTo>
                  <a:pt x="24427" y="33106"/>
                </a:lnTo>
                <a:lnTo>
                  <a:pt x="5980" y="33106"/>
                </a:lnTo>
                <a:cubicBezTo>
                  <a:pt x="2393" y="33106"/>
                  <a:pt x="2221" y="33278"/>
                  <a:pt x="1538" y="33791"/>
                </a:cubicBezTo>
                <a:cubicBezTo>
                  <a:pt x="685" y="34474"/>
                  <a:pt x="0" y="36695"/>
                  <a:pt x="0" y="37547"/>
                </a:cubicBezTo>
                <a:cubicBezTo>
                  <a:pt x="514" y="39940"/>
                  <a:pt x="2052" y="39940"/>
                  <a:pt x="5469" y="39940"/>
                </a:cubicBezTo>
                <a:lnTo>
                  <a:pt x="22720" y="39940"/>
                </a:lnTo>
                <a:lnTo>
                  <a:pt x="12641" y="80190"/>
                </a:lnTo>
                <a:cubicBezTo>
                  <a:pt x="11616" y="84112"/>
                  <a:pt x="10251" y="89909"/>
                  <a:pt x="10251" y="91957"/>
                </a:cubicBezTo>
                <a:cubicBezTo>
                  <a:pt x="10251" y="101848"/>
                  <a:pt x="19131" y="108336"/>
                  <a:pt x="29551" y="108336"/>
                </a:cubicBezTo>
                <a:cubicBezTo>
                  <a:pt x="49195" y="108336"/>
                  <a:pt x="60809" y="84965"/>
                  <a:pt x="60809" y="82063"/>
                </a:cubicBezTo>
                <a:cubicBezTo>
                  <a:pt x="60809" y="81553"/>
                  <a:pt x="60467" y="79676"/>
                  <a:pt x="57564" y="79676"/>
                </a:cubicBezTo>
                <a:cubicBezTo>
                  <a:pt x="55344" y="79676"/>
                  <a:pt x="55002" y="80529"/>
                  <a:pt x="54148" y="82577"/>
                </a:cubicBezTo>
                <a:cubicBezTo>
                  <a:pt x="48341" y="95366"/>
                  <a:pt x="38605" y="102701"/>
                  <a:pt x="30234" y="102701"/>
                </a:cubicBezTo>
                <a:cubicBezTo>
                  <a:pt x="23917" y="102701"/>
                  <a:pt x="23744" y="96390"/>
                  <a:pt x="23744" y="94172"/>
                </a:cubicBezTo>
                <a:cubicBezTo>
                  <a:pt x="23744" y="91785"/>
                  <a:pt x="23744" y="91444"/>
                  <a:pt x="24599" y="88204"/>
                </a:cubicBezTo>
                <a:lnTo>
                  <a:pt x="36727" y="3994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pdf-path-100063">
            <a:extLst xmlns:a="http://schemas.openxmlformats.org/drawingml/2006/main">
              <a:ext uri="{FF2B5EF4-FFF2-40B4-BE49-F238E27FC236}">
                <a16:creationId xmlns:a16="http://schemas.microsoft.com/office/drawing/2014/main" id="{805BEC19-5011-4422-AF49-9D013E23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2586" y="1669014"/>
            <a:ext cx="61488" cy="255965"/>
          </a:xfrm>
          <a:custGeom xmlns:a="http://schemas.openxmlformats.org/drawingml/2006/main">
            <a:pathLst>
              <a:path w="61488" h="255965">
                <a:moveTo>
                  <a:pt x="61488" y="127857"/>
                </a:moveTo>
                <a:cubicBezTo>
                  <a:pt x="61488" y="106847"/>
                  <a:pt x="58416" y="78664"/>
                  <a:pt x="45092" y="50222"/>
                </a:cubicBezTo>
                <a:cubicBezTo>
                  <a:pt x="29974" y="18707"/>
                  <a:pt x="6145" y="0"/>
                  <a:pt x="3072" y="0"/>
                </a:cubicBezTo>
                <a:cubicBezTo>
                  <a:pt x="512" y="0"/>
                  <a:pt x="0" y="2052"/>
                  <a:pt x="0" y="2819"/>
                </a:cubicBezTo>
                <a:cubicBezTo>
                  <a:pt x="0" y="4101"/>
                  <a:pt x="512" y="4871"/>
                  <a:pt x="2302" y="6665"/>
                </a:cubicBezTo>
                <a:cubicBezTo>
                  <a:pt x="17166" y="19989"/>
                  <a:pt x="45346" y="54835"/>
                  <a:pt x="45346" y="127857"/>
                </a:cubicBezTo>
                <a:cubicBezTo>
                  <a:pt x="45346" y="164497"/>
                  <a:pt x="38688" y="215485"/>
                  <a:pt x="1537" y="250073"/>
                </a:cubicBezTo>
                <a:cubicBezTo>
                  <a:pt x="1024" y="250843"/>
                  <a:pt x="0" y="251867"/>
                  <a:pt x="0" y="253150"/>
                </a:cubicBezTo>
                <a:cubicBezTo>
                  <a:pt x="0" y="253916"/>
                  <a:pt x="512" y="255965"/>
                  <a:pt x="3072" y="255965"/>
                </a:cubicBezTo>
                <a:cubicBezTo>
                  <a:pt x="6145" y="255965"/>
                  <a:pt x="29208" y="237519"/>
                  <a:pt x="43044" y="209590"/>
                </a:cubicBezTo>
                <a:cubicBezTo>
                  <a:pt x="55339" y="184995"/>
                  <a:pt x="61488" y="158601"/>
                  <a:pt x="61488" y="12785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pdf-path-100064">
            <a:extLst xmlns:a="http://schemas.openxmlformats.org/drawingml/2006/main">
              <a:ext uri="{FF2B5EF4-FFF2-40B4-BE49-F238E27FC236}">
                <a16:creationId xmlns:a16="http://schemas.microsoft.com/office/drawing/2014/main" id="{B504869C-D229-46F4-91A6-F9B102A9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246" y="2032523"/>
            <a:ext cx="108380" cy="163137"/>
          </a:xfrm>
          <a:custGeom xmlns:a="http://schemas.openxmlformats.org/drawingml/2006/main">
            <a:pathLst>
              <a:path w="108380" h="163137">
                <a:moveTo>
                  <a:pt x="107355" y="8714"/>
                </a:moveTo>
                <a:cubicBezTo>
                  <a:pt x="108380" y="5125"/>
                  <a:pt x="108380" y="4614"/>
                  <a:pt x="108380" y="3589"/>
                </a:cubicBezTo>
                <a:cubicBezTo>
                  <a:pt x="108380" y="516"/>
                  <a:pt x="105815" y="0"/>
                  <a:pt x="105303" y="0"/>
                </a:cubicBezTo>
                <a:cubicBezTo>
                  <a:pt x="102742" y="0"/>
                  <a:pt x="93007" y="8714"/>
                  <a:pt x="87882" y="17683"/>
                </a:cubicBezTo>
                <a:cubicBezTo>
                  <a:pt x="83781" y="8457"/>
                  <a:pt x="75840" y="0"/>
                  <a:pt x="62771" y="0"/>
                </a:cubicBezTo>
                <a:cubicBezTo>
                  <a:pt x="33051" y="0"/>
                  <a:pt x="0" y="35369"/>
                  <a:pt x="0" y="74582"/>
                </a:cubicBezTo>
                <a:cubicBezTo>
                  <a:pt x="0" y="102774"/>
                  <a:pt x="17937" y="116097"/>
                  <a:pt x="35100" y="116097"/>
                </a:cubicBezTo>
                <a:cubicBezTo>
                  <a:pt x="46120" y="116097"/>
                  <a:pt x="56110" y="110464"/>
                  <a:pt x="65590" y="101491"/>
                </a:cubicBezTo>
                <a:lnTo>
                  <a:pt x="55855" y="141048"/>
                </a:lnTo>
                <a:cubicBezTo>
                  <a:pt x="52525" y="154168"/>
                  <a:pt x="52267" y="154938"/>
                  <a:pt x="36128" y="155196"/>
                </a:cubicBezTo>
                <a:cubicBezTo>
                  <a:pt x="33051" y="155196"/>
                  <a:pt x="29978" y="155196"/>
                  <a:pt x="29978" y="159810"/>
                </a:cubicBezTo>
                <a:cubicBezTo>
                  <a:pt x="29978" y="160322"/>
                  <a:pt x="29978" y="163137"/>
                  <a:pt x="33563" y="163137"/>
                </a:cubicBezTo>
                <a:cubicBezTo>
                  <a:pt x="39201" y="163137"/>
                  <a:pt x="53807" y="162371"/>
                  <a:pt x="59440" y="162371"/>
                </a:cubicBezTo>
                <a:cubicBezTo>
                  <a:pt x="67896" y="162371"/>
                  <a:pt x="68409" y="162371"/>
                  <a:pt x="72510" y="162625"/>
                </a:cubicBezTo>
                <a:cubicBezTo>
                  <a:pt x="75840" y="162883"/>
                  <a:pt x="83015" y="163137"/>
                  <a:pt x="86088" y="163137"/>
                </a:cubicBezTo>
                <a:cubicBezTo>
                  <a:pt x="87624" y="163137"/>
                  <a:pt x="90955" y="163137"/>
                  <a:pt x="90955" y="158528"/>
                </a:cubicBezTo>
                <a:cubicBezTo>
                  <a:pt x="90955" y="155196"/>
                  <a:pt x="88394" y="155196"/>
                  <a:pt x="84039" y="155196"/>
                </a:cubicBezTo>
                <a:cubicBezTo>
                  <a:pt x="71997" y="155196"/>
                  <a:pt x="71997" y="153394"/>
                  <a:pt x="71997" y="151080"/>
                </a:cubicBezTo>
                <a:cubicBezTo>
                  <a:pt x="71997" y="150822"/>
                  <a:pt x="71997" y="149281"/>
                  <a:pt x="73022" y="145423"/>
                </a:cubicBezTo>
                <a:lnTo>
                  <a:pt x="107355" y="8714"/>
                </a:lnTo>
                <a:moveTo>
                  <a:pt x="70457" y="82014"/>
                </a:moveTo>
                <a:cubicBezTo>
                  <a:pt x="69179" y="86885"/>
                  <a:pt x="69179" y="87139"/>
                  <a:pt x="65078" y="92011"/>
                </a:cubicBezTo>
                <a:cubicBezTo>
                  <a:pt x="55855" y="103032"/>
                  <a:pt x="45350" y="109693"/>
                  <a:pt x="35870" y="109693"/>
                </a:cubicBezTo>
                <a:cubicBezTo>
                  <a:pt x="23317" y="109693"/>
                  <a:pt x="18961" y="96624"/>
                  <a:pt x="18961" y="85603"/>
                </a:cubicBezTo>
                <a:cubicBezTo>
                  <a:pt x="18961" y="73042"/>
                  <a:pt x="26389" y="43568"/>
                  <a:pt x="32538" y="31268"/>
                </a:cubicBezTo>
                <a:cubicBezTo>
                  <a:pt x="40737" y="15889"/>
                  <a:pt x="52525" y="6408"/>
                  <a:pt x="62771" y="6408"/>
                </a:cubicBezTo>
                <a:cubicBezTo>
                  <a:pt x="79938" y="6408"/>
                  <a:pt x="83781" y="26909"/>
                  <a:pt x="83781" y="28704"/>
                </a:cubicBezTo>
                <a:cubicBezTo>
                  <a:pt x="83781" y="29986"/>
                  <a:pt x="83268" y="31522"/>
                  <a:pt x="83015" y="32551"/>
                </a:cubicBezTo>
                <a:lnTo>
                  <a:pt x="70457" y="8201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pdf-path-100065">
            <a:extLst xmlns:a="http://schemas.openxmlformats.org/drawingml/2006/main">
              <a:ext uri="{FF2B5EF4-FFF2-40B4-BE49-F238E27FC236}">
                <a16:creationId xmlns:a16="http://schemas.microsoft.com/office/drawing/2014/main" id="{1312234C-ABEC-4410-BB84-D481FF5D2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7335" y="2057615"/>
            <a:ext cx="103853" cy="153462"/>
          </a:xfrm>
          <a:custGeom xmlns:a="http://schemas.openxmlformats.org/drawingml/2006/main">
            <a:pathLst>
              <a:path w="103853" h="153462">
                <a:moveTo>
                  <a:pt x="74302" y="4955"/>
                </a:moveTo>
                <a:cubicBezTo>
                  <a:pt x="74816" y="2906"/>
                  <a:pt x="74816" y="2565"/>
                  <a:pt x="74816" y="2393"/>
                </a:cubicBezTo>
                <a:cubicBezTo>
                  <a:pt x="74816" y="0"/>
                  <a:pt x="72254" y="0"/>
                  <a:pt x="71740" y="0"/>
                </a:cubicBezTo>
                <a:cubicBezTo>
                  <a:pt x="69178" y="0"/>
                  <a:pt x="69009" y="855"/>
                  <a:pt x="68153" y="3931"/>
                </a:cubicBezTo>
                <a:lnTo>
                  <a:pt x="58416" y="42869"/>
                </a:lnTo>
                <a:cubicBezTo>
                  <a:pt x="26306" y="44066"/>
                  <a:pt x="0" y="66275"/>
                  <a:pt x="0" y="88314"/>
                </a:cubicBezTo>
                <a:cubicBezTo>
                  <a:pt x="0" y="102664"/>
                  <a:pt x="11445" y="118553"/>
                  <a:pt x="38944" y="120601"/>
                </a:cubicBezTo>
                <a:lnTo>
                  <a:pt x="33138" y="143543"/>
                </a:lnTo>
                <a:cubicBezTo>
                  <a:pt x="32624" y="146110"/>
                  <a:pt x="31430" y="150559"/>
                  <a:pt x="31430" y="151072"/>
                </a:cubicBezTo>
                <a:cubicBezTo>
                  <a:pt x="31430" y="153462"/>
                  <a:pt x="33992" y="153462"/>
                  <a:pt x="34675" y="153462"/>
                </a:cubicBezTo>
                <a:cubicBezTo>
                  <a:pt x="37237" y="153462"/>
                  <a:pt x="37579" y="152269"/>
                  <a:pt x="38092" y="149876"/>
                </a:cubicBezTo>
                <a:cubicBezTo>
                  <a:pt x="38262" y="149193"/>
                  <a:pt x="44409" y="125053"/>
                  <a:pt x="45437" y="120601"/>
                </a:cubicBezTo>
                <a:cubicBezTo>
                  <a:pt x="77205" y="119577"/>
                  <a:pt x="103853" y="97199"/>
                  <a:pt x="103853" y="75159"/>
                </a:cubicBezTo>
                <a:cubicBezTo>
                  <a:pt x="103853" y="60468"/>
                  <a:pt x="91726" y="44749"/>
                  <a:pt x="64909" y="42869"/>
                </a:cubicBezTo>
                <a:lnTo>
                  <a:pt x="74302" y="4955"/>
                </a:lnTo>
                <a:moveTo>
                  <a:pt x="40313" y="114966"/>
                </a:moveTo>
                <a:cubicBezTo>
                  <a:pt x="24769" y="113942"/>
                  <a:pt x="13324" y="106253"/>
                  <a:pt x="13324" y="90876"/>
                </a:cubicBezTo>
                <a:cubicBezTo>
                  <a:pt x="13324" y="71570"/>
                  <a:pt x="29551" y="50900"/>
                  <a:pt x="56881" y="48507"/>
                </a:cubicBezTo>
                <a:lnTo>
                  <a:pt x="40313" y="114966"/>
                </a:lnTo>
                <a:moveTo>
                  <a:pt x="63371" y="48507"/>
                </a:moveTo>
                <a:cubicBezTo>
                  <a:pt x="79084" y="49362"/>
                  <a:pt x="90529" y="57220"/>
                  <a:pt x="90529" y="72597"/>
                </a:cubicBezTo>
                <a:cubicBezTo>
                  <a:pt x="90529" y="91048"/>
                  <a:pt x="74985" y="112574"/>
                  <a:pt x="46802" y="114966"/>
                </a:cubicBezTo>
                <a:lnTo>
                  <a:pt x="63371" y="4850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pdf-path-100066">
            <a:extLst xmlns:a="http://schemas.openxmlformats.org/drawingml/2006/main">
              <a:ext uri="{FF2B5EF4-FFF2-40B4-BE49-F238E27FC236}">
                <a16:creationId xmlns:a16="http://schemas.microsoft.com/office/drawing/2014/main" id="{DF4547D9-3670-4B26-B059-FD7FC953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0026" y="1953707"/>
            <a:ext cx="61489" cy="255965"/>
          </a:xfrm>
          <a:custGeom xmlns:a="http://schemas.openxmlformats.org/drawingml/2006/main">
            <a:pathLst>
              <a:path w="61489" h="255965">
                <a:moveTo>
                  <a:pt x="61489" y="253150"/>
                </a:moveTo>
                <a:cubicBezTo>
                  <a:pt x="61489" y="251867"/>
                  <a:pt x="60723" y="251097"/>
                  <a:pt x="59183" y="249307"/>
                </a:cubicBezTo>
                <a:cubicBezTo>
                  <a:pt x="26132" y="219070"/>
                  <a:pt x="16139" y="172949"/>
                  <a:pt x="16139" y="128115"/>
                </a:cubicBezTo>
                <a:cubicBezTo>
                  <a:pt x="16139" y="88398"/>
                  <a:pt x="23828" y="40229"/>
                  <a:pt x="59953" y="5895"/>
                </a:cubicBezTo>
                <a:cubicBezTo>
                  <a:pt x="60977" y="4871"/>
                  <a:pt x="61489" y="4101"/>
                  <a:pt x="61489" y="2818"/>
                </a:cubicBezTo>
                <a:cubicBezTo>
                  <a:pt x="61489" y="1028"/>
                  <a:pt x="60211" y="0"/>
                  <a:pt x="58416" y="0"/>
                </a:cubicBezTo>
                <a:cubicBezTo>
                  <a:pt x="55340" y="0"/>
                  <a:pt x="32281" y="18453"/>
                  <a:pt x="18445" y="46379"/>
                </a:cubicBezTo>
                <a:cubicBezTo>
                  <a:pt x="6150" y="70977"/>
                  <a:pt x="0" y="97367"/>
                  <a:pt x="0" y="127857"/>
                </a:cubicBezTo>
                <a:cubicBezTo>
                  <a:pt x="0" y="146306"/>
                  <a:pt x="2303" y="175514"/>
                  <a:pt x="16397" y="205746"/>
                </a:cubicBezTo>
                <a:cubicBezTo>
                  <a:pt x="31515" y="237261"/>
                  <a:pt x="55340" y="255965"/>
                  <a:pt x="58416" y="255965"/>
                </a:cubicBezTo>
                <a:cubicBezTo>
                  <a:pt x="60211" y="255965"/>
                  <a:pt x="61489" y="254940"/>
                  <a:pt x="61489" y="25315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pdf-path-100067">
            <a:extLst xmlns:a="http://schemas.openxmlformats.org/drawingml/2006/main">
              <a:ext uri="{FF2B5EF4-FFF2-40B4-BE49-F238E27FC236}">
                <a16:creationId xmlns:a16="http://schemas.microsoft.com/office/drawing/2014/main" id="{48318435-AAE3-4158-BB23-1D79660DB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7833" y="2032522"/>
            <a:ext cx="110941" cy="116097"/>
          </a:xfrm>
          <a:custGeom xmlns:a="http://schemas.openxmlformats.org/drawingml/2006/main">
            <a:pathLst>
              <a:path w="110941" h="116097">
                <a:moveTo>
                  <a:pt x="24340" y="91499"/>
                </a:moveTo>
                <a:cubicBezTo>
                  <a:pt x="29720" y="85091"/>
                  <a:pt x="43814" y="72276"/>
                  <a:pt x="54831" y="63049"/>
                </a:cubicBezTo>
                <a:cubicBezTo>
                  <a:pt x="73789" y="46899"/>
                  <a:pt x="79684" y="41261"/>
                  <a:pt x="83015" y="37672"/>
                </a:cubicBezTo>
                <a:cubicBezTo>
                  <a:pt x="104025" y="17425"/>
                  <a:pt x="110941" y="4359"/>
                  <a:pt x="110941" y="2819"/>
                </a:cubicBezTo>
                <a:cubicBezTo>
                  <a:pt x="110941" y="2565"/>
                  <a:pt x="110941" y="0"/>
                  <a:pt x="107610" y="0"/>
                </a:cubicBezTo>
                <a:cubicBezTo>
                  <a:pt x="105303" y="0"/>
                  <a:pt x="104791" y="770"/>
                  <a:pt x="103513" y="2819"/>
                </a:cubicBezTo>
                <a:cubicBezTo>
                  <a:pt x="100182" y="7944"/>
                  <a:pt x="93262" y="18961"/>
                  <a:pt x="84551" y="18961"/>
                </a:cubicBezTo>
                <a:cubicBezTo>
                  <a:pt x="79426" y="18961"/>
                  <a:pt x="76095" y="16143"/>
                  <a:pt x="70204" y="9481"/>
                </a:cubicBezTo>
                <a:cubicBezTo>
                  <a:pt x="64054" y="2819"/>
                  <a:pt x="59186" y="0"/>
                  <a:pt x="52525" y="0"/>
                </a:cubicBezTo>
                <a:cubicBezTo>
                  <a:pt x="32797" y="0"/>
                  <a:pt x="20755" y="23575"/>
                  <a:pt x="20755" y="29982"/>
                </a:cubicBezTo>
                <a:cubicBezTo>
                  <a:pt x="20755" y="30752"/>
                  <a:pt x="21268" y="32805"/>
                  <a:pt x="24083" y="32805"/>
                </a:cubicBezTo>
                <a:cubicBezTo>
                  <a:pt x="26648" y="32805"/>
                  <a:pt x="27413" y="31265"/>
                  <a:pt x="27672" y="30494"/>
                </a:cubicBezTo>
                <a:cubicBezTo>
                  <a:pt x="32539" y="18195"/>
                  <a:pt x="47657" y="18195"/>
                  <a:pt x="49705" y="18195"/>
                </a:cubicBezTo>
                <a:cubicBezTo>
                  <a:pt x="55598" y="18195"/>
                  <a:pt x="61747" y="19985"/>
                  <a:pt x="67384" y="22038"/>
                </a:cubicBezTo>
                <a:cubicBezTo>
                  <a:pt x="77635" y="25369"/>
                  <a:pt x="81991" y="25369"/>
                  <a:pt x="85834" y="25369"/>
                </a:cubicBezTo>
                <a:cubicBezTo>
                  <a:pt x="77890" y="34341"/>
                  <a:pt x="63541" y="46645"/>
                  <a:pt x="47399" y="60484"/>
                </a:cubicBezTo>
                <a:cubicBezTo>
                  <a:pt x="34588" y="71506"/>
                  <a:pt x="26648" y="79196"/>
                  <a:pt x="21010" y="84837"/>
                </a:cubicBezTo>
                <a:cubicBezTo>
                  <a:pt x="11529" y="94833"/>
                  <a:pt x="0" y="110464"/>
                  <a:pt x="0" y="113283"/>
                </a:cubicBezTo>
                <a:cubicBezTo>
                  <a:pt x="0" y="115073"/>
                  <a:pt x="1283" y="116097"/>
                  <a:pt x="3331" y="116097"/>
                </a:cubicBezTo>
                <a:cubicBezTo>
                  <a:pt x="5638" y="116097"/>
                  <a:pt x="6150" y="115073"/>
                  <a:pt x="7432" y="113537"/>
                </a:cubicBezTo>
                <a:cubicBezTo>
                  <a:pt x="17425" y="98164"/>
                  <a:pt x="26902" y="97140"/>
                  <a:pt x="29720" y="97140"/>
                </a:cubicBezTo>
                <a:cubicBezTo>
                  <a:pt x="36128" y="97140"/>
                  <a:pt x="39713" y="100983"/>
                  <a:pt x="45350" y="107645"/>
                </a:cubicBezTo>
                <a:cubicBezTo>
                  <a:pt x="51242" y="114049"/>
                  <a:pt x="56880" y="116097"/>
                  <a:pt x="62006" y="116097"/>
                </a:cubicBezTo>
                <a:cubicBezTo>
                  <a:pt x="88394" y="116097"/>
                  <a:pt x="103767" y="83296"/>
                  <a:pt x="103767" y="76377"/>
                </a:cubicBezTo>
                <a:cubicBezTo>
                  <a:pt x="103767" y="74070"/>
                  <a:pt x="101972" y="73300"/>
                  <a:pt x="100182" y="73300"/>
                </a:cubicBezTo>
                <a:cubicBezTo>
                  <a:pt x="97617" y="73300"/>
                  <a:pt x="97105" y="75094"/>
                  <a:pt x="96592" y="76123"/>
                </a:cubicBezTo>
                <a:cubicBezTo>
                  <a:pt x="89677" y="95088"/>
                  <a:pt x="71485" y="97907"/>
                  <a:pt x="64824" y="97907"/>
                </a:cubicBezTo>
                <a:cubicBezTo>
                  <a:pt x="59956" y="97907"/>
                  <a:pt x="54831" y="96628"/>
                  <a:pt x="47145" y="94063"/>
                </a:cubicBezTo>
                <a:cubicBezTo>
                  <a:pt x="42019" y="92527"/>
                  <a:pt x="35870" y="90732"/>
                  <a:pt x="30491" y="90732"/>
                </a:cubicBezTo>
                <a:cubicBezTo>
                  <a:pt x="27930" y="90732"/>
                  <a:pt x="25365" y="91245"/>
                  <a:pt x="24340" y="9149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pdf-path-100068">
            <a:extLst xmlns:a="http://schemas.openxmlformats.org/drawingml/2006/main">
              <a:ext uri="{FF2B5EF4-FFF2-40B4-BE49-F238E27FC236}">
                <a16:creationId xmlns:a16="http://schemas.microsoft.com/office/drawing/2014/main" id="{64CD2140-7BCD-417D-B0CC-318B8F04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4244" y="1953707"/>
            <a:ext cx="11017" cy="256214"/>
          </a:xfrm>
          <a:custGeom xmlns:a="http://schemas.openxmlformats.org/drawingml/2006/main">
            <a:pathLst>
              <a:path w="11017" h="256214">
                <a:moveTo>
                  <a:pt x="11017" y="9480"/>
                </a:moveTo>
                <a:cubicBezTo>
                  <a:pt x="11017" y="5125"/>
                  <a:pt x="11017" y="0"/>
                  <a:pt x="5638" y="0"/>
                </a:cubicBezTo>
                <a:cubicBezTo>
                  <a:pt x="0" y="0"/>
                  <a:pt x="0" y="4871"/>
                  <a:pt x="0" y="9480"/>
                </a:cubicBezTo>
                <a:lnTo>
                  <a:pt x="0" y="246738"/>
                </a:lnTo>
                <a:cubicBezTo>
                  <a:pt x="0" y="251093"/>
                  <a:pt x="0" y="256214"/>
                  <a:pt x="5384" y="256214"/>
                </a:cubicBezTo>
                <a:cubicBezTo>
                  <a:pt x="11017" y="256214"/>
                  <a:pt x="11017" y="251347"/>
                  <a:pt x="11017" y="246738"/>
                </a:cubicBezTo>
                <a:lnTo>
                  <a:pt x="11017" y="948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pdf-path-100069">
            <a:extLst xmlns:a="http://schemas.openxmlformats.org/drawingml/2006/main">
              <a:ext uri="{FF2B5EF4-FFF2-40B4-BE49-F238E27FC236}">
                <a16:creationId xmlns:a16="http://schemas.microsoft.com/office/drawing/2014/main" id="{3E20B1B4-D745-47BF-BF98-F59C2F54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3127" y="2032522"/>
            <a:ext cx="96339" cy="116097"/>
          </a:xfrm>
          <a:custGeom xmlns:a="http://schemas.openxmlformats.org/drawingml/2006/main">
            <a:pathLst>
              <a:path w="96339" h="116097">
                <a:moveTo>
                  <a:pt x="88136" y="17515"/>
                </a:moveTo>
                <a:cubicBezTo>
                  <a:pt x="77120" y="18543"/>
                  <a:pt x="76095" y="27253"/>
                  <a:pt x="76095" y="29048"/>
                </a:cubicBezTo>
                <a:cubicBezTo>
                  <a:pt x="76095" y="33403"/>
                  <a:pt x="79426" y="36734"/>
                  <a:pt x="84293" y="36734"/>
                </a:cubicBezTo>
                <a:cubicBezTo>
                  <a:pt x="91467" y="36734"/>
                  <a:pt x="96339" y="30838"/>
                  <a:pt x="96339" y="22386"/>
                </a:cubicBezTo>
                <a:cubicBezTo>
                  <a:pt x="96339" y="9508"/>
                  <a:pt x="83781" y="0"/>
                  <a:pt x="64824" y="0"/>
                </a:cubicBezTo>
                <a:cubicBezTo>
                  <a:pt x="30491" y="0"/>
                  <a:pt x="20752" y="25717"/>
                  <a:pt x="20752" y="37500"/>
                </a:cubicBezTo>
                <a:cubicBezTo>
                  <a:pt x="20752" y="47215"/>
                  <a:pt x="25623" y="52329"/>
                  <a:pt x="28950" y="55398"/>
                </a:cubicBezTo>
                <a:cubicBezTo>
                  <a:pt x="34076" y="60258"/>
                  <a:pt x="40995" y="61790"/>
                  <a:pt x="50218" y="63581"/>
                </a:cubicBezTo>
                <a:cubicBezTo>
                  <a:pt x="61747" y="65883"/>
                  <a:pt x="64308" y="66392"/>
                  <a:pt x="68921" y="69719"/>
                </a:cubicBezTo>
                <a:cubicBezTo>
                  <a:pt x="73022" y="72784"/>
                  <a:pt x="75329" y="76881"/>
                  <a:pt x="75329" y="82264"/>
                </a:cubicBezTo>
                <a:cubicBezTo>
                  <a:pt x="75329" y="88926"/>
                  <a:pt x="69179" y="109693"/>
                  <a:pt x="38177" y="109693"/>
                </a:cubicBezTo>
                <a:cubicBezTo>
                  <a:pt x="32281" y="109693"/>
                  <a:pt x="14348" y="108923"/>
                  <a:pt x="8711" y="97124"/>
                </a:cubicBezTo>
                <a:cubicBezTo>
                  <a:pt x="21522" y="97124"/>
                  <a:pt x="24083" y="86874"/>
                  <a:pt x="24083" y="83289"/>
                </a:cubicBezTo>
                <a:cubicBezTo>
                  <a:pt x="24083" y="75602"/>
                  <a:pt x="17167" y="74062"/>
                  <a:pt x="14348" y="74062"/>
                </a:cubicBezTo>
                <a:cubicBezTo>
                  <a:pt x="9735" y="74062"/>
                  <a:pt x="0" y="77651"/>
                  <a:pt x="0" y="90975"/>
                </a:cubicBezTo>
                <a:cubicBezTo>
                  <a:pt x="0" y="106871"/>
                  <a:pt x="16142" y="116097"/>
                  <a:pt x="37919" y="116097"/>
                </a:cubicBezTo>
                <a:cubicBezTo>
                  <a:pt x="80963" y="116097"/>
                  <a:pt x="90443" y="84567"/>
                  <a:pt x="90443" y="73554"/>
                </a:cubicBezTo>
                <a:cubicBezTo>
                  <a:pt x="90443" y="63835"/>
                  <a:pt x="85064" y="57701"/>
                  <a:pt x="81987" y="54632"/>
                </a:cubicBezTo>
                <a:cubicBezTo>
                  <a:pt x="75329" y="47728"/>
                  <a:pt x="67127" y="46195"/>
                  <a:pt x="58162" y="44405"/>
                </a:cubicBezTo>
                <a:cubicBezTo>
                  <a:pt x="55085" y="43638"/>
                  <a:pt x="49448" y="42614"/>
                  <a:pt x="48682" y="42360"/>
                </a:cubicBezTo>
                <a:cubicBezTo>
                  <a:pt x="40225" y="40569"/>
                  <a:pt x="35612" y="35452"/>
                  <a:pt x="35612" y="29048"/>
                </a:cubicBezTo>
                <a:cubicBezTo>
                  <a:pt x="35612" y="26229"/>
                  <a:pt x="37406" y="18031"/>
                  <a:pt x="44580" y="12350"/>
                </a:cubicBezTo>
                <a:cubicBezTo>
                  <a:pt x="51755" y="6666"/>
                  <a:pt x="61493" y="6408"/>
                  <a:pt x="64824" y="6408"/>
                </a:cubicBezTo>
                <a:cubicBezTo>
                  <a:pt x="73789" y="6408"/>
                  <a:pt x="84293" y="9250"/>
                  <a:pt x="88136" y="1751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pdf-path-100070">
            <a:extLst xmlns:a="http://schemas.openxmlformats.org/drawingml/2006/main">
              <a:ext uri="{FF2B5EF4-FFF2-40B4-BE49-F238E27FC236}">
                <a16:creationId xmlns:a16="http://schemas.microsoft.com/office/drawing/2014/main" id="{48AD2238-2489-4271-91F4-7F17F2D0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443" y="2067660"/>
            <a:ext cx="61151" cy="108336"/>
          </a:xfrm>
          <a:custGeom xmlns:a="http://schemas.openxmlformats.org/drawingml/2006/main">
            <a:pathLst>
              <a:path w="61151" h="108336">
                <a:moveTo>
                  <a:pt x="36727" y="39940"/>
                </a:moveTo>
                <a:lnTo>
                  <a:pt x="55344" y="39940"/>
                </a:lnTo>
                <a:cubicBezTo>
                  <a:pt x="58761" y="39940"/>
                  <a:pt x="61151" y="39940"/>
                  <a:pt x="61151" y="35670"/>
                </a:cubicBezTo>
                <a:cubicBezTo>
                  <a:pt x="61151" y="33106"/>
                  <a:pt x="58930" y="33106"/>
                  <a:pt x="55857" y="33106"/>
                </a:cubicBezTo>
                <a:lnTo>
                  <a:pt x="38433" y="33106"/>
                </a:lnTo>
                <a:lnTo>
                  <a:pt x="44412" y="9558"/>
                </a:lnTo>
                <a:cubicBezTo>
                  <a:pt x="45096" y="6998"/>
                  <a:pt x="45096" y="5976"/>
                  <a:pt x="45096" y="5804"/>
                </a:cubicBezTo>
                <a:cubicBezTo>
                  <a:pt x="45096" y="1707"/>
                  <a:pt x="41851" y="0"/>
                  <a:pt x="39116" y="0"/>
                </a:cubicBezTo>
                <a:cubicBezTo>
                  <a:pt x="37068" y="0"/>
                  <a:pt x="32626" y="1196"/>
                  <a:pt x="31089" y="6657"/>
                </a:cubicBezTo>
                <a:lnTo>
                  <a:pt x="24427" y="33106"/>
                </a:lnTo>
                <a:lnTo>
                  <a:pt x="5980" y="33106"/>
                </a:lnTo>
                <a:cubicBezTo>
                  <a:pt x="2393" y="33106"/>
                  <a:pt x="2221" y="33278"/>
                  <a:pt x="1538" y="33791"/>
                </a:cubicBezTo>
                <a:cubicBezTo>
                  <a:pt x="685" y="34474"/>
                  <a:pt x="0" y="36695"/>
                  <a:pt x="0" y="37547"/>
                </a:cubicBezTo>
                <a:cubicBezTo>
                  <a:pt x="514" y="39940"/>
                  <a:pt x="2052" y="39940"/>
                  <a:pt x="5469" y="39940"/>
                </a:cubicBezTo>
                <a:lnTo>
                  <a:pt x="22720" y="39940"/>
                </a:lnTo>
                <a:lnTo>
                  <a:pt x="12641" y="80190"/>
                </a:lnTo>
                <a:cubicBezTo>
                  <a:pt x="11616" y="84112"/>
                  <a:pt x="10251" y="89909"/>
                  <a:pt x="10251" y="91957"/>
                </a:cubicBezTo>
                <a:cubicBezTo>
                  <a:pt x="10251" y="101848"/>
                  <a:pt x="19131" y="108336"/>
                  <a:pt x="29551" y="108336"/>
                </a:cubicBezTo>
                <a:cubicBezTo>
                  <a:pt x="49195" y="108336"/>
                  <a:pt x="60809" y="84965"/>
                  <a:pt x="60809" y="82063"/>
                </a:cubicBezTo>
                <a:cubicBezTo>
                  <a:pt x="60809" y="81553"/>
                  <a:pt x="60467" y="79676"/>
                  <a:pt x="57564" y="79676"/>
                </a:cubicBezTo>
                <a:cubicBezTo>
                  <a:pt x="55344" y="79676"/>
                  <a:pt x="55002" y="80529"/>
                  <a:pt x="54148" y="82577"/>
                </a:cubicBezTo>
                <a:cubicBezTo>
                  <a:pt x="48341" y="95366"/>
                  <a:pt x="38605" y="102701"/>
                  <a:pt x="30234" y="102701"/>
                </a:cubicBezTo>
                <a:cubicBezTo>
                  <a:pt x="23917" y="102701"/>
                  <a:pt x="23744" y="96390"/>
                  <a:pt x="23744" y="94172"/>
                </a:cubicBezTo>
                <a:cubicBezTo>
                  <a:pt x="23744" y="91785"/>
                  <a:pt x="23744" y="91444"/>
                  <a:pt x="24599" y="88204"/>
                </a:cubicBezTo>
                <a:lnTo>
                  <a:pt x="36727" y="3994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pdf-path-100071">
            <a:extLst xmlns:a="http://schemas.openxmlformats.org/drawingml/2006/main">
              <a:ext uri="{FF2B5EF4-FFF2-40B4-BE49-F238E27FC236}">
                <a16:creationId xmlns:a16="http://schemas.microsoft.com/office/drawing/2014/main" id="{79F09943-EC12-40FB-82E6-4167469D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7153" y="2065158"/>
            <a:ext cx="132548" cy="132942"/>
          </a:xfrm>
          <a:custGeom xmlns:a="http://schemas.openxmlformats.org/drawingml/2006/main">
            <a:pathLst>
              <a:path w="132548" h="132942">
                <a:moveTo>
                  <a:pt x="70715" y="70846"/>
                </a:moveTo>
                <a:lnTo>
                  <a:pt x="125887" y="70846"/>
                </a:lnTo>
                <a:cubicBezTo>
                  <a:pt x="128277" y="70846"/>
                  <a:pt x="132548" y="70846"/>
                  <a:pt x="132548" y="66405"/>
                </a:cubicBezTo>
                <a:cubicBezTo>
                  <a:pt x="132548" y="61964"/>
                  <a:pt x="128277" y="61964"/>
                  <a:pt x="125887" y="61964"/>
                </a:cubicBezTo>
                <a:lnTo>
                  <a:pt x="70715" y="61964"/>
                </a:lnTo>
                <a:lnTo>
                  <a:pt x="70715" y="6659"/>
                </a:lnTo>
                <a:cubicBezTo>
                  <a:pt x="70715" y="4270"/>
                  <a:pt x="70715" y="0"/>
                  <a:pt x="66274" y="0"/>
                </a:cubicBezTo>
                <a:cubicBezTo>
                  <a:pt x="61833" y="0"/>
                  <a:pt x="61833" y="4270"/>
                  <a:pt x="61833" y="6659"/>
                </a:cubicBezTo>
                <a:lnTo>
                  <a:pt x="61833" y="61964"/>
                </a:lnTo>
                <a:lnTo>
                  <a:pt x="6662" y="61964"/>
                </a:lnTo>
                <a:cubicBezTo>
                  <a:pt x="4270" y="61964"/>
                  <a:pt x="0" y="61964"/>
                  <a:pt x="0" y="66405"/>
                </a:cubicBezTo>
                <a:cubicBezTo>
                  <a:pt x="0" y="70846"/>
                  <a:pt x="4270" y="70846"/>
                  <a:pt x="6662" y="70846"/>
                </a:cubicBezTo>
                <a:lnTo>
                  <a:pt x="61833" y="70846"/>
                </a:lnTo>
                <a:lnTo>
                  <a:pt x="61833" y="126275"/>
                </a:lnTo>
                <a:cubicBezTo>
                  <a:pt x="61833" y="128670"/>
                  <a:pt x="61833" y="132942"/>
                  <a:pt x="66274" y="132942"/>
                </a:cubicBezTo>
                <a:cubicBezTo>
                  <a:pt x="70715" y="132942"/>
                  <a:pt x="70715" y="128670"/>
                  <a:pt x="70715" y="126275"/>
                </a:cubicBezTo>
                <a:lnTo>
                  <a:pt x="70715" y="7084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pdf-path-100072">
            <a:extLst xmlns:a="http://schemas.openxmlformats.org/drawingml/2006/main">
              <a:ext uri="{FF2B5EF4-FFF2-40B4-BE49-F238E27FC236}">
                <a16:creationId xmlns:a16="http://schemas.microsoft.com/office/drawing/2014/main" id="{4EC6F7C4-1DFF-4065-BEFA-8643657F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4032" y="2060732"/>
            <a:ext cx="65591" cy="113595"/>
          </a:xfrm>
          <a:custGeom xmlns:a="http://schemas.openxmlformats.org/drawingml/2006/main">
            <a:pathLst>
              <a:path w="65591" h="113595">
                <a:moveTo>
                  <a:pt x="40654" y="5142"/>
                </a:moveTo>
                <a:cubicBezTo>
                  <a:pt x="40654" y="0"/>
                  <a:pt x="39971" y="0"/>
                  <a:pt x="34847" y="0"/>
                </a:cubicBezTo>
                <a:cubicBezTo>
                  <a:pt x="23572" y="11010"/>
                  <a:pt x="6151" y="11010"/>
                  <a:pt x="0" y="11010"/>
                </a:cubicBezTo>
                <a:lnTo>
                  <a:pt x="0" y="17671"/>
                </a:lnTo>
                <a:cubicBezTo>
                  <a:pt x="4441" y="17671"/>
                  <a:pt x="15717" y="17671"/>
                  <a:pt x="25965" y="12889"/>
                </a:cubicBezTo>
                <a:lnTo>
                  <a:pt x="25965" y="99083"/>
                </a:lnTo>
                <a:cubicBezTo>
                  <a:pt x="25965" y="104715"/>
                  <a:pt x="25965" y="106936"/>
                  <a:pt x="8372" y="106936"/>
                </a:cubicBezTo>
                <a:lnTo>
                  <a:pt x="1027" y="106936"/>
                </a:lnTo>
                <a:lnTo>
                  <a:pt x="1027" y="113595"/>
                </a:lnTo>
                <a:cubicBezTo>
                  <a:pt x="10420" y="112913"/>
                  <a:pt x="23744" y="112913"/>
                  <a:pt x="33309" y="112913"/>
                </a:cubicBezTo>
                <a:cubicBezTo>
                  <a:pt x="42875" y="112913"/>
                  <a:pt x="56199" y="112913"/>
                  <a:pt x="65591" y="113595"/>
                </a:cubicBezTo>
                <a:lnTo>
                  <a:pt x="65591" y="106936"/>
                </a:lnTo>
                <a:lnTo>
                  <a:pt x="58247" y="106936"/>
                </a:lnTo>
                <a:cubicBezTo>
                  <a:pt x="40654" y="106936"/>
                  <a:pt x="40654" y="104715"/>
                  <a:pt x="40654" y="99083"/>
                </a:cubicBezTo>
                <a:lnTo>
                  <a:pt x="40654" y="514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pdf-path-100073">
            <a:extLst xmlns:a="http://schemas.openxmlformats.org/drawingml/2006/main">
              <a:ext uri="{FF2B5EF4-FFF2-40B4-BE49-F238E27FC236}">
                <a16:creationId xmlns:a16="http://schemas.microsoft.com/office/drawing/2014/main" id="{0999CA37-34C3-494C-A1F8-4192BFAB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870" y="1953707"/>
            <a:ext cx="61488" cy="255965"/>
          </a:xfrm>
          <a:custGeom xmlns:a="http://schemas.openxmlformats.org/drawingml/2006/main">
            <a:pathLst>
              <a:path w="61488" h="255965">
                <a:moveTo>
                  <a:pt x="61488" y="127857"/>
                </a:moveTo>
                <a:cubicBezTo>
                  <a:pt x="61488" y="106847"/>
                  <a:pt x="58416" y="78664"/>
                  <a:pt x="45092" y="50222"/>
                </a:cubicBezTo>
                <a:cubicBezTo>
                  <a:pt x="29974" y="18707"/>
                  <a:pt x="6145" y="0"/>
                  <a:pt x="3072" y="0"/>
                </a:cubicBezTo>
                <a:cubicBezTo>
                  <a:pt x="512" y="0"/>
                  <a:pt x="0" y="2052"/>
                  <a:pt x="0" y="2819"/>
                </a:cubicBezTo>
                <a:cubicBezTo>
                  <a:pt x="0" y="4101"/>
                  <a:pt x="512" y="4871"/>
                  <a:pt x="2302" y="6666"/>
                </a:cubicBezTo>
                <a:cubicBezTo>
                  <a:pt x="17166" y="19989"/>
                  <a:pt x="45346" y="54835"/>
                  <a:pt x="45346" y="127857"/>
                </a:cubicBezTo>
                <a:cubicBezTo>
                  <a:pt x="45346" y="164497"/>
                  <a:pt x="38688" y="215485"/>
                  <a:pt x="1537" y="250073"/>
                </a:cubicBezTo>
                <a:cubicBezTo>
                  <a:pt x="1024" y="250843"/>
                  <a:pt x="0" y="251867"/>
                  <a:pt x="0" y="253150"/>
                </a:cubicBezTo>
                <a:cubicBezTo>
                  <a:pt x="0" y="253916"/>
                  <a:pt x="512" y="255965"/>
                  <a:pt x="3072" y="255965"/>
                </a:cubicBezTo>
                <a:cubicBezTo>
                  <a:pt x="6145" y="255965"/>
                  <a:pt x="29208" y="237519"/>
                  <a:pt x="43044" y="209590"/>
                </a:cubicBezTo>
                <a:cubicBezTo>
                  <a:pt x="55339" y="184995"/>
                  <a:pt x="61488" y="158601"/>
                  <a:pt x="61488" y="12785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pdf-path-100074">
            <a:extLst xmlns:a="http://schemas.openxmlformats.org/drawingml/2006/main">
              <a:ext uri="{FF2B5EF4-FFF2-40B4-BE49-F238E27FC236}">
                <a16:creationId xmlns:a16="http://schemas.microsoft.com/office/drawing/2014/main" id="{B4C0DE27-4799-4414-A37B-EA74C58B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2657" y="2317186"/>
            <a:ext cx="107356" cy="116097"/>
          </a:xfrm>
          <a:custGeom xmlns:a="http://schemas.openxmlformats.org/drawingml/2006/main">
            <a:pathLst>
              <a:path w="107356" h="116097">
                <a:moveTo>
                  <a:pt x="96080" y="9508"/>
                </a:moveTo>
                <a:cubicBezTo>
                  <a:pt x="87624" y="11048"/>
                  <a:pt x="83269" y="18223"/>
                  <a:pt x="83269" y="23602"/>
                </a:cubicBezTo>
                <a:cubicBezTo>
                  <a:pt x="83269" y="28469"/>
                  <a:pt x="86858" y="32824"/>
                  <a:pt x="93262" y="32824"/>
                </a:cubicBezTo>
                <a:cubicBezTo>
                  <a:pt x="100182" y="32824"/>
                  <a:pt x="107356" y="26933"/>
                  <a:pt x="107356" y="17452"/>
                </a:cubicBezTo>
                <a:cubicBezTo>
                  <a:pt x="107356" y="7440"/>
                  <a:pt x="98129" y="0"/>
                  <a:pt x="85576" y="0"/>
                </a:cubicBezTo>
                <a:cubicBezTo>
                  <a:pt x="66360" y="0"/>
                  <a:pt x="55598" y="14380"/>
                  <a:pt x="52013" y="19247"/>
                </a:cubicBezTo>
                <a:cubicBezTo>
                  <a:pt x="48935" y="5125"/>
                  <a:pt x="37406" y="0"/>
                  <a:pt x="27672" y="0"/>
                </a:cubicBezTo>
                <a:cubicBezTo>
                  <a:pt x="18449" y="0"/>
                  <a:pt x="12554" y="5638"/>
                  <a:pt x="8198" y="14634"/>
                </a:cubicBezTo>
                <a:cubicBezTo>
                  <a:pt x="3331" y="23860"/>
                  <a:pt x="0" y="38462"/>
                  <a:pt x="0" y="39486"/>
                </a:cubicBezTo>
                <a:cubicBezTo>
                  <a:pt x="0" y="41793"/>
                  <a:pt x="1795" y="42563"/>
                  <a:pt x="3589" y="42563"/>
                </a:cubicBezTo>
                <a:cubicBezTo>
                  <a:pt x="6404" y="42563"/>
                  <a:pt x="6920" y="41281"/>
                  <a:pt x="8198" y="36156"/>
                </a:cubicBezTo>
                <a:cubicBezTo>
                  <a:pt x="13066" y="15916"/>
                  <a:pt x="18449" y="6408"/>
                  <a:pt x="27160" y="6408"/>
                </a:cubicBezTo>
                <a:cubicBezTo>
                  <a:pt x="34846" y="6408"/>
                  <a:pt x="34846" y="14634"/>
                  <a:pt x="34846" y="18477"/>
                </a:cubicBezTo>
                <a:cubicBezTo>
                  <a:pt x="34846" y="23860"/>
                  <a:pt x="32797" y="31800"/>
                  <a:pt x="31257" y="38462"/>
                </a:cubicBezTo>
                <a:cubicBezTo>
                  <a:pt x="29466" y="45124"/>
                  <a:pt x="26902" y="56141"/>
                  <a:pt x="25877" y="59218"/>
                </a:cubicBezTo>
                <a:lnTo>
                  <a:pt x="15630" y="101237"/>
                </a:lnTo>
                <a:cubicBezTo>
                  <a:pt x="13836" y="107387"/>
                  <a:pt x="13836" y="107899"/>
                  <a:pt x="13836" y="108669"/>
                </a:cubicBezTo>
                <a:cubicBezTo>
                  <a:pt x="13836" y="112000"/>
                  <a:pt x="16142" y="116097"/>
                  <a:pt x="21780" y="116097"/>
                </a:cubicBezTo>
                <a:cubicBezTo>
                  <a:pt x="29978" y="116097"/>
                  <a:pt x="31773" y="109182"/>
                  <a:pt x="33563" y="101750"/>
                </a:cubicBezTo>
                <a:cubicBezTo>
                  <a:pt x="36640" y="90732"/>
                  <a:pt x="36640" y="90220"/>
                  <a:pt x="39201" y="79715"/>
                </a:cubicBezTo>
                <a:cubicBezTo>
                  <a:pt x="48682" y="41281"/>
                  <a:pt x="50218" y="35131"/>
                  <a:pt x="50730" y="33853"/>
                </a:cubicBezTo>
                <a:cubicBezTo>
                  <a:pt x="52267" y="30776"/>
                  <a:pt x="64054" y="6408"/>
                  <a:pt x="85321" y="6408"/>
                </a:cubicBezTo>
                <a:cubicBezTo>
                  <a:pt x="91214" y="6408"/>
                  <a:pt x="94799" y="8476"/>
                  <a:pt x="96080" y="950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pdf-path-100075">
            <a:extLst xmlns:a="http://schemas.openxmlformats.org/drawingml/2006/main">
              <a:ext uri="{FF2B5EF4-FFF2-40B4-BE49-F238E27FC236}">
                <a16:creationId xmlns:a16="http://schemas.microsoft.com/office/drawing/2014/main" id="{5A99ABBD-D00C-4378-822C-76C56C2E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3264" y="2352353"/>
            <a:ext cx="61151" cy="108336"/>
          </a:xfrm>
          <a:custGeom xmlns:a="http://schemas.openxmlformats.org/drawingml/2006/main">
            <a:pathLst>
              <a:path w="61151" h="108336">
                <a:moveTo>
                  <a:pt x="36727" y="39940"/>
                </a:moveTo>
                <a:lnTo>
                  <a:pt x="55344" y="39940"/>
                </a:lnTo>
                <a:cubicBezTo>
                  <a:pt x="58761" y="39940"/>
                  <a:pt x="61151" y="39940"/>
                  <a:pt x="61151" y="35670"/>
                </a:cubicBezTo>
                <a:cubicBezTo>
                  <a:pt x="61151" y="33106"/>
                  <a:pt x="58930" y="33106"/>
                  <a:pt x="55857" y="33106"/>
                </a:cubicBezTo>
                <a:lnTo>
                  <a:pt x="38433" y="33106"/>
                </a:lnTo>
                <a:lnTo>
                  <a:pt x="44412" y="9558"/>
                </a:lnTo>
                <a:cubicBezTo>
                  <a:pt x="45096" y="6998"/>
                  <a:pt x="45096" y="5977"/>
                  <a:pt x="45096" y="5804"/>
                </a:cubicBezTo>
                <a:cubicBezTo>
                  <a:pt x="45096" y="1707"/>
                  <a:pt x="41850" y="0"/>
                  <a:pt x="39116" y="0"/>
                </a:cubicBezTo>
                <a:cubicBezTo>
                  <a:pt x="37068" y="0"/>
                  <a:pt x="32626" y="1196"/>
                  <a:pt x="31089" y="6657"/>
                </a:cubicBezTo>
                <a:lnTo>
                  <a:pt x="24427" y="33106"/>
                </a:lnTo>
                <a:lnTo>
                  <a:pt x="5980" y="33106"/>
                </a:lnTo>
                <a:cubicBezTo>
                  <a:pt x="2393" y="33106"/>
                  <a:pt x="2221" y="33278"/>
                  <a:pt x="1538" y="33791"/>
                </a:cubicBezTo>
                <a:cubicBezTo>
                  <a:pt x="685" y="34474"/>
                  <a:pt x="0" y="36695"/>
                  <a:pt x="0" y="37547"/>
                </a:cubicBezTo>
                <a:cubicBezTo>
                  <a:pt x="514" y="39940"/>
                  <a:pt x="2052" y="39940"/>
                  <a:pt x="5469" y="39940"/>
                </a:cubicBezTo>
                <a:lnTo>
                  <a:pt x="22720" y="39940"/>
                </a:lnTo>
                <a:lnTo>
                  <a:pt x="12641" y="80190"/>
                </a:lnTo>
                <a:cubicBezTo>
                  <a:pt x="11616" y="84112"/>
                  <a:pt x="10251" y="89909"/>
                  <a:pt x="10251" y="91957"/>
                </a:cubicBezTo>
                <a:cubicBezTo>
                  <a:pt x="10251" y="101848"/>
                  <a:pt x="19131" y="108336"/>
                  <a:pt x="29551" y="108336"/>
                </a:cubicBezTo>
                <a:cubicBezTo>
                  <a:pt x="49195" y="108336"/>
                  <a:pt x="60809" y="84965"/>
                  <a:pt x="60809" y="82063"/>
                </a:cubicBezTo>
                <a:cubicBezTo>
                  <a:pt x="60809" y="81553"/>
                  <a:pt x="60467" y="79676"/>
                  <a:pt x="57564" y="79676"/>
                </a:cubicBezTo>
                <a:cubicBezTo>
                  <a:pt x="55344" y="79676"/>
                  <a:pt x="55002" y="80529"/>
                  <a:pt x="54148" y="82577"/>
                </a:cubicBezTo>
                <a:cubicBezTo>
                  <a:pt x="48341" y="95366"/>
                  <a:pt x="38605" y="102701"/>
                  <a:pt x="30234" y="102701"/>
                </a:cubicBezTo>
                <a:cubicBezTo>
                  <a:pt x="23917" y="102701"/>
                  <a:pt x="23744" y="96390"/>
                  <a:pt x="23744" y="94172"/>
                </a:cubicBezTo>
                <a:cubicBezTo>
                  <a:pt x="23744" y="91785"/>
                  <a:pt x="23744" y="91444"/>
                  <a:pt x="24599" y="88204"/>
                </a:cubicBezTo>
                <a:lnTo>
                  <a:pt x="36727" y="3994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pdf-path-100076">
            <a:extLst xmlns:a="http://schemas.openxmlformats.org/drawingml/2006/main">
              <a:ext uri="{FF2B5EF4-FFF2-40B4-BE49-F238E27FC236}">
                <a16:creationId xmlns:a16="http://schemas.microsoft.com/office/drawing/2014/main" id="{6FCE5247-6B83-4EBA-ADF9-4C4EDD6F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7466" y="2334700"/>
            <a:ext cx="175252" cy="63303"/>
          </a:xfrm>
          <a:custGeom xmlns:a="http://schemas.openxmlformats.org/drawingml/2006/main">
            <a:pathLst>
              <a:path w="175252" h="63303">
                <a:moveTo>
                  <a:pt x="166796" y="11021"/>
                </a:moveTo>
                <a:cubicBezTo>
                  <a:pt x="170384" y="11021"/>
                  <a:pt x="175252" y="11021"/>
                  <a:pt x="175252" y="5637"/>
                </a:cubicBezTo>
                <a:cubicBezTo>
                  <a:pt x="175252" y="0"/>
                  <a:pt x="169614" y="0"/>
                  <a:pt x="165771" y="0"/>
                </a:cubicBezTo>
                <a:lnTo>
                  <a:pt x="9480" y="0"/>
                </a:lnTo>
                <a:cubicBezTo>
                  <a:pt x="5638" y="0"/>
                  <a:pt x="0" y="0"/>
                  <a:pt x="0" y="5637"/>
                </a:cubicBezTo>
                <a:cubicBezTo>
                  <a:pt x="0" y="11021"/>
                  <a:pt x="5125" y="11021"/>
                  <a:pt x="8456" y="11021"/>
                </a:cubicBezTo>
                <a:lnTo>
                  <a:pt x="166796" y="11021"/>
                </a:lnTo>
                <a:moveTo>
                  <a:pt x="165771" y="63303"/>
                </a:moveTo>
                <a:cubicBezTo>
                  <a:pt x="169614" y="63303"/>
                  <a:pt x="175252" y="63303"/>
                  <a:pt x="175252" y="57669"/>
                </a:cubicBezTo>
                <a:cubicBezTo>
                  <a:pt x="175252" y="52286"/>
                  <a:pt x="170384" y="52286"/>
                  <a:pt x="166796" y="52286"/>
                </a:cubicBezTo>
                <a:lnTo>
                  <a:pt x="8456" y="52286"/>
                </a:lnTo>
                <a:cubicBezTo>
                  <a:pt x="5125" y="52286"/>
                  <a:pt x="0" y="52286"/>
                  <a:pt x="0" y="57669"/>
                </a:cubicBezTo>
                <a:cubicBezTo>
                  <a:pt x="0" y="63303"/>
                  <a:pt x="5638" y="63303"/>
                  <a:pt x="9480" y="63303"/>
                </a:cubicBezTo>
                <a:lnTo>
                  <a:pt x="165771" y="6330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pdf-path-100077">
            <a:extLst xmlns:a="http://schemas.openxmlformats.org/drawingml/2006/main">
              <a:ext uri="{FF2B5EF4-FFF2-40B4-BE49-F238E27FC236}">
                <a16:creationId xmlns:a16="http://schemas.microsoft.com/office/drawing/2014/main" id="{542ADCAE-7A4F-45E5-A57C-3B3308486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0078" y="2252631"/>
            <a:ext cx="57646" cy="177899"/>
          </a:xfrm>
          <a:custGeom xmlns:a="http://schemas.openxmlformats.org/drawingml/2006/main">
            <a:pathLst>
              <a:path w="57646" h="177899">
                <a:moveTo>
                  <a:pt x="37918" y="0"/>
                </a:moveTo>
                <a:lnTo>
                  <a:pt x="0" y="2819"/>
                </a:lnTo>
                <a:lnTo>
                  <a:pt x="0" y="10763"/>
                </a:lnTo>
                <a:cubicBezTo>
                  <a:pt x="17421" y="10763"/>
                  <a:pt x="19727" y="12557"/>
                  <a:pt x="19727" y="25119"/>
                </a:cubicBezTo>
                <a:lnTo>
                  <a:pt x="19727" y="158168"/>
                </a:lnTo>
                <a:cubicBezTo>
                  <a:pt x="19727" y="169959"/>
                  <a:pt x="16909" y="169959"/>
                  <a:pt x="0" y="169959"/>
                </a:cubicBezTo>
                <a:lnTo>
                  <a:pt x="0" y="177899"/>
                </a:lnTo>
                <a:cubicBezTo>
                  <a:pt x="12041" y="177387"/>
                  <a:pt x="16909" y="177133"/>
                  <a:pt x="28696" y="177133"/>
                </a:cubicBezTo>
                <a:cubicBezTo>
                  <a:pt x="40737" y="177133"/>
                  <a:pt x="45092" y="177387"/>
                  <a:pt x="57646" y="177899"/>
                </a:cubicBezTo>
                <a:lnTo>
                  <a:pt x="57646" y="169959"/>
                </a:lnTo>
                <a:cubicBezTo>
                  <a:pt x="40737" y="169959"/>
                  <a:pt x="37918" y="169959"/>
                  <a:pt x="37918" y="158168"/>
                </a:cubicBezTo>
                <a:lnTo>
                  <a:pt x="37918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pdf-path-100078">
            <a:extLst xmlns:a="http://schemas.openxmlformats.org/drawingml/2006/main">
              <a:ext uri="{FF2B5EF4-FFF2-40B4-BE49-F238E27FC236}">
                <a16:creationId xmlns:a16="http://schemas.microsoft.com/office/drawing/2014/main" id="{C20883E7-9064-42CE-ADF5-2E3EF7D78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62" y="2315684"/>
            <a:ext cx="116579" cy="117598"/>
          </a:xfrm>
          <a:custGeom xmlns:a="http://schemas.openxmlformats.org/drawingml/2006/main">
            <a:pathLst>
              <a:path w="116579" h="117598">
                <a:moveTo>
                  <a:pt x="116579" y="60211"/>
                </a:moveTo>
                <a:cubicBezTo>
                  <a:pt x="116579" y="26647"/>
                  <a:pt x="89931" y="0"/>
                  <a:pt x="58416" y="0"/>
                </a:cubicBezTo>
                <a:cubicBezTo>
                  <a:pt x="25877" y="0"/>
                  <a:pt x="0" y="27418"/>
                  <a:pt x="0" y="60211"/>
                </a:cubicBezTo>
                <a:cubicBezTo>
                  <a:pt x="0" y="92237"/>
                  <a:pt x="26648" y="117598"/>
                  <a:pt x="58162" y="117598"/>
                </a:cubicBezTo>
                <a:cubicBezTo>
                  <a:pt x="90701" y="117598"/>
                  <a:pt x="116579" y="91726"/>
                  <a:pt x="116579" y="60211"/>
                </a:cubicBezTo>
                <a:moveTo>
                  <a:pt x="58416" y="110425"/>
                </a:moveTo>
                <a:cubicBezTo>
                  <a:pt x="45605" y="110425"/>
                  <a:pt x="34846" y="104021"/>
                  <a:pt x="28954" y="94028"/>
                </a:cubicBezTo>
                <a:cubicBezTo>
                  <a:pt x="22292" y="83269"/>
                  <a:pt x="22034" y="69691"/>
                  <a:pt x="22034" y="57904"/>
                </a:cubicBezTo>
                <a:cubicBezTo>
                  <a:pt x="22034" y="48423"/>
                  <a:pt x="22034" y="33821"/>
                  <a:pt x="28442" y="23317"/>
                </a:cubicBezTo>
                <a:cubicBezTo>
                  <a:pt x="36128" y="10251"/>
                  <a:pt x="48935" y="6408"/>
                  <a:pt x="58162" y="6408"/>
                </a:cubicBezTo>
                <a:cubicBezTo>
                  <a:pt x="72764" y="6408"/>
                  <a:pt x="83269" y="14606"/>
                  <a:pt x="88394" y="23317"/>
                </a:cubicBezTo>
                <a:cubicBezTo>
                  <a:pt x="94286" y="34079"/>
                  <a:pt x="94544" y="47145"/>
                  <a:pt x="94544" y="57904"/>
                </a:cubicBezTo>
                <a:cubicBezTo>
                  <a:pt x="94544" y="67385"/>
                  <a:pt x="94544" y="82245"/>
                  <a:pt x="88136" y="93516"/>
                </a:cubicBezTo>
                <a:cubicBezTo>
                  <a:pt x="80963" y="105303"/>
                  <a:pt x="69179" y="110425"/>
                  <a:pt x="58416" y="11042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pdf-path-100079">
            <a:extLst xmlns:a="http://schemas.openxmlformats.org/drawingml/2006/main">
              <a:ext uri="{FF2B5EF4-FFF2-40B4-BE49-F238E27FC236}">
                <a16:creationId xmlns:a16="http://schemas.microsoft.com/office/drawing/2014/main" id="{89AEDCCC-CAE9-42A1-BAE2-EF2983C6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3000" y="2314371"/>
            <a:ext cx="120421" cy="168954"/>
          </a:xfrm>
          <a:custGeom xmlns:a="http://schemas.openxmlformats.org/drawingml/2006/main">
            <a:pathLst>
              <a:path w="120421" h="168954">
                <a:moveTo>
                  <a:pt x="24598" y="70187"/>
                </a:moveTo>
                <a:cubicBezTo>
                  <a:pt x="31003" y="74285"/>
                  <a:pt x="38947" y="78128"/>
                  <a:pt x="50730" y="78128"/>
                </a:cubicBezTo>
                <a:cubicBezTo>
                  <a:pt x="75070" y="78128"/>
                  <a:pt x="93520" y="60711"/>
                  <a:pt x="93520" y="40471"/>
                </a:cubicBezTo>
                <a:cubicBezTo>
                  <a:pt x="93520" y="27922"/>
                  <a:pt x="86346" y="19211"/>
                  <a:pt x="83015" y="15626"/>
                </a:cubicBezTo>
                <a:cubicBezTo>
                  <a:pt x="93262" y="6403"/>
                  <a:pt x="105303" y="6403"/>
                  <a:pt x="108380" y="6403"/>
                </a:cubicBezTo>
                <a:cubicBezTo>
                  <a:pt x="107098" y="7174"/>
                  <a:pt x="105049" y="8452"/>
                  <a:pt x="105049" y="13065"/>
                </a:cubicBezTo>
                <a:cubicBezTo>
                  <a:pt x="105049" y="15880"/>
                  <a:pt x="106843" y="20748"/>
                  <a:pt x="112736" y="20748"/>
                </a:cubicBezTo>
                <a:cubicBezTo>
                  <a:pt x="116321" y="20748"/>
                  <a:pt x="120421" y="18187"/>
                  <a:pt x="120421" y="12807"/>
                </a:cubicBezTo>
                <a:cubicBezTo>
                  <a:pt x="120421" y="7940"/>
                  <a:pt x="116836" y="0"/>
                  <a:pt x="106585" y="0"/>
                </a:cubicBezTo>
                <a:cubicBezTo>
                  <a:pt x="99157" y="0"/>
                  <a:pt x="87624" y="2815"/>
                  <a:pt x="78660" y="12041"/>
                </a:cubicBezTo>
                <a:cubicBezTo>
                  <a:pt x="71740" y="6403"/>
                  <a:pt x="61747" y="2815"/>
                  <a:pt x="50988" y="2815"/>
                </a:cubicBezTo>
                <a:cubicBezTo>
                  <a:pt x="26648" y="2815"/>
                  <a:pt x="8198" y="20236"/>
                  <a:pt x="8198" y="40471"/>
                </a:cubicBezTo>
                <a:cubicBezTo>
                  <a:pt x="8198" y="53537"/>
                  <a:pt x="15884" y="62759"/>
                  <a:pt x="19985" y="66602"/>
                </a:cubicBezTo>
                <a:cubicBezTo>
                  <a:pt x="19474" y="67115"/>
                  <a:pt x="12299" y="76079"/>
                  <a:pt x="12299" y="87933"/>
                </a:cubicBezTo>
                <a:cubicBezTo>
                  <a:pt x="12299" y="96706"/>
                  <a:pt x="16397" y="105944"/>
                  <a:pt x="23317" y="110553"/>
                </a:cubicBezTo>
                <a:cubicBezTo>
                  <a:pt x="10247" y="114654"/>
                  <a:pt x="0" y="124131"/>
                  <a:pt x="0" y="136169"/>
                </a:cubicBezTo>
                <a:cubicBezTo>
                  <a:pt x="0" y="154356"/>
                  <a:pt x="25365" y="168954"/>
                  <a:pt x="58162" y="168954"/>
                </a:cubicBezTo>
                <a:cubicBezTo>
                  <a:pt x="89677" y="168954"/>
                  <a:pt x="116579" y="155380"/>
                  <a:pt x="116579" y="135656"/>
                </a:cubicBezTo>
                <a:cubicBezTo>
                  <a:pt x="116579" y="125156"/>
                  <a:pt x="111711" y="113884"/>
                  <a:pt x="102230" y="107734"/>
                </a:cubicBezTo>
                <a:cubicBezTo>
                  <a:pt x="87882" y="98770"/>
                  <a:pt x="73022" y="98770"/>
                  <a:pt x="48682" y="98770"/>
                </a:cubicBezTo>
                <a:cubicBezTo>
                  <a:pt x="43556" y="98770"/>
                  <a:pt x="35358" y="98770"/>
                  <a:pt x="33309" y="98254"/>
                </a:cubicBezTo>
                <a:cubicBezTo>
                  <a:pt x="25877" y="96706"/>
                  <a:pt x="21010" y="89739"/>
                  <a:pt x="21010" y="81482"/>
                </a:cubicBezTo>
                <a:cubicBezTo>
                  <a:pt x="21010" y="77362"/>
                  <a:pt x="22292" y="73519"/>
                  <a:pt x="24598" y="70187"/>
                </a:cubicBezTo>
                <a:moveTo>
                  <a:pt x="50730" y="71212"/>
                </a:moveTo>
                <a:cubicBezTo>
                  <a:pt x="27926" y="71212"/>
                  <a:pt x="27926" y="46109"/>
                  <a:pt x="27926" y="40471"/>
                </a:cubicBezTo>
                <a:cubicBezTo>
                  <a:pt x="27926" y="33555"/>
                  <a:pt x="28442" y="24849"/>
                  <a:pt x="32797" y="18699"/>
                </a:cubicBezTo>
                <a:cubicBezTo>
                  <a:pt x="36640" y="13578"/>
                  <a:pt x="43556" y="9735"/>
                  <a:pt x="50730" y="9735"/>
                </a:cubicBezTo>
                <a:cubicBezTo>
                  <a:pt x="73789" y="9735"/>
                  <a:pt x="73789" y="34579"/>
                  <a:pt x="73789" y="40471"/>
                </a:cubicBezTo>
                <a:cubicBezTo>
                  <a:pt x="73789" y="46363"/>
                  <a:pt x="73789" y="71212"/>
                  <a:pt x="50730" y="71212"/>
                </a:cubicBezTo>
                <a:moveTo>
                  <a:pt x="62517" y="114909"/>
                </a:moveTo>
                <a:cubicBezTo>
                  <a:pt x="70715" y="114909"/>
                  <a:pt x="102230" y="115167"/>
                  <a:pt x="102230" y="135914"/>
                </a:cubicBezTo>
                <a:cubicBezTo>
                  <a:pt x="102230" y="150513"/>
                  <a:pt x="82503" y="162038"/>
                  <a:pt x="58416" y="162038"/>
                </a:cubicBezTo>
                <a:cubicBezTo>
                  <a:pt x="33309" y="162038"/>
                  <a:pt x="14348" y="150000"/>
                  <a:pt x="14348" y="135914"/>
                </a:cubicBezTo>
                <a:cubicBezTo>
                  <a:pt x="14348" y="131813"/>
                  <a:pt x="16909" y="114909"/>
                  <a:pt x="38947" y="114909"/>
                </a:cubicBezTo>
                <a:lnTo>
                  <a:pt x="62517" y="11490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" name="pdf-path-100080">
            <a:extLst xmlns:a="http://schemas.openxmlformats.org/drawingml/2006/main">
              <a:ext uri="{FF2B5EF4-FFF2-40B4-BE49-F238E27FC236}">
                <a16:creationId xmlns:a16="http://schemas.microsoft.com/office/drawing/2014/main" id="{74DFD838-468F-45DA-8171-E11C4859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619" y="2317185"/>
            <a:ext cx="108380" cy="163137"/>
          </a:xfrm>
          <a:custGeom xmlns:a="http://schemas.openxmlformats.org/drawingml/2006/main">
            <a:pathLst>
              <a:path w="108380" h="163137">
                <a:moveTo>
                  <a:pt x="107355" y="8714"/>
                </a:moveTo>
                <a:cubicBezTo>
                  <a:pt x="108380" y="5125"/>
                  <a:pt x="108380" y="4614"/>
                  <a:pt x="108380" y="3589"/>
                </a:cubicBezTo>
                <a:cubicBezTo>
                  <a:pt x="108380" y="516"/>
                  <a:pt x="105815" y="0"/>
                  <a:pt x="105303" y="0"/>
                </a:cubicBezTo>
                <a:cubicBezTo>
                  <a:pt x="102742" y="0"/>
                  <a:pt x="93007" y="8714"/>
                  <a:pt x="87882" y="17683"/>
                </a:cubicBezTo>
                <a:cubicBezTo>
                  <a:pt x="83781" y="8457"/>
                  <a:pt x="75840" y="0"/>
                  <a:pt x="62771" y="0"/>
                </a:cubicBezTo>
                <a:cubicBezTo>
                  <a:pt x="33051" y="0"/>
                  <a:pt x="0" y="35369"/>
                  <a:pt x="0" y="74582"/>
                </a:cubicBezTo>
                <a:cubicBezTo>
                  <a:pt x="0" y="102774"/>
                  <a:pt x="17937" y="116097"/>
                  <a:pt x="35100" y="116097"/>
                </a:cubicBezTo>
                <a:cubicBezTo>
                  <a:pt x="46120" y="116097"/>
                  <a:pt x="56110" y="110464"/>
                  <a:pt x="65590" y="101491"/>
                </a:cubicBezTo>
                <a:lnTo>
                  <a:pt x="55855" y="141048"/>
                </a:lnTo>
                <a:cubicBezTo>
                  <a:pt x="52525" y="154168"/>
                  <a:pt x="52267" y="154938"/>
                  <a:pt x="36128" y="155196"/>
                </a:cubicBezTo>
                <a:cubicBezTo>
                  <a:pt x="33051" y="155196"/>
                  <a:pt x="29978" y="155196"/>
                  <a:pt x="29978" y="159810"/>
                </a:cubicBezTo>
                <a:cubicBezTo>
                  <a:pt x="29978" y="160322"/>
                  <a:pt x="29978" y="163137"/>
                  <a:pt x="33563" y="163137"/>
                </a:cubicBezTo>
                <a:cubicBezTo>
                  <a:pt x="39201" y="163137"/>
                  <a:pt x="53807" y="162371"/>
                  <a:pt x="59440" y="162371"/>
                </a:cubicBezTo>
                <a:cubicBezTo>
                  <a:pt x="67896" y="162371"/>
                  <a:pt x="68409" y="162371"/>
                  <a:pt x="72510" y="162625"/>
                </a:cubicBezTo>
                <a:cubicBezTo>
                  <a:pt x="75840" y="162883"/>
                  <a:pt x="83015" y="163137"/>
                  <a:pt x="86088" y="163137"/>
                </a:cubicBezTo>
                <a:cubicBezTo>
                  <a:pt x="87624" y="163137"/>
                  <a:pt x="90955" y="163137"/>
                  <a:pt x="90955" y="158528"/>
                </a:cubicBezTo>
                <a:cubicBezTo>
                  <a:pt x="90955" y="155196"/>
                  <a:pt x="88394" y="155196"/>
                  <a:pt x="84039" y="155196"/>
                </a:cubicBezTo>
                <a:cubicBezTo>
                  <a:pt x="71997" y="155196"/>
                  <a:pt x="71997" y="153394"/>
                  <a:pt x="71997" y="151080"/>
                </a:cubicBezTo>
                <a:cubicBezTo>
                  <a:pt x="71997" y="150822"/>
                  <a:pt x="71997" y="149281"/>
                  <a:pt x="73022" y="145423"/>
                </a:cubicBezTo>
                <a:lnTo>
                  <a:pt x="107355" y="8714"/>
                </a:lnTo>
                <a:moveTo>
                  <a:pt x="70457" y="82014"/>
                </a:moveTo>
                <a:cubicBezTo>
                  <a:pt x="69179" y="86885"/>
                  <a:pt x="69179" y="87139"/>
                  <a:pt x="65078" y="92011"/>
                </a:cubicBezTo>
                <a:cubicBezTo>
                  <a:pt x="55855" y="103032"/>
                  <a:pt x="45350" y="109693"/>
                  <a:pt x="35870" y="109693"/>
                </a:cubicBezTo>
                <a:cubicBezTo>
                  <a:pt x="23317" y="109693"/>
                  <a:pt x="18961" y="96624"/>
                  <a:pt x="18961" y="85603"/>
                </a:cubicBezTo>
                <a:cubicBezTo>
                  <a:pt x="18961" y="73042"/>
                  <a:pt x="26389" y="43568"/>
                  <a:pt x="32538" y="31269"/>
                </a:cubicBezTo>
                <a:cubicBezTo>
                  <a:pt x="40737" y="15889"/>
                  <a:pt x="52525" y="6408"/>
                  <a:pt x="62771" y="6408"/>
                </a:cubicBezTo>
                <a:cubicBezTo>
                  <a:pt x="79938" y="6408"/>
                  <a:pt x="83781" y="26909"/>
                  <a:pt x="83781" y="28704"/>
                </a:cubicBezTo>
                <a:cubicBezTo>
                  <a:pt x="83781" y="29986"/>
                  <a:pt x="83268" y="31522"/>
                  <a:pt x="83015" y="32551"/>
                </a:cubicBezTo>
                <a:lnTo>
                  <a:pt x="70457" y="8201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pdf-path-100081">
            <a:extLst xmlns:a="http://schemas.openxmlformats.org/drawingml/2006/main">
              <a:ext uri="{FF2B5EF4-FFF2-40B4-BE49-F238E27FC236}">
                <a16:creationId xmlns:a16="http://schemas.microsoft.com/office/drawing/2014/main" id="{DE5CF93A-4429-40A3-A734-C59215CFC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6679" y="2342305"/>
            <a:ext cx="103853" cy="153462"/>
          </a:xfrm>
          <a:custGeom xmlns:a="http://schemas.openxmlformats.org/drawingml/2006/main">
            <a:pathLst>
              <a:path w="103853" h="153462">
                <a:moveTo>
                  <a:pt x="74302" y="4955"/>
                </a:moveTo>
                <a:cubicBezTo>
                  <a:pt x="74816" y="2906"/>
                  <a:pt x="74816" y="2565"/>
                  <a:pt x="74816" y="2393"/>
                </a:cubicBezTo>
                <a:cubicBezTo>
                  <a:pt x="74816" y="0"/>
                  <a:pt x="72254" y="0"/>
                  <a:pt x="71740" y="0"/>
                </a:cubicBezTo>
                <a:cubicBezTo>
                  <a:pt x="69178" y="0"/>
                  <a:pt x="69008" y="855"/>
                  <a:pt x="68153" y="3931"/>
                </a:cubicBezTo>
                <a:lnTo>
                  <a:pt x="58416" y="42869"/>
                </a:lnTo>
                <a:cubicBezTo>
                  <a:pt x="26306" y="44066"/>
                  <a:pt x="0" y="66275"/>
                  <a:pt x="0" y="88314"/>
                </a:cubicBezTo>
                <a:cubicBezTo>
                  <a:pt x="0" y="102664"/>
                  <a:pt x="11445" y="118553"/>
                  <a:pt x="38944" y="120601"/>
                </a:cubicBezTo>
                <a:lnTo>
                  <a:pt x="33138" y="143543"/>
                </a:lnTo>
                <a:cubicBezTo>
                  <a:pt x="32624" y="146110"/>
                  <a:pt x="31430" y="150559"/>
                  <a:pt x="31430" y="151072"/>
                </a:cubicBezTo>
                <a:cubicBezTo>
                  <a:pt x="31430" y="153462"/>
                  <a:pt x="33992" y="153462"/>
                  <a:pt x="34675" y="153462"/>
                </a:cubicBezTo>
                <a:cubicBezTo>
                  <a:pt x="37237" y="153462"/>
                  <a:pt x="37579" y="152269"/>
                  <a:pt x="38092" y="149876"/>
                </a:cubicBezTo>
                <a:cubicBezTo>
                  <a:pt x="38262" y="149193"/>
                  <a:pt x="44409" y="125053"/>
                  <a:pt x="45437" y="120601"/>
                </a:cubicBezTo>
                <a:cubicBezTo>
                  <a:pt x="77205" y="119577"/>
                  <a:pt x="103853" y="97199"/>
                  <a:pt x="103853" y="75159"/>
                </a:cubicBezTo>
                <a:cubicBezTo>
                  <a:pt x="103853" y="60468"/>
                  <a:pt x="91726" y="44749"/>
                  <a:pt x="64909" y="42869"/>
                </a:cubicBezTo>
                <a:lnTo>
                  <a:pt x="74302" y="4955"/>
                </a:lnTo>
                <a:moveTo>
                  <a:pt x="40313" y="114966"/>
                </a:moveTo>
                <a:cubicBezTo>
                  <a:pt x="24769" y="113942"/>
                  <a:pt x="13324" y="106253"/>
                  <a:pt x="13324" y="90876"/>
                </a:cubicBezTo>
                <a:cubicBezTo>
                  <a:pt x="13324" y="71570"/>
                  <a:pt x="29551" y="50900"/>
                  <a:pt x="56881" y="48507"/>
                </a:cubicBezTo>
                <a:lnTo>
                  <a:pt x="40313" y="114966"/>
                </a:lnTo>
                <a:moveTo>
                  <a:pt x="63371" y="48507"/>
                </a:moveTo>
                <a:cubicBezTo>
                  <a:pt x="79084" y="49362"/>
                  <a:pt x="90529" y="57220"/>
                  <a:pt x="90529" y="72597"/>
                </a:cubicBezTo>
                <a:cubicBezTo>
                  <a:pt x="90529" y="91048"/>
                  <a:pt x="74985" y="112574"/>
                  <a:pt x="46802" y="114966"/>
                </a:cubicBezTo>
                <a:lnTo>
                  <a:pt x="63371" y="4850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" name="pdf-path-100082">
            <a:extLst xmlns:a="http://schemas.openxmlformats.org/drawingml/2006/main">
              <a:ext uri="{FF2B5EF4-FFF2-40B4-BE49-F238E27FC236}">
                <a16:creationId xmlns:a16="http://schemas.microsoft.com/office/drawing/2014/main" id="{C6537E11-3379-43BD-8092-74716505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396" y="2238369"/>
            <a:ext cx="61489" cy="255965"/>
          </a:xfrm>
          <a:custGeom xmlns:a="http://schemas.openxmlformats.org/drawingml/2006/main">
            <a:pathLst>
              <a:path w="61489" h="255965">
                <a:moveTo>
                  <a:pt x="61489" y="253150"/>
                </a:moveTo>
                <a:cubicBezTo>
                  <a:pt x="61489" y="251867"/>
                  <a:pt x="60723" y="251097"/>
                  <a:pt x="59183" y="249307"/>
                </a:cubicBezTo>
                <a:cubicBezTo>
                  <a:pt x="26132" y="219070"/>
                  <a:pt x="16139" y="172949"/>
                  <a:pt x="16139" y="128115"/>
                </a:cubicBezTo>
                <a:cubicBezTo>
                  <a:pt x="16139" y="88398"/>
                  <a:pt x="23828" y="40229"/>
                  <a:pt x="59953" y="5895"/>
                </a:cubicBezTo>
                <a:cubicBezTo>
                  <a:pt x="60977" y="4871"/>
                  <a:pt x="61489" y="4101"/>
                  <a:pt x="61489" y="2819"/>
                </a:cubicBezTo>
                <a:cubicBezTo>
                  <a:pt x="61489" y="1028"/>
                  <a:pt x="60211" y="0"/>
                  <a:pt x="58416" y="0"/>
                </a:cubicBezTo>
                <a:cubicBezTo>
                  <a:pt x="55340" y="0"/>
                  <a:pt x="32281" y="18453"/>
                  <a:pt x="18445" y="46379"/>
                </a:cubicBezTo>
                <a:cubicBezTo>
                  <a:pt x="6150" y="70977"/>
                  <a:pt x="0" y="97367"/>
                  <a:pt x="0" y="127857"/>
                </a:cubicBezTo>
                <a:cubicBezTo>
                  <a:pt x="0" y="146306"/>
                  <a:pt x="2303" y="175514"/>
                  <a:pt x="16397" y="205746"/>
                </a:cubicBezTo>
                <a:cubicBezTo>
                  <a:pt x="31515" y="237261"/>
                  <a:pt x="55340" y="255965"/>
                  <a:pt x="58416" y="255965"/>
                </a:cubicBezTo>
                <a:cubicBezTo>
                  <a:pt x="60211" y="255965"/>
                  <a:pt x="61489" y="254940"/>
                  <a:pt x="61489" y="25315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pdf-path-100083">
            <a:extLst xmlns:a="http://schemas.openxmlformats.org/drawingml/2006/main">
              <a:ext uri="{FF2B5EF4-FFF2-40B4-BE49-F238E27FC236}">
                <a16:creationId xmlns:a16="http://schemas.microsoft.com/office/drawing/2014/main" id="{A46A29B9-85B6-4C0F-95EC-BB93454D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175" y="2317185"/>
            <a:ext cx="110941" cy="116097"/>
          </a:xfrm>
          <a:custGeom xmlns:a="http://schemas.openxmlformats.org/drawingml/2006/main">
            <a:pathLst>
              <a:path w="110941" h="116097">
                <a:moveTo>
                  <a:pt x="24340" y="91499"/>
                </a:moveTo>
                <a:cubicBezTo>
                  <a:pt x="29720" y="85091"/>
                  <a:pt x="43814" y="72276"/>
                  <a:pt x="54831" y="63049"/>
                </a:cubicBezTo>
                <a:cubicBezTo>
                  <a:pt x="73789" y="46899"/>
                  <a:pt x="79684" y="41261"/>
                  <a:pt x="83015" y="37672"/>
                </a:cubicBezTo>
                <a:cubicBezTo>
                  <a:pt x="104025" y="17425"/>
                  <a:pt x="110941" y="4359"/>
                  <a:pt x="110941" y="2819"/>
                </a:cubicBezTo>
                <a:cubicBezTo>
                  <a:pt x="110941" y="2565"/>
                  <a:pt x="110941" y="0"/>
                  <a:pt x="107610" y="0"/>
                </a:cubicBezTo>
                <a:cubicBezTo>
                  <a:pt x="105303" y="0"/>
                  <a:pt x="104791" y="770"/>
                  <a:pt x="103513" y="2819"/>
                </a:cubicBezTo>
                <a:cubicBezTo>
                  <a:pt x="100182" y="7944"/>
                  <a:pt x="93262" y="18961"/>
                  <a:pt x="84551" y="18961"/>
                </a:cubicBezTo>
                <a:cubicBezTo>
                  <a:pt x="79426" y="18961"/>
                  <a:pt x="76095" y="16143"/>
                  <a:pt x="70204" y="9481"/>
                </a:cubicBezTo>
                <a:cubicBezTo>
                  <a:pt x="64054" y="2819"/>
                  <a:pt x="59186" y="0"/>
                  <a:pt x="52525" y="0"/>
                </a:cubicBezTo>
                <a:cubicBezTo>
                  <a:pt x="32797" y="0"/>
                  <a:pt x="20755" y="23575"/>
                  <a:pt x="20755" y="29982"/>
                </a:cubicBezTo>
                <a:cubicBezTo>
                  <a:pt x="20755" y="30752"/>
                  <a:pt x="21268" y="32805"/>
                  <a:pt x="24083" y="32805"/>
                </a:cubicBezTo>
                <a:cubicBezTo>
                  <a:pt x="26648" y="32805"/>
                  <a:pt x="27413" y="31265"/>
                  <a:pt x="27672" y="30494"/>
                </a:cubicBezTo>
                <a:cubicBezTo>
                  <a:pt x="32539" y="18195"/>
                  <a:pt x="47657" y="18195"/>
                  <a:pt x="49705" y="18195"/>
                </a:cubicBezTo>
                <a:cubicBezTo>
                  <a:pt x="55598" y="18195"/>
                  <a:pt x="61747" y="19986"/>
                  <a:pt x="67384" y="22038"/>
                </a:cubicBezTo>
                <a:cubicBezTo>
                  <a:pt x="77635" y="25369"/>
                  <a:pt x="81991" y="25369"/>
                  <a:pt x="85834" y="25369"/>
                </a:cubicBezTo>
                <a:cubicBezTo>
                  <a:pt x="77890" y="34341"/>
                  <a:pt x="63541" y="46645"/>
                  <a:pt x="47399" y="60484"/>
                </a:cubicBezTo>
                <a:cubicBezTo>
                  <a:pt x="34588" y="71506"/>
                  <a:pt x="26648" y="79196"/>
                  <a:pt x="21010" y="84837"/>
                </a:cubicBezTo>
                <a:cubicBezTo>
                  <a:pt x="11529" y="94833"/>
                  <a:pt x="0" y="110464"/>
                  <a:pt x="0" y="113283"/>
                </a:cubicBezTo>
                <a:cubicBezTo>
                  <a:pt x="0" y="115073"/>
                  <a:pt x="1283" y="116097"/>
                  <a:pt x="3331" y="116097"/>
                </a:cubicBezTo>
                <a:cubicBezTo>
                  <a:pt x="5638" y="116097"/>
                  <a:pt x="6150" y="115073"/>
                  <a:pt x="7432" y="113537"/>
                </a:cubicBezTo>
                <a:cubicBezTo>
                  <a:pt x="17425" y="98164"/>
                  <a:pt x="26902" y="97140"/>
                  <a:pt x="29720" y="97140"/>
                </a:cubicBezTo>
                <a:cubicBezTo>
                  <a:pt x="36128" y="97140"/>
                  <a:pt x="39713" y="100983"/>
                  <a:pt x="45350" y="107645"/>
                </a:cubicBezTo>
                <a:cubicBezTo>
                  <a:pt x="51242" y="114049"/>
                  <a:pt x="56880" y="116097"/>
                  <a:pt x="62006" y="116097"/>
                </a:cubicBezTo>
                <a:cubicBezTo>
                  <a:pt x="88394" y="116097"/>
                  <a:pt x="103767" y="83296"/>
                  <a:pt x="103767" y="76377"/>
                </a:cubicBezTo>
                <a:cubicBezTo>
                  <a:pt x="103767" y="74070"/>
                  <a:pt x="101972" y="73300"/>
                  <a:pt x="100182" y="73300"/>
                </a:cubicBezTo>
                <a:cubicBezTo>
                  <a:pt x="97617" y="73300"/>
                  <a:pt x="97105" y="75094"/>
                  <a:pt x="96592" y="76123"/>
                </a:cubicBezTo>
                <a:cubicBezTo>
                  <a:pt x="89677" y="95088"/>
                  <a:pt x="71485" y="97907"/>
                  <a:pt x="64824" y="97907"/>
                </a:cubicBezTo>
                <a:cubicBezTo>
                  <a:pt x="59956" y="97907"/>
                  <a:pt x="54831" y="96628"/>
                  <a:pt x="47145" y="94063"/>
                </a:cubicBezTo>
                <a:cubicBezTo>
                  <a:pt x="42019" y="92527"/>
                  <a:pt x="35870" y="90732"/>
                  <a:pt x="30491" y="90732"/>
                </a:cubicBezTo>
                <a:cubicBezTo>
                  <a:pt x="27930" y="90732"/>
                  <a:pt x="25365" y="91245"/>
                  <a:pt x="24340" y="9149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" name="pdf-path-100084">
            <a:extLst xmlns:a="http://schemas.openxmlformats.org/drawingml/2006/main">
              <a:ext uri="{FF2B5EF4-FFF2-40B4-BE49-F238E27FC236}">
                <a16:creationId xmlns:a16="http://schemas.microsoft.com/office/drawing/2014/main" id="{4F459233-0451-43DF-8E3D-9F31580B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3613" y="2238369"/>
            <a:ext cx="11017" cy="256214"/>
          </a:xfrm>
          <a:custGeom xmlns:a="http://schemas.openxmlformats.org/drawingml/2006/main">
            <a:pathLst>
              <a:path w="11017" h="256214">
                <a:moveTo>
                  <a:pt x="11017" y="9480"/>
                </a:moveTo>
                <a:cubicBezTo>
                  <a:pt x="11017" y="5125"/>
                  <a:pt x="11017" y="0"/>
                  <a:pt x="5638" y="0"/>
                </a:cubicBezTo>
                <a:cubicBezTo>
                  <a:pt x="0" y="0"/>
                  <a:pt x="0" y="4871"/>
                  <a:pt x="0" y="9480"/>
                </a:cubicBezTo>
                <a:lnTo>
                  <a:pt x="0" y="246738"/>
                </a:lnTo>
                <a:cubicBezTo>
                  <a:pt x="0" y="251093"/>
                  <a:pt x="0" y="256214"/>
                  <a:pt x="5384" y="256214"/>
                </a:cubicBezTo>
                <a:cubicBezTo>
                  <a:pt x="11017" y="256214"/>
                  <a:pt x="11017" y="251347"/>
                  <a:pt x="11017" y="246738"/>
                </a:cubicBezTo>
                <a:lnTo>
                  <a:pt x="11017" y="948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pdf-path-100085">
            <a:extLst xmlns:a="http://schemas.openxmlformats.org/drawingml/2006/main">
              <a:ext uri="{FF2B5EF4-FFF2-40B4-BE49-F238E27FC236}">
                <a16:creationId xmlns:a16="http://schemas.microsoft.com/office/drawing/2014/main" id="{5C6F6475-75D2-4291-8528-1E1E6FDF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2468" y="2317185"/>
            <a:ext cx="96339" cy="116097"/>
          </a:xfrm>
          <a:custGeom xmlns:a="http://schemas.openxmlformats.org/drawingml/2006/main">
            <a:pathLst>
              <a:path w="96339" h="116097">
                <a:moveTo>
                  <a:pt x="88136" y="17515"/>
                </a:moveTo>
                <a:cubicBezTo>
                  <a:pt x="77120" y="18543"/>
                  <a:pt x="76095" y="27253"/>
                  <a:pt x="76095" y="29048"/>
                </a:cubicBezTo>
                <a:cubicBezTo>
                  <a:pt x="76095" y="33403"/>
                  <a:pt x="79426" y="36734"/>
                  <a:pt x="84293" y="36734"/>
                </a:cubicBezTo>
                <a:cubicBezTo>
                  <a:pt x="91467" y="36734"/>
                  <a:pt x="96339" y="30838"/>
                  <a:pt x="96339" y="22386"/>
                </a:cubicBezTo>
                <a:cubicBezTo>
                  <a:pt x="96339" y="9508"/>
                  <a:pt x="83781" y="0"/>
                  <a:pt x="64824" y="0"/>
                </a:cubicBezTo>
                <a:cubicBezTo>
                  <a:pt x="30491" y="0"/>
                  <a:pt x="20752" y="25717"/>
                  <a:pt x="20752" y="37500"/>
                </a:cubicBezTo>
                <a:cubicBezTo>
                  <a:pt x="20752" y="47215"/>
                  <a:pt x="25623" y="52329"/>
                  <a:pt x="28950" y="55398"/>
                </a:cubicBezTo>
                <a:cubicBezTo>
                  <a:pt x="34076" y="60258"/>
                  <a:pt x="40995" y="61790"/>
                  <a:pt x="50218" y="63581"/>
                </a:cubicBezTo>
                <a:cubicBezTo>
                  <a:pt x="61747" y="65883"/>
                  <a:pt x="64308" y="66392"/>
                  <a:pt x="68921" y="69719"/>
                </a:cubicBezTo>
                <a:cubicBezTo>
                  <a:pt x="73022" y="72784"/>
                  <a:pt x="75329" y="76881"/>
                  <a:pt x="75329" y="82264"/>
                </a:cubicBezTo>
                <a:cubicBezTo>
                  <a:pt x="75329" y="88926"/>
                  <a:pt x="69179" y="109693"/>
                  <a:pt x="38177" y="109693"/>
                </a:cubicBezTo>
                <a:cubicBezTo>
                  <a:pt x="32281" y="109693"/>
                  <a:pt x="14348" y="108923"/>
                  <a:pt x="8711" y="97124"/>
                </a:cubicBezTo>
                <a:cubicBezTo>
                  <a:pt x="21522" y="97124"/>
                  <a:pt x="24083" y="86874"/>
                  <a:pt x="24083" y="83289"/>
                </a:cubicBezTo>
                <a:cubicBezTo>
                  <a:pt x="24083" y="75602"/>
                  <a:pt x="17167" y="74062"/>
                  <a:pt x="14348" y="74062"/>
                </a:cubicBezTo>
                <a:cubicBezTo>
                  <a:pt x="9735" y="74062"/>
                  <a:pt x="0" y="77651"/>
                  <a:pt x="0" y="90975"/>
                </a:cubicBezTo>
                <a:cubicBezTo>
                  <a:pt x="0" y="106871"/>
                  <a:pt x="16142" y="116097"/>
                  <a:pt x="37919" y="116097"/>
                </a:cubicBezTo>
                <a:cubicBezTo>
                  <a:pt x="80963" y="116097"/>
                  <a:pt x="90443" y="84567"/>
                  <a:pt x="90443" y="73554"/>
                </a:cubicBezTo>
                <a:cubicBezTo>
                  <a:pt x="90443" y="63835"/>
                  <a:pt x="85064" y="57701"/>
                  <a:pt x="81987" y="54632"/>
                </a:cubicBezTo>
                <a:cubicBezTo>
                  <a:pt x="75329" y="47728"/>
                  <a:pt x="67127" y="46195"/>
                  <a:pt x="58162" y="44405"/>
                </a:cubicBezTo>
                <a:cubicBezTo>
                  <a:pt x="55085" y="43638"/>
                  <a:pt x="49448" y="42614"/>
                  <a:pt x="48682" y="42360"/>
                </a:cubicBezTo>
                <a:cubicBezTo>
                  <a:pt x="40225" y="40569"/>
                  <a:pt x="35612" y="35452"/>
                  <a:pt x="35612" y="29048"/>
                </a:cubicBezTo>
                <a:cubicBezTo>
                  <a:pt x="35612" y="26229"/>
                  <a:pt x="37406" y="18031"/>
                  <a:pt x="44580" y="12350"/>
                </a:cubicBezTo>
                <a:cubicBezTo>
                  <a:pt x="51755" y="6666"/>
                  <a:pt x="61493" y="6408"/>
                  <a:pt x="64824" y="6408"/>
                </a:cubicBezTo>
                <a:cubicBezTo>
                  <a:pt x="73789" y="6408"/>
                  <a:pt x="84293" y="9250"/>
                  <a:pt x="88136" y="1751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" name="pdf-path-100086">
            <a:extLst xmlns:a="http://schemas.openxmlformats.org/drawingml/2006/main">
              <a:ext uri="{FF2B5EF4-FFF2-40B4-BE49-F238E27FC236}">
                <a16:creationId xmlns:a16="http://schemas.microsoft.com/office/drawing/2014/main" id="{833884E1-10D9-43E3-8E54-F1A2AF11F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0783" y="2352352"/>
            <a:ext cx="61151" cy="108336"/>
          </a:xfrm>
          <a:custGeom xmlns:a="http://schemas.openxmlformats.org/drawingml/2006/main">
            <a:pathLst>
              <a:path w="61151" h="108336">
                <a:moveTo>
                  <a:pt x="36727" y="39940"/>
                </a:moveTo>
                <a:lnTo>
                  <a:pt x="55343" y="39940"/>
                </a:lnTo>
                <a:cubicBezTo>
                  <a:pt x="58761" y="39940"/>
                  <a:pt x="61151" y="39940"/>
                  <a:pt x="61151" y="35670"/>
                </a:cubicBezTo>
                <a:cubicBezTo>
                  <a:pt x="61151" y="33106"/>
                  <a:pt x="58930" y="33106"/>
                  <a:pt x="55857" y="33106"/>
                </a:cubicBezTo>
                <a:lnTo>
                  <a:pt x="38433" y="33106"/>
                </a:lnTo>
                <a:lnTo>
                  <a:pt x="44412" y="9558"/>
                </a:lnTo>
                <a:cubicBezTo>
                  <a:pt x="45096" y="6998"/>
                  <a:pt x="45096" y="5977"/>
                  <a:pt x="45096" y="5804"/>
                </a:cubicBezTo>
                <a:cubicBezTo>
                  <a:pt x="45096" y="1707"/>
                  <a:pt x="41850" y="0"/>
                  <a:pt x="39116" y="0"/>
                </a:cubicBezTo>
                <a:cubicBezTo>
                  <a:pt x="37068" y="0"/>
                  <a:pt x="32626" y="1196"/>
                  <a:pt x="31089" y="6657"/>
                </a:cubicBezTo>
                <a:lnTo>
                  <a:pt x="24427" y="33106"/>
                </a:lnTo>
                <a:lnTo>
                  <a:pt x="5980" y="33106"/>
                </a:lnTo>
                <a:cubicBezTo>
                  <a:pt x="2393" y="33106"/>
                  <a:pt x="2221" y="33278"/>
                  <a:pt x="1538" y="33791"/>
                </a:cubicBezTo>
                <a:cubicBezTo>
                  <a:pt x="685" y="34474"/>
                  <a:pt x="0" y="36695"/>
                  <a:pt x="0" y="37547"/>
                </a:cubicBezTo>
                <a:cubicBezTo>
                  <a:pt x="514" y="39940"/>
                  <a:pt x="2052" y="39940"/>
                  <a:pt x="5469" y="39940"/>
                </a:cubicBezTo>
                <a:lnTo>
                  <a:pt x="22720" y="39940"/>
                </a:lnTo>
                <a:lnTo>
                  <a:pt x="12641" y="80190"/>
                </a:lnTo>
                <a:cubicBezTo>
                  <a:pt x="11616" y="84112"/>
                  <a:pt x="10251" y="89909"/>
                  <a:pt x="10251" y="91957"/>
                </a:cubicBezTo>
                <a:cubicBezTo>
                  <a:pt x="10251" y="101848"/>
                  <a:pt x="19131" y="108336"/>
                  <a:pt x="29551" y="108336"/>
                </a:cubicBezTo>
                <a:cubicBezTo>
                  <a:pt x="49195" y="108336"/>
                  <a:pt x="60809" y="84965"/>
                  <a:pt x="60809" y="82063"/>
                </a:cubicBezTo>
                <a:cubicBezTo>
                  <a:pt x="60809" y="81553"/>
                  <a:pt x="60467" y="79676"/>
                  <a:pt x="57564" y="79676"/>
                </a:cubicBezTo>
                <a:cubicBezTo>
                  <a:pt x="55343" y="79676"/>
                  <a:pt x="55002" y="80529"/>
                  <a:pt x="54148" y="82577"/>
                </a:cubicBezTo>
                <a:cubicBezTo>
                  <a:pt x="48341" y="95366"/>
                  <a:pt x="38605" y="102701"/>
                  <a:pt x="30234" y="102701"/>
                </a:cubicBezTo>
                <a:cubicBezTo>
                  <a:pt x="23917" y="102701"/>
                  <a:pt x="23744" y="96390"/>
                  <a:pt x="23744" y="94172"/>
                </a:cubicBezTo>
                <a:cubicBezTo>
                  <a:pt x="23744" y="91785"/>
                  <a:pt x="23744" y="91444"/>
                  <a:pt x="24599" y="88204"/>
                </a:cubicBezTo>
                <a:lnTo>
                  <a:pt x="36727" y="3994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" name="pdf-path-100087">
            <a:extLst xmlns:a="http://schemas.openxmlformats.org/drawingml/2006/main">
              <a:ext uri="{FF2B5EF4-FFF2-40B4-BE49-F238E27FC236}">
                <a16:creationId xmlns:a16="http://schemas.microsoft.com/office/drawing/2014/main" id="{EE1442D1-9B33-48CE-85BA-07CD48D2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6522" y="2349849"/>
            <a:ext cx="132548" cy="132942"/>
          </a:xfrm>
          <a:custGeom xmlns:a="http://schemas.openxmlformats.org/drawingml/2006/main">
            <a:pathLst>
              <a:path w="132548" h="132942">
                <a:moveTo>
                  <a:pt x="70715" y="70846"/>
                </a:moveTo>
                <a:lnTo>
                  <a:pt x="125887" y="70846"/>
                </a:lnTo>
                <a:cubicBezTo>
                  <a:pt x="128277" y="70846"/>
                  <a:pt x="132548" y="70846"/>
                  <a:pt x="132548" y="66405"/>
                </a:cubicBezTo>
                <a:cubicBezTo>
                  <a:pt x="132548" y="61964"/>
                  <a:pt x="128277" y="61964"/>
                  <a:pt x="125887" y="61964"/>
                </a:cubicBezTo>
                <a:lnTo>
                  <a:pt x="70715" y="61964"/>
                </a:lnTo>
                <a:lnTo>
                  <a:pt x="70715" y="6659"/>
                </a:lnTo>
                <a:cubicBezTo>
                  <a:pt x="70715" y="4270"/>
                  <a:pt x="70715" y="0"/>
                  <a:pt x="66274" y="0"/>
                </a:cubicBezTo>
                <a:cubicBezTo>
                  <a:pt x="61833" y="0"/>
                  <a:pt x="61833" y="4270"/>
                  <a:pt x="61833" y="6659"/>
                </a:cubicBezTo>
                <a:lnTo>
                  <a:pt x="61833" y="61964"/>
                </a:lnTo>
                <a:lnTo>
                  <a:pt x="6662" y="61964"/>
                </a:lnTo>
                <a:cubicBezTo>
                  <a:pt x="4270" y="61964"/>
                  <a:pt x="0" y="61964"/>
                  <a:pt x="0" y="66405"/>
                </a:cubicBezTo>
                <a:cubicBezTo>
                  <a:pt x="0" y="70846"/>
                  <a:pt x="4270" y="70846"/>
                  <a:pt x="6662" y="70846"/>
                </a:cubicBezTo>
                <a:lnTo>
                  <a:pt x="61833" y="70846"/>
                </a:lnTo>
                <a:lnTo>
                  <a:pt x="61833" y="126275"/>
                </a:lnTo>
                <a:cubicBezTo>
                  <a:pt x="61833" y="128670"/>
                  <a:pt x="61833" y="132942"/>
                  <a:pt x="66274" y="132942"/>
                </a:cubicBezTo>
                <a:cubicBezTo>
                  <a:pt x="70715" y="132942"/>
                  <a:pt x="70715" y="128670"/>
                  <a:pt x="70715" y="126275"/>
                </a:cubicBezTo>
                <a:lnTo>
                  <a:pt x="70715" y="7084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" name="pdf-path-100088">
            <a:extLst xmlns:a="http://schemas.openxmlformats.org/drawingml/2006/main">
              <a:ext uri="{FF2B5EF4-FFF2-40B4-BE49-F238E27FC236}">
                <a16:creationId xmlns:a16="http://schemas.microsoft.com/office/drawing/2014/main" id="{7B7CB2B8-3713-4BC9-A452-29D3DF34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403" y="2345424"/>
            <a:ext cx="65591" cy="113595"/>
          </a:xfrm>
          <a:custGeom xmlns:a="http://schemas.openxmlformats.org/drawingml/2006/main">
            <a:pathLst>
              <a:path w="65591" h="113595">
                <a:moveTo>
                  <a:pt x="40654" y="5142"/>
                </a:moveTo>
                <a:cubicBezTo>
                  <a:pt x="40654" y="0"/>
                  <a:pt x="39971" y="0"/>
                  <a:pt x="34847" y="0"/>
                </a:cubicBezTo>
                <a:cubicBezTo>
                  <a:pt x="23572" y="11009"/>
                  <a:pt x="6151" y="11009"/>
                  <a:pt x="0" y="11009"/>
                </a:cubicBezTo>
                <a:lnTo>
                  <a:pt x="0" y="17671"/>
                </a:lnTo>
                <a:cubicBezTo>
                  <a:pt x="4441" y="17671"/>
                  <a:pt x="15717" y="17671"/>
                  <a:pt x="25965" y="12888"/>
                </a:cubicBezTo>
                <a:lnTo>
                  <a:pt x="25965" y="99083"/>
                </a:lnTo>
                <a:cubicBezTo>
                  <a:pt x="25965" y="104715"/>
                  <a:pt x="25965" y="106936"/>
                  <a:pt x="8372" y="106936"/>
                </a:cubicBezTo>
                <a:lnTo>
                  <a:pt x="1027" y="106936"/>
                </a:lnTo>
                <a:lnTo>
                  <a:pt x="1027" y="113595"/>
                </a:lnTo>
                <a:cubicBezTo>
                  <a:pt x="10420" y="112912"/>
                  <a:pt x="23744" y="112912"/>
                  <a:pt x="33309" y="112912"/>
                </a:cubicBezTo>
                <a:cubicBezTo>
                  <a:pt x="42875" y="112912"/>
                  <a:pt x="56199" y="112912"/>
                  <a:pt x="65591" y="113595"/>
                </a:cubicBezTo>
                <a:lnTo>
                  <a:pt x="65591" y="106936"/>
                </a:lnTo>
                <a:lnTo>
                  <a:pt x="58247" y="106936"/>
                </a:lnTo>
                <a:cubicBezTo>
                  <a:pt x="40654" y="106936"/>
                  <a:pt x="40654" y="104715"/>
                  <a:pt x="40654" y="99083"/>
                </a:cubicBezTo>
                <a:lnTo>
                  <a:pt x="40654" y="514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" name="pdf-path-100089">
            <a:extLst xmlns:a="http://schemas.openxmlformats.org/drawingml/2006/main">
              <a:ext uri="{FF2B5EF4-FFF2-40B4-BE49-F238E27FC236}">
                <a16:creationId xmlns:a16="http://schemas.microsoft.com/office/drawing/2014/main" id="{A2947680-716A-46B6-8D9B-7B765A59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239" y="2238369"/>
            <a:ext cx="61488" cy="255965"/>
          </a:xfrm>
          <a:custGeom xmlns:a="http://schemas.openxmlformats.org/drawingml/2006/main">
            <a:pathLst>
              <a:path w="61488" h="255965">
                <a:moveTo>
                  <a:pt x="61488" y="127857"/>
                </a:moveTo>
                <a:cubicBezTo>
                  <a:pt x="61488" y="106847"/>
                  <a:pt x="58416" y="78664"/>
                  <a:pt x="45092" y="50222"/>
                </a:cubicBezTo>
                <a:cubicBezTo>
                  <a:pt x="29974" y="18707"/>
                  <a:pt x="6145" y="0"/>
                  <a:pt x="3072" y="0"/>
                </a:cubicBezTo>
                <a:cubicBezTo>
                  <a:pt x="512" y="0"/>
                  <a:pt x="0" y="2052"/>
                  <a:pt x="0" y="2819"/>
                </a:cubicBezTo>
                <a:cubicBezTo>
                  <a:pt x="0" y="4101"/>
                  <a:pt x="512" y="4871"/>
                  <a:pt x="2302" y="6666"/>
                </a:cubicBezTo>
                <a:cubicBezTo>
                  <a:pt x="17166" y="19989"/>
                  <a:pt x="45346" y="54835"/>
                  <a:pt x="45346" y="127857"/>
                </a:cubicBezTo>
                <a:cubicBezTo>
                  <a:pt x="45346" y="164497"/>
                  <a:pt x="38688" y="215485"/>
                  <a:pt x="1537" y="250073"/>
                </a:cubicBezTo>
                <a:cubicBezTo>
                  <a:pt x="1024" y="250843"/>
                  <a:pt x="0" y="251867"/>
                  <a:pt x="0" y="253150"/>
                </a:cubicBezTo>
                <a:cubicBezTo>
                  <a:pt x="0" y="253916"/>
                  <a:pt x="512" y="255965"/>
                  <a:pt x="3072" y="255965"/>
                </a:cubicBezTo>
                <a:cubicBezTo>
                  <a:pt x="6145" y="255965"/>
                  <a:pt x="29208" y="237519"/>
                  <a:pt x="43044" y="209590"/>
                </a:cubicBezTo>
                <a:cubicBezTo>
                  <a:pt x="55339" y="184995"/>
                  <a:pt x="61488" y="158601"/>
                  <a:pt x="61488" y="12785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" name="pdf-path-100090">
            <a:extLst xmlns:a="http://schemas.openxmlformats.org/drawingml/2006/main">
              <a:ext uri="{FF2B5EF4-FFF2-40B4-BE49-F238E27FC236}">
                <a16:creationId xmlns:a16="http://schemas.microsoft.com/office/drawing/2014/main" id="{06DCEEA9-6758-4975-8339-C2A91BCF0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4317" y="2360721"/>
            <a:ext cx="160388" cy="11021"/>
          </a:xfrm>
          <a:custGeom xmlns:a="http://schemas.openxmlformats.org/drawingml/2006/main">
            <a:pathLst>
              <a:path w="160388" h="11021">
                <a:moveTo>
                  <a:pt x="150908" y="11021"/>
                </a:moveTo>
                <a:cubicBezTo>
                  <a:pt x="155521" y="11021"/>
                  <a:pt x="160388" y="11021"/>
                  <a:pt x="160388" y="5384"/>
                </a:cubicBezTo>
                <a:cubicBezTo>
                  <a:pt x="160388" y="0"/>
                  <a:pt x="155267" y="0"/>
                  <a:pt x="150908" y="0"/>
                </a:cubicBezTo>
                <a:lnTo>
                  <a:pt x="9477" y="0"/>
                </a:lnTo>
                <a:cubicBezTo>
                  <a:pt x="5121" y="0"/>
                  <a:pt x="0" y="0"/>
                  <a:pt x="0" y="5384"/>
                </a:cubicBezTo>
                <a:cubicBezTo>
                  <a:pt x="0" y="11021"/>
                  <a:pt x="4868" y="11021"/>
                  <a:pt x="9477" y="11021"/>
                </a:cubicBezTo>
                <a:lnTo>
                  <a:pt x="150908" y="1102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" name="pdf-path-100091">
            <a:extLst xmlns:a="http://schemas.openxmlformats.org/drawingml/2006/main">
              <a:ext uri="{FF2B5EF4-FFF2-40B4-BE49-F238E27FC236}">
                <a16:creationId xmlns:a16="http://schemas.microsoft.com/office/drawing/2014/main" id="{90950A96-7504-4A1A-B350-A5A19160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854" y="2252631"/>
            <a:ext cx="57646" cy="177899"/>
          </a:xfrm>
          <a:custGeom xmlns:a="http://schemas.openxmlformats.org/drawingml/2006/main">
            <a:pathLst>
              <a:path w="57646" h="177899">
                <a:moveTo>
                  <a:pt x="37918" y="0"/>
                </a:moveTo>
                <a:lnTo>
                  <a:pt x="0" y="2819"/>
                </a:lnTo>
                <a:lnTo>
                  <a:pt x="0" y="10763"/>
                </a:lnTo>
                <a:cubicBezTo>
                  <a:pt x="17421" y="10763"/>
                  <a:pt x="19727" y="12557"/>
                  <a:pt x="19727" y="25119"/>
                </a:cubicBezTo>
                <a:lnTo>
                  <a:pt x="19727" y="158168"/>
                </a:lnTo>
                <a:cubicBezTo>
                  <a:pt x="19727" y="169959"/>
                  <a:pt x="16909" y="169959"/>
                  <a:pt x="0" y="169959"/>
                </a:cubicBezTo>
                <a:lnTo>
                  <a:pt x="0" y="177899"/>
                </a:lnTo>
                <a:cubicBezTo>
                  <a:pt x="12041" y="177387"/>
                  <a:pt x="16909" y="177133"/>
                  <a:pt x="28696" y="177133"/>
                </a:cubicBezTo>
                <a:cubicBezTo>
                  <a:pt x="40737" y="177133"/>
                  <a:pt x="45092" y="177387"/>
                  <a:pt x="57646" y="177899"/>
                </a:cubicBezTo>
                <a:lnTo>
                  <a:pt x="57646" y="169959"/>
                </a:lnTo>
                <a:cubicBezTo>
                  <a:pt x="40737" y="169959"/>
                  <a:pt x="37918" y="169959"/>
                  <a:pt x="37918" y="158168"/>
                </a:cubicBezTo>
                <a:lnTo>
                  <a:pt x="37918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" name="pdf-path-100092">
            <a:extLst xmlns:a="http://schemas.openxmlformats.org/drawingml/2006/main">
              <a:ext uri="{FF2B5EF4-FFF2-40B4-BE49-F238E27FC236}">
                <a16:creationId xmlns:a16="http://schemas.microsoft.com/office/drawing/2014/main" id="{B71AF2F1-3DA6-43AB-AF7B-6AC3E657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336" y="2315683"/>
            <a:ext cx="116578" cy="117598"/>
          </a:xfrm>
          <a:custGeom xmlns:a="http://schemas.openxmlformats.org/drawingml/2006/main">
            <a:pathLst>
              <a:path w="116578" h="117598">
                <a:moveTo>
                  <a:pt x="116578" y="60211"/>
                </a:moveTo>
                <a:cubicBezTo>
                  <a:pt x="116578" y="26647"/>
                  <a:pt x="89931" y="0"/>
                  <a:pt x="58416" y="0"/>
                </a:cubicBezTo>
                <a:cubicBezTo>
                  <a:pt x="25877" y="0"/>
                  <a:pt x="0" y="27418"/>
                  <a:pt x="0" y="60211"/>
                </a:cubicBezTo>
                <a:cubicBezTo>
                  <a:pt x="0" y="92237"/>
                  <a:pt x="26648" y="117598"/>
                  <a:pt x="58162" y="117598"/>
                </a:cubicBezTo>
                <a:cubicBezTo>
                  <a:pt x="90701" y="117598"/>
                  <a:pt x="116578" y="91726"/>
                  <a:pt x="116578" y="60211"/>
                </a:cubicBezTo>
                <a:moveTo>
                  <a:pt x="58416" y="110425"/>
                </a:moveTo>
                <a:cubicBezTo>
                  <a:pt x="45605" y="110425"/>
                  <a:pt x="34846" y="104021"/>
                  <a:pt x="28954" y="94028"/>
                </a:cubicBezTo>
                <a:cubicBezTo>
                  <a:pt x="22292" y="83269"/>
                  <a:pt x="22034" y="69691"/>
                  <a:pt x="22034" y="57904"/>
                </a:cubicBezTo>
                <a:cubicBezTo>
                  <a:pt x="22034" y="48423"/>
                  <a:pt x="22034" y="33822"/>
                  <a:pt x="28442" y="23317"/>
                </a:cubicBezTo>
                <a:cubicBezTo>
                  <a:pt x="36128" y="10251"/>
                  <a:pt x="48935" y="6408"/>
                  <a:pt x="58162" y="6408"/>
                </a:cubicBezTo>
                <a:cubicBezTo>
                  <a:pt x="72764" y="6408"/>
                  <a:pt x="83269" y="14606"/>
                  <a:pt x="88394" y="23317"/>
                </a:cubicBezTo>
                <a:cubicBezTo>
                  <a:pt x="94286" y="34079"/>
                  <a:pt x="94544" y="47145"/>
                  <a:pt x="94544" y="57904"/>
                </a:cubicBezTo>
                <a:cubicBezTo>
                  <a:pt x="94544" y="67385"/>
                  <a:pt x="94544" y="82245"/>
                  <a:pt x="88136" y="93516"/>
                </a:cubicBezTo>
                <a:cubicBezTo>
                  <a:pt x="80963" y="105303"/>
                  <a:pt x="69179" y="110425"/>
                  <a:pt x="58416" y="11042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" name="pdf-path-100093">
            <a:extLst xmlns:a="http://schemas.openxmlformats.org/drawingml/2006/main">
              <a:ext uri="{FF2B5EF4-FFF2-40B4-BE49-F238E27FC236}">
                <a16:creationId xmlns:a16="http://schemas.microsoft.com/office/drawing/2014/main" id="{A9536D0A-9B58-4184-B62B-3815E60E3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8031" y="2314370"/>
            <a:ext cx="120421" cy="168954"/>
          </a:xfrm>
          <a:custGeom xmlns:a="http://schemas.openxmlformats.org/drawingml/2006/main">
            <a:pathLst>
              <a:path w="120421" h="168954">
                <a:moveTo>
                  <a:pt x="24598" y="70187"/>
                </a:moveTo>
                <a:cubicBezTo>
                  <a:pt x="31003" y="74285"/>
                  <a:pt x="38947" y="78128"/>
                  <a:pt x="50730" y="78128"/>
                </a:cubicBezTo>
                <a:cubicBezTo>
                  <a:pt x="75070" y="78128"/>
                  <a:pt x="93520" y="60711"/>
                  <a:pt x="93520" y="40471"/>
                </a:cubicBezTo>
                <a:cubicBezTo>
                  <a:pt x="93520" y="27922"/>
                  <a:pt x="86346" y="19211"/>
                  <a:pt x="83015" y="15626"/>
                </a:cubicBezTo>
                <a:cubicBezTo>
                  <a:pt x="93262" y="6404"/>
                  <a:pt x="105303" y="6404"/>
                  <a:pt x="108380" y="6404"/>
                </a:cubicBezTo>
                <a:cubicBezTo>
                  <a:pt x="107098" y="7174"/>
                  <a:pt x="105049" y="8452"/>
                  <a:pt x="105049" y="13065"/>
                </a:cubicBezTo>
                <a:cubicBezTo>
                  <a:pt x="105049" y="15880"/>
                  <a:pt x="106843" y="20748"/>
                  <a:pt x="112735" y="20748"/>
                </a:cubicBezTo>
                <a:cubicBezTo>
                  <a:pt x="116321" y="20748"/>
                  <a:pt x="120421" y="18187"/>
                  <a:pt x="120421" y="12807"/>
                </a:cubicBezTo>
                <a:cubicBezTo>
                  <a:pt x="120421" y="7940"/>
                  <a:pt x="116836" y="0"/>
                  <a:pt x="106585" y="0"/>
                </a:cubicBezTo>
                <a:cubicBezTo>
                  <a:pt x="99157" y="0"/>
                  <a:pt x="87624" y="2815"/>
                  <a:pt x="78660" y="12041"/>
                </a:cubicBezTo>
                <a:cubicBezTo>
                  <a:pt x="71740" y="6404"/>
                  <a:pt x="61747" y="2815"/>
                  <a:pt x="50988" y="2815"/>
                </a:cubicBezTo>
                <a:cubicBezTo>
                  <a:pt x="26648" y="2815"/>
                  <a:pt x="8198" y="20236"/>
                  <a:pt x="8198" y="40471"/>
                </a:cubicBezTo>
                <a:cubicBezTo>
                  <a:pt x="8198" y="53537"/>
                  <a:pt x="15884" y="62759"/>
                  <a:pt x="19985" y="66602"/>
                </a:cubicBezTo>
                <a:cubicBezTo>
                  <a:pt x="19474" y="67115"/>
                  <a:pt x="12299" y="76079"/>
                  <a:pt x="12299" y="87933"/>
                </a:cubicBezTo>
                <a:cubicBezTo>
                  <a:pt x="12299" y="96706"/>
                  <a:pt x="16397" y="105944"/>
                  <a:pt x="23317" y="110553"/>
                </a:cubicBezTo>
                <a:cubicBezTo>
                  <a:pt x="10247" y="114654"/>
                  <a:pt x="0" y="124131"/>
                  <a:pt x="0" y="136169"/>
                </a:cubicBezTo>
                <a:cubicBezTo>
                  <a:pt x="0" y="154356"/>
                  <a:pt x="25365" y="168954"/>
                  <a:pt x="58162" y="168954"/>
                </a:cubicBezTo>
                <a:cubicBezTo>
                  <a:pt x="89677" y="168954"/>
                  <a:pt x="116578" y="155380"/>
                  <a:pt x="116578" y="135656"/>
                </a:cubicBezTo>
                <a:cubicBezTo>
                  <a:pt x="116578" y="125156"/>
                  <a:pt x="111711" y="113884"/>
                  <a:pt x="102230" y="107734"/>
                </a:cubicBezTo>
                <a:cubicBezTo>
                  <a:pt x="87882" y="98770"/>
                  <a:pt x="73022" y="98770"/>
                  <a:pt x="48682" y="98770"/>
                </a:cubicBezTo>
                <a:cubicBezTo>
                  <a:pt x="43556" y="98770"/>
                  <a:pt x="35358" y="98770"/>
                  <a:pt x="33309" y="98254"/>
                </a:cubicBezTo>
                <a:cubicBezTo>
                  <a:pt x="25877" y="96706"/>
                  <a:pt x="21010" y="89739"/>
                  <a:pt x="21010" y="81482"/>
                </a:cubicBezTo>
                <a:cubicBezTo>
                  <a:pt x="21010" y="77362"/>
                  <a:pt x="22292" y="73519"/>
                  <a:pt x="24598" y="70187"/>
                </a:cubicBezTo>
                <a:moveTo>
                  <a:pt x="50730" y="71212"/>
                </a:moveTo>
                <a:cubicBezTo>
                  <a:pt x="27926" y="71212"/>
                  <a:pt x="27926" y="46109"/>
                  <a:pt x="27926" y="40471"/>
                </a:cubicBezTo>
                <a:cubicBezTo>
                  <a:pt x="27926" y="33555"/>
                  <a:pt x="28442" y="24849"/>
                  <a:pt x="32797" y="18699"/>
                </a:cubicBezTo>
                <a:cubicBezTo>
                  <a:pt x="36640" y="13578"/>
                  <a:pt x="43556" y="9735"/>
                  <a:pt x="50730" y="9735"/>
                </a:cubicBezTo>
                <a:cubicBezTo>
                  <a:pt x="73789" y="9735"/>
                  <a:pt x="73789" y="34579"/>
                  <a:pt x="73789" y="40471"/>
                </a:cubicBezTo>
                <a:cubicBezTo>
                  <a:pt x="73789" y="46363"/>
                  <a:pt x="73789" y="71212"/>
                  <a:pt x="50730" y="71212"/>
                </a:cubicBezTo>
                <a:moveTo>
                  <a:pt x="62517" y="114909"/>
                </a:moveTo>
                <a:cubicBezTo>
                  <a:pt x="70715" y="114909"/>
                  <a:pt x="102230" y="115167"/>
                  <a:pt x="102230" y="135914"/>
                </a:cubicBezTo>
                <a:cubicBezTo>
                  <a:pt x="102230" y="150513"/>
                  <a:pt x="82503" y="162038"/>
                  <a:pt x="58416" y="162038"/>
                </a:cubicBezTo>
                <a:cubicBezTo>
                  <a:pt x="33309" y="162038"/>
                  <a:pt x="14348" y="150000"/>
                  <a:pt x="14348" y="135914"/>
                </a:cubicBezTo>
                <a:cubicBezTo>
                  <a:pt x="14348" y="131813"/>
                  <a:pt x="16909" y="114909"/>
                  <a:pt x="38947" y="114909"/>
                </a:cubicBezTo>
                <a:lnTo>
                  <a:pt x="62517" y="11490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pdf-path-100094">
            <a:extLst xmlns:a="http://schemas.openxmlformats.org/drawingml/2006/main">
              <a:ext uri="{FF2B5EF4-FFF2-40B4-BE49-F238E27FC236}">
                <a16:creationId xmlns:a16="http://schemas.microsoft.com/office/drawing/2014/main" id="{49EA6626-E4E2-425F-B964-4022AFE4E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2218" y="2317185"/>
            <a:ext cx="136052" cy="163137"/>
          </a:xfrm>
          <a:custGeom xmlns:a="http://schemas.openxmlformats.org/drawingml/2006/main">
            <a:pathLst>
              <a:path w="136052" h="163137">
                <a:moveTo>
                  <a:pt x="19215" y="145423"/>
                </a:moveTo>
                <a:cubicBezTo>
                  <a:pt x="17422" y="152882"/>
                  <a:pt x="16909" y="155196"/>
                  <a:pt x="5892" y="155196"/>
                </a:cubicBezTo>
                <a:cubicBezTo>
                  <a:pt x="3073" y="155196"/>
                  <a:pt x="0" y="155196"/>
                  <a:pt x="0" y="159810"/>
                </a:cubicBezTo>
                <a:cubicBezTo>
                  <a:pt x="0" y="160834"/>
                  <a:pt x="513" y="163137"/>
                  <a:pt x="3331" y="163137"/>
                </a:cubicBezTo>
                <a:lnTo>
                  <a:pt x="14349" y="162625"/>
                </a:lnTo>
                <a:cubicBezTo>
                  <a:pt x="15885" y="162371"/>
                  <a:pt x="21780" y="162371"/>
                  <a:pt x="25365" y="162371"/>
                </a:cubicBezTo>
                <a:cubicBezTo>
                  <a:pt x="29721" y="162371"/>
                  <a:pt x="34076" y="162625"/>
                  <a:pt x="38431" y="162625"/>
                </a:cubicBezTo>
                <a:cubicBezTo>
                  <a:pt x="42532" y="162625"/>
                  <a:pt x="46887" y="163137"/>
                  <a:pt x="50730" y="163137"/>
                </a:cubicBezTo>
                <a:cubicBezTo>
                  <a:pt x="52267" y="163137"/>
                  <a:pt x="55598" y="163137"/>
                  <a:pt x="55598" y="158528"/>
                </a:cubicBezTo>
                <a:cubicBezTo>
                  <a:pt x="55598" y="155196"/>
                  <a:pt x="53037" y="155196"/>
                  <a:pt x="48682" y="155196"/>
                </a:cubicBezTo>
                <a:cubicBezTo>
                  <a:pt x="36640" y="155196"/>
                  <a:pt x="36640" y="153394"/>
                  <a:pt x="36640" y="151080"/>
                </a:cubicBezTo>
                <a:cubicBezTo>
                  <a:pt x="36640" y="149536"/>
                  <a:pt x="38431" y="142592"/>
                  <a:pt x="39459" y="138476"/>
                </a:cubicBezTo>
                <a:lnTo>
                  <a:pt x="48936" y="100213"/>
                </a:lnTo>
                <a:cubicBezTo>
                  <a:pt x="51501" y="105593"/>
                  <a:pt x="58674" y="116097"/>
                  <a:pt x="73277" y="116097"/>
                </a:cubicBezTo>
                <a:cubicBezTo>
                  <a:pt x="103255" y="116097"/>
                  <a:pt x="136052" y="79966"/>
                  <a:pt x="136052" y="41519"/>
                </a:cubicBezTo>
                <a:cubicBezTo>
                  <a:pt x="136052" y="15376"/>
                  <a:pt x="119910" y="0"/>
                  <a:pt x="100694" y="0"/>
                </a:cubicBezTo>
                <a:cubicBezTo>
                  <a:pt x="95310" y="0"/>
                  <a:pt x="82503" y="1282"/>
                  <a:pt x="66873" y="18707"/>
                </a:cubicBezTo>
                <a:cubicBezTo>
                  <a:pt x="63030" y="4359"/>
                  <a:pt x="51243" y="0"/>
                  <a:pt x="42532" y="0"/>
                </a:cubicBezTo>
                <a:cubicBezTo>
                  <a:pt x="31769" y="0"/>
                  <a:pt x="26390" y="7944"/>
                  <a:pt x="22805" y="14864"/>
                </a:cubicBezTo>
                <a:cubicBezTo>
                  <a:pt x="18450" y="23836"/>
                  <a:pt x="14860" y="38443"/>
                  <a:pt x="14860" y="39471"/>
                </a:cubicBezTo>
                <a:cubicBezTo>
                  <a:pt x="14860" y="41777"/>
                  <a:pt x="16655" y="42544"/>
                  <a:pt x="18450" y="42544"/>
                </a:cubicBezTo>
                <a:cubicBezTo>
                  <a:pt x="21265" y="42544"/>
                  <a:pt x="21780" y="41261"/>
                  <a:pt x="23058" y="36136"/>
                </a:cubicBezTo>
                <a:cubicBezTo>
                  <a:pt x="27926" y="15889"/>
                  <a:pt x="33309" y="6408"/>
                  <a:pt x="42020" y="6408"/>
                </a:cubicBezTo>
                <a:cubicBezTo>
                  <a:pt x="49706" y="6408"/>
                  <a:pt x="49706" y="14610"/>
                  <a:pt x="49706" y="18453"/>
                </a:cubicBezTo>
                <a:cubicBezTo>
                  <a:pt x="49706" y="20502"/>
                  <a:pt x="49448" y="24349"/>
                  <a:pt x="48936" y="26397"/>
                </a:cubicBezTo>
                <a:lnTo>
                  <a:pt x="19215" y="145423"/>
                </a:lnTo>
                <a:moveTo>
                  <a:pt x="65590" y="34341"/>
                </a:moveTo>
                <a:cubicBezTo>
                  <a:pt x="66873" y="29216"/>
                  <a:pt x="66873" y="28704"/>
                  <a:pt x="70204" y="24861"/>
                </a:cubicBezTo>
                <a:cubicBezTo>
                  <a:pt x="77120" y="16147"/>
                  <a:pt x="88649" y="6408"/>
                  <a:pt x="100182" y="6408"/>
                </a:cubicBezTo>
                <a:cubicBezTo>
                  <a:pt x="112224" y="6408"/>
                  <a:pt x="117091" y="18453"/>
                  <a:pt x="117091" y="30498"/>
                </a:cubicBezTo>
                <a:cubicBezTo>
                  <a:pt x="117091" y="42031"/>
                  <a:pt x="109916" y="73812"/>
                  <a:pt x="101973" y="87398"/>
                </a:cubicBezTo>
                <a:cubicBezTo>
                  <a:pt x="93262" y="102003"/>
                  <a:pt x="82503" y="109693"/>
                  <a:pt x="73023" y="109693"/>
                </a:cubicBezTo>
                <a:cubicBezTo>
                  <a:pt x="56368" y="109693"/>
                  <a:pt x="52267" y="89446"/>
                  <a:pt x="52267" y="87652"/>
                </a:cubicBezTo>
                <a:cubicBezTo>
                  <a:pt x="52267" y="86115"/>
                  <a:pt x="52779" y="84833"/>
                  <a:pt x="53037" y="83551"/>
                </a:cubicBezTo>
                <a:lnTo>
                  <a:pt x="65590" y="3434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pdf-path-100095">
            <a:extLst xmlns:a="http://schemas.openxmlformats.org/drawingml/2006/main">
              <a:ext uri="{FF2B5EF4-FFF2-40B4-BE49-F238E27FC236}">
                <a16:creationId xmlns:a16="http://schemas.microsoft.com/office/drawing/2014/main" id="{87088AD5-FEA0-4209-AF05-7504DEA7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7715" y="2238369"/>
            <a:ext cx="61489" cy="255965"/>
          </a:xfrm>
          <a:custGeom xmlns:a="http://schemas.openxmlformats.org/drawingml/2006/main">
            <a:pathLst>
              <a:path w="61489" h="255965">
                <a:moveTo>
                  <a:pt x="61489" y="253150"/>
                </a:moveTo>
                <a:cubicBezTo>
                  <a:pt x="61489" y="251867"/>
                  <a:pt x="60723" y="251097"/>
                  <a:pt x="59183" y="249307"/>
                </a:cubicBezTo>
                <a:cubicBezTo>
                  <a:pt x="26132" y="219070"/>
                  <a:pt x="16139" y="172949"/>
                  <a:pt x="16139" y="128115"/>
                </a:cubicBezTo>
                <a:cubicBezTo>
                  <a:pt x="16139" y="88398"/>
                  <a:pt x="23828" y="40229"/>
                  <a:pt x="59953" y="5895"/>
                </a:cubicBezTo>
                <a:cubicBezTo>
                  <a:pt x="60977" y="4871"/>
                  <a:pt x="61489" y="4101"/>
                  <a:pt x="61489" y="2819"/>
                </a:cubicBezTo>
                <a:cubicBezTo>
                  <a:pt x="61489" y="1028"/>
                  <a:pt x="60211" y="0"/>
                  <a:pt x="58416" y="0"/>
                </a:cubicBezTo>
                <a:cubicBezTo>
                  <a:pt x="55340" y="0"/>
                  <a:pt x="32281" y="18453"/>
                  <a:pt x="18445" y="46379"/>
                </a:cubicBezTo>
                <a:cubicBezTo>
                  <a:pt x="6150" y="70977"/>
                  <a:pt x="0" y="97367"/>
                  <a:pt x="0" y="127857"/>
                </a:cubicBezTo>
                <a:cubicBezTo>
                  <a:pt x="0" y="146306"/>
                  <a:pt x="2303" y="175514"/>
                  <a:pt x="16397" y="205746"/>
                </a:cubicBezTo>
                <a:cubicBezTo>
                  <a:pt x="31515" y="237261"/>
                  <a:pt x="55340" y="255965"/>
                  <a:pt x="58416" y="255965"/>
                </a:cubicBezTo>
                <a:cubicBezTo>
                  <a:pt x="60211" y="255965"/>
                  <a:pt x="61489" y="254940"/>
                  <a:pt x="61489" y="25315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pdf-path-100096">
            <a:extLst xmlns:a="http://schemas.openxmlformats.org/drawingml/2006/main">
              <a:ext uri="{FF2B5EF4-FFF2-40B4-BE49-F238E27FC236}">
                <a16:creationId xmlns:a16="http://schemas.microsoft.com/office/drawing/2014/main" id="{38C0E972-E3E3-4B7C-8990-0A02A09A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5523" y="2317185"/>
            <a:ext cx="110941" cy="116097"/>
          </a:xfrm>
          <a:custGeom xmlns:a="http://schemas.openxmlformats.org/drawingml/2006/main">
            <a:pathLst>
              <a:path w="110941" h="116097">
                <a:moveTo>
                  <a:pt x="24340" y="91499"/>
                </a:moveTo>
                <a:cubicBezTo>
                  <a:pt x="29720" y="85091"/>
                  <a:pt x="43814" y="72276"/>
                  <a:pt x="54831" y="63049"/>
                </a:cubicBezTo>
                <a:cubicBezTo>
                  <a:pt x="73789" y="46899"/>
                  <a:pt x="79684" y="41261"/>
                  <a:pt x="83015" y="37673"/>
                </a:cubicBezTo>
                <a:cubicBezTo>
                  <a:pt x="104025" y="17425"/>
                  <a:pt x="110941" y="4359"/>
                  <a:pt x="110941" y="2819"/>
                </a:cubicBezTo>
                <a:cubicBezTo>
                  <a:pt x="110941" y="2565"/>
                  <a:pt x="110941" y="0"/>
                  <a:pt x="107610" y="0"/>
                </a:cubicBezTo>
                <a:cubicBezTo>
                  <a:pt x="105303" y="0"/>
                  <a:pt x="104791" y="770"/>
                  <a:pt x="103513" y="2819"/>
                </a:cubicBezTo>
                <a:cubicBezTo>
                  <a:pt x="100182" y="7944"/>
                  <a:pt x="93262" y="18961"/>
                  <a:pt x="84551" y="18961"/>
                </a:cubicBezTo>
                <a:cubicBezTo>
                  <a:pt x="79426" y="18961"/>
                  <a:pt x="76095" y="16143"/>
                  <a:pt x="70204" y="9481"/>
                </a:cubicBezTo>
                <a:cubicBezTo>
                  <a:pt x="64054" y="2819"/>
                  <a:pt x="59186" y="0"/>
                  <a:pt x="52525" y="0"/>
                </a:cubicBezTo>
                <a:cubicBezTo>
                  <a:pt x="32797" y="0"/>
                  <a:pt x="20755" y="23575"/>
                  <a:pt x="20755" y="29982"/>
                </a:cubicBezTo>
                <a:cubicBezTo>
                  <a:pt x="20755" y="30752"/>
                  <a:pt x="21268" y="32805"/>
                  <a:pt x="24083" y="32805"/>
                </a:cubicBezTo>
                <a:cubicBezTo>
                  <a:pt x="26648" y="32805"/>
                  <a:pt x="27413" y="31265"/>
                  <a:pt x="27672" y="30494"/>
                </a:cubicBezTo>
                <a:cubicBezTo>
                  <a:pt x="32539" y="18195"/>
                  <a:pt x="47657" y="18195"/>
                  <a:pt x="49705" y="18195"/>
                </a:cubicBezTo>
                <a:cubicBezTo>
                  <a:pt x="55598" y="18195"/>
                  <a:pt x="61747" y="19986"/>
                  <a:pt x="67384" y="22038"/>
                </a:cubicBezTo>
                <a:cubicBezTo>
                  <a:pt x="77635" y="25369"/>
                  <a:pt x="81991" y="25369"/>
                  <a:pt x="85834" y="25369"/>
                </a:cubicBezTo>
                <a:cubicBezTo>
                  <a:pt x="77890" y="34341"/>
                  <a:pt x="63541" y="46645"/>
                  <a:pt x="47399" y="60484"/>
                </a:cubicBezTo>
                <a:cubicBezTo>
                  <a:pt x="34588" y="71506"/>
                  <a:pt x="26648" y="79196"/>
                  <a:pt x="21010" y="84837"/>
                </a:cubicBezTo>
                <a:cubicBezTo>
                  <a:pt x="11529" y="94833"/>
                  <a:pt x="0" y="110464"/>
                  <a:pt x="0" y="113283"/>
                </a:cubicBezTo>
                <a:cubicBezTo>
                  <a:pt x="0" y="115073"/>
                  <a:pt x="1283" y="116097"/>
                  <a:pt x="3331" y="116097"/>
                </a:cubicBezTo>
                <a:cubicBezTo>
                  <a:pt x="5638" y="116097"/>
                  <a:pt x="6150" y="115073"/>
                  <a:pt x="7432" y="113537"/>
                </a:cubicBezTo>
                <a:cubicBezTo>
                  <a:pt x="17425" y="98164"/>
                  <a:pt x="26902" y="97140"/>
                  <a:pt x="29720" y="97140"/>
                </a:cubicBezTo>
                <a:cubicBezTo>
                  <a:pt x="36128" y="97140"/>
                  <a:pt x="39713" y="100983"/>
                  <a:pt x="45350" y="107645"/>
                </a:cubicBezTo>
                <a:cubicBezTo>
                  <a:pt x="51242" y="114049"/>
                  <a:pt x="56880" y="116097"/>
                  <a:pt x="62006" y="116097"/>
                </a:cubicBezTo>
                <a:cubicBezTo>
                  <a:pt x="88394" y="116097"/>
                  <a:pt x="103767" y="83296"/>
                  <a:pt x="103767" y="76377"/>
                </a:cubicBezTo>
                <a:cubicBezTo>
                  <a:pt x="103767" y="74070"/>
                  <a:pt x="101972" y="73300"/>
                  <a:pt x="100182" y="73300"/>
                </a:cubicBezTo>
                <a:cubicBezTo>
                  <a:pt x="97617" y="73300"/>
                  <a:pt x="97105" y="75094"/>
                  <a:pt x="96592" y="76123"/>
                </a:cubicBezTo>
                <a:cubicBezTo>
                  <a:pt x="89677" y="95088"/>
                  <a:pt x="71485" y="97907"/>
                  <a:pt x="64824" y="97907"/>
                </a:cubicBezTo>
                <a:cubicBezTo>
                  <a:pt x="59956" y="97907"/>
                  <a:pt x="54831" y="96628"/>
                  <a:pt x="47145" y="94063"/>
                </a:cubicBezTo>
                <a:cubicBezTo>
                  <a:pt x="42019" y="92527"/>
                  <a:pt x="35870" y="90732"/>
                  <a:pt x="30490" y="90732"/>
                </a:cubicBezTo>
                <a:cubicBezTo>
                  <a:pt x="27930" y="90732"/>
                  <a:pt x="25365" y="91245"/>
                  <a:pt x="24340" y="9149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" name="pdf-path-100097">
            <a:extLst xmlns:a="http://schemas.openxmlformats.org/drawingml/2006/main">
              <a:ext uri="{FF2B5EF4-FFF2-40B4-BE49-F238E27FC236}">
                <a16:creationId xmlns:a16="http://schemas.microsoft.com/office/drawing/2014/main" id="{B8B3FC86-7411-4491-9C12-E9AEE9F8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2643" y="2238369"/>
            <a:ext cx="61488" cy="255965"/>
          </a:xfrm>
          <a:custGeom xmlns:a="http://schemas.openxmlformats.org/drawingml/2006/main">
            <a:pathLst>
              <a:path w="61488" h="255965">
                <a:moveTo>
                  <a:pt x="61488" y="127857"/>
                </a:moveTo>
                <a:cubicBezTo>
                  <a:pt x="61488" y="106847"/>
                  <a:pt x="58416" y="78664"/>
                  <a:pt x="45092" y="50222"/>
                </a:cubicBezTo>
                <a:cubicBezTo>
                  <a:pt x="29974" y="18707"/>
                  <a:pt x="6145" y="0"/>
                  <a:pt x="3072" y="0"/>
                </a:cubicBezTo>
                <a:cubicBezTo>
                  <a:pt x="512" y="0"/>
                  <a:pt x="0" y="2052"/>
                  <a:pt x="0" y="2819"/>
                </a:cubicBezTo>
                <a:cubicBezTo>
                  <a:pt x="0" y="4101"/>
                  <a:pt x="512" y="4871"/>
                  <a:pt x="2302" y="6666"/>
                </a:cubicBezTo>
                <a:cubicBezTo>
                  <a:pt x="17166" y="19989"/>
                  <a:pt x="45346" y="54835"/>
                  <a:pt x="45346" y="127857"/>
                </a:cubicBezTo>
                <a:cubicBezTo>
                  <a:pt x="45346" y="164497"/>
                  <a:pt x="38688" y="215485"/>
                  <a:pt x="1537" y="250073"/>
                </a:cubicBezTo>
                <a:cubicBezTo>
                  <a:pt x="1024" y="250843"/>
                  <a:pt x="0" y="251867"/>
                  <a:pt x="0" y="253150"/>
                </a:cubicBezTo>
                <a:cubicBezTo>
                  <a:pt x="0" y="253916"/>
                  <a:pt x="512" y="255965"/>
                  <a:pt x="3072" y="255965"/>
                </a:cubicBezTo>
                <a:cubicBezTo>
                  <a:pt x="6145" y="255965"/>
                  <a:pt x="29208" y="237519"/>
                  <a:pt x="43044" y="209590"/>
                </a:cubicBezTo>
                <a:cubicBezTo>
                  <a:pt x="55339" y="184995"/>
                  <a:pt x="61488" y="158601"/>
                  <a:pt x="61488" y="12785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pdf-path-100098">
            <a:extLst xmlns:a="http://schemas.openxmlformats.org/drawingml/2006/main">
              <a:ext uri="{FF2B5EF4-FFF2-40B4-BE49-F238E27FC236}">
                <a16:creationId xmlns:a16="http://schemas.microsoft.com/office/drawing/2014/main" id="{69E284B5-9EE5-4F13-9C5E-F45F7123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2462" y="2534571"/>
            <a:ext cx="108892" cy="183403"/>
          </a:xfrm>
          <a:custGeom xmlns:a="http://schemas.openxmlformats.org/drawingml/2006/main">
            <a:pathLst>
              <a:path w="108892" h="183403">
                <a:moveTo>
                  <a:pt x="108892" y="53776"/>
                </a:moveTo>
                <a:cubicBezTo>
                  <a:pt x="108892" y="27402"/>
                  <a:pt x="100182" y="0"/>
                  <a:pt x="76611" y="0"/>
                </a:cubicBezTo>
                <a:cubicBezTo>
                  <a:pt x="39204" y="0"/>
                  <a:pt x="0" y="72979"/>
                  <a:pt x="0" y="129855"/>
                </a:cubicBezTo>
                <a:cubicBezTo>
                  <a:pt x="0" y="148304"/>
                  <a:pt x="5638" y="183403"/>
                  <a:pt x="32285" y="183403"/>
                </a:cubicBezTo>
                <a:cubicBezTo>
                  <a:pt x="69691" y="183403"/>
                  <a:pt x="108892" y="111148"/>
                  <a:pt x="108892" y="53776"/>
                </a:cubicBezTo>
                <a:moveTo>
                  <a:pt x="27930" y="87573"/>
                </a:moveTo>
                <a:cubicBezTo>
                  <a:pt x="33055" y="67345"/>
                  <a:pt x="38434" y="48654"/>
                  <a:pt x="48940" y="30987"/>
                </a:cubicBezTo>
                <a:cubicBezTo>
                  <a:pt x="55089" y="20748"/>
                  <a:pt x="64569" y="6408"/>
                  <a:pt x="76353" y="6408"/>
                </a:cubicBezTo>
                <a:cubicBezTo>
                  <a:pt x="90189" y="6408"/>
                  <a:pt x="91213" y="28426"/>
                  <a:pt x="91213" y="38157"/>
                </a:cubicBezTo>
                <a:cubicBezTo>
                  <a:pt x="91213" y="53521"/>
                  <a:pt x="87116" y="71443"/>
                  <a:pt x="83273" y="87573"/>
                </a:cubicBezTo>
                <a:lnTo>
                  <a:pt x="27930" y="87573"/>
                </a:lnTo>
                <a:moveTo>
                  <a:pt x="80966" y="95776"/>
                </a:moveTo>
                <a:cubicBezTo>
                  <a:pt x="76865" y="111918"/>
                  <a:pt x="71997" y="131133"/>
                  <a:pt x="61751" y="149328"/>
                </a:cubicBezTo>
                <a:cubicBezTo>
                  <a:pt x="55089" y="161370"/>
                  <a:pt x="44839" y="177000"/>
                  <a:pt x="32543" y="177000"/>
                </a:cubicBezTo>
                <a:cubicBezTo>
                  <a:pt x="21525" y="177000"/>
                  <a:pt x="17937" y="163676"/>
                  <a:pt x="17937" y="144969"/>
                </a:cubicBezTo>
                <a:cubicBezTo>
                  <a:pt x="17937" y="128573"/>
                  <a:pt x="22038" y="111918"/>
                  <a:pt x="25881" y="95776"/>
                </a:cubicBezTo>
                <a:lnTo>
                  <a:pt x="80966" y="9577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" name="pdf-path-100099">
            <a:extLst xmlns:a="http://schemas.openxmlformats.org/drawingml/2006/main">
              <a:ext uri="{FF2B5EF4-FFF2-40B4-BE49-F238E27FC236}">
                <a16:creationId xmlns:a16="http://schemas.microsoft.com/office/drawing/2014/main" id="{09AC63A6-33DD-4CBF-8DD8-261478EC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7276" y="2601877"/>
            <a:ext cx="107356" cy="116097"/>
          </a:xfrm>
          <a:custGeom xmlns:a="http://schemas.openxmlformats.org/drawingml/2006/main">
            <a:pathLst>
              <a:path w="107356" h="116097">
                <a:moveTo>
                  <a:pt x="96080" y="9508"/>
                </a:moveTo>
                <a:cubicBezTo>
                  <a:pt x="87624" y="11048"/>
                  <a:pt x="83269" y="18223"/>
                  <a:pt x="83269" y="23602"/>
                </a:cubicBezTo>
                <a:cubicBezTo>
                  <a:pt x="83269" y="28469"/>
                  <a:pt x="86858" y="32824"/>
                  <a:pt x="93262" y="32824"/>
                </a:cubicBezTo>
                <a:cubicBezTo>
                  <a:pt x="100182" y="32824"/>
                  <a:pt x="107356" y="26933"/>
                  <a:pt x="107356" y="17452"/>
                </a:cubicBezTo>
                <a:cubicBezTo>
                  <a:pt x="107356" y="7440"/>
                  <a:pt x="98129" y="0"/>
                  <a:pt x="85576" y="0"/>
                </a:cubicBezTo>
                <a:cubicBezTo>
                  <a:pt x="66360" y="0"/>
                  <a:pt x="55598" y="14380"/>
                  <a:pt x="52013" y="19247"/>
                </a:cubicBezTo>
                <a:cubicBezTo>
                  <a:pt x="48935" y="5125"/>
                  <a:pt x="37406" y="0"/>
                  <a:pt x="27672" y="0"/>
                </a:cubicBezTo>
                <a:cubicBezTo>
                  <a:pt x="18449" y="0"/>
                  <a:pt x="12554" y="5638"/>
                  <a:pt x="8198" y="14634"/>
                </a:cubicBezTo>
                <a:cubicBezTo>
                  <a:pt x="3331" y="23860"/>
                  <a:pt x="0" y="38462"/>
                  <a:pt x="0" y="39486"/>
                </a:cubicBezTo>
                <a:cubicBezTo>
                  <a:pt x="0" y="41793"/>
                  <a:pt x="1795" y="42563"/>
                  <a:pt x="3589" y="42563"/>
                </a:cubicBezTo>
                <a:cubicBezTo>
                  <a:pt x="6404" y="42563"/>
                  <a:pt x="6920" y="41281"/>
                  <a:pt x="8198" y="36156"/>
                </a:cubicBezTo>
                <a:cubicBezTo>
                  <a:pt x="13066" y="15916"/>
                  <a:pt x="18449" y="6408"/>
                  <a:pt x="27160" y="6408"/>
                </a:cubicBezTo>
                <a:cubicBezTo>
                  <a:pt x="34846" y="6408"/>
                  <a:pt x="34846" y="14634"/>
                  <a:pt x="34846" y="18477"/>
                </a:cubicBezTo>
                <a:cubicBezTo>
                  <a:pt x="34846" y="23860"/>
                  <a:pt x="32797" y="31800"/>
                  <a:pt x="31257" y="38462"/>
                </a:cubicBezTo>
                <a:cubicBezTo>
                  <a:pt x="29466" y="45124"/>
                  <a:pt x="26902" y="56141"/>
                  <a:pt x="25877" y="59218"/>
                </a:cubicBezTo>
                <a:lnTo>
                  <a:pt x="15630" y="101237"/>
                </a:lnTo>
                <a:cubicBezTo>
                  <a:pt x="13836" y="107387"/>
                  <a:pt x="13836" y="107899"/>
                  <a:pt x="13836" y="108669"/>
                </a:cubicBezTo>
                <a:cubicBezTo>
                  <a:pt x="13836" y="112000"/>
                  <a:pt x="16142" y="116097"/>
                  <a:pt x="21780" y="116097"/>
                </a:cubicBezTo>
                <a:cubicBezTo>
                  <a:pt x="29978" y="116097"/>
                  <a:pt x="31773" y="109182"/>
                  <a:pt x="33563" y="101750"/>
                </a:cubicBezTo>
                <a:cubicBezTo>
                  <a:pt x="36640" y="90732"/>
                  <a:pt x="36640" y="90220"/>
                  <a:pt x="39201" y="79715"/>
                </a:cubicBezTo>
                <a:cubicBezTo>
                  <a:pt x="48682" y="41281"/>
                  <a:pt x="50218" y="35131"/>
                  <a:pt x="50730" y="33853"/>
                </a:cubicBezTo>
                <a:cubicBezTo>
                  <a:pt x="52267" y="30776"/>
                  <a:pt x="64054" y="6408"/>
                  <a:pt x="85321" y="6408"/>
                </a:cubicBezTo>
                <a:cubicBezTo>
                  <a:pt x="91214" y="6408"/>
                  <a:pt x="94799" y="8476"/>
                  <a:pt x="96080" y="950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pdf-path-100100">
            <a:extLst xmlns:a="http://schemas.openxmlformats.org/drawingml/2006/main">
              <a:ext uri="{FF2B5EF4-FFF2-40B4-BE49-F238E27FC236}">
                <a16:creationId xmlns:a16="http://schemas.microsoft.com/office/drawing/2014/main" id="{BD5C4D8E-0A09-4DC9-95E5-5428E628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883" y="2637015"/>
            <a:ext cx="61151" cy="108336"/>
          </a:xfrm>
          <a:custGeom xmlns:a="http://schemas.openxmlformats.org/drawingml/2006/main">
            <a:pathLst>
              <a:path w="61151" h="108336">
                <a:moveTo>
                  <a:pt x="36727" y="39940"/>
                </a:moveTo>
                <a:lnTo>
                  <a:pt x="55343" y="39940"/>
                </a:lnTo>
                <a:cubicBezTo>
                  <a:pt x="58761" y="39940"/>
                  <a:pt x="61151" y="39940"/>
                  <a:pt x="61151" y="35670"/>
                </a:cubicBezTo>
                <a:cubicBezTo>
                  <a:pt x="61151" y="33106"/>
                  <a:pt x="58930" y="33106"/>
                  <a:pt x="55857" y="33106"/>
                </a:cubicBezTo>
                <a:lnTo>
                  <a:pt x="38433" y="33106"/>
                </a:lnTo>
                <a:lnTo>
                  <a:pt x="44412" y="9558"/>
                </a:lnTo>
                <a:cubicBezTo>
                  <a:pt x="45096" y="6998"/>
                  <a:pt x="45096" y="5977"/>
                  <a:pt x="45096" y="5804"/>
                </a:cubicBezTo>
                <a:cubicBezTo>
                  <a:pt x="45096" y="1707"/>
                  <a:pt x="41850" y="0"/>
                  <a:pt x="39116" y="0"/>
                </a:cubicBezTo>
                <a:cubicBezTo>
                  <a:pt x="37068" y="0"/>
                  <a:pt x="32626" y="1196"/>
                  <a:pt x="31089" y="6657"/>
                </a:cubicBezTo>
                <a:lnTo>
                  <a:pt x="24427" y="33106"/>
                </a:lnTo>
                <a:lnTo>
                  <a:pt x="5980" y="33106"/>
                </a:lnTo>
                <a:cubicBezTo>
                  <a:pt x="2393" y="33106"/>
                  <a:pt x="2221" y="33278"/>
                  <a:pt x="1538" y="33791"/>
                </a:cubicBezTo>
                <a:cubicBezTo>
                  <a:pt x="685" y="34474"/>
                  <a:pt x="0" y="36695"/>
                  <a:pt x="0" y="37547"/>
                </a:cubicBezTo>
                <a:cubicBezTo>
                  <a:pt x="514" y="39940"/>
                  <a:pt x="2052" y="39940"/>
                  <a:pt x="5469" y="39940"/>
                </a:cubicBezTo>
                <a:lnTo>
                  <a:pt x="22720" y="39940"/>
                </a:lnTo>
                <a:lnTo>
                  <a:pt x="12641" y="80190"/>
                </a:lnTo>
                <a:cubicBezTo>
                  <a:pt x="11616" y="84112"/>
                  <a:pt x="10251" y="89909"/>
                  <a:pt x="10251" y="91957"/>
                </a:cubicBezTo>
                <a:cubicBezTo>
                  <a:pt x="10251" y="101848"/>
                  <a:pt x="19131" y="108336"/>
                  <a:pt x="29551" y="108336"/>
                </a:cubicBezTo>
                <a:cubicBezTo>
                  <a:pt x="49195" y="108336"/>
                  <a:pt x="60809" y="84965"/>
                  <a:pt x="60809" y="82064"/>
                </a:cubicBezTo>
                <a:cubicBezTo>
                  <a:pt x="60809" y="81553"/>
                  <a:pt x="60467" y="79676"/>
                  <a:pt x="57564" y="79676"/>
                </a:cubicBezTo>
                <a:cubicBezTo>
                  <a:pt x="55343" y="79676"/>
                  <a:pt x="55002" y="80529"/>
                  <a:pt x="54148" y="82577"/>
                </a:cubicBezTo>
                <a:cubicBezTo>
                  <a:pt x="48341" y="95366"/>
                  <a:pt x="38605" y="102701"/>
                  <a:pt x="30234" y="102701"/>
                </a:cubicBezTo>
                <a:cubicBezTo>
                  <a:pt x="23917" y="102701"/>
                  <a:pt x="23744" y="96390"/>
                  <a:pt x="23744" y="94172"/>
                </a:cubicBezTo>
                <a:cubicBezTo>
                  <a:pt x="23744" y="91785"/>
                  <a:pt x="23744" y="91444"/>
                  <a:pt x="24599" y="88204"/>
                </a:cubicBezTo>
                <a:lnTo>
                  <a:pt x="36727" y="3994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" name="pdf-path-100101">
            <a:extLst xmlns:a="http://schemas.openxmlformats.org/drawingml/2006/main">
              <a:ext uri="{FF2B5EF4-FFF2-40B4-BE49-F238E27FC236}">
                <a16:creationId xmlns:a16="http://schemas.microsoft.com/office/drawing/2014/main" id="{60BEED52-6DFD-4B6E-9F2D-E0D94D10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458" y="2822016"/>
            <a:ext cx="138100" cy="230443"/>
          </a:xfrm>
          <a:custGeom xmlns:a="http://schemas.openxmlformats.org/drawingml/2006/main">
            <a:pathLst>
              <a:path w="138100" h="230443">
                <a:moveTo>
                  <a:pt x="101718" y="6920"/>
                </a:moveTo>
                <a:cubicBezTo>
                  <a:pt x="101976" y="5896"/>
                  <a:pt x="102488" y="4101"/>
                  <a:pt x="102488" y="3077"/>
                </a:cubicBezTo>
                <a:cubicBezTo>
                  <a:pt x="102488" y="516"/>
                  <a:pt x="100435" y="0"/>
                  <a:pt x="98899" y="0"/>
                </a:cubicBezTo>
                <a:cubicBezTo>
                  <a:pt x="96080" y="0"/>
                  <a:pt x="96080" y="770"/>
                  <a:pt x="94802" y="5384"/>
                </a:cubicBezTo>
                <a:lnTo>
                  <a:pt x="79942" y="64300"/>
                </a:lnTo>
                <a:cubicBezTo>
                  <a:pt x="35616" y="66095"/>
                  <a:pt x="0" y="101202"/>
                  <a:pt x="0" y="134007"/>
                </a:cubicBezTo>
                <a:cubicBezTo>
                  <a:pt x="0" y="157585"/>
                  <a:pt x="17679" y="178853"/>
                  <a:pt x="50730" y="180902"/>
                </a:cubicBezTo>
                <a:cubicBezTo>
                  <a:pt x="48682" y="188862"/>
                  <a:pt x="46887" y="197079"/>
                  <a:pt x="44839" y="205039"/>
                </a:cubicBezTo>
                <a:cubicBezTo>
                  <a:pt x="41254" y="219160"/>
                  <a:pt x="39201" y="226600"/>
                  <a:pt x="39201" y="227628"/>
                </a:cubicBezTo>
                <a:cubicBezTo>
                  <a:pt x="39201" y="228653"/>
                  <a:pt x="39713" y="230443"/>
                  <a:pt x="42790" y="230443"/>
                </a:cubicBezTo>
                <a:cubicBezTo>
                  <a:pt x="45609" y="230443"/>
                  <a:pt x="45862" y="229677"/>
                  <a:pt x="47399" y="223782"/>
                </a:cubicBezTo>
                <a:lnTo>
                  <a:pt x="58162" y="180902"/>
                </a:lnTo>
                <a:cubicBezTo>
                  <a:pt x="102230" y="179111"/>
                  <a:pt x="138100" y="143999"/>
                  <a:pt x="138100" y="110941"/>
                </a:cubicBezTo>
                <a:cubicBezTo>
                  <a:pt x="138100" y="90439"/>
                  <a:pt x="123240" y="66861"/>
                  <a:pt x="87370" y="64300"/>
                </a:cubicBezTo>
                <a:lnTo>
                  <a:pt x="101718" y="6920"/>
                </a:lnTo>
                <a:moveTo>
                  <a:pt x="52270" y="174498"/>
                </a:moveTo>
                <a:cubicBezTo>
                  <a:pt x="33821" y="173474"/>
                  <a:pt x="17425" y="162453"/>
                  <a:pt x="17425" y="139132"/>
                </a:cubicBezTo>
                <a:cubicBezTo>
                  <a:pt x="17425" y="110683"/>
                  <a:pt x="38434" y="74293"/>
                  <a:pt x="78402" y="70704"/>
                </a:cubicBezTo>
                <a:lnTo>
                  <a:pt x="52270" y="174498"/>
                </a:lnTo>
                <a:moveTo>
                  <a:pt x="85576" y="70704"/>
                </a:moveTo>
                <a:cubicBezTo>
                  <a:pt x="104025" y="71986"/>
                  <a:pt x="120421" y="81983"/>
                  <a:pt x="120421" y="106073"/>
                </a:cubicBezTo>
                <a:cubicBezTo>
                  <a:pt x="120421" y="138874"/>
                  <a:pt x="95827" y="171421"/>
                  <a:pt x="59698" y="174498"/>
                </a:cubicBezTo>
                <a:lnTo>
                  <a:pt x="85576" y="7070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25710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2026-10-09T20:13:15.6980000Z</dcterms:created>
  <dcterms:modified xsi:type="dcterms:W3CDTF">2026-10-09T20:13:15.6980000Z</dcterms:modified>
</coreProperties>
</file>