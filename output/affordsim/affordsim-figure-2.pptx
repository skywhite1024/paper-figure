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347d55b1de48cc" /><Relationship Type="http://schemas.openxmlformats.org/officeDocument/2006/relationships/extended-properties" Target="/docProps/app.xml" Id="Rd8615e30c5db480b" /><Relationship Type="http://schemas.openxmlformats.org/officeDocument/2006/relationships/officeDocument" Target="/ppt/presentation.xml" Id="Rff821b0c703f41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b6c9b7889741da"/>
  </p:sldMasterIdLst>
  <p:notesMasterIdLst>
    <p:notesMasterId xmlns:r="http://schemas.openxmlformats.org/officeDocument/2006/relationships" r:id="R0b8350335c1d4331"/>
  </p:notesMasterIdLst>
  <p:sldIdLst>
    <p:sldId xmlns:r="http://schemas.openxmlformats.org/officeDocument/2006/relationships" id="256" r:id="R072574ec87754a31"/>
  </p:sldIdLst>
  <p:sldSz cx="11172825" cy="3000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6ea8cf8ddb498f" /><Relationship Type="http://schemas.openxmlformats.org/officeDocument/2006/relationships/slideMaster" Target="/ppt/slideMasters/slideMaster1.xml" Id="R0db6c9b7889741da" /><Relationship Type="http://schemas.openxmlformats.org/officeDocument/2006/relationships/notesMaster" Target="/ppt/notesMasters/notesMaster1.xml" Id="R0b8350335c1d4331" /><Relationship Type="http://schemas.openxmlformats.org/officeDocument/2006/relationships/presProps" Target="/ppt/presProps.xml" Id="Rd54de2a631854ae5" /><Relationship Type="http://schemas.openxmlformats.org/officeDocument/2006/relationships/tableStyles" Target="/ppt/tableStyles.xml" Id="R7598c5ac713c45f0" /><Relationship Type="http://schemas.openxmlformats.org/officeDocument/2006/relationships/slide" Target="/ppt/slides/slide1.xml" Id="R072574ec87754a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4886f1927d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487f93e88e456e" /><Relationship Type="http://schemas.openxmlformats.org/officeDocument/2006/relationships/notesMaster" Target="/ppt/notesMasters/notesMaster1.xml" Id="R9aabbc6ebb4d43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"AffordSim: A Scalable Data Generator and Benchmark for Affordance-Aware Robotic Manipulation",</a:t>
            </a:r>
          </a:p>
          <a:p xmlns:a="http://schemas.openxmlformats.org/drawingml/2006/main">
            <a:r>
              <a:t>  "paper_url": "https://arxiv.org/abs/2604.11674v2",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"unverified; private user-requested adaptation only.",</a:t>
            </a:r>
          </a:p>
          <a:p xmlns:a="http://schemas.openxmlformats.org/drawingml/2006/main">
            <a:r>
              <a:t>  "notes": "Faithful native extraction from independently inspected original source figure. Ordinary labels remain live editable text; source photo details are separate raster assets. Source arrow gradient midpoints approximated with native solid-color shapes. Original raster assets isolated with their exact original alpha, clipping and affine transforms; no full-figure raster backdrop.",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"8811e0ccda74dae8722860f1a730c8d7f2bedf13841ef67796ca9bb02399f1de",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110,</a:t>
            </a:r>
          </a:p>
          <a:p xmlns:a="http://schemas.openxmlformats.org/drawingml/2006/main">
            <a:r>
              <a:t>    70,</a:t>
            </a:r>
          </a:p>
          <a:p xmlns:a="http://schemas.openxmlformats.org/drawingml/2006/main">
            <a:r>
              <a:t>    501,</a:t>
            </a:r>
          </a:p>
          <a:p xmlns:a="http://schemas.openxmlformats.org/drawingml/2006/main">
            <a:r>
              <a:t>    175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"6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partially intersects raster inset: 81",</a:t>
            </a:r>
          </a:p>
          <a:p xmlns:a="http://schemas.openxmlformats.org/drawingml/2006/main">
            <a:r>
              <a:t>    "path partially intersects raster inset: 156",</a:t>
            </a:r>
          </a:p>
          <a:p xmlns:a="http://schemas.openxmlformats.org/drawingml/2006/main">
            <a:r>
              <a:t>    "path partially intersects raster inset: 158",</a:t>
            </a:r>
          </a:p>
          <a:p xmlns:a="http://schemas.openxmlformats.org/drawingml/2006/main">
            <a:r>
              <a:t>    "path partially intersects raster inset: 164",</a:t>
            </a:r>
          </a:p>
          <a:p xmlns:a="http://schemas.openxmlformats.org/drawingml/2006/main">
            <a:r>
              <a:t>    "path partially intersects raster inset: 165"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"6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partially intersects raster inset: 81",</a:t>
            </a:r>
          </a:p>
          <a:p xmlns:a="http://schemas.openxmlformats.org/drawingml/2006/main">
            <a:r>
              <a:t>    "path partially intersects raster inset: 156",</a:t>
            </a:r>
          </a:p>
          <a:p xmlns:a="http://schemas.openxmlformats.org/drawingml/2006/main">
            <a:r>
              <a:t>    "path partially intersects raster inset: 158",</a:t>
            </a:r>
          </a:p>
          <a:p xmlns:a="http://schemas.openxmlformats.org/drawingml/2006/main">
            <a:r>
              <a:t>    "path partially intersects raster inset: 164",</a:t>
            </a:r>
          </a:p>
          <a:p xmlns:a="http://schemas.openxmlformats.org/drawingml/2006/main">
            <a:r>
              <a:t>    "path partially intersects raster inset: 165",</a:t>
            </a:r>
          </a:p>
          <a:p xmlns:a="http://schemas.openxmlformats.org/drawingml/2006/main">
            <a:r>
              <a:t>    "unhandled image/shading at seq 38: [206.58914184570312, 138.32363891601562, 247.31658935546875, 166.47471618652344]; requires reviewed raster region",</a:t>
            </a:r>
          </a:p>
          <a:p xmlns:a="http://schemas.openxmlformats.org/drawingml/2006/main">
            <a:r>
              <a:t>    "unhandled image/shading at seq 41: [116.4585189819336, 108.83997344970703, 125.49517822265625, 120.08374786376953]; requires reviewed raster region",</a:t>
            </a:r>
          </a:p>
          <a:p xmlns:a="http://schemas.openxmlformats.org/drawingml/2006/main">
            <a:r>
              <a:t>    "unhandled image/shading at seq 57: [209.00448608398438, 106.79943084716797, 217.4581298828125, 112.25474548339844]; requires reviewed raster region",</a:t>
            </a:r>
          </a:p>
          <a:p xmlns:a="http://schemas.openxmlformats.org/drawingml/2006/main">
            <a:r>
              <a:t>    "unhandled image/shading at seq 58: [222.08056640625, 106.46629333496094, 231.15887451171875, 114.50350952148438]; requires reviewed raster region",</a:t>
            </a:r>
          </a:p>
          <a:p xmlns:a="http://schemas.openxmlformats.org/drawingml/2006/main">
            <a:r>
              <a:t>    "unhandled image/shading at seq 59: [234.69857788085938, 106.4662857055664, 245.6092071533203, 113.54570007324219]; requires reviewed raster region",</a:t>
            </a:r>
          </a:p>
          <a:p xmlns:a="http://schemas.openxmlformats.org/drawingml/2006/main">
            <a:r>
              <a:t>    "unhandled image/shading at seq 73: [452.99432373046875, 132.41026306152344, 484.893310546875, 140.2392578125]; requires reviewed raster region",</a:t>
            </a:r>
          </a:p>
          <a:p xmlns:a="http://schemas.openxmlformats.org/drawingml/2006/main">
            <a:r>
              <a:t>    "unhandled image/shading at seq 85: [301.4949035644531, 125.95549011230469, 311.2811584472656, 135.658447265625]; requires reviewed raster region",</a:t>
            </a:r>
          </a:p>
          <a:p xmlns:a="http://schemas.openxmlformats.org/drawingml/2006/main">
            <a:r>
              <a:t>    "unhandled image/shading at seq 88: [155.4508056640625, 136.86611938476562, 201.63356018066406, 169.43141174316406]; requires reviewed raster region",</a:t>
            </a:r>
          </a:p>
          <a:p xmlns:a="http://schemas.openxmlformats.org/drawingml/2006/main">
            <a:r>
              <a:t>    "unhandled image/shading at seq 155: [378.7438049316406, 115.54459381103516, 384.6988525390625, 119.62566375732422]; requires reviewed raster region",</a:t>
            </a:r>
          </a:p>
          <a:p xmlns:a="http://schemas.openxmlformats.org/drawingml/2006/main">
            <a:r>
              <a:t>    "unhandled image/shading at seq 157: [384.61553955078125, 127.53795623779297, 391.6533203125, 139.4896697998047]; requires reviewed raster region",</a:t>
            </a:r>
          </a:p>
          <a:p xmlns:a="http://schemas.openxmlformats.org/drawingml/2006/main">
            <a:r>
              <a:t>    "unhandled image/shading at seq 161: [378.3689880371094, 136.3247528076172, 386.07305908203125, 139.32308959960938]; requires reviewed raster region",</a:t>
            </a:r>
          </a:p>
          <a:p xmlns:a="http://schemas.openxmlformats.org/drawingml/2006/main">
            <a:r>
              <a:t>    "unhandled image/shading at seq 166: [388.94647216796875, 142.82115173339844, 435.71221923828125, 169.13990783691406]; requires reviewed raster region",</a:t>
            </a:r>
          </a:p>
          <a:p xmlns:a="http://schemas.openxmlformats.org/drawingml/2006/main">
            <a:r>
              <a:t>    "unhandled image/shading at seq 167: [443.79107666015625, 142.5712890625, 494.9294128417969, 169.76455688476562]; requires reviewed raster region",</a:t>
            </a:r>
          </a:p>
          <a:p xmlns:a="http://schemas.openxmlformats.org/drawingml/2006/main">
            <a:r>
              <a:t>    "unhandled image/shading at seq 168: [445.2486267089844, 149.52578735351562, 467.5279541015625, 167.14102172851562]; requires reviewed raster region",</a:t>
            </a:r>
          </a:p>
          <a:p xmlns:a="http://schemas.openxmlformats.org/drawingml/2006/main">
            <a:r>
              <a:t>    "unhandled image/shading at seq 169: [469.7767028808594, 149.52578735351562, 493.2220458984375, 167.14102172851562]; requires reviewed raster region",</a:t>
            </a:r>
          </a:p>
          <a:p xmlns:a="http://schemas.openxmlformats.org/drawingml/2006/main">
            <a:r>
              <a:t>    "unhandled image/shading at seq 175: [442.3335876464844, 96.59675598144531, 494.929443359375, 130.66122436523438]; requires reviewed raster region",</a:t>
            </a:r>
          </a:p>
          <a:p xmlns:a="http://schemas.openxmlformats.org/drawingml/2006/main">
            <a:r>
              <a:t>    "unhandled image/shading at seq 176: [391.36181640625, 106.46629333496094, 432.630615234375, 133.53463745117188]; requires reviewed raster region",</a:t>
            </a:r>
          </a:p>
          <a:p xmlns:a="http://schemas.openxmlformats.org/drawingml/2006/main">
            <a:r>
              <a:t>    "unhandled image/shading at seq 183: [266.0145568847656, 109.67284393310547, 298.66314697265625, 129.95327758789062]; requires reviewed raster region",</a:t>
            </a:r>
          </a:p>
          <a:p xmlns:a="http://schemas.openxmlformats.org/drawingml/2006/main">
            <a:r>
              <a:t>    "unhandled image/shading at seq 184: [266.76416015625, 142.82113647460938, 297.16400146484375, 161.2276153564453]; requires reviewed raster region",</a:t>
            </a:r>
          </a:p>
          <a:p xmlns:a="http://schemas.openxmlformats.org/drawingml/2006/main">
            <a:r>
              <a:t>    "unhandled image/shading at seq 185: [327.18902587890625, 110.2142105102539, 348.6771240234375, 123.2486572265625]; requires reviewed raster region",</a:t>
            </a:r>
          </a:p>
          <a:p xmlns:a="http://schemas.openxmlformats.org/drawingml/2006/main">
            <a:r>
              <a:t>    "unhandled image/shading at seq 186: [353.4244689941406, 109.96434783935547, 375.9536437988281, 122.9571533203125];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"raster_boundaries":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289,</a:t>
            </a:r>
          </a:p>
          <a:p xmlns:a="http://schemas.openxmlformats.org/drawingml/2006/main">
            <a:r>
              <a:t>        204,</a:t>
            </a:r>
          </a:p>
          <a:p xmlns:a="http://schemas.openxmlformats.org/drawingml/2006/main">
            <a:r>
              <a:t>        123,</a:t>
            </a:r>
          </a:p>
          <a:p xmlns:a="http://schemas.openxmlformats.org/drawingml/2006/main">
            <a:r>
              <a:t>        86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19,</a:t>
            </a:r>
          </a:p>
          <a:p xmlns:a="http://schemas.openxmlformats.org/drawingml/2006/main">
            <a:r>
              <a:t>        116,</a:t>
            </a:r>
          </a:p>
          <a:p xmlns:a="http://schemas.openxmlformats.org/drawingml/2006/main">
            <a:r>
              <a:t>        28,</a:t>
            </a:r>
          </a:p>
          <a:p xmlns:a="http://schemas.openxmlformats.org/drawingml/2006/main">
            <a:r>
              <a:t>        35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297,</a:t>
            </a:r>
          </a:p>
          <a:p xmlns:a="http://schemas.openxmlformats.org/drawingml/2006/main">
            <a:r>
              <a:t>        110,</a:t>
            </a:r>
          </a:p>
          <a:p xmlns:a="http://schemas.openxmlformats.org/drawingml/2006/main">
            <a:r>
              <a:t>        26,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336,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28,</a:t>
            </a:r>
          </a:p>
          <a:p xmlns:a="http://schemas.openxmlformats.org/drawingml/2006/main">
            <a:r>
              <a:t>        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374,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33,</a:t>
            </a:r>
          </a:p>
          <a:p xmlns:a="http://schemas.openxmlformats.org/drawingml/2006/main">
            <a:r>
              <a:t>        22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1028,</a:t>
            </a:r>
          </a:p>
          <a:p xmlns:a="http://schemas.openxmlformats.org/drawingml/2006/main">
            <a:r>
              <a:t>        187,</a:t>
            </a:r>
          </a:p>
          <a:p xmlns:a="http://schemas.openxmlformats.org/drawingml/2006/main">
            <a:r>
              <a:t>        97,</a:t>
            </a:r>
          </a:p>
          <a:p xmlns:a="http://schemas.openxmlformats.org/drawingml/2006/main">
            <a:r>
              <a:t>        24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574,</a:t>
            </a:r>
          </a:p>
          <a:p xmlns:a="http://schemas.openxmlformats.org/drawingml/2006/main">
            <a:r>
              <a:t>        168,</a:t>
            </a:r>
          </a:p>
          <a:p xmlns:a="http://schemas.openxmlformats.org/drawingml/2006/main">
            <a:r>
              <a:t>        30,</a:t>
            </a:r>
          </a:p>
          <a:p xmlns:a="http://schemas.openxmlformats.org/drawingml/2006/main">
            <a:r>
              <a:t>        29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140,</a:t>
            </a:r>
          </a:p>
          <a:p xmlns:a="http://schemas.openxmlformats.org/drawingml/2006/main">
            <a:r>
              <a:t>        209,</a:t>
            </a:r>
          </a:p>
          <a:p xmlns:a="http://schemas.openxmlformats.org/drawingml/2006/main">
            <a:r>
              <a:t>        130,</a:t>
            </a:r>
          </a:p>
          <a:p xmlns:a="http://schemas.openxmlformats.org/drawingml/2006/main">
            <a:r>
              <a:t>        83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806,</a:t>
            </a:r>
          </a:p>
          <a:p xmlns:a="http://schemas.openxmlformats.org/drawingml/2006/main">
            <a:r>
              <a:t>        136,</a:t>
            </a:r>
          </a:p>
          <a:p xmlns:a="http://schemas.openxmlformats.org/drawingml/2006/main">
            <a:r>
              <a:t>        19,</a:t>
            </a:r>
          </a:p>
          <a:p xmlns:a="http://schemas.openxmlformats.org/drawingml/2006/main">
            <a:r>
              <a:t>        13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824,</a:t>
            </a:r>
          </a:p>
          <a:p xmlns:a="http://schemas.openxmlformats.org/drawingml/2006/main">
            <a:r>
              <a:t>        173,</a:t>
            </a:r>
          </a:p>
          <a:p xmlns:a="http://schemas.openxmlformats.org/drawingml/2006/main">
            <a:r>
              <a:t>        21,</a:t>
            </a:r>
          </a:p>
          <a:p xmlns:a="http://schemas.openxmlformats.org/drawingml/2006/main">
            <a:r>
              <a:t>        35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805,</a:t>
            </a:r>
          </a:p>
          <a:p xmlns:a="http://schemas.openxmlformats.org/drawingml/2006/main">
            <a:r>
              <a:t>        199,</a:t>
            </a:r>
          </a:p>
          <a:p xmlns:a="http://schemas.openxmlformats.org/drawingml/2006/main">
            <a:r>
              <a:t>        24,</a:t>
            </a:r>
          </a:p>
          <a:p xmlns:a="http://schemas.openxmlformats.org/drawingml/2006/main">
            <a:r>
              <a:t>        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837,</a:t>
            </a:r>
          </a:p>
          <a:p xmlns:a="http://schemas.openxmlformats.org/drawingml/2006/main">
            <a:r>
              <a:t>        225,</a:t>
            </a:r>
          </a:p>
          <a:p xmlns:a="http://schemas.openxmlformats.org/drawingml/2006/main">
            <a:r>
              <a:t>        137,</a:t>
            </a:r>
          </a:p>
          <a:p xmlns:a="http://schemas.openxmlformats.org/drawingml/2006/main">
            <a:r>
              <a:t>        70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1001,</a:t>
            </a:r>
          </a:p>
          <a:p xmlns:a="http://schemas.openxmlformats.org/drawingml/2006/main">
            <a:r>
              <a:t>        217,</a:t>
            </a:r>
          </a:p>
          <a:p xmlns:a="http://schemas.openxmlformats.org/drawingml/2006/main">
            <a:r>
              <a:t>        154,</a:t>
            </a:r>
          </a:p>
          <a:p xmlns:a="http://schemas.openxmlformats.org/drawingml/2006/main">
            <a:r>
              <a:t>        83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1005,</a:t>
            </a:r>
          </a:p>
          <a:p xmlns:a="http://schemas.openxmlformats.org/drawingml/2006/main">
            <a:r>
              <a:t>        238,</a:t>
            </a:r>
          </a:p>
          <a:p xmlns:a="http://schemas.openxmlformats.org/drawingml/2006/main">
            <a:r>
              <a:t>        68,</a:t>
            </a:r>
          </a:p>
          <a:p xmlns:a="http://schemas.openxmlformats.org/drawingml/2006/main">
            <a:r>
              <a:t>        54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1079,</a:t>
            </a:r>
          </a:p>
          <a:p xmlns:a="http://schemas.openxmlformats.org/drawingml/2006/main">
            <a:r>
              <a:t>        238,</a:t>
            </a:r>
          </a:p>
          <a:p xmlns:a="http://schemas.openxmlformats.org/drawingml/2006/main">
            <a:r>
              <a:t>        71,</a:t>
            </a:r>
          </a:p>
          <a:p xmlns:a="http://schemas.openxmlformats.org/drawingml/2006/main">
            <a:r>
              <a:t>        54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997,</a:t>
            </a:r>
          </a:p>
          <a:p xmlns:a="http://schemas.openxmlformats.org/drawingml/2006/main">
            <a:r>
              <a:t>        79,</a:t>
            </a:r>
          </a:p>
          <a:p xmlns:a="http://schemas.openxmlformats.org/drawingml/2006/main">
            <a:r>
              <a:t>        158,</a:t>
            </a:r>
          </a:p>
          <a:p xmlns:a="http://schemas.openxmlformats.org/drawingml/2006/main">
            <a:r>
              <a:t>        103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844,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124,</a:t>
            </a:r>
          </a:p>
          <a:p xmlns:a="http://schemas.openxmlformats.org/drawingml/2006/main">
            <a:r>
              <a:t>        82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472,</a:t>
            </a:r>
          </a:p>
          <a:p xmlns:a="http://schemas.openxmlformats.org/drawingml/2006/main">
            <a:r>
              <a:t>        124,</a:t>
            </a:r>
          </a:p>
          <a:p xmlns:a="http://schemas.openxmlformats.org/drawingml/2006/main">
            <a:r>
              <a:t>        91,</a:t>
            </a:r>
          </a:p>
          <a:p xmlns:a="http://schemas.openxmlformats.org/drawingml/2006/main">
            <a:r>
              <a:t>        52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471,</a:t>
            </a:r>
          </a:p>
          <a:p xmlns:a="http://schemas.openxmlformats.org/drawingml/2006/main">
            <a:r>
              <a:t>        220,</a:t>
            </a:r>
          </a:p>
          <a:p xmlns:a="http://schemas.openxmlformats.org/drawingml/2006/main">
            <a:r>
              <a:t>        91,</a:t>
            </a:r>
          </a:p>
          <a:p xmlns:a="http://schemas.openxmlformats.org/drawingml/2006/main">
            <a:r>
              <a:t>        52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732,</a:t>
            </a:r>
          </a:p>
          <a:p xmlns:a="http://schemas.openxmlformats.org/drawingml/2006/main">
            <a:r>
              <a:t>        120,</a:t>
            </a:r>
          </a:p>
          <a:p xmlns:a="http://schemas.openxmlformats.org/drawingml/2006/main">
            <a:r>
              <a:t>        66,</a:t>
            </a:r>
          </a:p>
          <a:p xmlns:a="http://schemas.openxmlformats.org/drawingml/2006/main">
            <a:r>
              <a:t>        39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839.0999999999999,</a:t>
            </a:r>
          </a:p>
          <a:p xmlns:a="http://schemas.openxmlformats.org/drawingml/2006/main">
            <a:r>
              <a:t>        183.29999999999998,</a:t>
            </a:r>
          </a:p>
          <a:p xmlns:a="http://schemas.openxmlformats.org/drawingml/2006/main">
            <a:r>
              <a:t>        84,</a:t>
            </a:r>
          </a:p>
          <a:p xmlns:a="http://schemas.openxmlformats.org/drawingml/2006/main">
            <a:r>
              <a:t>        53.400000000000034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source mathematical score equation: source equation glyph mapping is non-Unicode; exact pixels retained rather than corrupt characters"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20065dc4943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02f96ac6743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9bed0c3de48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dfcb9f5a64e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2fae45dc643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c035ba61e43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F45305-5335-4494-949B-1E3814ACD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7283" y="1133475"/>
            <a:ext cx="893826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F20549-0278-4A32-B73B-4FC7AC0A97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75924" y="1650206"/>
            <a:ext cx="782097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0BFCE-B739-4355-A40E-7B7E4FB8F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7283" y="1250156"/>
            <a:ext cx="893826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3C154F-BADB-4497-9D2E-D58C0B01D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471" y="233363"/>
            <a:ext cx="9915882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AF78F5-B9C2-47BA-8360-0378526248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471" y="833438"/>
            <a:ext cx="9915882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00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1pPr>
            <a:lvl2pPr marL="2333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2pPr>
            <a:lvl3pPr marL="3667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3pPr>
            <a:lvl4pPr marL="5000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4pPr>
            <a:lvl5pPr marL="6334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5pPr>
            <a:lvl6pPr marL="7667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6pPr>
            <a:lvl7pPr marL="9001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7pPr>
            <a:lvl8pPr marL="10334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8pPr>
            <a:lvl9pPr marL="11668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A6D47E-A5CB-47C7-B77A-19D9F093BB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471" y="233363"/>
            <a:ext cx="9915882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7687C9-EF58-41F4-90FB-C8F14AC11A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471" y="833438"/>
            <a:ext cx="460879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00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1pPr>
            <a:lvl2pPr marL="2333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2pPr>
            <a:lvl3pPr marL="3667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3pPr>
            <a:lvl4pPr marL="5000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4pPr>
            <a:lvl5pPr marL="6334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5pPr>
            <a:lvl6pPr marL="7667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6pPr>
            <a:lvl7pPr marL="9001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7pPr>
            <a:lvl8pPr marL="10334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8pPr>
            <a:lvl9pPr marL="11668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69DE71-6618-450C-842D-B1F0B8CFA1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5563" y="833438"/>
            <a:ext cx="460879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00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1pPr>
            <a:lvl2pPr marL="2333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2pPr>
            <a:lvl3pPr marL="3667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3pPr>
            <a:lvl4pPr marL="5000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4pPr>
            <a:lvl5pPr marL="6334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5pPr>
            <a:lvl6pPr marL="7667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6pPr>
            <a:lvl7pPr marL="9001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7pPr>
            <a:lvl8pPr marL="10334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8pPr>
            <a:lvl9pPr marL="11668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8709C4-6693-4C3C-81B1-F15300A55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471" y="233363"/>
            <a:ext cx="9915882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03D224-896A-4FB1-8620-C77EC7B958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471" y="833438"/>
            <a:ext cx="460879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00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1pPr>
            <a:lvl2pPr marL="2333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2pPr>
            <a:lvl3pPr marL="3667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3pPr>
            <a:lvl4pPr marL="5000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4pPr>
            <a:lvl5pPr marL="6334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5pPr>
            <a:lvl6pPr marL="7667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6pPr>
            <a:lvl7pPr marL="9001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7pPr>
            <a:lvl8pPr marL="103346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8pPr>
            <a:lvl9pPr marL="1166813" indent="-100012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828c151a2d45fd" /><Relationship Type="http://schemas.openxmlformats.org/officeDocument/2006/relationships/slideLayout" Target="/ppt/slideLayouts/slideLayout1.xml" Id="R5ad2a8c6266146d2" /><Relationship Type="http://schemas.openxmlformats.org/officeDocument/2006/relationships/slideLayout" Target="/ppt/slideLayouts/slideLayout2.xml" Id="Rfe01b9238d39497f" /><Relationship Type="http://schemas.openxmlformats.org/officeDocument/2006/relationships/slideLayout" Target="/ppt/slideLayouts/slideLayout3.xml" Id="Rd9dc6b5006e14ab3" /><Relationship Type="http://schemas.openxmlformats.org/officeDocument/2006/relationships/slideLayout" Target="/ppt/slideLayouts/slideLayout4.xml" Id="Ree1fc3ed5d5e41e2" /><Relationship Type="http://schemas.openxmlformats.org/officeDocument/2006/relationships/slideLayout" Target="/ppt/slideLayouts/slideLayout5.xml" Id="R5dd452617d404dc8" /><Relationship Type="http://schemas.openxmlformats.org/officeDocument/2006/relationships/slideLayout" Target="/ppt/slideLayouts/slideLayout6.xml" Id="Rd098676157214f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d2a8c6266146d2"/>
    <p:sldLayoutId xmlns:r="http://schemas.openxmlformats.org/officeDocument/2006/relationships" id="2147483650" r:id="Rfe01b9238d39497f"/>
    <p:sldLayoutId xmlns:r="http://schemas.openxmlformats.org/officeDocument/2006/relationships" id="2147483651" r:id="Rd9dc6b5006e14ab3"/>
    <p:sldLayoutId xmlns:r="http://schemas.openxmlformats.org/officeDocument/2006/relationships" id="2147483652" r:id="Ree1fc3ed5d5e41e2"/>
    <p:sldLayoutId xmlns:r="http://schemas.openxmlformats.org/officeDocument/2006/relationships" id="2147483653" r:id="R5dd452617d404dc8"/>
    <p:sldLayoutId xmlns:r="http://schemas.openxmlformats.org/officeDocument/2006/relationships" id="2147483654" r:id="Rd098676157214f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0ab4ae1d94d00" /><Relationship Type="http://schemas.openxmlformats.org/officeDocument/2006/relationships/image" Target="/ppt/media/image.png" Id="Ra8092ecacd024fea" /><Relationship Type="http://schemas.openxmlformats.org/officeDocument/2006/relationships/image" Target="/ppt/media/image2.png" Id="R0da469d9ef2c4c0e" /><Relationship Type="http://schemas.openxmlformats.org/officeDocument/2006/relationships/image" Target="/ppt/media/image3.png" Id="R120577280ea941b8" /><Relationship Type="http://schemas.openxmlformats.org/officeDocument/2006/relationships/image" Target="/ppt/media/image4.png" Id="R051e42b64ae240c8" /><Relationship Type="http://schemas.openxmlformats.org/officeDocument/2006/relationships/image" Target="/ppt/media/image5.png" Id="R043f9293e5434682" /><Relationship Type="http://schemas.openxmlformats.org/officeDocument/2006/relationships/image" Target="/ppt/media/image6.png" Id="R1159cbf84a2b4b12" /><Relationship Type="http://schemas.openxmlformats.org/officeDocument/2006/relationships/image" Target="/ppt/media/image7.png" Id="Rad05fdb306c344b0" /><Relationship Type="http://schemas.openxmlformats.org/officeDocument/2006/relationships/image" Target="/ppt/media/image8.png" Id="Rf071e551dc014934" /><Relationship Type="http://schemas.openxmlformats.org/officeDocument/2006/relationships/image" Target="/ppt/media/image9.png" Id="R719fb392dae44e76" /><Relationship Type="http://schemas.openxmlformats.org/officeDocument/2006/relationships/image" Target="/ppt/media/image10.png" Id="R39a190f5354343b0" /><Relationship Type="http://schemas.openxmlformats.org/officeDocument/2006/relationships/image" Target="/ppt/media/image11.png" Id="Rd9427ab48e1241cd" /><Relationship Type="http://schemas.openxmlformats.org/officeDocument/2006/relationships/image" Target="/ppt/media/image12.png" Id="Rf4c22d8e8b7443e0" /><Relationship Type="http://schemas.openxmlformats.org/officeDocument/2006/relationships/image" Target="/ppt/media/image13.png" Id="R0441a25b0a37482e" /><Relationship Type="http://schemas.openxmlformats.org/officeDocument/2006/relationships/image" Target="/ppt/media/image14.png" Id="R71d134b6198d4b71" /><Relationship Type="http://schemas.openxmlformats.org/officeDocument/2006/relationships/image" Target="/ppt/media/image15.png" Id="Ra0c0e87424b248ea" /><Relationship Type="http://schemas.openxmlformats.org/officeDocument/2006/relationships/image" Target="/ppt/media/image16.png" Id="Rf25144dab46f48b7" /><Relationship Type="http://schemas.openxmlformats.org/officeDocument/2006/relationships/image" Target="/ppt/media/image17.png" Id="R91535b561b044ff3" /><Relationship Type="http://schemas.openxmlformats.org/officeDocument/2006/relationships/image" Target="/ppt/media/image18.png" Id="Rd540edab26b24582" /><Relationship Type="http://schemas.openxmlformats.org/officeDocument/2006/relationships/image" Target="/ppt/media/image19.png" Id="Rc8d3781ad2764a20" /><Relationship Type="http://schemas.openxmlformats.org/officeDocument/2006/relationships/image" Target="/ppt/media/image20.png" Id="Rf39376ac7f194f99" /><Relationship Type="http://schemas.openxmlformats.org/officeDocument/2006/relationships/image" Target="/ppt/media/image21.png" Id="Ra3facfe129b44cab" /><Relationship Type="http://schemas.openxmlformats.org/officeDocument/2006/relationships/notesSlide" Target="/ppt/notesSlides/notesSlide1.xml" Id="Ra1f5611c466a47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pdf-path-1">
            <a:extLst xmlns:a="http://schemas.openxmlformats.org/drawingml/2006/main">
              <a:ext uri="{FF2B5EF4-FFF2-40B4-BE49-F238E27FC236}">
                <a16:creationId xmlns:a16="http://schemas.microsoft.com/office/drawing/2014/main" id="{FBE05214-3286-4378-BDD0-A824EEFC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804" y="78945"/>
            <a:ext cx="6779831" cy="2863851"/>
          </a:xfrm>
          <a:custGeom xmlns:a="http://schemas.openxmlformats.org/drawingml/2006/main">
            <a:pathLst>
              <a:path w="6779831" h="2863851">
                <a:moveTo>
                  <a:pt x="595" y="134863"/>
                </a:moveTo>
                <a:cubicBezTo>
                  <a:pt x="0" y="60569"/>
                  <a:pt x="60570" y="0"/>
                  <a:pt x="135062" y="397"/>
                </a:cubicBezTo>
                <a:lnTo>
                  <a:pt x="6644174" y="397"/>
                </a:lnTo>
                <a:cubicBezTo>
                  <a:pt x="6718767" y="0"/>
                  <a:pt x="6779335" y="60569"/>
                  <a:pt x="6779831" y="134863"/>
                </a:cubicBezTo>
                <a:lnTo>
                  <a:pt x="6779831" y="2728989"/>
                </a:lnTo>
                <a:cubicBezTo>
                  <a:pt x="6779335" y="2803282"/>
                  <a:pt x="6718767" y="2863851"/>
                  <a:pt x="6644174" y="2863455"/>
                </a:cubicBezTo>
                <a:lnTo>
                  <a:pt x="135062" y="2863455"/>
                </a:lnTo>
                <a:cubicBezTo>
                  <a:pt x="60570" y="2863851"/>
                  <a:pt x="0" y="2803282"/>
                  <a:pt x="595" y="2728989"/>
                </a:cubicBezTo>
                <a:lnTo>
                  <a:pt x="595" y="134863"/>
                </a:lnTo>
              </a:path>
            </a:pathLst>
          </a:custGeom>
          <a:solidFill xmlns:a="http://schemas.openxmlformats.org/drawingml/2006/main">
            <a:srgbClr val="FEE6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AC39E779-936A-4AAE-8A4A-39DF49B4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7846" y="73987"/>
            <a:ext cx="6789251" cy="2873768"/>
          </a:xfrm>
          <a:custGeom xmlns:a="http://schemas.openxmlformats.org/drawingml/2006/main">
            <a:pathLst>
              <a:path w="6789251" h="2873768">
                <a:moveTo>
                  <a:pt x="179" y="133038"/>
                </a:moveTo>
                <a:lnTo>
                  <a:pt x="724" y="125908"/>
                </a:lnTo>
                <a:lnTo>
                  <a:pt x="1617" y="118897"/>
                </a:lnTo>
                <a:lnTo>
                  <a:pt x="2846" y="111986"/>
                </a:lnTo>
                <a:lnTo>
                  <a:pt x="4413" y="105203"/>
                </a:lnTo>
                <a:lnTo>
                  <a:pt x="6307" y="98539"/>
                </a:lnTo>
                <a:lnTo>
                  <a:pt x="8509" y="92024"/>
                </a:lnTo>
                <a:lnTo>
                  <a:pt x="11017" y="85658"/>
                </a:lnTo>
                <a:lnTo>
                  <a:pt x="13834" y="79440"/>
                </a:lnTo>
                <a:lnTo>
                  <a:pt x="16928" y="73391"/>
                </a:lnTo>
                <a:lnTo>
                  <a:pt x="20310" y="67521"/>
                </a:lnTo>
                <a:lnTo>
                  <a:pt x="23958" y="61829"/>
                </a:lnTo>
                <a:lnTo>
                  <a:pt x="27865" y="56335"/>
                </a:lnTo>
                <a:lnTo>
                  <a:pt x="32030" y="51030"/>
                </a:lnTo>
                <a:lnTo>
                  <a:pt x="36433" y="45943"/>
                </a:lnTo>
                <a:lnTo>
                  <a:pt x="41075" y="41074"/>
                </a:lnTo>
                <a:lnTo>
                  <a:pt x="45943" y="36433"/>
                </a:lnTo>
                <a:lnTo>
                  <a:pt x="51030" y="32030"/>
                </a:lnTo>
                <a:lnTo>
                  <a:pt x="56336" y="27865"/>
                </a:lnTo>
                <a:lnTo>
                  <a:pt x="61829" y="23958"/>
                </a:lnTo>
                <a:lnTo>
                  <a:pt x="67521" y="20309"/>
                </a:lnTo>
                <a:lnTo>
                  <a:pt x="73391" y="16927"/>
                </a:lnTo>
                <a:lnTo>
                  <a:pt x="79440" y="13833"/>
                </a:lnTo>
                <a:lnTo>
                  <a:pt x="85658" y="11017"/>
                </a:lnTo>
                <a:lnTo>
                  <a:pt x="92025" y="8508"/>
                </a:lnTo>
                <a:lnTo>
                  <a:pt x="98540" y="6307"/>
                </a:lnTo>
                <a:lnTo>
                  <a:pt x="105203" y="4413"/>
                </a:lnTo>
                <a:lnTo>
                  <a:pt x="111986" y="2846"/>
                </a:lnTo>
                <a:lnTo>
                  <a:pt x="118897" y="1616"/>
                </a:lnTo>
                <a:lnTo>
                  <a:pt x="125909" y="724"/>
                </a:lnTo>
                <a:lnTo>
                  <a:pt x="133038" y="179"/>
                </a:lnTo>
                <a:lnTo>
                  <a:pt x="140188" y="0"/>
                </a:lnTo>
                <a:lnTo>
                  <a:pt x="6649064" y="0"/>
                </a:lnTo>
                <a:lnTo>
                  <a:pt x="6656214" y="179"/>
                </a:lnTo>
                <a:lnTo>
                  <a:pt x="6663333" y="724"/>
                </a:lnTo>
                <a:lnTo>
                  <a:pt x="6670354" y="1616"/>
                </a:lnTo>
                <a:lnTo>
                  <a:pt x="6677266" y="2846"/>
                </a:lnTo>
                <a:lnTo>
                  <a:pt x="6684048" y="4413"/>
                </a:lnTo>
                <a:lnTo>
                  <a:pt x="6690712" y="6307"/>
                </a:lnTo>
                <a:lnTo>
                  <a:pt x="6697228" y="8508"/>
                </a:lnTo>
                <a:lnTo>
                  <a:pt x="6703594" y="11017"/>
                </a:lnTo>
                <a:lnTo>
                  <a:pt x="6709812" y="13833"/>
                </a:lnTo>
                <a:lnTo>
                  <a:pt x="6715860" y="16927"/>
                </a:lnTo>
                <a:lnTo>
                  <a:pt x="6721731" y="20309"/>
                </a:lnTo>
                <a:lnTo>
                  <a:pt x="6727423" y="23958"/>
                </a:lnTo>
                <a:lnTo>
                  <a:pt x="6732917" y="27865"/>
                </a:lnTo>
                <a:lnTo>
                  <a:pt x="6738212" y="32030"/>
                </a:lnTo>
                <a:lnTo>
                  <a:pt x="6743309" y="36433"/>
                </a:lnTo>
                <a:lnTo>
                  <a:pt x="6748178" y="41074"/>
                </a:lnTo>
                <a:lnTo>
                  <a:pt x="6752819" y="45943"/>
                </a:lnTo>
                <a:lnTo>
                  <a:pt x="6757222" y="51030"/>
                </a:lnTo>
                <a:lnTo>
                  <a:pt x="6761387" y="56335"/>
                </a:lnTo>
                <a:lnTo>
                  <a:pt x="6765294" y="61829"/>
                </a:lnTo>
                <a:lnTo>
                  <a:pt x="6768943" y="67521"/>
                </a:lnTo>
                <a:lnTo>
                  <a:pt x="6772325" y="73391"/>
                </a:lnTo>
                <a:lnTo>
                  <a:pt x="6775419" y="79440"/>
                </a:lnTo>
                <a:lnTo>
                  <a:pt x="6778235" y="85658"/>
                </a:lnTo>
                <a:lnTo>
                  <a:pt x="6780744" y="92024"/>
                </a:lnTo>
                <a:lnTo>
                  <a:pt x="6782944" y="98539"/>
                </a:lnTo>
                <a:lnTo>
                  <a:pt x="6784839" y="105203"/>
                </a:lnTo>
                <a:lnTo>
                  <a:pt x="6786406" y="111986"/>
                </a:lnTo>
                <a:lnTo>
                  <a:pt x="6787635" y="118897"/>
                </a:lnTo>
                <a:lnTo>
                  <a:pt x="6788527" y="125908"/>
                </a:lnTo>
                <a:lnTo>
                  <a:pt x="6789073" y="133038"/>
                </a:lnTo>
                <a:lnTo>
                  <a:pt x="6789251" y="140188"/>
                </a:lnTo>
                <a:lnTo>
                  <a:pt x="6789251" y="2733580"/>
                </a:lnTo>
                <a:lnTo>
                  <a:pt x="6789073" y="2740730"/>
                </a:lnTo>
                <a:lnTo>
                  <a:pt x="6788527" y="2747849"/>
                </a:lnTo>
                <a:lnTo>
                  <a:pt x="6787635" y="2754871"/>
                </a:lnTo>
                <a:lnTo>
                  <a:pt x="6786406" y="2761782"/>
                </a:lnTo>
                <a:lnTo>
                  <a:pt x="6784839" y="2768565"/>
                </a:lnTo>
                <a:lnTo>
                  <a:pt x="6782944" y="2775228"/>
                </a:lnTo>
                <a:lnTo>
                  <a:pt x="6780744" y="2781744"/>
                </a:lnTo>
                <a:lnTo>
                  <a:pt x="6778235" y="2788110"/>
                </a:lnTo>
                <a:lnTo>
                  <a:pt x="6775419" y="2794328"/>
                </a:lnTo>
                <a:lnTo>
                  <a:pt x="6772325" y="2800377"/>
                </a:lnTo>
                <a:lnTo>
                  <a:pt x="6768943" y="2806247"/>
                </a:lnTo>
                <a:lnTo>
                  <a:pt x="6765294" y="2811939"/>
                </a:lnTo>
                <a:lnTo>
                  <a:pt x="6761387" y="2817433"/>
                </a:lnTo>
                <a:lnTo>
                  <a:pt x="6757222" y="2822738"/>
                </a:lnTo>
                <a:lnTo>
                  <a:pt x="6752819" y="2827825"/>
                </a:lnTo>
                <a:lnTo>
                  <a:pt x="6748178" y="2832694"/>
                </a:lnTo>
                <a:lnTo>
                  <a:pt x="6743309" y="2837335"/>
                </a:lnTo>
                <a:lnTo>
                  <a:pt x="6738212" y="2841737"/>
                </a:lnTo>
                <a:lnTo>
                  <a:pt x="6732917" y="2845903"/>
                </a:lnTo>
                <a:lnTo>
                  <a:pt x="6727423" y="2849810"/>
                </a:lnTo>
                <a:lnTo>
                  <a:pt x="6721731" y="2853459"/>
                </a:lnTo>
                <a:lnTo>
                  <a:pt x="6715860" y="2856840"/>
                </a:lnTo>
                <a:lnTo>
                  <a:pt x="6709812" y="2859934"/>
                </a:lnTo>
                <a:lnTo>
                  <a:pt x="6703594" y="2862741"/>
                </a:lnTo>
                <a:lnTo>
                  <a:pt x="6697228" y="2865259"/>
                </a:lnTo>
                <a:lnTo>
                  <a:pt x="6690712" y="2867461"/>
                </a:lnTo>
                <a:lnTo>
                  <a:pt x="6684048" y="2869355"/>
                </a:lnTo>
                <a:lnTo>
                  <a:pt x="6677266" y="2870922"/>
                </a:lnTo>
                <a:lnTo>
                  <a:pt x="6670354" y="2872152"/>
                </a:lnTo>
                <a:lnTo>
                  <a:pt x="6663333" y="2873044"/>
                </a:lnTo>
                <a:lnTo>
                  <a:pt x="6656214" y="2873589"/>
                </a:lnTo>
                <a:lnTo>
                  <a:pt x="6649064" y="2873768"/>
                </a:lnTo>
                <a:lnTo>
                  <a:pt x="140188" y="2873768"/>
                </a:lnTo>
                <a:lnTo>
                  <a:pt x="133038" y="2873589"/>
                </a:lnTo>
                <a:lnTo>
                  <a:pt x="125909" y="2873044"/>
                </a:lnTo>
                <a:lnTo>
                  <a:pt x="118897" y="2872152"/>
                </a:lnTo>
                <a:lnTo>
                  <a:pt x="111986" y="2870922"/>
                </a:lnTo>
                <a:lnTo>
                  <a:pt x="105203" y="2869355"/>
                </a:lnTo>
                <a:lnTo>
                  <a:pt x="98540" y="2867461"/>
                </a:lnTo>
                <a:lnTo>
                  <a:pt x="92025" y="2865259"/>
                </a:lnTo>
                <a:lnTo>
                  <a:pt x="85658" y="2862741"/>
                </a:lnTo>
                <a:lnTo>
                  <a:pt x="79440" y="2859934"/>
                </a:lnTo>
                <a:lnTo>
                  <a:pt x="73391" y="2856840"/>
                </a:lnTo>
                <a:lnTo>
                  <a:pt x="67521" y="2853459"/>
                </a:lnTo>
                <a:lnTo>
                  <a:pt x="61829" y="2849810"/>
                </a:lnTo>
                <a:lnTo>
                  <a:pt x="56336" y="2845903"/>
                </a:lnTo>
                <a:lnTo>
                  <a:pt x="51030" y="2841737"/>
                </a:lnTo>
                <a:lnTo>
                  <a:pt x="45943" y="2837335"/>
                </a:lnTo>
                <a:lnTo>
                  <a:pt x="41075" y="2832694"/>
                </a:lnTo>
                <a:lnTo>
                  <a:pt x="36433" y="2827825"/>
                </a:lnTo>
                <a:lnTo>
                  <a:pt x="32030" y="2822738"/>
                </a:lnTo>
                <a:lnTo>
                  <a:pt x="27865" y="2817433"/>
                </a:lnTo>
                <a:lnTo>
                  <a:pt x="23958" y="2811939"/>
                </a:lnTo>
                <a:lnTo>
                  <a:pt x="20310" y="2806247"/>
                </a:lnTo>
                <a:lnTo>
                  <a:pt x="16928" y="2800377"/>
                </a:lnTo>
                <a:lnTo>
                  <a:pt x="13834" y="2794328"/>
                </a:lnTo>
                <a:lnTo>
                  <a:pt x="11017" y="2788110"/>
                </a:lnTo>
                <a:lnTo>
                  <a:pt x="8509" y="2781744"/>
                </a:lnTo>
                <a:lnTo>
                  <a:pt x="6307" y="2775228"/>
                </a:lnTo>
                <a:lnTo>
                  <a:pt x="4413" y="2768565"/>
                </a:lnTo>
                <a:lnTo>
                  <a:pt x="2846" y="2761782"/>
                </a:lnTo>
                <a:lnTo>
                  <a:pt x="1617" y="2754871"/>
                </a:lnTo>
                <a:lnTo>
                  <a:pt x="724" y="2747849"/>
                </a:lnTo>
                <a:lnTo>
                  <a:pt x="179" y="2740730"/>
                </a:lnTo>
                <a:lnTo>
                  <a:pt x="0" y="2733580"/>
                </a:lnTo>
                <a:lnTo>
                  <a:pt x="0" y="140188"/>
                </a:lnTo>
                <a:lnTo>
                  <a:pt x="179" y="133038"/>
                </a:lnTo>
                <a:moveTo>
                  <a:pt x="9917" y="140376"/>
                </a:moveTo>
                <a:lnTo>
                  <a:pt x="9917" y="140247"/>
                </a:lnTo>
                <a:lnTo>
                  <a:pt x="9917" y="2733520"/>
                </a:lnTo>
                <a:lnTo>
                  <a:pt x="9917" y="2733391"/>
                </a:lnTo>
                <a:lnTo>
                  <a:pt x="10095" y="2740362"/>
                </a:lnTo>
                <a:lnTo>
                  <a:pt x="10076" y="2740105"/>
                </a:lnTo>
                <a:lnTo>
                  <a:pt x="10601" y="2746977"/>
                </a:lnTo>
                <a:lnTo>
                  <a:pt x="10572" y="2746729"/>
                </a:lnTo>
                <a:lnTo>
                  <a:pt x="11434" y="2753502"/>
                </a:lnTo>
                <a:lnTo>
                  <a:pt x="11394" y="2753254"/>
                </a:lnTo>
                <a:lnTo>
                  <a:pt x="12584" y="2759918"/>
                </a:lnTo>
                <a:lnTo>
                  <a:pt x="12535" y="2759670"/>
                </a:lnTo>
                <a:lnTo>
                  <a:pt x="14052" y="2766214"/>
                </a:lnTo>
                <a:lnTo>
                  <a:pt x="13993" y="2765977"/>
                </a:lnTo>
                <a:lnTo>
                  <a:pt x="15807" y="2772392"/>
                </a:lnTo>
                <a:lnTo>
                  <a:pt x="15738" y="2772164"/>
                </a:lnTo>
                <a:lnTo>
                  <a:pt x="17859" y="2778451"/>
                </a:lnTo>
                <a:lnTo>
                  <a:pt x="17781" y="2778223"/>
                </a:lnTo>
                <a:lnTo>
                  <a:pt x="20200" y="2784362"/>
                </a:lnTo>
                <a:lnTo>
                  <a:pt x="20111" y="2784144"/>
                </a:lnTo>
                <a:lnTo>
                  <a:pt x="22818" y="2790133"/>
                </a:lnTo>
                <a:lnTo>
                  <a:pt x="22710" y="2789915"/>
                </a:lnTo>
                <a:lnTo>
                  <a:pt x="25704" y="2795746"/>
                </a:lnTo>
                <a:lnTo>
                  <a:pt x="25585" y="2795537"/>
                </a:lnTo>
                <a:lnTo>
                  <a:pt x="28847" y="2801200"/>
                </a:lnTo>
                <a:lnTo>
                  <a:pt x="28718" y="2801001"/>
                </a:lnTo>
                <a:lnTo>
                  <a:pt x="32239" y="2806485"/>
                </a:lnTo>
                <a:lnTo>
                  <a:pt x="32100" y="2806287"/>
                </a:lnTo>
                <a:lnTo>
                  <a:pt x="35878" y="2811592"/>
                </a:lnTo>
                <a:lnTo>
                  <a:pt x="35739" y="2811404"/>
                </a:lnTo>
                <a:lnTo>
                  <a:pt x="39745" y="2816511"/>
                </a:lnTo>
                <a:lnTo>
                  <a:pt x="39597" y="2816332"/>
                </a:lnTo>
                <a:lnTo>
                  <a:pt x="43851" y="2821241"/>
                </a:lnTo>
                <a:lnTo>
                  <a:pt x="43692" y="2821062"/>
                </a:lnTo>
                <a:lnTo>
                  <a:pt x="48175" y="2825763"/>
                </a:lnTo>
                <a:lnTo>
                  <a:pt x="48006" y="2825594"/>
                </a:lnTo>
                <a:lnTo>
                  <a:pt x="52706" y="2830076"/>
                </a:lnTo>
                <a:lnTo>
                  <a:pt x="52527" y="2829917"/>
                </a:lnTo>
                <a:lnTo>
                  <a:pt x="57436" y="2834172"/>
                </a:lnTo>
                <a:lnTo>
                  <a:pt x="57257" y="2834013"/>
                </a:lnTo>
                <a:lnTo>
                  <a:pt x="62365" y="2838029"/>
                </a:lnTo>
                <a:lnTo>
                  <a:pt x="62176" y="2837890"/>
                </a:lnTo>
                <a:lnTo>
                  <a:pt x="67481" y="2841669"/>
                </a:lnTo>
                <a:lnTo>
                  <a:pt x="67283" y="2841529"/>
                </a:lnTo>
                <a:lnTo>
                  <a:pt x="72766" y="2845050"/>
                </a:lnTo>
                <a:lnTo>
                  <a:pt x="72568" y="2844921"/>
                </a:lnTo>
                <a:lnTo>
                  <a:pt x="78231" y="2848184"/>
                </a:lnTo>
                <a:lnTo>
                  <a:pt x="78023" y="2848065"/>
                </a:lnTo>
                <a:lnTo>
                  <a:pt x="83854" y="2851059"/>
                </a:lnTo>
                <a:lnTo>
                  <a:pt x="83636" y="2850950"/>
                </a:lnTo>
                <a:lnTo>
                  <a:pt x="89625" y="2853657"/>
                </a:lnTo>
                <a:lnTo>
                  <a:pt x="89407" y="2853568"/>
                </a:lnTo>
                <a:lnTo>
                  <a:pt x="95544" y="2855987"/>
                </a:lnTo>
                <a:lnTo>
                  <a:pt x="95317" y="2855898"/>
                </a:lnTo>
                <a:lnTo>
                  <a:pt x="101604" y="2858030"/>
                </a:lnTo>
                <a:lnTo>
                  <a:pt x="101375" y="2857961"/>
                </a:lnTo>
                <a:lnTo>
                  <a:pt x="107791" y="2859776"/>
                </a:lnTo>
                <a:lnTo>
                  <a:pt x="107554" y="2859716"/>
                </a:lnTo>
                <a:lnTo>
                  <a:pt x="114099" y="2861233"/>
                </a:lnTo>
                <a:lnTo>
                  <a:pt x="113850" y="2861183"/>
                </a:lnTo>
                <a:lnTo>
                  <a:pt x="120514" y="2862374"/>
                </a:lnTo>
                <a:lnTo>
                  <a:pt x="120266" y="2862334"/>
                </a:lnTo>
                <a:lnTo>
                  <a:pt x="127039" y="2863197"/>
                </a:lnTo>
                <a:lnTo>
                  <a:pt x="126791" y="2863167"/>
                </a:lnTo>
                <a:lnTo>
                  <a:pt x="133663" y="2863693"/>
                </a:lnTo>
                <a:lnTo>
                  <a:pt x="133406" y="2863673"/>
                </a:lnTo>
                <a:lnTo>
                  <a:pt x="140377" y="2863852"/>
                </a:lnTo>
                <a:lnTo>
                  <a:pt x="140248" y="2863852"/>
                </a:lnTo>
                <a:lnTo>
                  <a:pt x="6649004" y="2863852"/>
                </a:lnTo>
                <a:lnTo>
                  <a:pt x="6648875" y="2863852"/>
                </a:lnTo>
                <a:lnTo>
                  <a:pt x="6655837" y="2863673"/>
                </a:lnTo>
                <a:lnTo>
                  <a:pt x="6655588" y="2863693"/>
                </a:lnTo>
                <a:lnTo>
                  <a:pt x="6662460" y="2863167"/>
                </a:lnTo>
                <a:lnTo>
                  <a:pt x="6662213" y="2863197"/>
                </a:lnTo>
                <a:lnTo>
                  <a:pt x="6668986" y="2862334"/>
                </a:lnTo>
                <a:lnTo>
                  <a:pt x="6668738" y="2862374"/>
                </a:lnTo>
                <a:lnTo>
                  <a:pt x="6675402" y="2861183"/>
                </a:lnTo>
                <a:lnTo>
                  <a:pt x="6675153" y="2861233"/>
                </a:lnTo>
                <a:lnTo>
                  <a:pt x="6681699" y="2859716"/>
                </a:lnTo>
                <a:lnTo>
                  <a:pt x="6681460" y="2859776"/>
                </a:lnTo>
                <a:lnTo>
                  <a:pt x="6687877" y="2857961"/>
                </a:lnTo>
                <a:lnTo>
                  <a:pt x="6687648" y="2858030"/>
                </a:lnTo>
                <a:lnTo>
                  <a:pt x="6693935" y="2855898"/>
                </a:lnTo>
                <a:lnTo>
                  <a:pt x="6693707" y="2855987"/>
                </a:lnTo>
                <a:lnTo>
                  <a:pt x="6699845" y="2853568"/>
                </a:lnTo>
                <a:lnTo>
                  <a:pt x="6699618" y="2853657"/>
                </a:lnTo>
                <a:lnTo>
                  <a:pt x="6705617" y="2850950"/>
                </a:lnTo>
                <a:lnTo>
                  <a:pt x="6705399" y="2851059"/>
                </a:lnTo>
                <a:lnTo>
                  <a:pt x="6711230" y="2848065"/>
                </a:lnTo>
                <a:lnTo>
                  <a:pt x="6711022" y="2848184"/>
                </a:lnTo>
                <a:lnTo>
                  <a:pt x="6716683" y="2844921"/>
                </a:lnTo>
                <a:lnTo>
                  <a:pt x="6716486" y="2845050"/>
                </a:lnTo>
                <a:lnTo>
                  <a:pt x="6721970" y="2841529"/>
                </a:lnTo>
                <a:lnTo>
                  <a:pt x="6721771" y="2841669"/>
                </a:lnTo>
                <a:lnTo>
                  <a:pt x="6727076" y="2837890"/>
                </a:lnTo>
                <a:lnTo>
                  <a:pt x="6726888" y="2838029"/>
                </a:lnTo>
                <a:lnTo>
                  <a:pt x="6731995" y="2834013"/>
                </a:lnTo>
                <a:lnTo>
                  <a:pt x="6731816" y="2834172"/>
                </a:lnTo>
                <a:lnTo>
                  <a:pt x="6736725" y="2829917"/>
                </a:lnTo>
                <a:lnTo>
                  <a:pt x="6736547" y="2830076"/>
                </a:lnTo>
                <a:lnTo>
                  <a:pt x="6741247" y="2825594"/>
                </a:lnTo>
                <a:lnTo>
                  <a:pt x="6741079" y="2825763"/>
                </a:lnTo>
                <a:lnTo>
                  <a:pt x="6745560" y="2821062"/>
                </a:lnTo>
                <a:lnTo>
                  <a:pt x="6745401" y="2821241"/>
                </a:lnTo>
                <a:lnTo>
                  <a:pt x="6749656" y="2816332"/>
                </a:lnTo>
                <a:lnTo>
                  <a:pt x="6749497" y="2816511"/>
                </a:lnTo>
                <a:lnTo>
                  <a:pt x="6753512" y="2811404"/>
                </a:lnTo>
                <a:lnTo>
                  <a:pt x="6753374" y="2811592"/>
                </a:lnTo>
                <a:lnTo>
                  <a:pt x="6757153" y="2806287"/>
                </a:lnTo>
                <a:lnTo>
                  <a:pt x="6757013" y="2806485"/>
                </a:lnTo>
                <a:lnTo>
                  <a:pt x="6760534" y="2801001"/>
                </a:lnTo>
                <a:lnTo>
                  <a:pt x="6760405" y="2801200"/>
                </a:lnTo>
                <a:lnTo>
                  <a:pt x="6763667" y="2795537"/>
                </a:lnTo>
                <a:lnTo>
                  <a:pt x="6763548" y="2795746"/>
                </a:lnTo>
                <a:lnTo>
                  <a:pt x="6766544" y="2789915"/>
                </a:lnTo>
                <a:lnTo>
                  <a:pt x="6766435" y="2790133"/>
                </a:lnTo>
                <a:lnTo>
                  <a:pt x="6769141" y="2784144"/>
                </a:lnTo>
                <a:lnTo>
                  <a:pt x="6769052" y="2784362"/>
                </a:lnTo>
                <a:lnTo>
                  <a:pt x="6771472" y="2778223"/>
                </a:lnTo>
                <a:lnTo>
                  <a:pt x="6771382" y="2778451"/>
                </a:lnTo>
                <a:lnTo>
                  <a:pt x="6773515" y="2772164"/>
                </a:lnTo>
                <a:lnTo>
                  <a:pt x="6773444" y="2772392"/>
                </a:lnTo>
                <a:lnTo>
                  <a:pt x="6775259" y="2765977"/>
                </a:lnTo>
                <a:lnTo>
                  <a:pt x="6775200" y="2766214"/>
                </a:lnTo>
                <a:lnTo>
                  <a:pt x="6776718" y="2759670"/>
                </a:lnTo>
                <a:lnTo>
                  <a:pt x="6776668" y="2759918"/>
                </a:lnTo>
                <a:lnTo>
                  <a:pt x="6777858" y="2753254"/>
                </a:lnTo>
                <a:lnTo>
                  <a:pt x="6777819" y="2753502"/>
                </a:lnTo>
                <a:lnTo>
                  <a:pt x="6778681" y="2746729"/>
                </a:lnTo>
                <a:lnTo>
                  <a:pt x="6778651" y="2746977"/>
                </a:lnTo>
                <a:lnTo>
                  <a:pt x="6779176" y="2740105"/>
                </a:lnTo>
                <a:lnTo>
                  <a:pt x="6779157" y="2740362"/>
                </a:lnTo>
                <a:lnTo>
                  <a:pt x="6779335" y="2733391"/>
                </a:lnTo>
                <a:lnTo>
                  <a:pt x="6779335" y="2733520"/>
                </a:lnTo>
                <a:lnTo>
                  <a:pt x="6779335" y="140247"/>
                </a:lnTo>
                <a:lnTo>
                  <a:pt x="6779335" y="140376"/>
                </a:lnTo>
                <a:lnTo>
                  <a:pt x="6779157" y="133405"/>
                </a:lnTo>
                <a:lnTo>
                  <a:pt x="6779176" y="133663"/>
                </a:lnTo>
                <a:lnTo>
                  <a:pt x="6778651" y="126791"/>
                </a:lnTo>
                <a:lnTo>
                  <a:pt x="6778681" y="127039"/>
                </a:lnTo>
                <a:lnTo>
                  <a:pt x="6777819" y="120266"/>
                </a:lnTo>
                <a:lnTo>
                  <a:pt x="6777858" y="120514"/>
                </a:lnTo>
                <a:lnTo>
                  <a:pt x="6776668" y="113850"/>
                </a:lnTo>
                <a:lnTo>
                  <a:pt x="6776718" y="114098"/>
                </a:lnTo>
                <a:lnTo>
                  <a:pt x="6775200" y="107553"/>
                </a:lnTo>
                <a:lnTo>
                  <a:pt x="6775259" y="107791"/>
                </a:lnTo>
                <a:lnTo>
                  <a:pt x="6773444" y="101375"/>
                </a:lnTo>
                <a:lnTo>
                  <a:pt x="6773515" y="101603"/>
                </a:lnTo>
                <a:lnTo>
                  <a:pt x="6771382" y="95316"/>
                </a:lnTo>
                <a:lnTo>
                  <a:pt x="6771472" y="95544"/>
                </a:lnTo>
                <a:lnTo>
                  <a:pt x="6769052" y="89406"/>
                </a:lnTo>
                <a:lnTo>
                  <a:pt x="6769141" y="89624"/>
                </a:lnTo>
                <a:lnTo>
                  <a:pt x="6766435" y="83635"/>
                </a:lnTo>
                <a:lnTo>
                  <a:pt x="6766544" y="83853"/>
                </a:lnTo>
                <a:lnTo>
                  <a:pt x="6763548" y="78022"/>
                </a:lnTo>
                <a:lnTo>
                  <a:pt x="6763667" y="78230"/>
                </a:lnTo>
                <a:lnTo>
                  <a:pt x="6760405" y="72568"/>
                </a:lnTo>
                <a:lnTo>
                  <a:pt x="6760534" y="72766"/>
                </a:lnTo>
                <a:lnTo>
                  <a:pt x="6757013" y="67283"/>
                </a:lnTo>
                <a:lnTo>
                  <a:pt x="6757153" y="67481"/>
                </a:lnTo>
                <a:lnTo>
                  <a:pt x="6753374" y="62176"/>
                </a:lnTo>
                <a:lnTo>
                  <a:pt x="6753512" y="62364"/>
                </a:lnTo>
                <a:lnTo>
                  <a:pt x="6749497" y="57257"/>
                </a:lnTo>
                <a:lnTo>
                  <a:pt x="6749656" y="57436"/>
                </a:lnTo>
                <a:lnTo>
                  <a:pt x="6745401" y="52527"/>
                </a:lnTo>
                <a:lnTo>
                  <a:pt x="6745560" y="52706"/>
                </a:lnTo>
                <a:lnTo>
                  <a:pt x="6741079" y="48005"/>
                </a:lnTo>
                <a:lnTo>
                  <a:pt x="6741247" y="48174"/>
                </a:lnTo>
                <a:lnTo>
                  <a:pt x="6736547" y="43692"/>
                </a:lnTo>
                <a:lnTo>
                  <a:pt x="6736725" y="43850"/>
                </a:lnTo>
                <a:lnTo>
                  <a:pt x="6731816" y="39596"/>
                </a:lnTo>
                <a:lnTo>
                  <a:pt x="6731995" y="39755"/>
                </a:lnTo>
                <a:lnTo>
                  <a:pt x="6726888" y="35729"/>
                </a:lnTo>
                <a:lnTo>
                  <a:pt x="6727076" y="35877"/>
                </a:lnTo>
                <a:lnTo>
                  <a:pt x="6721771" y="32099"/>
                </a:lnTo>
                <a:lnTo>
                  <a:pt x="6721970" y="32238"/>
                </a:lnTo>
                <a:lnTo>
                  <a:pt x="6716486" y="28718"/>
                </a:lnTo>
                <a:lnTo>
                  <a:pt x="6716683" y="28847"/>
                </a:lnTo>
                <a:lnTo>
                  <a:pt x="6711022" y="25584"/>
                </a:lnTo>
                <a:lnTo>
                  <a:pt x="6711230" y="25703"/>
                </a:lnTo>
                <a:lnTo>
                  <a:pt x="6705399" y="22709"/>
                </a:lnTo>
                <a:lnTo>
                  <a:pt x="6705617" y="22818"/>
                </a:lnTo>
                <a:lnTo>
                  <a:pt x="6699618" y="20110"/>
                </a:lnTo>
                <a:lnTo>
                  <a:pt x="6699845" y="20200"/>
                </a:lnTo>
                <a:lnTo>
                  <a:pt x="6693707" y="17780"/>
                </a:lnTo>
                <a:lnTo>
                  <a:pt x="6693935" y="17859"/>
                </a:lnTo>
                <a:lnTo>
                  <a:pt x="6687648" y="15737"/>
                </a:lnTo>
                <a:lnTo>
                  <a:pt x="6687877" y="15807"/>
                </a:lnTo>
                <a:lnTo>
                  <a:pt x="6681460" y="13982"/>
                </a:lnTo>
                <a:lnTo>
                  <a:pt x="6681699" y="14052"/>
                </a:lnTo>
                <a:lnTo>
                  <a:pt x="6675153" y="12534"/>
                </a:lnTo>
                <a:lnTo>
                  <a:pt x="6675402" y="12584"/>
                </a:lnTo>
                <a:lnTo>
                  <a:pt x="6668738" y="11394"/>
                </a:lnTo>
                <a:lnTo>
                  <a:pt x="6668986" y="11434"/>
                </a:lnTo>
                <a:lnTo>
                  <a:pt x="6662213" y="10571"/>
                </a:lnTo>
                <a:lnTo>
                  <a:pt x="6662460" y="10601"/>
                </a:lnTo>
                <a:lnTo>
                  <a:pt x="6655588" y="10075"/>
                </a:lnTo>
                <a:lnTo>
                  <a:pt x="6655837" y="10095"/>
                </a:lnTo>
                <a:lnTo>
                  <a:pt x="6648875" y="9916"/>
                </a:lnTo>
                <a:lnTo>
                  <a:pt x="6649004" y="9916"/>
                </a:lnTo>
                <a:lnTo>
                  <a:pt x="140248" y="9916"/>
                </a:lnTo>
                <a:lnTo>
                  <a:pt x="140377" y="9916"/>
                </a:lnTo>
                <a:lnTo>
                  <a:pt x="133406" y="10095"/>
                </a:lnTo>
                <a:lnTo>
                  <a:pt x="133663" y="10075"/>
                </a:lnTo>
                <a:lnTo>
                  <a:pt x="126791" y="10601"/>
                </a:lnTo>
                <a:lnTo>
                  <a:pt x="127039" y="10571"/>
                </a:lnTo>
                <a:lnTo>
                  <a:pt x="120266" y="11434"/>
                </a:lnTo>
                <a:lnTo>
                  <a:pt x="120514" y="11394"/>
                </a:lnTo>
                <a:lnTo>
                  <a:pt x="113850" y="12584"/>
                </a:lnTo>
                <a:lnTo>
                  <a:pt x="114099" y="12534"/>
                </a:lnTo>
                <a:lnTo>
                  <a:pt x="107554" y="14052"/>
                </a:lnTo>
                <a:lnTo>
                  <a:pt x="107791" y="13982"/>
                </a:lnTo>
                <a:lnTo>
                  <a:pt x="101375" y="15807"/>
                </a:lnTo>
                <a:lnTo>
                  <a:pt x="101604" y="15737"/>
                </a:lnTo>
                <a:lnTo>
                  <a:pt x="95317" y="17859"/>
                </a:lnTo>
                <a:lnTo>
                  <a:pt x="95544" y="17780"/>
                </a:lnTo>
                <a:lnTo>
                  <a:pt x="89407" y="20200"/>
                </a:lnTo>
                <a:lnTo>
                  <a:pt x="89625" y="20110"/>
                </a:lnTo>
                <a:lnTo>
                  <a:pt x="83636" y="22818"/>
                </a:lnTo>
                <a:lnTo>
                  <a:pt x="83854" y="22709"/>
                </a:lnTo>
                <a:lnTo>
                  <a:pt x="78023" y="25703"/>
                </a:lnTo>
                <a:lnTo>
                  <a:pt x="78231" y="25584"/>
                </a:lnTo>
                <a:lnTo>
                  <a:pt x="72568" y="28847"/>
                </a:lnTo>
                <a:lnTo>
                  <a:pt x="72766" y="28718"/>
                </a:lnTo>
                <a:lnTo>
                  <a:pt x="67283" y="32238"/>
                </a:lnTo>
                <a:lnTo>
                  <a:pt x="67481" y="32099"/>
                </a:lnTo>
                <a:lnTo>
                  <a:pt x="62176" y="35877"/>
                </a:lnTo>
                <a:lnTo>
                  <a:pt x="62365" y="35729"/>
                </a:lnTo>
                <a:lnTo>
                  <a:pt x="57257" y="39755"/>
                </a:lnTo>
                <a:lnTo>
                  <a:pt x="57436" y="39596"/>
                </a:lnTo>
                <a:lnTo>
                  <a:pt x="52527" y="43850"/>
                </a:lnTo>
                <a:lnTo>
                  <a:pt x="52706" y="43692"/>
                </a:lnTo>
                <a:lnTo>
                  <a:pt x="48006" y="48174"/>
                </a:lnTo>
                <a:lnTo>
                  <a:pt x="48175" y="48005"/>
                </a:lnTo>
                <a:lnTo>
                  <a:pt x="43692" y="52706"/>
                </a:lnTo>
                <a:lnTo>
                  <a:pt x="43851" y="52527"/>
                </a:lnTo>
                <a:lnTo>
                  <a:pt x="39597" y="57436"/>
                </a:lnTo>
                <a:lnTo>
                  <a:pt x="39745" y="57257"/>
                </a:lnTo>
                <a:lnTo>
                  <a:pt x="35739" y="62364"/>
                </a:lnTo>
                <a:lnTo>
                  <a:pt x="35878" y="62176"/>
                </a:lnTo>
                <a:lnTo>
                  <a:pt x="32100" y="67481"/>
                </a:lnTo>
                <a:lnTo>
                  <a:pt x="32239" y="67283"/>
                </a:lnTo>
                <a:lnTo>
                  <a:pt x="28718" y="72766"/>
                </a:lnTo>
                <a:lnTo>
                  <a:pt x="28847" y="72568"/>
                </a:lnTo>
                <a:lnTo>
                  <a:pt x="25585" y="78230"/>
                </a:lnTo>
                <a:lnTo>
                  <a:pt x="25704" y="78022"/>
                </a:lnTo>
                <a:lnTo>
                  <a:pt x="22710" y="83853"/>
                </a:lnTo>
                <a:lnTo>
                  <a:pt x="22818" y="83635"/>
                </a:lnTo>
                <a:lnTo>
                  <a:pt x="20111" y="89624"/>
                </a:lnTo>
                <a:lnTo>
                  <a:pt x="20200" y="89406"/>
                </a:lnTo>
                <a:lnTo>
                  <a:pt x="17781" y="95544"/>
                </a:lnTo>
                <a:lnTo>
                  <a:pt x="17859" y="95316"/>
                </a:lnTo>
                <a:lnTo>
                  <a:pt x="15738" y="101603"/>
                </a:lnTo>
                <a:lnTo>
                  <a:pt x="15807" y="101375"/>
                </a:lnTo>
                <a:lnTo>
                  <a:pt x="13993" y="107791"/>
                </a:lnTo>
                <a:lnTo>
                  <a:pt x="14052" y="107553"/>
                </a:lnTo>
                <a:lnTo>
                  <a:pt x="12535" y="114098"/>
                </a:lnTo>
                <a:lnTo>
                  <a:pt x="12584" y="113850"/>
                </a:lnTo>
                <a:lnTo>
                  <a:pt x="11394" y="120514"/>
                </a:lnTo>
                <a:lnTo>
                  <a:pt x="11434" y="120266"/>
                </a:lnTo>
                <a:lnTo>
                  <a:pt x="10572" y="127039"/>
                </a:lnTo>
                <a:lnTo>
                  <a:pt x="10601" y="126791"/>
                </a:lnTo>
                <a:lnTo>
                  <a:pt x="10076" y="133663"/>
                </a:lnTo>
                <a:lnTo>
                  <a:pt x="10095" y="133405"/>
                </a:lnTo>
                <a:lnTo>
                  <a:pt x="9917" y="140376"/>
                </a:lnTo>
              </a:path>
            </a:pathLst>
          </a:custGeom>
          <a:solidFill xmlns:a="http://schemas.openxmlformats.org/drawingml/2006/main">
            <a:srgbClr val="FDD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E16A2702-209C-4751-A39D-B8285842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1062" y="527959"/>
            <a:ext cx="3288272" cy="2352860"/>
          </a:xfrm>
          <a:custGeom xmlns:a="http://schemas.openxmlformats.org/drawingml/2006/main">
            <a:pathLst>
              <a:path w="3288272" h="2352860">
                <a:moveTo>
                  <a:pt x="397" y="148746"/>
                </a:moveTo>
                <a:cubicBezTo>
                  <a:pt x="0" y="66817"/>
                  <a:pt x="66619" y="198"/>
                  <a:pt x="149142" y="0"/>
                </a:cubicBezTo>
                <a:lnTo>
                  <a:pt x="3139527" y="0"/>
                </a:lnTo>
                <a:cubicBezTo>
                  <a:pt x="3221655" y="198"/>
                  <a:pt x="3288272" y="66817"/>
                  <a:pt x="3288272" y="148746"/>
                </a:cubicBezTo>
                <a:lnTo>
                  <a:pt x="3288272" y="2203817"/>
                </a:lnTo>
                <a:cubicBezTo>
                  <a:pt x="3288272" y="2286242"/>
                  <a:pt x="3221655" y="2352860"/>
                  <a:pt x="3139527" y="2352563"/>
                </a:cubicBezTo>
                <a:lnTo>
                  <a:pt x="149142" y="2352563"/>
                </a:lnTo>
                <a:cubicBezTo>
                  <a:pt x="66619" y="2352860"/>
                  <a:pt x="0" y="2286242"/>
                  <a:pt x="397" y="2203817"/>
                </a:cubicBezTo>
                <a:lnTo>
                  <a:pt x="397" y="148746"/>
                </a:lnTo>
              </a:path>
            </a:pathLst>
          </a:cu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E6AB345F-ECD1-4920-8E01-EEFF7314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104" y="523199"/>
            <a:ext cx="3298189" cy="2362578"/>
          </a:xfrm>
          <a:custGeom xmlns:a="http://schemas.openxmlformats.org/drawingml/2006/main">
            <a:pathLst>
              <a:path w="3298189" h="2362578">
                <a:moveTo>
                  <a:pt x="50" y="149797"/>
                </a:moveTo>
                <a:lnTo>
                  <a:pt x="199" y="145820"/>
                </a:lnTo>
                <a:lnTo>
                  <a:pt x="794" y="138046"/>
                </a:lnTo>
                <a:lnTo>
                  <a:pt x="1765" y="130351"/>
                </a:lnTo>
                <a:lnTo>
                  <a:pt x="3124" y="122785"/>
                </a:lnTo>
                <a:lnTo>
                  <a:pt x="4840" y="115338"/>
                </a:lnTo>
                <a:lnTo>
                  <a:pt x="6912" y="108039"/>
                </a:lnTo>
                <a:lnTo>
                  <a:pt x="9332" y="100899"/>
                </a:lnTo>
                <a:lnTo>
                  <a:pt x="12088" y="93908"/>
                </a:lnTo>
                <a:lnTo>
                  <a:pt x="15163" y="87096"/>
                </a:lnTo>
                <a:lnTo>
                  <a:pt x="18564" y="80472"/>
                </a:lnTo>
                <a:lnTo>
                  <a:pt x="22262" y="74026"/>
                </a:lnTo>
                <a:lnTo>
                  <a:pt x="26259" y="67788"/>
                </a:lnTo>
                <a:lnTo>
                  <a:pt x="30553" y="61759"/>
                </a:lnTo>
                <a:lnTo>
                  <a:pt x="35114" y="55948"/>
                </a:lnTo>
                <a:lnTo>
                  <a:pt x="39943" y="50375"/>
                </a:lnTo>
                <a:lnTo>
                  <a:pt x="45030" y="45040"/>
                </a:lnTo>
                <a:lnTo>
                  <a:pt x="50376" y="39943"/>
                </a:lnTo>
                <a:lnTo>
                  <a:pt x="55948" y="35114"/>
                </a:lnTo>
                <a:lnTo>
                  <a:pt x="61760" y="30552"/>
                </a:lnTo>
                <a:lnTo>
                  <a:pt x="67789" y="26259"/>
                </a:lnTo>
                <a:lnTo>
                  <a:pt x="74026" y="22262"/>
                </a:lnTo>
                <a:lnTo>
                  <a:pt x="80472" y="18563"/>
                </a:lnTo>
                <a:lnTo>
                  <a:pt x="87096" y="15162"/>
                </a:lnTo>
                <a:lnTo>
                  <a:pt x="93908" y="12088"/>
                </a:lnTo>
                <a:lnTo>
                  <a:pt x="100900" y="9331"/>
                </a:lnTo>
                <a:lnTo>
                  <a:pt x="108039" y="6912"/>
                </a:lnTo>
                <a:lnTo>
                  <a:pt x="115338" y="4839"/>
                </a:lnTo>
                <a:lnTo>
                  <a:pt x="122785" y="3124"/>
                </a:lnTo>
                <a:lnTo>
                  <a:pt x="130351" y="1765"/>
                </a:lnTo>
                <a:lnTo>
                  <a:pt x="138046" y="793"/>
                </a:lnTo>
                <a:lnTo>
                  <a:pt x="145821" y="198"/>
                </a:lnTo>
                <a:lnTo>
                  <a:pt x="149797" y="50"/>
                </a:lnTo>
                <a:lnTo>
                  <a:pt x="153734" y="0"/>
                </a:lnTo>
                <a:lnTo>
                  <a:pt x="3144456" y="0"/>
                </a:lnTo>
                <a:lnTo>
                  <a:pt x="3148392" y="50"/>
                </a:lnTo>
                <a:lnTo>
                  <a:pt x="3152369" y="198"/>
                </a:lnTo>
                <a:lnTo>
                  <a:pt x="3160143" y="793"/>
                </a:lnTo>
                <a:lnTo>
                  <a:pt x="3167838" y="1765"/>
                </a:lnTo>
                <a:lnTo>
                  <a:pt x="3175405" y="3124"/>
                </a:lnTo>
                <a:lnTo>
                  <a:pt x="3182851" y="4839"/>
                </a:lnTo>
                <a:lnTo>
                  <a:pt x="3190150" y="6912"/>
                </a:lnTo>
                <a:lnTo>
                  <a:pt x="3197290" y="9331"/>
                </a:lnTo>
                <a:lnTo>
                  <a:pt x="3204281" y="12088"/>
                </a:lnTo>
                <a:lnTo>
                  <a:pt x="3211094" y="15162"/>
                </a:lnTo>
                <a:lnTo>
                  <a:pt x="3217717" y="18563"/>
                </a:lnTo>
                <a:lnTo>
                  <a:pt x="3224163" y="22262"/>
                </a:lnTo>
                <a:lnTo>
                  <a:pt x="3230401" y="26259"/>
                </a:lnTo>
                <a:lnTo>
                  <a:pt x="3236430" y="30552"/>
                </a:lnTo>
                <a:lnTo>
                  <a:pt x="3242231" y="35114"/>
                </a:lnTo>
                <a:lnTo>
                  <a:pt x="3247814" y="39943"/>
                </a:lnTo>
                <a:lnTo>
                  <a:pt x="3253149" y="45040"/>
                </a:lnTo>
                <a:lnTo>
                  <a:pt x="3258246" y="50375"/>
                </a:lnTo>
                <a:lnTo>
                  <a:pt x="3263076" y="55948"/>
                </a:lnTo>
                <a:lnTo>
                  <a:pt x="3267637" y="61759"/>
                </a:lnTo>
                <a:lnTo>
                  <a:pt x="3271931" y="67788"/>
                </a:lnTo>
                <a:lnTo>
                  <a:pt x="3275926" y="74026"/>
                </a:lnTo>
                <a:lnTo>
                  <a:pt x="3279626" y="80472"/>
                </a:lnTo>
                <a:lnTo>
                  <a:pt x="3283028" y="87096"/>
                </a:lnTo>
                <a:lnTo>
                  <a:pt x="3286101" y="93908"/>
                </a:lnTo>
                <a:lnTo>
                  <a:pt x="3288858" y="100899"/>
                </a:lnTo>
                <a:lnTo>
                  <a:pt x="3291278" y="108039"/>
                </a:lnTo>
                <a:lnTo>
                  <a:pt x="3293350" y="115338"/>
                </a:lnTo>
                <a:lnTo>
                  <a:pt x="3295065" y="122785"/>
                </a:lnTo>
                <a:lnTo>
                  <a:pt x="3296414" y="130351"/>
                </a:lnTo>
                <a:lnTo>
                  <a:pt x="3297396" y="138046"/>
                </a:lnTo>
                <a:lnTo>
                  <a:pt x="3297992" y="145820"/>
                </a:lnTo>
                <a:lnTo>
                  <a:pt x="3298139" y="149797"/>
                </a:lnTo>
                <a:lnTo>
                  <a:pt x="3298189" y="153734"/>
                </a:lnTo>
                <a:lnTo>
                  <a:pt x="3298189" y="2208845"/>
                </a:lnTo>
                <a:lnTo>
                  <a:pt x="3298139" y="2212781"/>
                </a:lnTo>
                <a:lnTo>
                  <a:pt x="3297992" y="2216758"/>
                </a:lnTo>
                <a:lnTo>
                  <a:pt x="3297396" y="2224533"/>
                </a:lnTo>
                <a:lnTo>
                  <a:pt x="3296414" y="2232227"/>
                </a:lnTo>
                <a:lnTo>
                  <a:pt x="3295065" y="2239794"/>
                </a:lnTo>
                <a:lnTo>
                  <a:pt x="3293350" y="2247240"/>
                </a:lnTo>
                <a:lnTo>
                  <a:pt x="3291278" y="2254539"/>
                </a:lnTo>
                <a:lnTo>
                  <a:pt x="3288858" y="2261679"/>
                </a:lnTo>
                <a:lnTo>
                  <a:pt x="3286101" y="2268670"/>
                </a:lnTo>
                <a:lnTo>
                  <a:pt x="3283028" y="2275483"/>
                </a:lnTo>
                <a:lnTo>
                  <a:pt x="3279626" y="2282107"/>
                </a:lnTo>
                <a:lnTo>
                  <a:pt x="3275926" y="2288552"/>
                </a:lnTo>
                <a:lnTo>
                  <a:pt x="3271931" y="2294790"/>
                </a:lnTo>
                <a:lnTo>
                  <a:pt x="3267637" y="2300819"/>
                </a:lnTo>
                <a:lnTo>
                  <a:pt x="3263076" y="2306620"/>
                </a:lnTo>
                <a:lnTo>
                  <a:pt x="3258246" y="2312203"/>
                </a:lnTo>
                <a:lnTo>
                  <a:pt x="3253149" y="2317538"/>
                </a:lnTo>
                <a:lnTo>
                  <a:pt x="3247814" y="2322635"/>
                </a:lnTo>
                <a:lnTo>
                  <a:pt x="3242231" y="2327465"/>
                </a:lnTo>
                <a:lnTo>
                  <a:pt x="3236430" y="2332026"/>
                </a:lnTo>
                <a:lnTo>
                  <a:pt x="3230401" y="2336319"/>
                </a:lnTo>
                <a:lnTo>
                  <a:pt x="3224163" y="2340316"/>
                </a:lnTo>
                <a:lnTo>
                  <a:pt x="3217717" y="2344015"/>
                </a:lnTo>
                <a:lnTo>
                  <a:pt x="3211094" y="2347416"/>
                </a:lnTo>
                <a:lnTo>
                  <a:pt x="3204281" y="2350490"/>
                </a:lnTo>
                <a:lnTo>
                  <a:pt x="3197290" y="2353247"/>
                </a:lnTo>
                <a:lnTo>
                  <a:pt x="3190150" y="2355666"/>
                </a:lnTo>
                <a:lnTo>
                  <a:pt x="3182851" y="2357739"/>
                </a:lnTo>
                <a:lnTo>
                  <a:pt x="3175405" y="2359455"/>
                </a:lnTo>
                <a:lnTo>
                  <a:pt x="3167838" y="2360813"/>
                </a:lnTo>
                <a:lnTo>
                  <a:pt x="3160143" y="2361785"/>
                </a:lnTo>
                <a:lnTo>
                  <a:pt x="3152369" y="2362380"/>
                </a:lnTo>
                <a:lnTo>
                  <a:pt x="3148392" y="2362528"/>
                </a:lnTo>
                <a:lnTo>
                  <a:pt x="3144456" y="2362578"/>
                </a:lnTo>
                <a:lnTo>
                  <a:pt x="153734" y="2362578"/>
                </a:lnTo>
                <a:lnTo>
                  <a:pt x="149797" y="2362528"/>
                </a:lnTo>
                <a:lnTo>
                  <a:pt x="145821" y="2362380"/>
                </a:lnTo>
                <a:lnTo>
                  <a:pt x="138046" y="2361785"/>
                </a:lnTo>
                <a:lnTo>
                  <a:pt x="130351" y="2360813"/>
                </a:lnTo>
                <a:lnTo>
                  <a:pt x="122785" y="2359455"/>
                </a:lnTo>
                <a:lnTo>
                  <a:pt x="115338" y="2357739"/>
                </a:lnTo>
                <a:lnTo>
                  <a:pt x="108039" y="2355666"/>
                </a:lnTo>
                <a:lnTo>
                  <a:pt x="100900" y="2353247"/>
                </a:lnTo>
                <a:lnTo>
                  <a:pt x="93908" y="2350490"/>
                </a:lnTo>
                <a:lnTo>
                  <a:pt x="87096" y="2347416"/>
                </a:lnTo>
                <a:lnTo>
                  <a:pt x="80472" y="2344015"/>
                </a:lnTo>
                <a:lnTo>
                  <a:pt x="74026" y="2340316"/>
                </a:lnTo>
                <a:lnTo>
                  <a:pt x="67789" y="2336319"/>
                </a:lnTo>
                <a:lnTo>
                  <a:pt x="61760" y="2332026"/>
                </a:lnTo>
                <a:lnTo>
                  <a:pt x="55948" y="2327465"/>
                </a:lnTo>
                <a:lnTo>
                  <a:pt x="50376" y="2322635"/>
                </a:lnTo>
                <a:lnTo>
                  <a:pt x="45030" y="2317538"/>
                </a:lnTo>
                <a:lnTo>
                  <a:pt x="39943" y="2312203"/>
                </a:lnTo>
                <a:lnTo>
                  <a:pt x="35114" y="2306620"/>
                </a:lnTo>
                <a:lnTo>
                  <a:pt x="30553" y="2300819"/>
                </a:lnTo>
                <a:lnTo>
                  <a:pt x="26259" y="2294790"/>
                </a:lnTo>
                <a:lnTo>
                  <a:pt x="22262" y="2288552"/>
                </a:lnTo>
                <a:lnTo>
                  <a:pt x="18564" y="2282107"/>
                </a:lnTo>
                <a:lnTo>
                  <a:pt x="15163" y="2275483"/>
                </a:lnTo>
                <a:lnTo>
                  <a:pt x="12088" y="2268670"/>
                </a:lnTo>
                <a:lnTo>
                  <a:pt x="9332" y="2261679"/>
                </a:lnTo>
                <a:lnTo>
                  <a:pt x="6912" y="2254539"/>
                </a:lnTo>
                <a:lnTo>
                  <a:pt x="4840" y="2247240"/>
                </a:lnTo>
                <a:lnTo>
                  <a:pt x="3124" y="2239794"/>
                </a:lnTo>
                <a:lnTo>
                  <a:pt x="1765" y="2232227"/>
                </a:lnTo>
                <a:lnTo>
                  <a:pt x="794" y="2224533"/>
                </a:lnTo>
                <a:lnTo>
                  <a:pt x="199" y="2216758"/>
                </a:lnTo>
                <a:lnTo>
                  <a:pt x="50" y="2212781"/>
                </a:lnTo>
                <a:lnTo>
                  <a:pt x="0" y="2208845"/>
                </a:lnTo>
                <a:lnTo>
                  <a:pt x="0" y="153734"/>
                </a:lnTo>
                <a:lnTo>
                  <a:pt x="50" y="149797"/>
                </a:lnTo>
                <a:moveTo>
                  <a:pt x="9917" y="153823"/>
                </a:moveTo>
                <a:lnTo>
                  <a:pt x="9917" y="153764"/>
                </a:lnTo>
                <a:lnTo>
                  <a:pt x="9917" y="2208814"/>
                </a:lnTo>
                <a:lnTo>
                  <a:pt x="9917" y="2208755"/>
                </a:lnTo>
                <a:lnTo>
                  <a:pt x="9966" y="2212593"/>
                </a:lnTo>
                <a:lnTo>
                  <a:pt x="9957" y="2212464"/>
                </a:lnTo>
                <a:lnTo>
                  <a:pt x="10105" y="2216282"/>
                </a:lnTo>
                <a:lnTo>
                  <a:pt x="10095" y="2216093"/>
                </a:lnTo>
                <a:lnTo>
                  <a:pt x="10670" y="2223650"/>
                </a:lnTo>
                <a:lnTo>
                  <a:pt x="10641" y="2223401"/>
                </a:lnTo>
                <a:lnTo>
                  <a:pt x="11593" y="2230849"/>
                </a:lnTo>
                <a:lnTo>
                  <a:pt x="11553" y="2230601"/>
                </a:lnTo>
                <a:lnTo>
                  <a:pt x="12862" y="2237929"/>
                </a:lnTo>
                <a:lnTo>
                  <a:pt x="12812" y="2237691"/>
                </a:lnTo>
                <a:lnTo>
                  <a:pt x="14478" y="2244890"/>
                </a:lnTo>
                <a:lnTo>
                  <a:pt x="14409" y="2244653"/>
                </a:lnTo>
                <a:lnTo>
                  <a:pt x="16421" y="2251713"/>
                </a:lnTo>
                <a:lnTo>
                  <a:pt x="16342" y="2251475"/>
                </a:lnTo>
                <a:lnTo>
                  <a:pt x="18683" y="2258387"/>
                </a:lnTo>
                <a:lnTo>
                  <a:pt x="18604" y="2258159"/>
                </a:lnTo>
                <a:lnTo>
                  <a:pt x="21261" y="2264922"/>
                </a:lnTo>
                <a:lnTo>
                  <a:pt x="21171" y="2264693"/>
                </a:lnTo>
                <a:lnTo>
                  <a:pt x="24147" y="2271288"/>
                </a:lnTo>
                <a:lnTo>
                  <a:pt x="24047" y="2271070"/>
                </a:lnTo>
                <a:lnTo>
                  <a:pt x="27330" y="2277486"/>
                </a:lnTo>
                <a:lnTo>
                  <a:pt x="27220" y="2277267"/>
                </a:lnTo>
                <a:lnTo>
                  <a:pt x="30800" y="2283505"/>
                </a:lnTo>
                <a:lnTo>
                  <a:pt x="30671" y="2283297"/>
                </a:lnTo>
                <a:lnTo>
                  <a:pt x="34548" y="2289336"/>
                </a:lnTo>
                <a:lnTo>
                  <a:pt x="34411" y="2289138"/>
                </a:lnTo>
                <a:lnTo>
                  <a:pt x="38565" y="2294968"/>
                </a:lnTo>
                <a:lnTo>
                  <a:pt x="38417" y="2294780"/>
                </a:lnTo>
                <a:lnTo>
                  <a:pt x="42839" y="2300403"/>
                </a:lnTo>
                <a:lnTo>
                  <a:pt x="42691" y="2300224"/>
                </a:lnTo>
                <a:lnTo>
                  <a:pt x="47360" y="2305619"/>
                </a:lnTo>
                <a:lnTo>
                  <a:pt x="47202" y="2305450"/>
                </a:lnTo>
                <a:lnTo>
                  <a:pt x="52131" y="2310616"/>
                </a:lnTo>
                <a:lnTo>
                  <a:pt x="51962" y="2310448"/>
                </a:lnTo>
                <a:lnTo>
                  <a:pt x="57129" y="2315376"/>
                </a:lnTo>
                <a:lnTo>
                  <a:pt x="56960" y="2315218"/>
                </a:lnTo>
                <a:lnTo>
                  <a:pt x="62354" y="2319888"/>
                </a:lnTo>
                <a:lnTo>
                  <a:pt x="62176" y="2319739"/>
                </a:lnTo>
                <a:lnTo>
                  <a:pt x="67798" y="2324162"/>
                </a:lnTo>
                <a:lnTo>
                  <a:pt x="67601" y="2324013"/>
                </a:lnTo>
                <a:lnTo>
                  <a:pt x="73441" y="2328168"/>
                </a:lnTo>
                <a:lnTo>
                  <a:pt x="73243" y="2328029"/>
                </a:lnTo>
                <a:lnTo>
                  <a:pt x="79281" y="2331907"/>
                </a:lnTo>
                <a:lnTo>
                  <a:pt x="79073" y="2331778"/>
                </a:lnTo>
                <a:lnTo>
                  <a:pt x="85311" y="2335358"/>
                </a:lnTo>
                <a:lnTo>
                  <a:pt x="85094" y="2335248"/>
                </a:lnTo>
                <a:lnTo>
                  <a:pt x="91508" y="2338531"/>
                </a:lnTo>
                <a:lnTo>
                  <a:pt x="91290" y="2338432"/>
                </a:lnTo>
                <a:lnTo>
                  <a:pt x="97885" y="2341407"/>
                </a:lnTo>
                <a:lnTo>
                  <a:pt x="97656" y="2341317"/>
                </a:lnTo>
                <a:lnTo>
                  <a:pt x="104420" y="2343975"/>
                </a:lnTo>
                <a:lnTo>
                  <a:pt x="104191" y="2343896"/>
                </a:lnTo>
                <a:lnTo>
                  <a:pt x="111103" y="2346236"/>
                </a:lnTo>
                <a:lnTo>
                  <a:pt x="110866" y="2346157"/>
                </a:lnTo>
                <a:lnTo>
                  <a:pt x="117926" y="2348169"/>
                </a:lnTo>
                <a:lnTo>
                  <a:pt x="117688" y="2348100"/>
                </a:lnTo>
                <a:lnTo>
                  <a:pt x="124887" y="2349766"/>
                </a:lnTo>
                <a:lnTo>
                  <a:pt x="124649" y="2349716"/>
                </a:lnTo>
                <a:lnTo>
                  <a:pt x="131978" y="2351025"/>
                </a:lnTo>
                <a:lnTo>
                  <a:pt x="131729" y="2350986"/>
                </a:lnTo>
                <a:lnTo>
                  <a:pt x="139177" y="2351928"/>
                </a:lnTo>
                <a:lnTo>
                  <a:pt x="138928" y="2351908"/>
                </a:lnTo>
                <a:lnTo>
                  <a:pt x="146485" y="2352483"/>
                </a:lnTo>
                <a:lnTo>
                  <a:pt x="146297" y="2352473"/>
                </a:lnTo>
                <a:lnTo>
                  <a:pt x="150115" y="2352612"/>
                </a:lnTo>
                <a:lnTo>
                  <a:pt x="149986" y="2352612"/>
                </a:lnTo>
                <a:lnTo>
                  <a:pt x="153823" y="2352662"/>
                </a:lnTo>
                <a:lnTo>
                  <a:pt x="153763" y="2352662"/>
                </a:lnTo>
                <a:lnTo>
                  <a:pt x="3144426" y="2352662"/>
                </a:lnTo>
                <a:lnTo>
                  <a:pt x="3144366" y="2352662"/>
                </a:lnTo>
                <a:lnTo>
                  <a:pt x="3148204" y="2352612"/>
                </a:lnTo>
                <a:lnTo>
                  <a:pt x="3148075" y="2352612"/>
                </a:lnTo>
                <a:lnTo>
                  <a:pt x="3151893" y="2352473"/>
                </a:lnTo>
                <a:lnTo>
                  <a:pt x="3151704" y="2352483"/>
                </a:lnTo>
                <a:lnTo>
                  <a:pt x="3159261" y="2351908"/>
                </a:lnTo>
                <a:lnTo>
                  <a:pt x="3159012" y="2351928"/>
                </a:lnTo>
                <a:lnTo>
                  <a:pt x="3166460" y="2350986"/>
                </a:lnTo>
                <a:lnTo>
                  <a:pt x="3166212" y="2351025"/>
                </a:lnTo>
                <a:lnTo>
                  <a:pt x="3173540" y="2349716"/>
                </a:lnTo>
                <a:lnTo>
                  <a:pt x="3173302" y="2349766"/>
                </a:lnTo>
                <a:lnTo>
                  <a:pt x="3180501" y="2348100"/>
                </a:lnTo>
                <a:lnTo>
                  <a:pt x="3180264" y="2348169"/>
                </a:lnTo>
                <a:lnTo>
                  <a:pt x="3187324" y="2346157"/>
                </a:lnTo>
                <a:lnTo>
                  <a:pt x="3187086" y="2346236"/>
                </a:lnTo>
                <a:lnTo>
                  <a:pt x="3193997" y="2343896"/>
                </a:lnTo>
                <a:lnTo>
                  <a:pt x="3193769" y="2343975"/>
                </a:lnTo>
                <a:lnTo>
                  <a:pt x="3200533" y="2341317"/>
                </a:lnTo>
                <a:lnTo>
                  <a:pt x="3200304" y="2341407"/>
                </a:lnTo>
                <a:lnTo>
                  <a:pt x="3206899" y="2338432"/>
                </a:lnTo>
                <a:lnTo>
                  <a:pt x="3206681" y="2338531"/>
                </a:lnTo>
                <a:lnTo>
                  <a:pt x="3213097" y="2335248"/>
                </a:lnTo>
                <a:lnTo>
                  <a:pt x="3212879" y="2335358"/>
                </a:lnTo>
                <a:lnTo>
                  <a:pt x="3219116" y="2331778"/>
                </a:lnTo>
                <a:lnTo>
                  <a:pt x="3218907" y="2331907"/>
                </a:lnTo>
                <a:lnTo>
                  <a:pt x="3224946" y="2328029"/>
                </a:lnTo>
                <a:lnTo>
                  <a:pt x="3224748" y="2328168"/>
                </a:lnTo>
                <a:lnTo>
                  <a:pt x="3230590" y="2324013"/>
                </a:lnTo>
                <a:lnTo>
                  <a:pt x="3230391" y="2324162"/>
                </a:lnTo>
                <a:lnTo>
                  <a:pt x="3236014" y="2319739"/>
                </a:lnTo>
                <a:lnTo>
                  <a:pt x="3235834" y="2319888"/>
                </a:lnTo>
                <a:lnTo>
                  <a:pt x="3241230" y="2315218"/>
                </a:lnTo>
                <a:lnTo>
                  <a:pt x="3241061" y="2315376"/>
                </a:lnTo>
                <a:lnTo>
                  <a:pt x="3246227" y="2310448"/>
                </a:lnTo>
                <a:lnTo>
                  <a:pt x="3246058" y="2310616"/>
                </a:lnTo>
                <a:lnTo>
                  <a:pt x="3250986" y="2305450"/>
                </a:lnTo>
                <a:lnTo>
                  <a:pt x="3250828" y="2305619"/>
                </a:lnTo>
                <a:lnTo>
                  <a:pt x="3255499" y="2300224"/>
                </a:lnTo>
                <a:lnTo>
                  <a:pt x="3255351" y="2300403"/>
                </a:lnTo>
                <a:lnTo>
                  <a:pt x="3259774" y="2294780"/>
                </a:lnTo>
                <a:lnTo>
                  <a:pt x="3259625" y="2294968"/>
                </a:lnTo>
                <a:lnTo>
                  <a:pt x="3263779" y="2289138"/>
                </a:lnTo>
                <a:lnTo>
                  <a:pt x="3263639" y="2289336"/>
                </a:lnTo>
                <a:lnTo>
                  <a:pt x="3267518" y="2283297"/>
                </a:lnTo>
                <a:lnTo>
                  <a:pt x="3267388" y="2283505"/>
                </a:lnTo>
                <a:lnTo>
                  <a:pt x="3270968" y="2277267"/>
                </a:lnTo>
                <a:lnTo>
                  <a:pt x="3270859" y="2277486"/>
                </a:lnTo>
                <a:lnTo>
                  <a:pt x="3274142" y="2271070"/>
                </a:lnTo>
                <a:lnTo>
                  <a:pt x="3274043" y="2271288"/>
                </a:lnTo>
                <a:lnTo>
                  <a:pt x="3277017" y="2264693"/>
                </a:lnTo>
                <a:lnTo>
                  <a:pt x="3276928" y="2264922"/>
                </a:lnTo>
                <a:lnTo>
                  <a:pt x="3279586" y="2258159"/>
                </a:lnTo>
                <a:lnTo>
                  <a:pt x="3279507" y="2258387"/>
                </a:lnTo>
                <a:lnTo>
                  <a:pt x="3281847" y="2251475"/>
                </a:lnTo>
                <a:lnTo>
                  <a:pt x="3281767" y="2251713"/>
                </a:lnTo>
                <a:lnTo>
                  <a:pt x="3283780" y="2244653"/>
                </a:lnTo>
                <a:lnTo>
                  <a:pt x="3283711" y="2244890"/>
                </a:lnTo>
                <a:lnTo>
                  <a:pt x="3285377" y="2237691"/>
                </a:lnTo>
                <a:lnTo>
                  <a:pt x="3285327" y="2237929"/>
                </a:lnTo>
                <a:lnTo>
                  <a:pt x="3286637" y="2230601"/>
                </a:lnTo>
                <a:lnTo>
                  <a:pt x="3286597" y="2230849"/>
                </a:lnTo>
                <a:lnTo>
                  <a:pt x="3287539" y="2223401"/>
                </a:lnTo>
                <a:lnTo>
                  <a:pt x="3287519" y="2223650"/>
                </a:lnTo>
                <a:lnTo>
                  <a:pt x="3288094" y="2216093"/>
                </a:lnTo>
                <a:lnTo>
                  <a:pt x="3288084" y="2216282"/>
                </a:lnTo>
                <a:lnTo>
                  <a:pt x="3288222" y="2212464"/>
                </a:lnTo>
                <a:lnTo>
                  <a:pt x="3288222" y="2212593"/>
                </a:lnTo>
                <a:lnTo>
                  <a:pt x="3288272" y="2208755"/>
                </a:lnTo>
                <a:lnTo>
                  <a:pt x="3288272" y="2208814"/>
                </a:lnTo>
                <a:lnTo>
                  <a:pt x="3288272" y="153764"/>
                </a:lnTo>
                <a:lnTo>
                  <a:pt x="3288272" y="153823"/>
                </a:lnTo>
                <a:lnTo>
                  <a:pt x="3288222" y="149985"/>
                </a:lnTo>
                <a:lnTo>
                  <a:pt x="3288222" y="150114"/>
                </a:lnTo>
                <a:lnTo>
                  <a:pt x="3288084" y="146296"/>
                </a:lnTo>
                <a:lnTo>
                  <a:pt x="3288094" y="146485"/>
                </a:lnTo>
                <a:lnTo>
                  <a:pt x="3287519" y="138929"/>
                </a:lnTo>
                <a:lnTo>
                  <a:pt x="3287539" y="139176"/>
                </a:lnTo>
                <a:lnTo>
                  <a:pt x="3286597" y="131729"/>
                </a:lnTo>
                <a:lnTo>
                  <a:pt x="3286637" y="131977"/>
                </a:lnTo>
                <a:lnTo>
                  <a:pt x="3285327" y="124649"/>
                </a:lnTo>
                <a:lnTo>
                  <a:pt x="3285377" y="124887"/>
                </a:lnTo>
                <a:lnTo>
                  <a:pt x="3283711" y="117688"/>
                </a:lnTo>
                <a:lnTo>
                  <a:pt x="3283780" y="117926"/>
                </a:lnTo>
                <a:lnTo>
                  <a:pt x="3281767" y="110865"/>
                </a:lnTo>
                <a:lnTo>
                  <a:pt x="3281847" y="111103"/>
                </a:lnTo>
                <a:lnTo>
                  <a:pt x="3279507" y="104192"/>
                </a:lnTo>
                <a:lnTo>
                  <a:pt x="3279586" y="104420"/>
                </a:lnTo>
                <a:lnTo>
                  <a:pt x="3276928" y="97657"/>
                </a:lnTo>
                <a:lnTo>
                  <a:pt x="3277017" y="97885"/>
                </a:lnTo>
                <a:lnTo>
                  <a:pt x="3274043" y="91290"/>
                </a:lnTo>
                <a:lnTo>
                  <a:pt x="3274142" y="91508"/>
                </a:lnTo>
                <a:lnTo>
                  <a:pt x="3270859" y="85092"/>
                </a:lnTo>
                <a:lnTo>
                  <a:pt x="3270968" y="85301"/>
                </a:lnTo>
                <a:lnTo>
                  <a:pt x="3267388" y="79073"/>
                </a:lnTo>
                <a:lnTo>
                  <a:pt x="3267518" y="79281"/>
                </a:lnTo>
                <a:lnTo>
                  <a:pt x="3263639" y="73242"/>
                </a:lnTo>
                <a:lnTo>
                  <a:pt x="3263779" y="73441"/>
                </a:lnTo>
                <a:lnTo>
                  <a:pt x="3259625" y="67600"/>
                </a:lnTo>
                <a:lnTo>
                  <a:pt x="3259774" y="67798"/>
                </a:lnTo>
                <a:lnTo>
                  <a:pt x="3255351" y="62176"/>
                </a:lnTo>
                <a:lnTo>
                  <a:pt x="3255499" y="62354"/>
                </a:lnTo>
                <a:lnTo>
                  <a:pt x="3250828" y="56960"/>
                </a:lnTo>
                <a:lnTo>
                  <a:pt x="3250986" y="57128"/>
                </a:lnTo>
                <a:lnTo>
                  <a:pt x="3246058" y="51962"/>
                </a:lnTo>
                <a:lnTo>
                  <a:pt x="3246227" y="52131"/>
                </a:lnTo>
                <a:lnTo>
                  <a:pt x="3241061" y="47202"/>
                </a:lnTo>
                <a:lnTo>
                  <a:pt x="3241230" y="47361"/>
                </a:lnTo>
                <a:lnTo>
                  <a:pt x="3235834" y="42690"/>
                </a:lnTo>
                <a:lnTo>
                  <a:pt x="3236014" y="42839"/>
                </a:lnTo>
                <a:lnTo>
                  <a:pt x="3230391" y="38416"/>
                </a:lnTo>
                <a:lnTo>
                  <a:pt x="3230590" y="38565"/>
                </a:lnTo>
                <a:lnTo>
                  <a:pt x="3224748" y="34410"/>
                </a:lnTo>
                <a:lnTo>
                  <a:pt x="3224946" y="34549"/>
                </a:lnTo>
                <a:lnTo>
                  <a:pt x="3218907" y="30671"/>
                </a:lnTo>
                <a:lnTo>
                  <a:pt x="3219116" y="30800"/>
                </a:lnTo>
                <a:lnTo>
                  <a:pt x="3212879" y="27221"/>
                </a:lnTo>
                <a:lnTo>
                  <a:pt x="3213097" y="27330"/>
                </a:lnTo>
                <a:lnTo>
                  <a:pt x="3206681" y="24047"/>
                </a:lnTo>
                <a:lnTo>
                  <a:pt x="3206899" y="24146"/>
                </a:lnTo>
                <a:lnTo>
                  <a:pt x="3200304" y="21171"/>
                </a:lnTo>
                <a:lnTo>
                  <a:pt x="3200533" y="21261"/>
                </a:lnTo>
                <a:lnTo>
                  <a:pt x="3193769" y="18603"/>
                </a:lnTo>
                <a:lnTo>
                  <a:pt x="3193997" y="18683"/>
                </a:lnTo>
                <a:lnTo>
                  <a:pt x="3187086" y="16342"/>
                </a:lnTo>
                <a:lnTo>
                  <a:pt x="3187324" y="16422"/>
                </a:lnTo>
                <a:lnTo>
                  <a:pt x="3180264" y="14408"/>
                </a:lnTo>
                <a:lnTo>
                  <a:pt x="3180501" y="14478"/>
                </a:lnTo>
                <a:lnTo>
                  <a:pt x="3173302" y="12812"/>
                </a:lnTo>
                <a:lnTo>
                  <a:pt x="3173540" y="12861"/>
                </a:lnTo>
                <a:lnTo>
                  <a:pt x="3166212" y="11553"/>
                </a:lnTo>
                <a:lnTo>
                  <a:pt x="3166460" y="11592"/>
                </a:lnTo>
                <a:lnTo>
                  <a:pt x="3159012" y="10640"/>
                </a:lnTo>
                <a:lnTo>
                  <a:pt x="3159261" y="10670"/>
                </a:lnTo>
                <a:lnTo>
                  <a:pt x="3151704" y="10095"/>
                </a:lnTo>
                <a:lnTo>
                  <a:pt x="3151893" y="10105"/>
                </a:lnTo>
                <a:lnTo>
                  <a:pt x="3148075" y="9966"/>
                </a:lnTo>
                <a:lnTo>
                  <a:pt x="3148204" y="9966"/>
                </a:lnTo>
                <a:lnTo>
                  <a:pt x="3144366" y="9916"/>
                </a:lnTo>
                <a:lnTo>
                  <a:pt x="3144426" y="9916"/>
                </a:lnTo>
                <a:lnTo>
                  <a:pt x="153763" y="9916"/>
                </a:lnTo>
                <a:lnTo>
                  <a:pt x="153823" y="9916"/>
                </a:lnTo>
                <a:lnTo>
                  <a:pt x="149986" y="9966"/>
                </a:lnTo>
                <a:lnTo>
                  <a:pt x="150115" y="9966"/>
                </a:lnTo>
                <a:lnTo>
                  <a:pt x="146297" y="10105"/>
                </a:lnTo>
                <a:lnTo>
                  <a:pt x="146485" y="10095"/>
                </a:lnTo>
                <a:lnTo>
                  <a:pt x="138928" y="10670"/>
                </a:lnTo>
                <a:lnTo>
                  <a:pt x="139177" y="10640"/>
                </a:lnTo>
                <a:lnTo>
                  <a:pt x="131729" y="11592"/>
                </a:lnTo>
                <a:lnTo>
                  <a:pt x="131978" y="11553"/>
                </a:lnTo>
                <a:lnTo>
                  <a:pt x="124649" y="12861"/>
                </a:lnTo>
                <a:lnTo>
                  <a:pt x="124887" y="12812"/>
                </a:lnTo>
                <a:lnTo>
                  <a:pt x="117688" y="14478"/>
                </a:lnTo>
                <a:lnTo>
                  <a:pt x="117926" y="14408"/>
                </a:lnTo>
                <a:lnTo>
                  <a:pt x="110866" y="16422"/>
                </a:lnTo>
                <a:lnTo>
                  <a:pt x="111103" y="16342"/>
                </a:lnTo>
                <a:lnTo>
                  <a:pt x="104191" y="18683"/>
                </a:lnTo>
                <a:lnTo>
                  <a:pt x="104420" y="18603"/>
                </a:lnTo>
                <a:lnTo>
                  <a:pt x="97656" y="21261"/>
                </a:lnTo>
                <a:lnTo>
                  <a:pt x="97885" y="21171"/>
                </a:lnTo>
                <a:lnTo>
                  <a:pt x="91290" y="24146"/>
                </a:lnTo>
                <a:lnTo>
                  <a:pt x="91508" y="24047"/>
                </a:lnTo>
                <a:lnTo>
                  <a:pt x="85094" y="27330"/>
                </a:lnTo>
                <a:lnTo>
                  <a:pt x="85311" y="27221"/>
                </a:lnTo>
                <a:lnTo>
                  <a:pt x="79073" y="30800"/>
                </a:lnTo>
                <a:lnTo>
                  <a:pt x="79281" y="30671"/>
                </a:lnTo>
                <a:lnTo>
                  <a:pt x="73243" y="34549"/>
                </a:lnTo>
                <a:lnTo>
                  <a:pt x="73441" y="34410"/>
                </a:lnTo>
                <a:lnTo>
                  <a:pt x="67601" y="38565"/>
                </a:lnTo>
                <a:lnTo>
                  <a:pt x="67798" y="38416"/>
                </a:lnTo>
                <a:lnTo>
                  <a:pt x="62176" y="42839"/>
                </a:lnTo>
                <a:lnTo>
                  <a:pt x="62354" y="42690"/>
                </a:lnTo>
                <a:lnTo>
                  <a:pt x="56960" y="47361"/>
                </a:lnTo>
                <a:lnTo>
                  <a:pt x="57129" y="47202"/>
                </a:lnTo>
                <a:lnTo>
                  <a:pt x="51962" y="52131"/>
                </a:lnTo>
                <a:lnTo>
                  <a:pt x="52131" y="51962"/>
                </a:lnTo>
                <a:lnTo>
                  <a:pt x="47202" y="57128"/>
                </a:lnTo>
                <a:lnTo>
                  <a:pt x="47360" y="56960"/>
                </a:lnTo>
                <a:lnTo>
                  <a:pt x="42691" y="62354"/>
                </a:lnTo>
                <a:lnTo>
                  <a:pt x="42839" y="62176"/>
                </a:lnTo>
                <a:lnTo>
                  <a:pt x="38417" y="67798"/>
                </a:lnTo>
                <a:lnTo>
                  <a:pt x="38565" y="67600"/>
                </a:lnTo>
                <a:lnTo>
                  <a:pt x="34411" y="73441"/>
                </a:lnTo>
                <a:lnTo>
                  <a:pt x="34548" y="73242"/>
                </a:lnTo>
                <a:lnTo>
                  <a:pt x="30671" y="79281"/>
                </a:lnTo>
                <a:lnTo>
                  <a:pt x="30800" y="79073"/>
                </a:lnTo>
                <a:lnTo>
                  <a:pt x="27220" y="85301"/>
                </a:lnTo>
                <a:lnTo>
                  <a:pt x="27330" y="85092"/>
                </a:lnTo>
                <a:lnTo>
                  <a:pt x="24047" y="91508"/>
                </a:lnTo>
                <a:lnTo>
                  <a:pt x="24147" y="91290"/>
                </a:lnTo>
                <a:lnTo>
                  <a:pt x="21171" y="97885"/>
                </a:lnTo>
                <a:lnTo>
                  <a:pt x="21261" y="97657"/>
                </a:lnTo>
                <a:lnTo>
                  <a:pt x="18604" y="104420"/>
                </a:lnTo>
                <a:lnTo>
                  <a:pt x="18683" y="104192"/>
                </a:lnTo>
                <a:lnTo>
                  <a:pt x="16342" y="111103"/>
                </a:lnTo>
                <a:lnTo>
                  <a:pt x="16421" y="110865"/>
                </a:lnTo>
                <a:lnTo>
                  <a:pt x="14409" y="117926"/>
                </a:lnTo>
                <a:lnTo>
                  <a:pt x="14478" y="117688"/>
                </a:lnTo>
                <a:lnTo>
                  <a:pt x="12812" y="124887"/>
                </a:lnTo>
                <a:lnTo>
                  <a:pt x="12862" y="124649"/>
                </a:lnTo>
                <a:lnTo>
                  <a:pt x="11553" y="131977"/>
                </a:lnTo>
                <a:lnTo>
                  <a:pt x="11593" y="131729"/>
                </a:lnTo>
                <a:lnTo>
                  <a:pt x="10641" y="139176"/>
                </a:lnTo>
                <a:lnTo>
                  <a:pt x="10670" y="138929"/>
                </a:lnTo>
                <a:lnTo>
                  <a:pt x="10095" y="146485"/>
                </a:lnTo>
                <a:lnTo>
                  <a:pt x="10105" y="146296"/>
                </a:lnTo>
                <a:lnTo>
                  <a:pt x="9957" y="150114"/>
                </a:lnTo>
                <a:lnTo>
                  <a:pt x="9966" y="149985"/>
                </a:lnTo>
                <a:lnTo>
                  <a:pt x="9917" y="153823"/>
                </a:lnTo>
              </a:path>
            </a:pathLst>
          </a:custGeom>
          <a:solidFill xmlns:a="http://schemas.openxmlformats.org/drawingml/2006/main">
            <a:srgbClr val="72B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405F947F-D102-48FC-9E67-86B44341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137" y="784496"/>
            <a:ext cx="1417745" cy="2046047"/>
          </a:xfrm>
          <a:custGeom xmlns:a="http://schemas.openxmlformats.org/drawingml/2006/main">
            <a:pathLst>
              <a:path w="1417745" h="2046047">
                <a:moveTo>
                  <a:pt x="0" y="56424"/>
                </a:moveTo>
                <a:cubicBezTo>
                  <a:pt x="198" y="25217"/>
                  <a:pt x="25416" y="0"/>
                  <a:pt x="57118" y="496"/>
                </a:cubicBezTo>
                <a:lnTo>
                  <a:pt x="1361320" y="496"/>
                </a:lnTo>
                <a:cubicBezTo>
                  <a:pt x="1392527" y="0"/>
                  <a:pt x="1417745" y="25217"/>
                  <a:pt x="1417249" y="56424"/>
                </a:cubicBezTo>
                <a:lnTo>
                  <a:pt x="1417249" y="1988929"/>
                </a:lnTo>
                <a:cubicBezTo>
                  <a:pt x="1417745" y="2020532"/>
                  <a:pt x="1392527" y="2045750"/>
                  <a:pt x="1361320" y="2046047"/>
                </a:cubicBezTo>
                <a:lnTo>
                  <a:pt x="57118" y="2046047"/>
                </a:lnTo>
                <a:cubicBezTo>
                  <a:pt x="25416" y="2045750"/>
                  <a:pt x="198" y="2020532"/>
                  <a:pt x="0" y="1988929"/>
                </a:cubicBezTo>
                <a:lnTo>
                  <a:pt x="0" y="56424"/>
                </a:lnTo>
              </a:path>
            </a:pathLst>
          </a:cu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32F8C1E2-5BAA-464A-9E73-24C0E424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3617" y="780777"/>
            <a:ext cx="1424984" cy="2053187"/>
          </a:xfrm>
          <a:custGeom xmlns:a="http://schemas.openxmlformats.org/drawingml/2006/main">
            <a:pathLst>
              <a:path w="1424984" h="2053187">
                <a:moveTo>
                  <a:pt x="78" y="56969"/>
                </a:moveTo>
                <a:lnTo>
                  <a:pt x="307" y="53915"/>
                </a:lnTo>
                <a:lnTo>
                  <a:pt x="694" y="50911"/>
                </a:lnTo>
                <a:lnTo>
                  <a:pt x="1219" y="47956"/>
                </a:lnTo>
                <a:lnTo>
                  <a:pt x="1894" y="45050"/>
                </a:lnTo>
                <a:lnTo>
                  <a:pt x="2697" y="42194"/>
                </a:lnTo>
                <a:lnTo>
                  <a:pt x="3639" y="39408"/>
                </a:lnTo>
                <a:lnTo>
                  <a:pt x="4719" y="36671"/>
                </a:lnTo>
                <a:lnTo>
                  <a:pt x="5919" y="34013"/>
                </a:lnTo>
                <a:lnTo>
                  <a:pt x="7248" y="31425"/>
                </a:lnTo>
                <a:lnTo>
                  <a:pt x="8696" y="28906"/>
                </a:lnTo>
                <a:lnTo>
                  <a:pt x="10283" y="26437"/>
                </a:lnTo>
                <a:lnTo>
                  <a:pt x="13714" y="21846"/>
                </a:lnTo>
                <a:lnTo>
                  <a:pt x="17581" y="17582"/>
                </a:lnTo>
                <a:lnTo>
                  <a:pt x="21845" y="13714"/>
                </a:lnTo>
                <a:lnTo>
                  <a:pt x="26437" y="10283"/>
                </a:lnTo>
                <a:lnTo>
                  <a:pt x="28906" y="8696"/>
                </a:lnTo>
                <a:lnTo>
                  <a:pt x="31425" y="7249"/>
                </a:lnTo>
                <a:lnTo>
                  <a:pt x="34013" y="5920"/>
                </a:lnTo>
                <a:lnTo>
                  <a:pt x="36670" y="4720"/>
                </a:lnTo>
                <a:lnTo>
                  <a:pt x="39407" y="3639"/>
                </a:lnTo>
                <a:lnTo>
                  <a:pt x="42194" y="2697"/>
                </a:lnTo>
                <a:lnTo>
                  <a:pt x="45050" y="1894"/>
                </a:lnTo>
                <a:lnTo>
                  <a:pt x="47955" y="1220"/>
                </a:lnTo>
                <a:lnTo>
                  <a:pt x="50911" y="694"/>
                </a:lnTo>
                <a:lnTo>
                  <a:pt x="53915" y="307"/>
                </a:lnTo>
                <a:lnTo>
                  <a:pt x="56960" y="79"/>
                </a:lnTo>
                <a:lnTo>
                  <a:pt x="60003" y="0"/>
                </a:lnTo>
                <a:lnTo>
                  <a:pt x="1364979" y="0"/>
                </a:lnTo>
                <a:lnTo>
                  <a:pt x="1368014" y="79"/>
                </a:lnTo>
                <a:lnTo>
                  <a:pt x="1371068" y="307"/>
                </a:lnTo>
                <a:lnTo>
                  <a:pt x="1374073" y="694"/>
                </a:lnTo>
                <a:lnTo>
                  <a:pt x="1377028" y="1220"/>
                </a:lnTo>
                <a:lnTo>
                  <a:pt x="1379933" y="1894"/>
                </a:lnTo>
                <a:lnTo>
                  <a:pt x="1382789" y="2697"/>
                </a:lnTo>
                <a:lnTo>
                  <a:pt x="1385576" y="3639"/>
                </a:lnTo>
                <a:lnTo>
                  <a:pt x="1388313" y="4720"/>
                </a:lnTo>
                <a:lnTo>
                  <a:pt x="1390971" y="5920"/>
                </a:lnTo>
                <a:lnTo>
                  <a:pt x="1393559" y="7249"/>
                </a:lnTo>
                <a:lnTo>
                  <a:pt x="1396078" y="8696"/>
                </a:lnTo>
                <a:lnTo>
                  <a:pt x="1398547" y="10283"/>
                </a:lnTo>
                <a:lnTo>
                  <a:pt x="1403138" y="13714"/>
                </a:lnTo>
                <a:lnTo>
                  <a:pt x="1407402" y="17582"/>
                </a:lnTo>
                <a:lnTo>
                  <a:pt x="1411269" y="21846"/>
                </a:lnTo>
                <a:lnTo>
                  <a:pt x="1414701" y="26437"/>
                </a:lnTo>
                <a:lnTo>
                  <a:pt x="1416287" y="28906"/>
                </a:lnTo>
                <a:lnTo>
                  <a:pt x="1417734" y="31425"/>
                </a:lnTo>
                <a:lnTo>
                  <a:pt x="1419064" y="34013"/>
                </a:lnTo>
                <a:lnTo>
                  <a:pt x="1420263" y="36671"/>
                </a:lnTo>
                <a:lnTo>
                  <a:pt x="1421345" y="39408"/>
                </a:lnTo>
                <a:lnTo>
                  <a:pt x="1422286" y="42194"/>
                </a:lnTo>
                <a:lnTo>
                  <a:pt x="1423090" y="45050"/>
                </a:lnTo>
                <a:lnTo>
                  <a:pt x="1423765" y="47956"/>
                </a:lnTo>
                <a:lnTo>
                  <a:pt x="1424290" y="50911"/>
                </a:lnTo>
                <a:lnTo>
                  <a:pt x="1424677" y="53915"/>
                </a:lnTo>
                <a:lnTo>
                  <a:pt x="1424904" y="56969"/>
                </a:lnTo>
                <a:lnTo>
                  <a:pt x="1424984" y="60004"/>
                </a:lnTo>
                <a:lnTo>
                  <a:pt x="1424984" y="1993183"/>
                </a:lnTo>
                <a:lnTo>
                  <a:pt x="1424904" y="1996217"/>
                </a:lnTo>
                <a:lnTo>
                  <a:pt x="1424677" y="1999272"/>
                </a:lnTo>
                <a:lnTo>
                  <a:pt x="1424290" y="2002276"/>
                </a:lnTo>
                <a:lnTo>
                  <a:pt x="1423765" y="2005231"/>
                </a:lnTo>
                <a:lnTo>
                  <a:pt x="1423090" y="2008137"/>
                </a:lnTo>
                <a:lnTo>
                  <a:pt x="1422286" y="2010993"/>
                </a:lnTo>
                <a:lnTo>
                  <a:pt x="1421345" y="2013779"/>
                </a:lnTo>
                <a:lnTo>
                  <a:pt x="1420263" y="2016506"/>
                </a:lnTo>
                <a:lnTo>
                  <a:pt x="1419064" y="2019174"/>
                </a:lnTo>
                <a:lnTo>
                  <a:pt x="1417734" y="2021762"/>
                </a:lnTo>
                <a:lnTo>
                  <a:pt x="1416287" y="2024281"/>
                </a:lnTo>
                <a:lnTo>
                  <a:pt x="1414701" y="2026750"/>
                </a:lnTo>
                <a:lnTo>
                  <a:pt x="1411269" y="2031341"/>
                </a:lnTo>
                <a:lnTo>
                  <a:pt x="1407402" y="2035605"/>
                </a:lnTo>
                <a:lnTo>
                  <a:pt x="1403138" y="2039472"/>
                </a:lnTo>
                <a:lnTo>
                  <a:pt x="1398547" y="2042904"/>
                </a:lnTo>
                <a:lnTo>
                  <a:pt x="1396078" y="2044491"/>
                </a:lnTo>
                <a:lnTo>
                  <a:pt x="1393559" y="2045938"/>
                </a:lnTo>
                <a:lnTo>
                  <a:pt x="1390971" y="2047267"/>
                </a:lnTo>
                <a:lnTo>
                  <a:pt x="1388313" y="2048467"/>
                </a:lnTo>
                <a:lnTo>
                  <a:pt x="1385576" y="2049547"/>
                </a:lnTo>
                <a:lnTo>
                  <a:pt x="1382789" y="2050490"/>
                </a:lnTo>
                <a:lnTo>
                  <a:pt x="1379933" y="2051293"/>
                </a:lnTo>
                <a:lnTo>
                  <a:pt x="1377028" y="2051967"/>
                </a:lnTo>
                <a:lnTo>
                  <a:pt x="1374073" y="2052493"/>
                </a:lnTo>
                <a:lnTo>
                  <a:pt x="1371068" y="2052880"/>
                </a:lnTo>
                <a:lnTo>
                  <a:pt x="1368014" y="2053108"/>
                </a:lnTo>
                <a:lnTo>
                  <a:pt x="1364979" y="2053187"/>
                </a:lnTo>
                <a:lnTo>
                  <a:pt x="60003" y="2053187"/>
                </a:lnTo>
                <a:lnTo>
                  <a:pt x="56960" y="2053108"/>
                </a:lnTo>
                <a:lnTo>
                  <a:pt x="53915" y="2052880"/>
                </a:lnTo>
                <a:lnTo>
                  <a:pt x="50911" y="2052493"/>
                </a:lnTo>
                <a:lnTo>
                  <a:pt x="47955" y="2051967"/>
                </a:lnTo>
                <a:lnTo>
                  <a:pt x="45050" y="2051293"/>
                </a:lnTo>
                <a:lnTo>
                  <a:pt x="42194" y="2050490"/>
                </a:lnTo>
                <a:lnTo>
                  <a:pt x="39407" y="2049547"/>
                </a:lnTo>
                <a:lnTo>
                  <a:pt x="36670" y="2048467"/>
                </a:lnTo>
                <a:lnTo>
                  <a:pt x="34013" y="2047267"/>
                </a:lnTo>
                <a:lnTo>
                  <a:pt x="31425" y="2045938"/>
                </a:lnTo>
                <a:lnTo>
                  <a:pt x="28906" y="2044491"/>
                </a:lnTo>
                <a:lnTo>
                  <a:pt x="26437" y="2042904"/>
                </a:lnTo>
                <a:lnTo>
                  <a:pt x="21845" y="2039472"/>
                </a:lnTo>
                <a:lnTo>
                  <a:pt x="17581" y="2035605"/>
                </a:lnTo>
                <a:lnTo>
                  <a:pt x="13714" y="2031341"/>
                </a:lnTo>
                <a:lnTo>
                  <a:pt x="10283" y="2026750"/>
                </a:lnTo>
                <a:lnTo>
                  <a:pt x="8696" y="2024281"/>
                </a:lnTo>
                <a:lnTo>
                  <a:pt x="7248" y="2021762"/>
                </a:lnTo>
                <a:lnTo>
                  <a:pt x="5919" y="2019174"/>
                </a:lnTo>
                <a:lnTo>
                  <a:pt x="4719" y="2016506"/>
                </a:lnTo>
                <a:lnTo>
                  <a:pt x="3639" y="2013779"/>
                </a:lnTo>
                <a:lnTo>
                  <a:pt x="2697" y="2010993"/>
                </a:lnTo>
                <a:lnTo>
                  <a:pt x="1894" y="2008137"/>
                </a:lnTo>
                <a:lnTo>
                  <a:pt x="1219" y="2005231"/>
                </a:lnTo>
                <a:lnTo>
                  <a:pt x="694" y="2002276"/>
                </a:lnTo>
                <a:lnTo>
                  <a:pt x="307" y="1999272"/>
                </a:lnTo>
                <a:lnTo>
                  <a:pt x="78" y="1996217"/>
                </a:lnTo>
                <a:lnTo>
                  <a:pt x="0" y="1993183"/>
                </a:lnTo>
                <a:lnTo>
                  <a:pt x="0" y="60004"/>
                </a:lnTo>
                <a:lnTo>
                  <a:pt x="78" y="56969"/>
                </a:lnTo>
                <a:moveTo>
                  <a:pt x="7437" y="60143"/>
                </a:moveTo>
                <a:lnTo>
                  <a:pt x="7437" y="60054"/>
                </a:lnTo>
                <a:lnTo>
                  <a:pt x="7437" y="1993134"/>
                </a:lnTo>
                <a:lnTo>
                  <a:pt x="7437" y="1993044"/>
                </a:lnTo>
                <a:lnTo>
                  <a:pt x="7507" y="1995940"/>
                </a:lnTo>
                <a:lnTo>
                  <a:pt x="7497" y="1995751"/>
                </a:lnTo>
                <a:lnTo>
                  <a:pt x="7714" y="1998617"/>
                </a:lnTo>
                <a:lnTo>
                  <a:pt x="7695" y="1998429"/>
                </a:lnTo>
                <a:lnTo>
                  <a:pt x="8052" y="2001245"/>
                </a:lnTo>
                <a:lnTo>
                  <a:pt x="8031" y="2001056"/>
                </a:lnTo>
                <a:lnTo>
                  <a:pt x="8527" y="2003833"/>
                </a:lnTo>
                <a:lnTo>
                  <a:pt x="8488" y="2003655"/>
                </a:lnTo>
                <a:lnTo>
                  <a:pt x="9113" y="2006382"/>
                </a:lnTo>
                <a:lnTo>
                  <a:pt x="9074" y="2006193"/>
                </a:lnTo>
                <a:lnTo>
                  <a:pt x="9827" y="2008871"/>
                </a:lnTo>
                <a:lnTo>
                  <a:pt x="9777" y="2008692"/>
                </a:lnTo>
                <a:lnTo>
                  <a:pt x="10660" y="2011310"/>
                </a:lnTo>
                <a:lnTo>
                  <a:pt x="10601" y="2011142"/>
                </a:lnTo>
                <a:lnTo>
                  <a:pt x="11602" y="2013700"/>
                </a:lnTo>
                <a:lnTo>
                  <a:pt x="11533" y="2013531"/>
                </a:lnTo>
                <a:lnTo>
                  <a:pt x="12664" y="2016031"/>
                </a:lnTo>
                <a:lnTo>
                  <a:pt x="12584" y="2015861"/>
                </a:lnTo>
                <a:lnTo>
                  <a:pt x="13823" y="2018291"/>
                </a:lnTo>
                <a:lnTo>
                  <a:pt x="13743" y="2018132"/>
                </a:lnTo>
                <a:lnTo>
                  <a:pt x="15102" y="2020492"/>
                </a:lnTo>
                <a:lnTo>
                  <a:pt x="15003" y="2020334"/>
                </a:lnTo>
                <a:lnTo>
                  <a:pt x="16471" y="2022625"/>
                </a:lnTo>
                <a:lnTo>
                  <a:pt x="16312" y="2022407"/>
                </a:lnTo>
                <a:lnTo>
                  <a:pt x="19565" y="2026740"/>
                </a:lnTo>
                <a:lnTo>
                  <a:pt x="19337" y="2026462"/>
                </a:lnTo>
                <a:lnTo>
                  <a:pt x="22966" y="2030469"/>
                </a:lnTo>
                <a:lnTo>
                  <a:pt x="22718" y="2030221"/>
                </a:lnTo>
                <a:lnTo>
                  <a:pt x="26725" y="2033850"/>
                </a:lnTo>
                <a:lnTo>
                  <a:pt x="26446" y="2033622"/>
                </a:lnTo>
                <a:lnTo>
                  <a:pt x="30780" y="2036865"/>
                </a:lnTo>
                <a:lnTo>
                  <a:pt x="30562" y="2036716"/>
                </a:lnTo>
                <a:lnTo>
                  <a:pt x="32843" y="2038184"/>
                </a:lnTo>
                <a:lnTo>
                  <a:pt x="32694" y="2038085"/>
                </a:lnTo>
                <a:lnTo>
                  <a:pt x="35054" y="2039443"/>
                </a:lnTo>
                <a:lnTo>
                  <a:pt x="34896" y="2039364"/>
                </a:lnTo>
                <a:lnTo>
                  <a:pt x="37325" y="2040603"/>
                </a:lnTo>
                <a:lnTo>
                  <a:pt x="37156" y="2040524"/>
                </a:lnTo>
                <a:lnTo>
                  <a:pt x="39655" y="2041654"/>
                </a:lnTo>
                <a:lnTo>
                  <a:pt x="39486" y="2041585"/>
                </a:lnTo>
                <a:lnTo>
                  <a:pt x="42045" y="2042586"/>
                </a:lnTo>
                <a:lnTo>
                  <a:pt x="41877" y="2042527"/>
                </a:lnTo>
                <a:lnTo>
                  <a:pt x="44495" y="2043410"/>
                </a:lnTo>
                <a:lnTo>
                  <a:pt x="44315" y="2043360"/>
                </a:lnTo>
                <a:lnTo>
                  <a:pt x="46993" y="2044113"/>
                </a:lnTo>
                <a:lnTo>
                  <a:pt x="46805" y="2044074"/>
                </a:lnTo>
                <a:lnTo>
                  <a:pt x="49532" y="2044699"/>
                </a:lnTo>
                <a:lnTo>
                  <a:pt x="49353" y="2044659"/>
                </a:lnTo>
                <a:lnTo>
                  <a:pt x="52131" y="2045155"/>
                </a:lnTo>
                <a:lnTo>
                  <a:pt x="51942" y="2045125"/>
                </a:lnTo>
                <a:lnTo>
                  <a:pt x="54758" y="2045492"/>
                </a:lnTo>
                <a:lnTo>
                  <a:pt x="54569" y="2045472"/>
                </a:lnTo>
                <a:lnTo>
                  <a:pt x="57435" y="2045690"/>
                </a:lnTo>
                <a:lnTo>
                  <a:pt x="57247" y="2045680"/>
                </a:lnTo>
                <a:lnTo>
                  <a:pt x="60143" y="2045750"/>
                </a:lnTo>
                <a:lnTo>
                  <a:pt x="60054" y="2045750"/>
                </a:lnTo>
                <a:lnTo>
                  <a:pt x="1364930" y="2045750"/>
                </a:lnTo>
                <a:lnTo>
                  <a:pt x="1364841" y="2045750"/>
                </a:lnTo>
                <a:lnTo>
                  <a:pt x="1367737" y="2045680"/>
                </a:lnTo>
                <a:lnTo>
                  <a:pt x="1367549" y="2045690"/>
                </a:lnTo>
                <a:lnTo>
                  <a:pt x="1370414" y="2045472"/>
                </a:lnTo>
                <a:lnTo>
                  <a:pt x="1370226" y="2045492"/>
                </a:lnTo>
                <a:lnTo>
                  <a:pt x="1373042" y="2045125"/>
                </a:lnTo>
                <a:lnTo>
                  <a:pt x="1372853" y="2045155"/>
                </a:lnTo>
                <a:lnTo>
                  <a:pt x="1375630" y="2044659"/>
                </a:lnTo>
                <a:lnTo>
                  <a:pt x="1375452" y="2044699"/>
                </a:lnTo>
                <a:lnTo>
                  <a:pt x="1378179" y="2044074"/>
                </a:lnTo>
                <a:lnTo>
                  <a:pt x="1377990" y="2044113"/>
                </a:lnTo>
                <a:lnTo>
                  <a:pt x="1380667" y="2043360"/>
                </a:lnTo>
                <a:lnTo>
                  <a:pt x="1380489" y="2043410"/>
                </a:lnTo>
                <a:lnTo>
                  <a:pt x="1383107" y="2042527"/>
                </a:lnTo>
                <a:lnTo>
                  <a:pt x="1382938" y="2042586"/>
                </a:lnTo>
                <a:lnTo>
                  <a:pt x="1385497" y="2041585"/>
                </a:lnTo>
                <a:lnTo>
                  <a:pt x="1385328" y="2041654"/>
                </a:lnTo>
                <a:lnTo>
                  <a:pt x="1387827" y="2040524"/>
                </a:lnTo>
                <a:lnTo>
                  <a:pt x="1387659" y="2040603"/>
                </a:lnTo>
                <a:lnTo>
                  <a:pt x="1390088" y="2039364"/>
                </a:lnTo>
                <a:lnTo>
                  <a:pt x="1389929" y="2039443"/>
                </a:lnTo>
                <a:lnTo>
                  <a:pt x="1392289" y="2038085"/>
                </a:lnTo>
                <a:lnTo>
                  <a:pt x="1392131" y="2038184"/>
                </a:lnTo>
                <a:lnTo>
                  <a:pt x="1394422" y="2036716"/>
                </a:lnTo>
                <a:lnTo>
                  <a:pt x="1394203" y="2036865"/>
                </a:lnTo>
                <a:lnTo>
                  <a:pt x="1398537" y="2033622"/>
                </a:lnTo>
                <a:lnTo>
                  <a:pt x="1398259" y="2033850"/>
                </a:lnTo>
                <a:lnTo>
                  <a:pt x="1402265" y="2030221"/>
                </a:lnTo>
                <a:lnTo>
                  <a:pt x="1402018" y="2030469"/>
                </a:lnTo>
                <a:lnTo>
                  <a:pt x="1405647" y="2026462"/>
                </a:lnTo>
                <a:lnTo>
                  <a:pt x="1405419" y="2026740"/>
                </a:lnTo>
                <a:lnTo>
                  <a:pt x="1408662" y="2022407"/>
                </a:lnTo>
                <a:lnTo>
                  <a:pt x="1408513" y="2022625"/>
                </a:lnTo>
                <a:lnTo>
                  <a:pt x="1409980" y="2020334"/>
                </a:lnTo>
                <a:lnTo>
                  <a:pt x="1409881" y="2020492"/>
                </a:lnTo>
                <a:lnTo>
                  <a:pt x="1411239" y="2018132"/>
                </a:lnTo>
                <a:lnTo>
                  <a:pt x="1411161" y="2018291"/>
                </a:lnTo>
                <a:lnTo>
                  <a:pt x="1412400" y="2015861"/>
                </a:lnTo>
                <a:lnTo>
                  <a:pt x="1412321" y="2016031"/>
                </a:lnTo>
                <a:lnTo>
                  <a:pt x="1413451" y="2013531"/>
                </a:lnTo>
                <a:lnTo>
                  <a:pt x="1413382" y="2013700"/>
                </a:lnTo>
                <a:lnTo>
                  <a:pt x="1414383" y="2011142"/>
                </a:lnTo>
                <a:lnTo>
                  <a:pt x="1414324" y="2011310"/>
                </a:lnTo>
                <a:lnTo>
                  <a:pt x="1415206" y="2008692"/>
                </a:lnTo>
                <a:lnTo>
                  <a:pt x="1415157" y="2008871"/>
                </a:lnTo>
                <a:lnTo>
                  <a:pt x="1415911" y="2006193"/>
                </a:lnTo>
                <a:lnTo>
                  <a:pt x="1415871" y="2006382"/>
                </a:lnTo>
                <a:lnTo>
                  <a:pt x="1416495" y="2003655"/>
                </a:lnTo>
                <a:lnTo>
                  <a:pt x="1416456" y="2003833"/>
                </a:lnTo>
                <a:lnTo>
                  <a:pt x="1416951" y="2001056"/>
                </a:lnTo>
                <a:lnTo>
                  <a:pt x="1416922" y="2001245"/>
                </a:lnTo>
                <a:lnTo>
                  <a:pt x="1417289" y="1998429"/>
                </a:lnTo>
                <a:lnTo>
                  <a:pt x="1417269" y="1998617"/>
                </a:lnTo>
                <a:lnTo>
                  <a:pt x="1417488" y="1995751"/>
                </a:lnTo>
                <a:lnTo>
                  <a:pt x="1417477" y="1995940"/>
                </a:lnTo>
                <a:lnTo>
                  <a:pt x="1417547" y="1993044"/>
                </a:lnTo>
                <a:lnTo>
                  <a:pt x="1417547" y="1993134"/>
                </a:lnTo>
                <a:lnTo>
                  <a:pt x="1417547" y="60054"/>
                </a:lnTo>
                <a:lnTo>
                  <a:pt x="1417547" y="60143"/>
                </a:lnTo>
                <a:lnTo>
                  <a:pt x="1417477" y="57247"/>
                </a:lnTo>
                <a:lnTo>
                  <a:pt x="1417488" y="57436"/>
                </a:lnTo>
                <a:lnTo>
                  <a:pt x="1417269" y="54570"/>
                </a:lnTo>
                <a:lnTo>
                  <a:pt x="1417289" y="54758"/>
                </a:lnTo>
                <a:lnTo>
                  <a:pt x="1416922" y="51942"/>
                </a:lnTo>
                <a:lnTo>
                  <a:pt x="1416951" y="52130"/>
                </a:lnTo>
                <a:lnTo>
                  <a:pt x="1416456" y="49354"/>
                </a:lnTo>
                <a:lnTo>
                  <a:pt x="1416495" y="49532"/>
                </a:lnTo>
                <a:lnTo>
                  <a:pt x="1415871" y="46805"/>
                </a:lnTo>
                <a:lnTo>
                  <a:pt x="1415911" y="46994"/>
                </a:lnTo>
                <a:lnTo>
                  <a:pt x="1415157" y="44316"/>
                </a:lnTo>
                <a:lnTo>
                  <a:pt x="1415206" y="44495"/>
                </a:lnTo>
                <a:lnTo>
                  <a:pt x="1414324" y="41877"/>
                </a:lnTo>
                <a:lnTo>
                  <a:pt x="1414383" y="42045"/>
                </a:lnTo>
                <a:lnTo>
                  <a:pt x="1413382" y="39487"/>
                </a:lnTo>
                <a:lnTo>
                  <a:pt x="1413451" y="39656"/>
                </a:lnTo>
                <a:lnTo>
                  <a:pt x="1412321" y="37157"/>
                </a:lnTo>
                <a:lnTo>
                  <a:pt x="1412400" y="37325"/>
                </a:lnTo>
                <a:lnTo>
                  <a:pt x="1411161" y="34896"/>
                </a:lnTo>
                <a:lnTo>
                  <a:pt x="1411239" y="35054"/>
                </a:lnTo>
                <a:lnTo>
                  <a:pt x="1409881" y="32694"/>
                </a:lnTo>
                <a:lnTo>
                  <a:pt x="1409980" y="32843"/>
                </a:lnTo>
                <a:lnTo>
                  <a:pt x="1408513" y="30562"/>
                </a:lnTo>
                <a:lnTo>
                  <a:pt x="1408662" y="30781"/>
                </a:lnTo>
                <a:lnTo>
                  <a:pt x="1405419" y="26447"/>
                </a:lnTo>
                <a:lnTo>
                  <a:pt x="1405647" y="26715"/>
                </a:lnTo>
                <a:lnTo>
                  <a:pt x="1402018" y="22718"/>
                </a:lnTo>
                <a:lnTo>
                  <a:pt x="1402265" y="22966"/>
                </a:lnTo>
                <a:lnTo>
                  <a:pt x="1398259" y="19337"/>
                </a:lnTo>
                <a:lnTo>
                  <a:pt x="1398537" y="19565"/>
                </a:lnTo>
                <a:lnTo>
                  <a:pt x="1394203" y="16312"/>
                </a:lnTo>
                <a:lnTo>
                  <a:pt x="1394422" y="16471"/>
                </a:lnTo>
                <a:lnTo>
                  <a:pt x="1392131" y="15003"/>
                </a:lnTo>
                <a:lnTo>
                  <a:pt x="1392289" y="15093"/>
                </a:lnTo>
                <a:lnTo>
                  <a:pt x="1389929" y="13744"/>
                </a:lnTo>
                <a:lnTo>
                  <a:pt x="1390088" y="13823"/>
                </a:lnTo>
                <a:lnTo>
                  <a:pt x="1387659" y="12584"/>
                </a:lnTo>
                <a:lnTo>
                  <a:pt x="1387827" y="12663"/>
                </a:lnTo>
                <a:lnTo>
                  <a:pt x="1385328" y="11533"/>
                </a:lnTo>
                <a:lnTo>
                  <a:pt x="1385497" y="11602"/>
                </a:lnTo>
                <a:lnTo>
                  <a:pt x="1382938" y="10601"/>
                </a:lnTo>
                <a:lnTo>
                  <a:pt x="1383107" y="10660"/>
                </a:lnTo>
                <a:lnTo>
                  <a:pt x="1380489" y="9778"/>
                </a:lnTo>
                <a:lnTo>
                  <a:pt x="1380667" y="9827"/>
                </a:lnTo>
                <a:lnTo>
                  <a:pt x="1377990" y="9074"/>
                </a:lnTo>
                <a:lnTo>
                  <a:pt x="1378179" y="9113"/>
                </a:lnTo>
                <a:lnTo>
                  <a:pt x="1375452" y="8488"/>
                </a:lnTo>
                <a:lnTo>
                  <a:pt x="1375630" y="8528"/>
                </a:lnTo>
                <a:lnTo>
                  <a:pt x="1372853" y="8032"/>
                </a:lnTo>
                <a:lnTo>
                  <a:pt x="1373042" y="8052"/>
                </a:lnTo>
                <a:lnTo>
                  <a:pt x="1370226" y="7695"/>
                </a:lnTo>
                <a:lnTo>
                  <a:pt x="1370414" y="7715"/>
                </a:lnTo>
                <a:lnTo>
                  <a:pt x="1367549" y="7497"/>
                </a:lnTo>
                <a:lnTo>
                  <a:pt x="1367737" y="7507"/>
                </a:lnTo>
                <a:lnTo>
                  <a:pt x="1364841" y="7437"/>
                </a:lnTo>
                <a:lnTo>
                  <a:pt x="1364930" y="7437"/>
                </a:lnTo>
                <a:lnTo>
                  <a:pt x="60054" y="7437"/>
                </a:lnTo>
                <a:lnTo>
                  <a:pt x="60143" y="7437"/>
                </a:lnTo>
                <a:lnTo>
                  <a:pt x="57247" y="7507"/>
                </a:lnTo>
                <a:lnTo>
                  <a:pt x="57435" y="7497"/>
                </a:lnTo>
                <a:lnTo>
                  <a:pt x="54569" y="7715"/>
                </a:lnTo>
                <a:lnTo>
                  <a:pt x="54758" y="7695"/>
                </a:lnTo>
                <a:lnTo>
                  <a:pt x="51942" y="8052"/>
                </a:lnTo>
                <a:lnTo>
                  <a:pt x="52131" y="8032"/>
                </a:lnTo>
                <a:lnTo>
                  <a:pt x="49353" y="8528"/>
                </a:lnTo>
                <a:lnTo>
                  <a:pt x="49532" y="8488"/>
                </a:lnTo>
                <a:lnTo>
                  <a:pt x="46805" y="9113"/>
                </a:lnTo>
                <a:lnTo>
                  <a:pt x="46993" y="9074"/>
                </a:lnTo>
                <a:lnTo>
                  <a:pt x="44315" y="9827"/>
                </a:lnTo>
                <a:lnTo>
                  <a:pt x="44495" y="9778"/>
                </a:lnTo>
                <a:lnTo>
                  <a:pt x="41877" y="10660"/>
                </a:lnTo>
                <a:lnTo>
                  <a:pt x="42045" y="10601"/>
                </a:lnTo>
                <a:lnTo>
                  <a:pt x="39486" y="11602"/>
                </a:lnTo>
                <a:lnTo>
                  <a:pt x="39655" y="11533"/>
                </a:lnTo>
                <a:lnTo>
                  <a:pt x="37156" y="12663"/>
                </a:lnTo>
                <a:lnTo>
                  <a:pt x="37325" y="12584"/>
                </a:lnTo>
                <a:lnTo>
                  <a:pt x="34896" y="13823"/>
                </a:lnTo>
                <a:lnTo>
                  <a:pt x="35054" y="13744"/>
                </a:lnTo>
                <a:lnTo>
                  <a:pt x="32694" y="15093"/>
                </a:lnTo>
                <a:lnTo>
                  <a:pt x="32843" y="15003"/>
                </a:lnTo>
                <a:lnTo>
                  <a:pt x="30562" y="16471"/>
                </a:lnTo>
                <a:lnTo>
                  <a:pt x="30780" y="16312"/>
                </a:lnTo>
                <a:lnTo>
                  <a:pt x="26446" y="19565"/>
                </a:lnTo>
                <a:lnTo>
                  <a:pt x="26725" y="19337"/>
                </a:lnTo>
                <a:lnTo>
                  <a:pt x="22718" y="22966"/>
                </a:lnTo>
                <a:lnTo>
                  <a:pt x="22966" y="22718"/>
                </a:lnTo>
                <a:lnTo>
                  <a:pt x="19337" y="26715"/>
                </a:lnTo>
                <a:lnTo>
                  <a:pt x="19565" y="26447"/>
                </a:lnTo>
                <a:lnTo>
                  <a:pt x="16312" y="30781"/>
                </a:lnTo>
                <a:lnTo>
                  <a:pt x="16471" y="30562"/>
                </a:lnTo>
                <a:lnTo>
                  <a:pt x="15003" y="32843"/>
                </a:lnTo>
                <a:lnTo>
                  <a:pt x="15102" y="32694"/>
                </a:lnTo>
                <a:lnTo>
                  <a:pt x="13743" y="35054"/>
                </a:lnTo>
                <a:lnTo>
                  <a:pt x="13823" y="34896"/>
                </a:lnTo>
                <a:lnTo>
                  <a:pt x="12584" y="37325"/>
                </a:lnTo>
                <a:lnTo>
                  <a:pt x="12664" y="37157"/>
                </a:lnTo>
                <a:lnTo>
                  <a:pt x="11533" y="39656"/>
                </a:lnTo>
                <a:lnTo>
                  <a:pt x="11602" y="39487"/>
                </a:lnTo>
                <a:lnTo>
                  <a:pt x="10601" y="42045"/>
                </a:lnTo>
                <a:lnTo>
                  <a:pt x="10660" y="41877"/>
                </a:lnTo>
                <a:lnTo>
                  <a:pt x="9777" y="44495"/>
                </a:lnTo>
                <a:lnTo>
                  <a:pt x="9827" y="44316"/>
                </a:lnTo>
                <a:lnTo>
                  <a:pt x="9074" y="46994"/>
                </a:lnTo>
                <a:lnTo>
                  <a:pt x="9113" y="46805"/>
                </a:lnTo>
                <a:lnTo>
                  <a:pt x="8488" y="49532"/>
                </a:lnTo>
                <a:lnTo>
                  <a:pt x="8527" y="49354"/>
                </a:lnTo>
                <a:lnTo>
                  <a:pt x="8031" y="52130"/>
                </a:lnTo>
                <a:lnTo>
                  <a:pt x="8052" y="51942"/>
                </a:lnTo>
                <a:lnTo>
                  <a:pt x="7695" y="54758"/>
                </a:lnTo>
                <a:lnTo>
                  <a:pt x="7714" y="54570"/>
                </a:lnTo>
                <a:lnTo>
                  <a:pt x="7497" y="57436"/>
                </a:lnTo>
                <a:lnTo>
                  <a:pt x="7507" y="57247"/>
                </a:lnTo>
                <a:lnTo>
                  <a:pt x="7437" y="60143"/>
                </a:lnTo>
              </a:path>
            </a:pathLst>
          </a:custGeom>
          <a:solidFill xmlns:a="http://schemas.openxmlformats.org/drawingml/2006/main">
            <a:srgbClr val="588E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35CFA1C6-6BC4-4865-99B0-FBE66114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82" y="78152"/>
            <a:ext cx="4172417" cy="2864645"/>
          </a:xfrm>
          <a:custGeom xmlns:a="http://schemas.openxmlformats.org/drawingml/2006/main">
            <a:pathLst>
              <a:path w="4172417" h="2864645">
                <a:moveTo>
                  <a:pt x="0" y="126136"/>
                </a:moveTo>
                <a:cubicBezTo>
                  <a:pt x="99" y="56375"/>
                  <a:pt x="56176" y="297"/>
                  <a:pt x="124947" y="0"/>
                </a:cubicBezTo>
                <a:lnTo>
                  <a:pt x="4047074" y="0"/>
                </a:lnTo>
                <a:cubicBezTo>
                  <a:pt x="4116340" y="297"/>
                  <a:pt x="4172417" y="56375"/>
                  <a:pt x="4172020" y="126136"/>
                </a:cubicBezTo>
                <a:lnTo>
                  <a:pt x="4172020" y="2739302"/>
                </a:lnTo>
                <a:cubicBezTo>
                  <a:pt x="4172417" y="2808568"/>
                  <a:pt x="4116340" y="2864645"/>
                  <a:pt x="4047074" y="2864248"/>
                </a:cubicBezTo>
                <a:lnTo>
                  <a:pt x="124947" y="2864248"/>
                </a:lnTo>
                <a:cubicBezTo>
                  <a:pt x="56176" y="2864645"/>
                  <a:pt x="99" y="2808568"/>
                  <a:pt x="0" y="2739302"/>
                </a:cubicBezTo>
                <a:lnTo>
                  <a:pt x="0" y="126136"/>
                </a:lnTo>
              </a:path>
            </a:pathLst>
          </a:custGeom>
          <a:solidFill xmlns:a="http://schemas.openxmlformats.org/drawingml/2006/main">
            <a:srgbClr val="BCE1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8">
            <a:extLst xmlns:a="http://schemas.openxmlformats.org/drawingml/2006/main">
              <a:ext uri="{FF2B5EF4-FFF2-40B4-BE49-F238E27FC236}">
                <a16:creationId xmlns:a16="http://schemas.microsoft.com/office/drawing/2014/main" id="{D8CCEEF2-DAE5-4B3E-BCB6-859E83C5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23" y="73491"/>
            <a:ext cx="4182234" cy="2874264"/>
          </a:xfrm>
          <a:custGeom xmlns:a="http://schemas.openxmlformats.org/drawingml/2006/main">
            <a:pathLst>
              <a:path w="4182234" h="2874264">
                <a:moveTo>
                  <a:pt x="169" y="123519"/>
                </a:moveTo>
                <a:lnTo>
                  <a:pt x="675" y="116904"/>
                </a:lnTo>
                <a:lnTo>
                  <a:pt x="1498" y="110389"/>
                </a:lnTo>
                <a:lnTo>
                  <a:pt x="2648" y="103973"/>
                </a:lnTo>
                <a:lnTo>
                  <a:pt x="4096" y="97677"/>
                </a:lnTo>
                <a:lnTo>
                  <a:pt x="5851" y="91499"/>
                </a:lnTo>
                <a:lnTo>
                  <a:pt x="7904" y="85440"/>
                </a:lnTo>
                <a:lnTo>
                  <a:pt x="10234" y="79530"/>
                </a:lnTo>
                <a:lnTo>
                  <a:pt x="12842" y="73758"/>
                </a:lnTo>
                <a:lnTo>
                  <a:pt x="15718" y="68146"/>
                </a:lnTo>
                <a:lnTo>
                  <a:pt x="18851" y="62692"/>
                </a:lnTo>
                <a:lnTo>
                  <a:pt x="22243" y="57406"/>
                </a:lnTo>
                <a:lnTo>
                  <a:pt x="25872" y="52299"/>
                </a:lnTo>
                <a:lnTo>
                  <a:pt x="29739" y="47381"/>
                </a:lnTo>
                <a:lnTo>
                  <a:pt x="33825" y="42660"/>
                </a:lnTo>
                <a:lnTo>
                  <a:pt x="38138" y="38139"/>
                </a:lnTo>
                <a:lnTo>
                  <a:pt x="42660" y="33825"/>
                </a:lnTo>
                <a:lnTo>
                  <a:pt x="47381" y="29739"/>
                </a:lnTo>
                <a:lnTo>
                  <a:pt x="52299" y="25872"/>
                </a:lnTo>
                <a:lnTo>
                  <a:pt x="57406" y="22243"/>
                </a:lnTo>
                <a:lnTo>
                  <a:pt x="62691" y="18851"/>
                </a:lnTo>
                <a:lnTo>
                  <a:pt x="68146" y="15718"/>
                </a:lnTo>
                <a:lnTo>
                  <a:pt x="73758" y="12842"/>
                </a:lnTo>
                <a:lnTo>
                  <a:pt x="79530" y="10234"/>
                </a:lnTo>
                <a:lnTo>
                  <a:pt x="85440" y="7904"/>
                </a:lnTo>
                <a:lnTo>
                  <a:pt x="91499" y="5851"/>
                </a:lnTo>
                <a:lnTo>
                  <a:pt x="97676" y="4096"/>
                </a:lnTo>
                <a:lnTo>
                  <a:pt x="103983" y="2648"/>
                </a:lnTo>
                <a:lnTo>
                  <a:pt x="110389" y="1498"/>
                </a:lnTo>
                <a:lnTo>
                  <a:pt x="116904" y="675"/>
                </a:lnTo>
                <a:lnTo>
                  <a:pt x="123519" y="169"/>
                </a:lnTo>
                <a:lnTo>
                  <a:pt x="130153" y="0"/>
                </a:lnTo>
                <a:lnTo>
                  <a:pt x="4052082" y="0"/>
                </a:lnTo>
                <a:lnTo>
                  <a:pt x="4058716" y="169"/>
                </a:lnTo>
                <a:lnTo>
                  <a:pt x="4065330" y="675"/>
                </a:lnTo>
                <a:lnTo>
                  <a:pt x="4071845" y="1498"/>
                </a:lnTo>
                <a:lnTo>
                  <a:pt x="4078252" y="2648"/>
                </a:lnTo>
                <a:lnTo>
                  <a:pt x="4084558" y="4096"/>
                </a:lnTo>
                <a:lnTo>
                  <a:pt x="4090736" y="5851"/>
                </a:lnTo>
                <a:lnTo>
                  <a:pt x="4096795" y="7904"/>
                </a:lnTo>
                <a:lnTo>
                  <a:pt x="4102705" y="10234"/>
                </a:lnTo>
                <a:lnTo>
                  <a:pt x="4108476" y="12842"/>
                </a:lnTo>
                <a:lnTo>
                  <a:pt x="4114089" y="15718"/>
                </a:lnTo>
                <a:lnTo>
                  <a:pt x="4119543" y="18851"/>
                </a:lnTo>
                <a:lnTo>
                  <a:pt x="4124829" y="22243"/>
                </a:lnTo>
                <a:lnTo>
                  <a:pt x="4129936" y="25872"/>
                </a:lnTo>
                <a:lnTo>
                  <a:pt x="4134854" y="29739"/>
                </a:lnTo>
                <a:lnTo>
                  <a:pt x="4139574" y="33825"/>
                </a:lnTo>
                <a:lnTo>
                  <a:pt x="4144096" y="38139"/>
                </a:lnTo>
                <a:lnTo>
                  <a:pt x="4148410" y="42660"/>
                </a:lnTo>
                <a:lnTo>
                  <a:pt x="4152495" y="47381"/>
                </a:lnTo>
                <a:lnTo>
                  <a:pt x="4156363" y="52299"/>
                </a:lnTo>
                <a:lnTo>
                  <a:pt x="4159992" y="57406"/>
                </a:lnTo>
                <a:lnTo>
                  <a:pt x="4163384" y="62692"/>
                </a:lnTo>
                <a:lnTo>
                  <a:pt x="4166518" y="68146"/>
                </a:lnTo>
                <a:lnTo>
                  <a:pt x="4169393" y="73758"/>
                </a:lnTo>
                <a:lnTo>
                  <a:pt x="4172001" y="79530"/>
                </a:lnTo>
                <a:lnTo>
                  <a:pt x="4174331" y="85440"/>
                </a:lnTo>
                <a:lnTo>
                  <a:pt x="4176384" y="91499"/>
                </a:lnTo>
                <a:lnTo>
                  <a:pt x="4178139" y="97677"/>
                </a:lnTo>
                <a:lnTo>
                  <a:pt x="4179587" y="103973"/>
                </a:lnTo>
                <a:lnTo>
                  <a:pt x="4180737" y="110389"/>
                </a:lnTo>
                <a:lnTo>
                  <a:pt x="4181560" y="116904"/>
                </a:lnTo>
                <a:lnTo>
                  <a:pt x="4182066" y="123519"/>
                </a:lnTo>
                <a:lnTo>
                  <a:pt x="4182234" y="130153"/>
                </a:lnTo>
                <a:lnTo>
                  <a:pt x="4182234" y="2744111"/>
                </a:lnTo>
                <a:lnTo>
                  <a:pt x="4182066" y="2750745"/>
                </a:lnTo>
                <a:lnTo>
                  <a:pt x="4181560" y="2757360"/>
                </a:lnTo>
                <a:lnTo>
                  <a:pt x="4180737" y="2763875"/>
                </a:lnTo>
                <a:lnTo>
                  <a:pt x="4179587" y="2770281"/>
                </a:lnTo>
                <a:lnTo>
                  <a:pt x="4178139" y="2776587"/>
                </a:lnTo>
                <a:lnTo>
                  <a:pt x="4176384" y="2782765"/>
                </a:lnTo>
                <a:lnTo>
                  <a:pt x="4174331" y="2788824"/>
                </a:lnTo>
                <a:lnTo>
                  <a:pt x="4172001" y="2794734"/>
                </a:lnTo>
                <a:lnTo>
                  <a:pt x="4169393" y="2800506"/>
                </a:lnTo>
                <a:lnTo>
                  <a:pt x="4166518" y="2806118"/>
                </a:lnTo>
                <a:lnTo>
                  <a:pt x="4163384" y="2811572"/>
                </a:lnTo>
                <a:lnTo>
                  <a:pt x="4159992" y="2816857"/>
                </a:lnTo>
                <a:lnTo>
                  <a:pt x="4156363" y="2821965"/>
                </a:lnTo>
                <a:lnTo>
                  <a:pt x="4152495" y="2826883"/>
                </a:lnTo>
                <a:lnTo>
                  <a:pt x="4148410" y="2831603"/>
                </a:lnTo>
                <a:lnTo>
                  <a:pt x="4144096" y="2836125"/>
                </a:lnTo>
                <a:lnTo>
                  <a:pt x="4139574" y="2840439"/>
                </a:lnTo>
                <a:lnTo>
                  <a:pt x="4134854" y="2844525"/>
                </a:lnTo>
                <a:lnTo>
                  <a:pt x="4129936" y="2848392"/>
                </a:lnTo>
                <a:lnTo>
                  <a:pt x="4124829" y="2852021"/>
                </a:lnTo>
                <a:lnTo>
                  <a:pt x="4119543" y="2855413"/>
                </a:lnTo>
                <a:lnTo>
                  <a:pt x="4114089" y="2858546"/>
                </a:lnTo>
                <a:lnTo>
                  <a:pt x="4108476" y="2861422"/>
                </a:lnTo>
                <a:lnTo>
                  <a:pt x="4102705" y="2864030"/>
                </a:lnTo>
                <a:lnTo>
                  <a:pt x="4096795" y="2866360"/>
                </a:lnTo>
                <a:lnTo>
                  <a:pt x="4090736" y="2868413"/>
                </a:lnTo>
                <a:lnTo>
                  <a:pt x="4084558" y="2870168"/>
                </a:lnTo>
                <a:lnTo>
                  <a:pt x="4078252" y="2871616"/>
                </a:lnTo>
                <a:lnTo>
                  <a:pt x="4071845" y="2872766"/>
                </a:lnTo>
                <a:lnTo>
                  <a:pt x="4065330" y="2873589"/>
                </a:lnTo>
                <a:lnTo>
                  <a:pt x="4058716" y="2874095"/>
                </a:lnTo>
                <a:lnTo>
                  <a:pt x="4052082" y="2874264"/>
                </a:lnTo>
                <a:lnTo>
                  <a:pt x="130153" y="2874264"/>
                </a:lnTo>
                <a:lnTo>
                  <a:pt x="123519" y="2874095"/>
                </a:lnTo>
                <a:lnTo>
                  <a:pt x="116904" y="2873589"/>
                </a:lnTo>
                <a:lnTo>
                  <a:pt x="110389" y="2872766"/>
                </a:lnTo>
                <a:lnTo>
                  <a:pt x="103983" y="2871616"/>
                </a:lnTo>
                <a:lnTo>
                  <a:pt x="97676" y="2870168"/>
                </a:lnTo>
                <a:lnTo>
                  <a:pt x="91499" y="2868413"/>
                </a:lnTo>
                <a:lnTo>
                  <a:pt x="85440" y="2866360"/>
                </a:lnTo>
                <a:lnTo>
                  <a:pt x="79530" y="2864030"/>
                </a:lnTo>
                <a:lnTo>
                  <a:pt x="73758" y="2861422"/>
                </a:lnTo>
                <a:lnTo>
                  <a:pt x="68146" y="2858546"/>
                </a:lnTo>
                <a:lnTo>
                  <a:pt x="62691" y="2855413"/>
                </a:lnTo>
                <a:lnTo>
                  <a:pt x="57406" y="2852021"/>
                </a:lnTo>
                <a:lnTo>
                  <a:pt x="52299" y="2848392"/>
                </a:lnTo>
                <a:lnTo>
                  <a:pt x="47381" y="2844525"/>
                </a:lnTo>
                <a:lnTo>
                  <a:pt x="42660" y="2840439"/>
                </a:lnTo>
                <a:lnTo>
                  <a:pt x="38138" y="2836125"/>
                </a:lnTo>
                <a:lnTo>
                  <a:pt x="33825" y="2831603"/>
                </a:lnTo>
                <a:lnTo>
                  <a:pt x="29739" y="2826883"/>
                </a:lnTo>
                <a:lnTo>
                  <a:pt x="25872" y="2821965"/>
                </a:lnTo>
                <a:lnTo>
                  <a:pt x="22243" y="2816857"/>
                </a:lnTo>
                <a:lnTo>
                  <a:pt x="18851" y="2811572"/>
                </a:lnTo>
                <a:lnTo>
                  <a:pt x="15718" y="2806118"/>
                </a:lnTo>
                <a:lnTo>
                  <a:pt x="12842" y="2800506"/>
                </a:lnTo>
                <a:lnTo>
                  <a:pt x="10234" y="2794734"/>
                </a:lnTo>
                <a:lnTo>
                  <a:pt x="7904" y="2788824"/>
                </a:lnTo>
                <a:lnTo>
                  <a:pt x="5851" y="2782765"/>
                </a:lnTo>
                <a:lnTo>
                  <a:pt x="4096" y="2776587"/>
                </a:lnTo>
                <a:lnTo>
                  <a:pt x="2648" y="2770281"/>
                </a:lnTo>
                <a:lnTo>
                  <a:pt x="1498" y="2763875"/>
                </a:lnTo>
                <a:lnTo>
                  <a:pt x="675" y="2757360"/>
                </a:lnTo>
                <a:lnTo>
                  <a:pt x="169" y="2750745"/>
                </a:lnTo>
                <a:lnTo>
                  <a:pt x="0" y="2744111"/>
                </a:lnTo>
                <a:lnTo>
                  <a:pt x="0" y="130153"/>
                </a:lnTo>
                <a:lnTo>
                  <a:pt x="169" y="123519"/>
                </a:lnTo>
                <a:moveTo>
                  <a:pt x="9916" y="130341"/>
                </a:moveTo>
                <a:lnTo>
                  <a:pt x="9916" y="130212"/>
                </a:lnTo>
                <a:lnTo>
                  <a:pt x="9916" y="2744051"/>
                </a:lnTo>
                <a:lnTo>
                  <a:pt x="9916" y="2743923"/>
                </a:lnTo>
                <a:lnTo>
                  <a:pt x="10075" y="2750368"/>
                </a:lnTo>
                <a:lnTo>
                  <a:pt x="10065" y="2750120"/>
                </a:lnTo>
                <a:lnTo>
                  <a:pt x="10551" y="2756477"/>
                </a:lnTo>
                <a:lnTo>
                  <a:pt x="10521" y="2756229"/>
                </a:lnTo>
                <a:lnTo>
                  <a:pt x="11325" y="2762496"/>
                </a:lnTo>
                <a:lnTo>
                  <a:pt x="11285" y="2762248"/>
                </a:lnTo>
                <a:lnTo>
                  <a:pt x="12386" y="2768416"/>
                </a:lnTo>
                <a:lnTo>
                  <a:pt x="12336" y="2768178"/>
                </a:lnTo>
                <a:lnTo>
                  <a:pt x="13734" y="2774237"/>
                </a:lnTo>
                <a:lnTo>
                  <a:pt x="13675" y="2773999"/>
                </a:lnTo>
                <a:lnTo>
                  <a:pt x="15361" y="2779939"/>
                </a:lnTo>
                <a:lnTo>
                  <a:pt x="15291" y="2779711"/>
                </a:lnTo>
                <a:lnTo>
                  <a:pt x="17255" y="2785522"/>
                </a:lnTo>
                <a:lnTo>
                  <a:pt x="17175" y="2785294"/>
                </a:lnTo>
                <a:lnTo>
                  <a:pt x="19416" y="2790986"/>
                </a:lnTo>
                <a:lnTo>
                  <a:pt x="19317" y="2790758"/>
                </a:lnTo>
                <a:lnTo>
                  <a:pt x="21826" y="2796311"/>
                </a:lnTo>
                <a:lnTo>
                  <a:pt x="21727" y="2796093"/>
                </a:lnTo>
                <a:lnTo>
                  <a:pt x="24493" y="2801497"/>
                </a:lnTo>
                <a:lnTo>
                  <a:pt x="24375" y="2801279"/>
                </a:lnTo>
                <a:lnTo>
                  <a:pt x="27389" y="2806525"/>
                </a:lnTo>
                <a:lnTo>
                  <a:pt x="27270" y="2806326"/>
                </a:lnTo>
                <a:lnTo>
                  <a:pt x="30523" y="2811404"/>
                </a:lnTo>
                <a:lnTo>
                  <a:pt x="30394" y="2811205"/>
                </a:lnTo>
                <a:lnTo>
                  <a:pt x="33884" y="2816114"/>
                </a:lnTo>
                <a:lnTo>
                  <a:pt x="33746" y="2815926"/>
                </a:lnTo>
                <a:lnTo>
                  <a:pt x="37464" y="2820656"/>
                </a:lnTo>
                <a:lnTo>
                  <a:pt x="37305" y="2820477"/>
                </a:lnTo>
                <a:lnTo>
                  <a:pt x="41242" y="2825019"/>
                </a:lnTo>
                <a:lnTo>
                  <a:pt x="41084" y="2824850"/>
                </a:lnTo>
                <a:lnTo>
                  <a:pt x="45239" y="2829193"/>
                </a:lnTo>
                <a:lnTo>
                  <a:pt x="45070" y="2829025"/>
                </a:lnTo>
                <a:lnTo>
                  <a:pt x="49413" y="2833180"/>
                </a:lnTo>
                <a:lnTo>
                  <a:pt x="49245" y="2833022"/>
                </a:lnTo>
                <a:lnTo>
                  <a:pt x="53787" y="2836958"/>
                </a:lnTo>
                <a:lnTo>
                  <a:pt x="53608" y="2836799"/>
                </a:lnTo>
                <a:lnTo>
                  <a:pt x="58338" y="2840518"/>
                </a:lnTo>
                <a:lnTo>
                  <a:pt x="58150" y="2840379"/>
                </a:lnTo>
                <a:lnTo>
                  <a:pt x="63059" y="2843870"/>
                </a:lnTo>
                <a:lnTo>
                  <a:pt x="62860" y="2843741"/>
                </a:lnTo>
                <a:lnTo>
                  <a:pt x="67937" y="2846993"/>
                </a:lnTo>
                <a:lnTo>
                  <a:pt x="67739" y="2846875"/>
                </a:lnTo>
                <a:lnTo>
                  <a:pt x="72985" y="2849889"/>
                </a:lnTo>
                <a:lnTo>
                  <a:pt x="72766" y="2849770"/>
                </a:lnTo>
                <a:lnTo>
                  <a:pt x="78171" y="2852537"/>
                </a:lnTo>
                <a:lnTo>
                  <a:pt x="77953" y="2852438"/>
                </a:lnTo>
                <a:lnTo>
                  <a:pt x="83506" y="2854946"/>
                </a:lnTo>
                <a:lnTo>
                  <a:pt x="83278" y="2854847"/>
                </a:lnTo>
                <a:lnTo>
                  <a:pt x="88970" y="2857089"/>
                </a:lnTo>
                <a:lnTo>
                  <a:pt x="88742" y="2857009"/>
                </a:lnTo>
                <a:lnTo>
                  <a:pt x="94553" y="2858973"/>
                </a:lnTo>
                <a:lnTo>
                  <a:pt x="94325" y="2858903"/>
                </a:lnTo>
                <a:lnTo>
                  <a:pt x="100265" y="2860589"/>
                </a:lnTo>
                <a:lnTo>
                  <a:pt x="100026" y="2860529"/>
                </a:lnTo>
                <a:lnTo>
                  <a:pt x="106085" y="2861928"/>
                </a:lnTo>
                <a:lnTo>
                  <a:pt x="105848" y="2861878"/>
                </a:lnTo>
                <a:lnTo>
                  <a:pt x="112016" y="2862979"/>
                </a:lnTo>
                <a:lnTo>
                  <a:pt x="111768" y="2862939"/>
                </a:lnTo>
                <a:lnTo>
                  <a:pt x="118035" y="2863742"/>
                </a:lnTo>
                <a:lnTo>
                  <a:pt x="117787" y="2863713"/>
                </a:lnTo>
                <a:lnTo>
                  <a:pt x="124143" y="2864198"/>
                </a:lnTo>
                <a:lnTo>
                  <a:pt x="123895" y="2864189"/>
                </a:lnTo>
                <a:lnTo>
                  <a:pt x="130341" y="2864347"/>
                </a:lnTo>
                <a:lnTo>
                  <a:pt x="130212" y="2864347"/>
                </a:lnTo>
                <a:lnTo>
                  <a:pt x="4052022" y="2864347"/>
                </a:lnTo>
                <a:lnTo>
                  <a:pt x="4051894" y="2864347"/>
                </a:lnTo>
                <a:lnTo>
                  <a:pt x="4058339" y="2864189"/>
                </a:lnTo>
                <a:lnTo>
                  <a:pt x="4058091" y="2864198"/>
                </a:lnTo>
                <a:lnTo>
                  <a:pt x="4064448" y="2863713"/>
                </a:lnTo>
                <a:lnTo>
                  <a:pt x="4064200" y="2863742"/>
                </a:lnTo>
                <a:lnTo>
                  <a:pt x="4070467" y="2862939"/>
                </a:lnTo>
                <a:lnTo>
                  <a:pt x="4070219" y="2862979"/>
                </a:lnTo>
                <a:lnTo>
                  <a:pt x="4076387" y="2861878"/>
                </a:lnTo>
                <a:lnTo>
                  <a:pt x="4076149" y="2861928"/>
                </a:lnTo>
                <a:lnTo>
                  <a:pt x="4082208" y="2860529"/>
                </a:lnTo>
                <a:lnTo>
                  <a:pt x="4081970" y="2860589"/>
                </a:lnTo>
                <a:lnTo>
                  <a:pt x="4087910" y="2858903"/>
                </a:lnTo>
                <a:lnTo>
                  <a:pt x="4087682" y="2858973"/>
                </a:lnTo>
                <a:lnTo>
                  <a:pt x="4093493" y="2857009"/>
                </a:lnTo>
                <a:lnTo>
                  <a:pt x="4093265" y="2857089"/>
                </a:lnTo>
                <a:lnTo>
                  <a:pt x="4098957" y="2854847"/>
                </a:lnTo>
                <a:lnTo>
                  <a:pt x="4098728" y="2854946"/>
                </a:lnTo>
                <a:lnTo>
                  <a:pt x="4104282" y="2852438"/>
                </a:lnTo>
                <a:lnTo>
                  <a:pt x="4104064" y="2852537"/>
                </a:lnTo>
                <a:lnTo>
                  <a:pt x="4109468" y="2849770"/>
                </a:lnTo>
                <a:lnTo>
                  <a:pt x="4109250" y="2849889"/>
                </a:lnTo>
                <a:lnTo>
                  <a:pt x="4114495" y="2846875"/>
                </a:lnTo>
                <a:lnTo>
                  <a:pt x="4114297" y="2846993"/>
                </a:lnTo>
                <a:lnTo>
                  <a:pt x="4119374" y="2843741"/>
                </a:lnTo>
                <a:lnTo>
                  <a:pt x="4119176" y="2843870"/>
                </a:lnTo>
                <a:lnTo>
                  <a:pt x="4124084" y="2840379"/>
                </a:lnTo>
                <a:lnTo>
                  <a:pt x="4123897" y="2840518"/>
                </a:lnTo>
                <a:lnTo>
                  <a:pt x="4128627" y="2836799"/>
                </a:lnTo>
                <a:lnTo>
                  <a:pt x="4128448" y="2836958"/>
                </a:lnTo>
                <a:lnTo>
                  <a:pt x="4132989" y="2833022"/>
                </a:lnTo>
                <a:lnTo>
                  <a:pt x="4132821" y="2833180"/>
                </a:lnTo>
                <a:lnTo>
                  <a:pt x="4137165" y="2829025"/>
                </a:lnTo>
                <a:lnTo>
                  <a:pt x="4136996" y="2829193"/>
                </a:lnTo>
                <a:lnTo>
                  <a:pt x="4141151" y="2824850"/>
                </a:lnTo>
                <a:lnTo>
                  <a:pt x="4140992" y="2825019"/>
                </a:lnTo>
                <a:lnTo>
                  <a:pt x="4144929" y="2820477"/>
                </a:lnTo>
                <a:lnTo>
                  <a:pt x="4144771" y="2820656"/>
                </a:lnTo>
                <a:lnTo>
                  <a:pt x="4148489" y="2815926"/>
                </a:lnTo>
                <a:lnTo>
                  <a:pt x="4148350" y="2816114"/>
                </a:lnTo>
                <a:lnTo>
                  <a:pt x="4151840" y="2811205"/>
                </a:lnTo>
                <a:lnTo>
                  <a:pt x="4151712" y="2811404"/>
                </a:lnTo>
                <a:lnTo>
                  <a:pt x="4154964" y="2806326"/>
                </a:lnTo>
                <a:lnTo>
                  <a:pt x="4154845" y="2806525"/>
                </a:lnTo>
                <a:lnTo>
                  <a:pt x="4157860" y="2801279"/>
                </a:lnTo>
                <a:lnTo>
                  <a:pt x="4157741" y="2801497"/>
                </a:lnTo>
                <a:lnTo>
                  <a:pt x="4160508" y="2796093"/>
                </a:lnTo>
                <a:lnTo>
                  <a:pt x="4160408" y="2796311"/>
                </a:lnTo>
                <a:lnTo>
                  <a:pt x="4162917" y="2790758"/>
                </a:lnTo>
                <a:lnTo>
                  <a:pt x="4162818" y="2790986"/>
                </a:lnTo>
                <a:lnTo>
                  <a:pt x="4165060" y="2785294"/>
                </a:lnTo>
                <a:lnTo>
                  <a:pt x="4164979" y="2785522"/>
                </a:lnTo>
                <a:lnTo>
                  <a:pt x="4166943" y="2779711"/>
                </a:lnTo>
                <a:lnTo>
                  <a:pt x="4166874" y="2779939"/>
                </a:lnTo>
                <a:lnTo>
                  <a:pt x="4168560" y="2773999"/>
                </a:lnTo>
                <a:lnTo>
                  <a:pt x="4168501" y="2774237"/>
                </a:lnTo>
                <a:lnTo>
                  <a:pt x="4169899" y="2768178"/>
                </a:lnTo>
                <a:lnTo>
                  <a:pt x="4169849" y="2768416"/>
                </a:lnTo>
                <a:lnTo>
                  <a:pt x="4170949" y="2762248"/>
                </a:lnTo>
                <a:lnTo>
                  <a:pt x="4170910" y="2762496"/>
                </a:lnTo>
                <a:lnTo>
                  <a:pt x="4171713" y="2756229"/>
                </a:lnTo>
                <a:lnTo>
                  <a:pt x="4171684" y="2756477"/>
                </a:lnTo>
                <a:lnTo>
                  <a:pt x="4172170" y="2750120"/>
                </a:lnTo>
                <a:lnTo>
                  <a:pt x="4172160" y="2750368"/>
                </a:lnTo>
                <a:lnTo>
                  <a:pt x="4172318" y="2743923"/>
                </a:lnTo>
                <a:lnTo>
                  <a:pt x="4172318" y="2744051"/>
                </a:lnTo>
                <a:lnTo>
                  <a:pt x="4172318" y="130212"/>
                </a:lnTo>
                <a:lnTo>
                  <a:pt x="4172318" y="130341"/>
                </a:lnTo>
                <a:lnTo>
                  <a:pt x="4172160" y="123895"/>
                </a:lnTo>
                <a:lnTo>
                  <a:pt x="4172170" y="124143"/>
                </a:lnTo>
                <a:lnTo>
                  <a:pt x="4171684" y="117787"/>
                </a:lnTo>
                <a:lnTo>
                  <a:pt x="4171713" y="118035"/>
                </a:lnTo>
                <a:lnTo>
                  <a:pt x="4170910" y="111768"/>
                </a:lnTo>
                <a:lnTo>
                  <a:pt x="4170949" y="112016"/>
                </a:lnTo>
                <a:lnTo>
                  <a:pt x="4169849" y="105848"/>
                </a:lnTo>
                <a:lnTo>
                  <a:pt x="4169899" y="106086"/>
                </a:lnTo>
                <a:lnTo>
                  <a:pt x="4168501" y="100027"/>
                </a:lnTo>
                <a:lnTo>
                  <a:pt x="4168560" y="100265"/>
                </a:lnTo>
                <a:lnTo>
                  <a:pt x="4166874" y="94325"/>
                </a:lnTo>
                <a:lnTo>
                  <a:pt x="4166943" y="94553"/>
                </a:lnTo>
                <a:lnTo>
                  <a:pt x="4164979" y="88742"/>
                </a:lnTo>
                <a:lnTo>
                  <a:pt x="4165060" y="88970"/>
                </a:lnTo>
                <a:lnTo>
                  <a:pt x="4162818" y="83278"/>
                </a:lnTo>
                <a:lnTo>
                  <a:pt x="4162917" y="83506"/>
                </a:lnTo>
                <a:lnTo>
                  <a:pt x="4160408" y="77953"/>
                </a:lnTo>
                <a:lnTo>
                  <a:pt x="4160508" y="78171"/>
                </a:lnTo>
                <a:lnTo>
                  <a:pt x="4157741" y="72767"/>
                </a:lnTo>
                <a:lnTo>
                  <a:pt x="4157860" y="72985"/>
                </a:lnTo>
                <a:lnTo>
                  <a:pt x="4154845" y="67739"/>
                </a:lnTo>
                <a:lnTo>
                  <a:pt x="4154964" y="67937"/>
                </a:lnTo>
                <a:lnTo>
                  <a:pt x="4151712" y="62860"/>
                </a:lnTo>
                <a:lnTo>
                  <a:pt x="4151840" y="63059"/>
                </a:lnTo>
                <a:lnTo>
                  <a:pt x="4148350" y="58150"/>
                </a:lnTo>
                <a:lnTo>
                  <a:pt x="4148489" y="58338"/>
                </a:lnTo>
                <a:lnTo>
                  <a:pt x="4144771" y="53608"/>
                </a:lnTo>
                <a:lnTo>
                  <a:pt x="4144929" y="53787"/>
                </a:lnTo>
                <a:lnTo>
                  <a:pt x="4140992" y="49245"/>
                </a:lnTo>
                <a:lnTo>
                  <a:pt x="4141151" y="49413"/>
                </a:lnTo>
                <a:lnTo>
                  <a:pt x="4136996" y="45070"/>
                </a:lnTo>
                <a:lnTo>
                  <a:pt x="4137165" y="45239"/>
                </a:lnTo>
                <a:lnTo>
                  <a:pt x="4132821" y="41084"/>
                </a:lnTo>
                <a:lnTo>
                  <a:pt x="4132989" y="41242"/>
                </a:lnTo>
                <a:lnTo>
                  <a:pt x="4128448" y="37306"/>
                </a:lnTo>
                <a:lnTo>
                  <a:pt x="4128627" y="37464"/>
                </a:lnTo>
                <a:lnTo>
                  <a:pt x="4123897" y="33746"/>
                </a:lnTo>
                <a:lnTo>
                  <a:pt x="4124084" y="33884"/>
                </a:lnTo>
                <a:lnTo>
                  <a:pt x="4119176" y="30394"/>
                </a:lnTo>
                <a:lnTo>
                  <a:pt x="4119374" y="30523"/>
                </a:lnTo>
                <a:lnTo>
                  <a:pt x="4114297" y="27270"/>
                </a:lnTo>
                <a:lnTo>
                  <a:pt x="4114495" y="27389"/>
                </a:lnTo>
                <a:lnTo>
                  <a:pt x="4109250" y="24375"/>
                </a:lnTo>
                <a:lnTo>
                  <a:pt x="4109468" y="24494"/>
                </a:lnTo>
                <a:lnTo>
                  <a:pt x="4104064" y="21727"/>
                </a:lnTo>
                <a:lnTo>
                  <a:pt x="4104282" y="21826"/>
                </a:lnTo>
                <a:lnTo>
                  <a:pt x="4098728" y="19317"/>
                </a:lnTo>
                <a:lnTo>
                  <a:pt x="4098957" y="19416"/>
                </a:lnTo>
                <a:lnTo>
                  <a:pt x="4093265" y="17175"/>
                </a:lnTo>
                <a:lnTo>
                  <a:pt x="4093493" y="17255"/>
                </a:lnTo>
                <a:lnTo>
                  <a:pt x="4087682" y="15281"/>
                </a:lnTo>
                <a:lnTo>
                  <a:pt x="4087910" y="15361"/>
                </a:lnTo>
                <a:lnTo>
                  <a:pt x="4081970" y="13675"/>
                </a:lnTo>
                <a:lnTo>
                  <a:pt x="4082208" y="13734"/>
                </a:lnTo>
                <a:lnTo>
                  <a:pt x="4076149" y="12336"/>
                </a:lnTo>
                <a:lnTo>
                  <a:pt x="4076387" y="12386"/>
                </a:lnTo>
                <a:lnTo>
                  <a:pt x="4070219" y="11285"/>
                </a:lnTo>
                <a:lnTo>
                  <a:pt x="4070467" y="11325"/>
                </a:lnTo>
                <a:lnTo>
                  <a:pt x="4064200" y="10521"/>
                </a:lnTo>
                <a:lnTo>
                  <a:pt x="4064448" y="10551"/>
                </a:lnTo>
                <a:lnTo>
                  <a:pt x="4058091" y="10065"/>
                </a:lnTo>
                <a:lnTo>
                  <a:pt x="4058339" y="10075"/>
                </a:lnTo>
                <a:lnTo>
                  <a:pt x="4051894" y="9916"/>
                </a:lnTo>
                <a:lnTo>
                  <a:pt x="4052022" y="9916"/>
                </a:lnTo>
                <a:lnTo>
                  <a:pt x="130212" y="9916"/>
                </a:lnTo>
                <a:lnTo>
                  <a:pt x="130341" y="9916"/>
                </a:lnTo>
                <a:lnTo>
                  <a:pt x="123895" y="10075"/>
                </a:lnTo>
                <a:lnTo>
                  <a:pt x="124143" y="10065"/>
                </a:lnTo>
                <a:lnTo>
                  <a:pt x="117787" y="10551"/>
                </a:lnTo>
                <a:lnTo>
                  <a:pt x="118035" y="10521"/>
                </a:lnTo>
                <a:lnTo>
                  <a:pt x="111768" y="11325"/>
                </a:lnTo>
                <a:lnTo>
                  <a:pt x="112016" y="11285"/>
                </a:lnTo>
                <a:lnTo>
                  <a:pt x="105848" y="12386"/>
                </a:lnTo>
                <a:lnTo>
                  <a:pt x="106085" y="12336"/>
                </a:lnTo>
                <a:lnTo>
                  <a:pt x="100026" y="13734"/>
                </a:lnTo>
                <a:lnTo>
                  <a:pt x="100265" y="13675"/>
                </a:lnTo>
                <a:lnTo>
                  <a:pt x="94325" y="15361"/>
                </a:lnTo>
                <a:lnTo>
                  <a:pt x="94553" y="15281"/>
                </a:lnTo>
                <a:lnTo>
                  <a:pt x="88742" y="17255"/>
                </a:lnTo>
                <a:lnTo>
                  <a:pt x="88970" y="17175"/>
                </a:lnTo>
                <a:lnTo>
                  <a:pt x="83278" y="19416"/>
                </a:lnTo>
                <a:lnTo>
                  <a:pt x="83506" y="19317"/>
                </a:lnTo>
                <a:lnTo>
                  <a:pt x="77953" y="21826"/>
                </a:lnTo>
                <a:lnTo>
                  <a:pt x="78171" y="21727"/>
                </a:lnTo>
                <a:lnTo>
                  <a:pt x="72766" y="24494"/>
                </a:lnTo>
                <a:lnTo>
                  <a:pt x="72985" y="24375"/>
                </a:lnTo>
                <a:lnTo>
                  <a:pt x="67739" y="27389"/>
                </a:lnTo>
                <a:lnTo>
                  <a:pt x="67937" y="27270"/>
                </a:lnTo>
                <a:lnTo>
                  <a:pt x="62860" y="30523"/>
                </a:lnTo>
                <a:lnTo>
                  <a:pt x="63059" y="30394"/>
                </a:lnTo>
                <a:lnTo>
                  <a:pt x="58150" y="33884"/>
                </a:lnTo>
                <a:lnTo>
                  <a:pt x="58338" y="33746"/>
                </a:lnTo>
                <a:lnTo>
                  <a:pt x="53608" y="37464"/>
                </a:lnTo>
                <a:lnTo>
                  <a:pt x="53787" y="37306"/>
                </a:lnTo>
                <a:lnTo>
                  <a:pt x="49245" y="41242"/>
                </a:lnTo>
                <a:lnTo>
                  <a:pt x="49413" y="41084"/>
                </a:lnTo>
                <a:lnTo>
                  <a:pt x="45070" y="45239"/>
                </a:lnTo>
                <a:lnTo>
                  <a:pt x="45239" y="45070"/>
                </a:lnTo>
                <a:lnTo>
                  <a:pt x="41084" y="49413"/>
                </a:lnTo>
                <a:lnTo>
                  <a:pt x="41242" y="49245"/>
                </a:lnTo>
                <a:lnTo>
                  <a:pt x="37305" y="53787"/>
                </a:lnTo>
                <a:lnTo>
                  <a:pt x="37464" y="53608"/>
                </a:lnTo>
                <a:lnTo>
                  <a:pt x="33746" y="58338"/>
                </a:lnTo>
                <a:lnTo>
                  <a:pt x="33884" y="58150"/>
                </a:lnTo>
                <a:lnTo>
                  <a:pt x="30394" y="63059"/>
                </a:lnTo>
                <a:lnTo>
                  <a:pt x="30523" y="62860"/>
                </a:lnTo>
                <a:lnTo>
                  <a:pt x="27270" y="67937"/>
                </a:lnTo>
                <a:lnTo>
                  <a:pt x="27389" y="67739"/>
                </a:lnTo>
                <a:lnTo>
                  <a:pt x="24375" y="72985"/>
                </a:lnTo>
                <a:lnTo>
                  <a:pt x="24493" y="72767"/>
                </a:lnTo>
                <a:lnTo>
                  <a:pt x="21727" y="78171"/>
                </a:lnTo>
                <a:lnTo>
                  <a:pt x="21826" y="77953"/>
                </a:lnTo>
                <a:lnTo>
                  <a:pt x="19317" y="83506"/>
                </a:lnTo>
                <a:lnTo>
                  <a:pt x="19416" y="83278"/>
                </a:lnTo>
                <a:lnTo>
                  <a:pt x="17175" y="88970"/>
                </a:lnTo>
                <a:lnTo>
                  <a:pt x="17255" y="88742"/>
                </a:lnTo>
                <a:lnTo>
                  <a:pt x="15291" y="94553"/>
                </a:lnTo>
                <a:lnTo>
                  <a:pt x="15361" y="94325"/>
                </a:lnTo>
                <a:lnTo>
                  <a:pt x="13675" y="100265"/>
                </a:lnTo>
                <a:lnTo>
                  <a:pt x="13734" y="100027"/>
                </a:lnTo>
                <a:lnTo>
                  <a:pt x="12336" y="106086"/>
                </a:lnTo>
                <a:lnTo>
                  <a:pt x="12386" y="105848"/>
                </a:lnTo>
                <a:lnTo>
                  <a:pt x="11285" y="112016"/>
                </a:lnTo>
                <a:lnTo>
                  <a:pt x="11325" y="111768"/>
                </a:lnTo>
                <a:lnTo>
                  <a:pt x="10521" y="118035"/>
                </a:lnTo>
                <a:lnTo>
                  <a:pt x="10551" y="117787"/>
                </a:lnTo>
                <a:lnTo>
                  <a:pt x="10065" y="124143"/>
                </a:lnTo>
                <a:lnTo>
                  <a:pt x="10075" y="123895"/>
                </a:lnTo>
                <a:lnTo>
                  <a:pt x="9916" y="130341"/>
                </a:lnTo>
              </a:path>
            </a:pathLst>
          </a:custGeom>
          <a:solidFill xmlns:a="http://schemas.openxmlformats.org/drawingml/2006/main">
            <a:srgbClr val="DAF1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FD56ACA9-CBBA-41A6-B039-FABE8663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514" y="207343"/>
            <a:ext cx="3713333" cy="178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05" b="1" i="0">
                <a:solidFill>
                  <a:srgbClr val="0F46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5" b="1" i="0">
                <a:solidFill>
                  <a:srgbClr val="0F4682"/>
                </a:solidFill>
                <a:latin typeface="Arial"/>
                <a:ea typeface="Arial"/>
                <a:cs typeface="Arial"/>
              </a:defRPr>
            </a:pPr>
            <a:r>
              <a:rPr sz="1405" b="1" i="0">
                <a:solidFill>
                  <a:srgbClr val="0F4682"/>
                </a:solidFill>
                <a:latin typeface="Arial"/>
                <a:ea typeface="Arial"/>
                <a:cs typeface="Arial"/>
              </a:rPr>
              <a:t>VLM-based Description to Scene Gen</a:t>
            </a:r>
          </a:p>
        </p:txBody>
      </p:sp>
      <p:sp>
        <p:nvSpPr>
          <p:cNvPr id="10" name="pdf-path-10">
            <a:extLst xmlns:a="http://schemas.openxmlformats.org/drawingml/2006/main">
              <a:ext uri="{FF2B5EF4-FFF2-40B4-BE49-F238E27FC236}">
                <a16:creationId xmlns:a16="http://schemas.microsoft.com/office/drawing/2014/main" id="{BE11A479-CE2F-4AFE-8B73-BE32F0F6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10" y="527959"/>
            <a:ext cx="1037948" cy="2335903"/>
          </a:xfrm>
          <a:custGeom xmlns:a="http://schemas.openxmlformats.org/drawingml/2006/main">
            <a:pathLst>
              <a:path w="1037948" h="2335903">
                <a:moveTo>
                  <a:pt x="0" y="173735"/>
                </a:moveTo>
                <a:cubicBezTo>
                  <a:pt x="198" y="77636"/>
                  <a:pt x="77635" y="198"/>
                  <a:pt x="173735" y="0"/>
                </a:cubicBezTo>
                <a:lnTo>
                  <a:pt x="865105" y="0"/>
                </a:lnTo>
                <a:cubicBezTo>
                  <a:pt x="960511" y="198"/>
                  <a:pt x="1037948" y="77636"/>
                  <a:pt x="1037650" y="173735"/>
                </a:cubicBezTo>
                <a:lnTo>
                  <a:pt x="1037650" y="2162168"/>
                </a:lnTo>
                <a:cubicBezTo>
                  <a:pt x="1037948" y="2258070"/>
                  <a:pt x="960511" y="2335506"/>
                  <a:pt x="865105" y="2335903"/>
                </a:cubicBezTo>
                <a:lnTo>
                  <a:pt x="173735" y="2335903"/>
                </a:lnTo>
                <a:cubicBezTo>
                  <a:pt x="77635" y="2335506"/>
                  <a:pt x="198" y="2258070"/>
                  <a:pt x="0" y="2162168"/>
                </a:cubicBezTo>
                <a:lnTo>
                  <a:pt x="0" y="173735"/>
                </a:lnTo>
              </a:path>
            </a:pathLst>
          </a:custGeom>
          <a:solidFill xmlns:a="http://schemas.openxmlformats.org/drawingml/2006/main">
            <a:srgbClr val="F4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1">
            <a:extLst xmlns:a="http://schemas.openxmlformats.org/drawingml/2006/main">
              <a:ext uri="{FF2B5EF4-FFF2-40B4-BE49-F238E27FC236}">
                <a16:creationId xmlns:a16="http://schemas.microsoft.com/office/drawing/2014/main" id="{4AC43F25-7BBF-4A77-B35C-1000AD84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50" y="523199"/>
            <a:ext cx="1047666" cy="2345225"/>
          </a:xfrm>
          <a:custGeom xmlns:a="http://schemas.openxmlformats.org/drawingml/2006/main">
            <a:pathLst>
              <a:path w="1047666" h="2345225">
                <a:moveTo>
                  <a:pt x="59" y="173329"/>
                </a:moveTo>
                <a:lnTo>
                  <a:pt x="228" y="168767"/>
                </a:lnTo>
                <a:lnTo>
                  <a:pt x="516" y="164235"/>
                </a:lnTo>
                <a:lnTo>
                  <a:pt x="922" y="159733"/>
                </a:lnTo>
                <a:lnTo>
                  <a:pt x="1428" y="155261"/>
                </a:lnTo>
                <a:lnTo>
                  <a:pt x="2053" y="150828"/>
                </a:lnTo>
                <a:lnTo>
                  <a:pt x="2777" y="146435"/>
                </a:lnTo>
                <a:lnTo>
                  <a:pt x="3619" y="142042"/>
                </a:lnTo>
                <a:lnTo>
                  <a:pt x="5603" y="133455"/>
                </a:lnTo>
                <a:lnTo>
                  <a:pt x="8002" y="125016"/>
                </a:lnTo>
                <a:lnTo>
                  <a:pt x="10799" y="116746"/>
                </a:lnTo>
                <a:lnTo>
                  <a:pt x="13982" y="108664"/>
                </a:lnTo>
                <a:lnTo>
                  <a:pt x="17542" y="100780"/>
                </a:lnTo>
                <a:lnTo>
                  <a:pt x="21479" y="93105"/>
                </a:lnTo>
                <a:lnTo>
                  <a:pt x="25763" y="85658"/>
                </a:lnTo>
                <a:lnTo>
                  <a:pt x="30384" y="78439"/>
                </a:lnTo>
                <a:lnTo>
                  <a:pt x="35352" y="71467"/>
                </a:lnTo>
                <a:lnTo>
                  <a:pt x="40627" y="64744"/>
                </a:lnTo>
                <a:lnTo>
                  <a:pt x="46220" y="58289"/>
                </a:lnTo>
                <a:lnTo>
                  <a:pt x="52110" y="52111"/>
                </a:lnTo>
                <a:lnTo>
                  <a:pt x="58288" y="46220"/>
                </a:lnTo>
                <a:lnTo>
                  <a:pt x="64744" y="40627"/>
                </a:lnTo>
                <a:lnTo>
                  <a:pt x="71467" y="35352"/>
                </a:lnTo>
                <a:lnTo>
                  <a:pt x="78439" y="30384"/>
                </a:lnTo>
                <a:lnTo>
                  <a:pt x="85658" y="25763"/>
                </a:lnTo>
                <a:lnTo>
                  <a:pt x="93105" y="21479"/>
                </a:lnTo>
                <a:lnTo>
                  <a:pt x="100780" y="17542"/>
                </a:lnTo>
                <a:lnTo>
                  <a:pt x="108664" y="13982"/>
                </a:lnTo>
                <a:lnTo>
                  <a:pt x="116746" y="10799"/>
                </a:lnTo>
                <a:lnTo>
                  <a:pt x="125016" y="8003"/>
                </a:lnTo>
                <a:lnTo>
                  <a:pt x="133455" y="5603"/>
                </a:lnTo>
                <a:lnTo>
                  <a:pt x="142042" y="3620"/>
                </a:lnTo>
                <a:lnTo>
                  <a:pt x="146435" y="2777"/>
                </a:lnTo>
                <a:lnTo>
                  <a:pt x="150828" y="2053"/>
                </a:lnTo>
                <a:lnTo>
                  <a:pt x="155261" y="1428"/>
                </a:lnTo>
                <a:lnTo>
                  <a:pt x="159733" y="922"/>
                </a:lnTo>
                <a:lnTo>
                  <a:pt x="164235" y="516"/>
                </a:lnTo>
                <a:lnTo>
                  <a:pt x="168767" y="228"/>
                </a:lnTo>
                <a:lnTo>
                  <a:pt x="173328" y="60"/>
                </a:lnTo>
                <a:lnTo>
                  <a:pt x="177890" y="0"/>
                </a:lnTo>
                <a:lnTo>
                  <a:pt x="869776" y="0"/>
                </a:lnTo>
                <a:lnTo>
                  <a:pt x="874337" y="60"/>
                </a:lnTo>
                <a:lnTo>
                  <a:pt x="878899" y="228"/>
                </a:lnTo>
                <a:lnTo>
                  <a:pt x="883431" y="516"/>
                </a:lnTo>
                <a:lnTo>
                  <a:pt x="887933" y="922"/>
                </a:lnTo>
                <a:lnTo>
                  <a:pt x="892395" y="1428"/>
                </a:lnTo>
                <a:lnTo>
                  <a:pt x="896838" y="2053"/>
                </a:lnTo>
                <a:lnTo>
                  <a:pt x="901230" y="2777"/>
                </a:lnTo>
                <a:lnTo>
                  <a:pt x="905623" y="3620"/>
                </a:lnTo>
                <a:lnTo>
                  <a:pt x="914211" y="5603"/>
                </a:lnTo>
                <a:lnTo>
                  <a:pt x="922650" y="8003"/>
                </a:lnTo>
                <a:lnTo>
                  <a:pt x="930920" y="10799"/>
                </a:lnTo>
                <a:lnTo>
                  <a:pt x="939002" y="13982"/>
                </a:lnTo>
                <a:lnTo>
                  <a:pt x="946886" y="17542"/>
                </a:lnTo>
                <a:lnTo>
                  <a:pt x="954561" y="21479"/>
                </a:lnTo>
                <a:lnTo>
                  <a:pt x="962008" y="25763"/>
                </a:lnTo>
                <a:lnTo>
                  <a:pt x="969227" y="30384"/>
                </a:lnTo>
                <a:lnTo>
                  <a:pt x="976198" y="35352"/>
                </a:lnTo>
                <a:lnTo>
                  <a:pt x="982922" y="40627"/>
                </a:lnTo>
                <a:lnTo>
                  <a:pt x="989378" y="46220"/>
                </a:lnTo>
                <a:lnTo>
                  <a:pt x="995555" y="52111"/>
                </a:lnTo>
                <a:lnTo>
                  <a:pt x="1001446" y="58289"/>
                </a:lnTo>
                <a:lnTo>
                  <a:pt x="1007038" y="64744"/>
                </a:lnTo>
                <a:lnTo>
                  <a:pt x="1012314" y="71467"/>
                </a:lnTo>
                <a:lnTo>
                  <a:pt x="1017282" y="78439"/>
                </a:lnTo>
                <a:lnTo>
                  <a:pt x="1021903" y="85658"/>
                </a:lnTo>
                <a:lnTo>
                  <a:pt x="1026187" y="93105"/>
                </a:lnTo>
                <a:lnTo>
                  <a:pt x="1030124" y="100780"/>
                </a:lnTo>
                <a:lnTo>
                  <a:pt x="1033684" y="108664"/>
                </a:lnTo>
                <a:lnTo>
                  <a:pt x="1036867" y="116746"/>
                </a:lnTo>
                <a:lnTo>
                  <a:pt x="1039663" y="125016"/>
                </a:lnTo>
                <a:lnTo>
                  <a:pt x="1042063" y="133455"/>
                </a:lnTo>
                <a:lnTo>
                  <a:pt x="1044047" y="142042"/>
                </a:lnTo>
                <a:lnTo>
                  <a:pt x="1044889" y="146435"/>
                </a:lnTo>
                <a:lnTo>
                  <a:pt x="1045613" y="150828"/>
                </a:lnTo>
                <a:lnTo>
                  <a:pt x="1046238" y="155261"/>
                </a:lnTo>
                <a:lnTo>
                  <a:pt x="1046744" y="159733"/>
                </a:lnTo>
                <a:lnTo>
                  <a:pt x="1047150" y="164235"/>
                </a:lnTo>
                <a:lnTo>
                  <a:pt x="1047438" y="168767"/>
                </a:lnTo>
                <a:lnTo>
                  <a:pt x="1047606" y="173329"/>
                </a:lnTo>
                <a:lnTo>
                  <a:pt x="1047666" y="177890"/>
                </a:lnTo>
                <a:lnTo>
                  <a:pt x="1047666" y="2167335"/>
                </a:lnTo>
                <a:lnTo>
                  <a:pt x="1047606" y="2171896"/>
                </a:lnTo>
                <a:lnTo>
                  <a:pt x="1047438" y="2176457"/>
                </a:lnTo>
                <a:lnTo>
                  <a:pt x="1047150" y="2180989"/>
                </a:lnTo>
                <a:lnTo>
                  <a:pt x="1046744" y="2185491"/>
                </a:lnTo>
                <a:lnTo>
                  <a:pt x="1046238" y="2189954"/>
                </a:lnTo>
                <a:lnTo>
                  <a:pt x="1045613" y="2194397"/>
                </a:lnTo>
                <a:lnTo>
                  <a:pt x="1044889" y="2198789"/>
                </a:lnTo>
                <a:lnTo>
                  <a:pt x="1044047" y="2203182"/>
                </a:lnTo>
                <a:lnTo>
                  <a:pt x="1042063" y="2211770"/>
                </a:lnTo>
                <a:lnTo>
                  <a:pt x="1039663" y="2220209"/>
                </a:lnTo>
                <a:lnTo>
                  <a:pt x="1036867" y="2228479"/>
                </a:lnTo>
                <a:lnTo>
                  <a:pt x="1033684" y="2236561"/>
                </a:lnTo>
                <a:lnTo>
                  <a:pt x="1030124" y="2244444"/>
                </a:lnTo>
                <a:lnTo>
                  <a:pt x="1026187" y="2252120"/>
                </a:lnTo>
                <a:lnTo>
                  <a:pt x="1021903" y="2259567"/>
                </a:lnTo>
                <a:lnTo>
                  <a:pt x="1017282" y="2266786"/>
                </a:lnTo>
                <a:lnTo>
                  <a:pt x="1012314" y="2273757"/>
                </a:lnTo>
                <a:lnTo>
                  <a:pt x="1007038" y="2280480"/>
                </a:lnTo>
                <a:lnTo>
                  <a:pt x="1001446" y="2286936"/>
                </a:lnTo>
                <a:lnTo>
                  <a:pt x="995555" y="2293114"/>
                </a:lnTo>
                <a:lnTo>
                  <a:pt x="989378" y="2299004"/>
                </a:lnTo>
                <a:lnTo>
                  <a:pt x="982922" y="2304597"/>
                </a:lnTo>
                <a:lnTo>
                  <a:pt x="976198" y="2309873"/>
                </a:lnTo>
                <a:lnTo>
                  <a:pt x="969227" y="2314841"/>
                </a:lnTo>
                <a:lnTo>
                  <a:pt x="962008" y="2319462"/>
                </a:lnTo>
                <a:lnTo>
                  <a:pt x="954561" y="2323746"/>
                </a:lnTo>
                <a:lnTo>
                  <a:pt x="946886" y="2327682"/>
                </a:lnTo>
                <a:lnTo>
                  <a:pt x="939002" y="2331242"/>
                </a:lnTo>
                <a:lnTo>
                  <a:pt x="930920" y="2334426"/>
                </a:lnTo>
                <a:lnTo>
                  <a:pt x="922650" y="2337222"/>
                </a:lnTo>
                <a:lnTo>
                  <a:pt x="914211" y="2339622"/>
                </a:lnTo>
                <a:lnTo>
                  <a:pt x="905623" y="2341605"/>
                </a:lnTo>
                <a:lnTo>
                  <a:pt x="901230" y="2342448"/>
                </a:lnTo>
                <a:lnTo>
                  <a:pt x="896838" y="2343172"/>
                </a:lnTo>
                <a:lnTo>
                  <a:pt x="892395" y="2343797"/>
                </a:lnTo>
                <a:lnTo>
                  <a:pt x="887933" y="2344302"/>
                </a:lnTo>
                <a:lnTo>
                  <a:pt x="883431" y="2344709"/>
                </a:lnTo>
                <a:lnTo>
                  <a:pt x="878899" y="2344997"/>
                </a:lnTo>
                <a:lnTo>
                  <a:pt x="874337" y="2345165"/>
                </a:lnTo>
                <a:lnTo>
                  <a:pt x="869776" y="2345225"/>
                </a:lnTo>
                <a:lnTo>
                  <a:pt x="177890" y="2345225"/>
                </a:lnTo>
                <a:lnTo>
                  <a:pt x="173328" y="2345165"/>
                </a:lnTo>
                <a:lnTo>
                  <a:pt x="168767" y="2344997"/>
                </a:lnTo>
                <a:lnTo>
                  <a:pt x="164235" y="2344709"/>
                </a:lnTo>
                <a:lnTo>
                  <a:pt x="159733" y="2344302"/>
                </a:lnTo>
                <a:lnTo>
                  <a:pt x="155261" y="2343797"/>
                </a:lnTo>
                <a:lnTo>
                  <a:pt x="150828" y="2343172"/>
                </a:lnTo>
                <a:lnTo>
                  <a:pt x="146435" y="2342448"/>
                </a:lnTo>
                <a:lnTo>
                  <a:pt x="142042" y="2341605"/>
                </a:lnTo>
                <a:lnTo>
                  <a:pt x="133455" y="2339622"/>
                </a:lnTo>
                <a:lnTo>
                  <a:pt x="125016" y="2337222"/>
                </a:lnTo>
                <a:lnTo>
                  <a:pt x="116746" y="2334426"/>
                </a:lnTo>
                <a:lnTo>
                  <a:pt x="108664" y="2331242"/>
                </a:lnTo>
                <a:lnTo>
                  <a:pt x="100780" y="2327682"/>
                </a:lnTo>
                <a:lnTo>
                  <a:pt x="93105" y="2323746"/>
                </a:lnTo>
                <a:lnTo>
                  <a:pt x="85658" y="2319462"/>
                </a:lnTo>
                <a:lnTo>
                  <a:pt x="78439" y="2314841"/>
                </a:lnTo>
                <a:lnTo>
                  <a:pt x="71467" y="2309873"/>
                </a:lnTo>
                <a:lnTo>
                  <a:pt x="64744" y="2304597"/>
                </a:lnTo>
                <a:lnTo>
                  <a:pt x="58288" y="2299004"/>
                </a:lnTo>
                <a:lnTo>
                  <a:pt x="52110" y="2293114"/>
                </a:lnTo>
                <a:lnTo>
                  <a:pt x="46220" y="2286936"/>
                </a:lnTo>
                <a:lnTo>
                  <a:pt x="40627" y="2280480"/>
                </a:lnTo>
                <a:lnTo>
                  <a:pt x="35352" y="2273757"/>
                </a:lnTo>
                <a:lnTo>
                  <a:pt x="30384" y="2266786"/>
                </a:lnTo>
                <a:lnTo>
                  <a:pt x="25763" y="2259567"/>
                </a:lnTo>
                <a:lnTo>
                  <a:pt x="21479" y="2252120"/>
                </a:lnTo>
                <a:lnTo>
                  <a:pt x="17542" y="2244444"/>
                </a:lnTo>
                <a:lnTo>
                  <a:pt x="13982" y="2236561"/>
                </a:lnTo>
                <a:lnTo>
                  <a:pt x="10799" y="2228479"/>
                </a:lnTo>
                <a:lnTo>
                  <a:pt x="8002" y="2220209"/>
                </a:lnTo>
                <a:lnTo>
                  <a:pt x="5603" y="2211770"/>
                </a:lnTo>
                <a:lnTo>
                  <a:pt x="3619" y="2203182"/>
                </a:lnTo>
                <a:lnTo>
                  <a:pt x="2777" y="2198789"/>
                </a:lnTo>
                <a:lnTo>
                  <a:pt x="2053" y="2194397"/>
                </a:lnTo>
                <a:lnTo>
                  <a:pt x="1428" y="2189954"/>
                </a:lnTo>
                <a:lnTo>
                  <a:pt x="922" y="2185491"/>
                </a:lnTo>
                <a:lnTo>
                  <a:pt x="516" y="2180989"/>
                </a:lnTo>
                <a:lnTo>
                  <a:pt x="228" y="2176457"/>
                </a:lnTo>
                <a:lnTo>
                  <a:pt x="59" y="2171896"/>
                </a:lnTo>
                <a:lnTo>
                  <a:pt x="0" y="2167335"/>
                </a:lnTo>
                <a:lnTo>
                  <a:pt x="0" y="177890"/>
                </a:lnTo>
                <a:lnTo>
                  <a:pt x="59" y="173329"/>
                </a:lnTo>
                <a:moveTo>
                  <a:pt x="9916" y="177979"/>
                </a:moveTo>
                <a:lnTo>
                  <a:pt x="9916" y="177920"/>
                </a:lnTo>
                <a:lnTo>
                  <a:pt x="9916" y="2167305"/>
                </a:lnTo>
                <a:lnTo>
                  <a:pt x="9916" y="2167245"/>
                </a:lnTo>
                <a:lnTo>
                  <a:pt x="9976" y="2171708"/>
                </a:lnTo>
                <a:lnTo>
                  <a:pt x="9966" y="2171579"/>
                </a:lnTo>
                <a:lnTo>
                  <a:pt x="10134" y="2176021"/>
                </a:lnTo>
                <a:lnTo>
                  <a:pt x="10134" y="2175892"/>
                </a:lnTo>
                <a:lnTo>
                  <a:pt x="10412" y="2180295"/>
                </a:lnTo>
                <a:lnTo>
                  <a:pt x="10402" y="2180176"/>
                </a:lnTo>
                <a:lnTo>
                  <a:pt x="10789" y="2184550"/>
                </a:lnTo>
                <a:lnTo>
                  <a:pt x="10779" y="2184430"/>
                </a:lnTo>
                <a:lnTo>
                  <a:pt x="11275" y="2188774"/>
                </a:lnTo>
                <a:lnTo>
                  <a:pt x="11255" y="2188645"/>
                </a:lnTo>
                <a:lnTo>
                  <a:pt x="11860" y="2192958"/>
                </a:lnTo>
                <a:lnTo>
                  <a:pt x="11840" y="2192830"/>
                </a:lnTo>
                <a:lnTo>
                  <a:pt x="12554" y="2197113"/>
                </a:lnTo>
                <a:lnTo>
                  <a:pt x="12524" y="2196984"/>
                </a:lnTo>
                <a:lnTo>
                  <a:pt x="13337" y="2201229"/>
                </a:lnTo>
                <a:lnTo>
                  <a:pt x="13308" y="2201050"/>
                </a:lnTo>
                <a:lnTo>
                  <a:pt x="15231" y="2209420"/>
                </a:lnTo>
                <a:lnTo>
                  <a:pt x="15172" y="2209172"/>
                </a:lnTo>
                <a:lnTo>
                  <a:pt x="17502" y="2217383"/>
                </a:lnTo>
                <a:lnTo>
                  <a:pt x="17433" y="2217145"/>
                </a:lnTo>
                <a:lnTo>
                  <a:pt x="20150" y="2225187"/>
                </a:lnTo>
                <a:lnTo>
                  <a:pt x="20071" y="2224959"/>
                </a:lnTo>
                <a:lnTo>
                  <a:pt x="23165" y="2232813"/>
                </a:lnTo>
                <a:lnTo>
                  <a:pt x="23065" y="2232584"/>
                </a:lnTo>
                <a:lnTo>
                  <a:pt x="26536" y="2240250"/>
                </a:lnTo>
                <a:lnTo>
                  <a:pt x="26427" y="2240031"/>
                </a:lnTo>
                <a:lnTo>
                  <a:pt x="30245" y="2247489"/>
                </a:lnTo>
                <a:lnTo>
                  <a:pt x="30136" y="2247280"/>
                </a:lnTo>
                <a:lnTo>
                  <a:pt x="34301" y="2254519"/>
                </a:lnTo>
                <a:lnTo>
                  <a:pt x="34172" y="2254311"/>
                </a:lnTo>
                <a:lnTo>
                  <a:pt x="38674" y="2261332"/>
                </a:lnTo>
                <a:lnTo>
                  <a:pt x="38535" y="2261133"/>
                </a:lnTo>
                <a:lnTo>
                  <a:pt x="43364" y="2267917"/>
                </a:lnTo>
                <a:lnTo>
                  <a:pt x="43216" y="2267728"/>
                </a:lnTo>
                <a:lnTo>
                  <a:pt x="48352" y="2274263"/>
                </a:lnTo>
                <a:lnTo>
                  <a:pt x="48204" y="2274074"/>
                </a:lnTo>
                <a:lnTo>
                  <a:pt x="53638" y="2280352"/>
                </a:lnTo>
                <a:lnTo>
                  <a:pt x="53479" y="2280183"/>
                </a:lnTo>
                <a:lnTo>
                  <a:pt x="59211" y="2286182"/>
                </a:lnTo>
                <a:lnTo>
                  <a:pt x="59042" y="2286014"/>
                </a:lnTo>
                <a:lnTo>
                  <a:pt x="65042" y="2291745"/>
                </a:lnTo>
                <a:lnTo>
                  <a:pt x="64873" y="2291587"/>
                </a:lnTo>
                <a:lnTo>
                  <a:pt x="71150" y="2297021"/>
                </a:lnTo>
                <a:lnTo>
                  <a:pt x="70962" y="2296872"/>
                </a:lnTo>
                <a:lnTo>
                  <a:pt x="77496" y="2302009"/>
                </a:lnTo>
                <a:lnTo>
                  <a:pt x="77308" y="2301860"/>
                </a:lnTo>
                <a:lnTo>
                  <a:pt x="84091" y="2306690"/>
                </a:lnTo>
                <a:lnTo>
                  <a:pt x="83892" y="2306550"/>
                </a:lnTo>
                <a:lnTo>
                  <a:pt x="90913" y="2311052"/>
                </a:lnTo>
                <a:lnTo>
                  <a:pt x="90705" y="2310924"/>
                </a:lnTo>
                <a:lnTo>
                  <a:pt x="97944" y="2315089"/>
                </a:lnTo>
                <a:lnTo>
                  <a:pt x="97736" y="2314980"/>
                </a:lnTo>
                <a:lnTo>
                  <a:pt x="105193" y="2318797"/>
                </a:lnTo>
                <a:lnTo>
                  <a:pt x="104975" y="2318688"/>
                </a:lnTo>
                <a:lnTo>
                  <a:pt x="112640" y="2322159"/>
                </a:lnTo>
                <a:lnTo>
                  <a:pt x="112412" y="2322060"/>
                </a:lnTo>
                <a:lnTo>
                  <a:pt x="120266" y="2325154"/>
                </a:lnTo>
                <a:lnTo>
                  <a:pt x="120038" y="2325074"/>
                </a:lnTo>
                <a:lnTo>
                  <a:pt x="128080" y="2327792"/>
                </a:lnTo>
                <a:lnTo>
                  <a:pt x="127842" y="2327722"/>
                </a:lnTo>
                <a:lnTo>
                  <a:pt x="136053" y="2330052"/>
                </a:lnTo>
                <a:lnTo>
                  <a:pt x="135805" y="2329993"/>
                </a:lnTo>
                <a:lnTo>
                  <a:pt x="144174" y="2331917"/>
                </a:lnTo>
                <a:lnTo>
                  <a:pt x="143996" y="2331887"/>
                </a:lnTo>
                <a:lnTo>
                  <a:pt x="148240" y="2332690"/>
                </a:lnTo>
                <a:lnTo>
                  <a:pt x="148111" y="2332670"/>
                </a:lnTo>
                <a:lnTo>
                  <a:pt x="152385" y="2333384"/>
                </a:lnTo>
                <a:lnTo>
                  <a:pt x="152266" y="2333364"/>
                </a:lnTo>
                <a:lnTo>
                  <a:pt x="156580" y="2333969"/>
                </a:lnTo>
                <a:lnTo>
                  <a:pt x="156451" y="2333950"/>
                </a:lnTo>
                <a:lnTo>
                  <a:pt x="160794" y="2334445"/>
                </a:lnTo>
                <a:lnTo>
                  <a:pt x="160675" y="2334435"/>
                </a:lnTo>
                <a:lnTo>
                  <a:pt x="165048" y="2334822"/>
                </a:lnTo>
                <a:lnTo>
                  <a:pt x="164929" y="2334812"/>
                </a:lnTo>
                <a:lnTo>
                  <a:pt x="169332" y="2335090"/>
                </a:lnTo>
                <a:lnTo>
                  <a:pt x="169203" y="2335090"/>
                </a:lnTo>
                <a:lnTo>
                  <a:pt x="173646" y="2335258"/>
                </a:lnTo>
                <a:lnTo>
                  <a:pt x="173517" y="2335248"/>
                </a:lnTo>
                <a:lnTo>
                  <a:pt x="177979" y="2335308"/>
                </a:lnTo>
                <a:lnTo>
                  <a:pt x="177920" y="2335308"/>
                </a:lnTo>
                <a:lnTo>
                  <a:pt x="869746" y="2335308"/>
                </a:lnTo>
                <a:lnTo>
                  <a:pt x="869687" y="2335308"/>
                </a:lnTo>
                <a:lnTo>
                  <a:pt x="874149" y="2335248"/>
                </a:lnTo>
                <a:lnTo>
                  <a:pt x="874020" y="2335258"/>
                </a:lnTo>
                <a:lnTo>
                  <a:pt x="878463" y="2335090"/>
                </a:lnTo>
                <a:lnTo>
                  <a:pt x="878334" y="2335090"/>
                </a:lnTo>
                <a:lnTo>
                  <a:pt x="882737" y="2334812"/>
                </a:lnTo>
                <a:lnTo>
                  <a:pt x="882617" y="2334822"/>
                </a:lnTo>
                <a:lnTo>
                  <a:pt x="886990" y="2334435"/>
                </a:lnTo>
                <a:lnTo>
                  <a:pt x="886872" y="2334445"/>
                </a:lnTo>
                <a:lnTo>
                  <a:pt x="891215" y="2333950"/>
                </a:lnTo>
                <a:lnTo>
                  <a:pt x="891086" y="2333969"/>
                </a:lnTo>
                <a:lnTo>
                  <a:pt x="895400" y="2333364"/>
                </a:lnTo>
                <a:lnTo>
                  <a:pt x="895281" y="2333384"/>
                </a:lnTo>
                <a:lnTo>
                  <a:pt x="899555" y="2332670"/>
                </a:lnTo>
                <a:lnTo>
                  <a:pt x="899426" y="2332690"/>
                </a:lnTo>
                <a:lnTo>
                  <a:pt x="903670" y="2331887"/>
                </a:lnTo>
                <a:lnTo>
                  <a:pt x="903491" y="2331917"/>
                </a:lnTo>
                <a:lnTo>
                  <a:pt x="911861" y="2329993"/>
                </a:lnTo>
                <a:lnTo>
                  <a:pt x="911613" y="2330052"/>
                </a:lnTo>
                <a:lnTo>
                  <a:pt x="919824" y="2327722"/>
                </a:lnTo>
                <a:lnTo>
                  <a:pt x="919586" y="2327792"/>
                </a:lnTo>
                <a:lnTo>
                  <a:pt x="927628" y="2325074"/>
                </a:lnTo>
                <a:lnTo>
                  <a:pt x="927400" y="2325154"/>
                </a:lnTo>
                <a:lnTo>
                  <a:pt x="935254" y="2322060"/>
                </a:lnTo>
                <a:lnTo>
                  <a:pt x="935026" y="2322159"/>
                </a:lnTo>
                <a:lnTo>
                  <a:pt x="942691" y="2318688"/>
                </a:lnTo>
                <a:lnTo>
                  <a:pt x="942473" y="2318797"/>
                </a:lnTo>
                <a:lnTo>
                  <a:pt x="949930" y="2314980"/>
                </a:lnTo>
                <a:lnTo>
                  <a:pt x="949722" y="2315089"/>
                </a:lnTo>
                <a:lnTo>
                  <a:pt x="956961" y="2310924"/>
                </a:lnTo>
                <a:lnTo>
                  <a:pt x="956752" y="2311052"/>
                </a:lnTo>
                <a:lnTo>
                  <a:pt x="963773" y="2306550"/>
                </a:lnTo>
                <a:lnTo>
                  <a:pt x="963575" y="2306690"/>
                </a:lnTo>
                <a:lnTo>
                  <a:pt x="970357" y="2301860"/>
                </a:lnTo>
                <a:lnTo>
                  <a:pt x="970169" y="2302009"/>
                </a:lnTo>
                <a:lnTo>
                  <a:pt x="976704" y="2296872"/>
                </a:lnTo>
                <a:lnTo>
                  <a:pt x="976516" y="2297021"/>
                </a:lnTo>
                <a:lnTo>
                  <a:pt x="982793" y="2291587"/>
                </a:lnTo>
                <a:lnTo>
                  <a:pt x="982624" y="2291745"/>
                </a:lnTo>
                <a:lnTo>
                  <a:pt x="988624" y="2286014"/>
                </a:lnTo>
                <a:lnTo>
                  <a:pt x="988455" y="2286182"/>
                </a:lnTo>
                <a:lnTo>
                  <a:pt x="994187" y="2280183"/>
                </a:lnTo>
                <a:lnTo>
                  <a:pt x="994028" y="2280352"/>
                </a:lnTo>
                <a:lnTo>
                  <a:pt x="999462" y="2274074"/>
                </a:lnTo>
                <a:lnTo>
                  <a:pt x="999314" y="2274263"/>
                </a:lnTo>
                <a:lnTo>
                  <a:pt x="1004450" y="2267728"/>
                </a:lnTo>
                <a:lnTo>
                  <a:pt x="1004302" y="2267917"/>
                </a:lnTo>
                <a:lnTo>
                  <a:pt x="1009131" y="2261133"/>
                </a:lnTo>
                <a:lnTo>
                  <a:pt x="1008992" y="2261332"/>
                </a:lnTo>
                <a:lnTo>
                  <a:pt x="1013494" y="2254311"/>
                </a:lnTo>
                <a:lnTo>
                  <a:pt x="1013365" y="2254519"/>
                </a:lnTo>
                <a:lnTo>
                  <a:pt x="1017530" y="2247280"/>
                </a:lnTo>
                <a:lnTo>
                  <a:pt x="1017421" y="2247489"/>
                </a:lnTo>
                <a:lnTo>
                  <a:pt x="1021238" y="2240031"/>
                </a:lnTo>
                <a:lnTo>
                  <a:pt x="1021129" y="2240250"/>
                </a:lnTo>
                <a:lnTo>
                  <a:pt x="1024600" y="2232584"/>
                </a:lnTo>
                <a:lnTo>
                  <a:pt x="1024501" y="2232813"/>
                </a:lnTo>
                <a:lnTo>
                  <a:pt x="1027595" y="2224959"/>
                </a:lnTo>
                <a:lnTo>
                  <a:pt x="1027516" y="2225187"/>
                </a:lnTo>
                <a:lnTo>
                  <a:pt x="1030233" y="2217145"/>
                </a:lnTo>
                <a:lnTo>
                  <a:pt x="1030163" y="2217383"/>
                </a:lnTo>
                <a:lnTo>
                  <a:pt x="1032494" y="2209172"/>
                </a:lnTo>
                <a:lnTo>
                  <a:pt x="1032435" y="2209420"/>
                </a:lnTo>
                <a:lnTo>
                  <a:pt x="1034358" y="2201050"/>
                </a:lnTo>
                <a:lnTo>
                  <a:pt x="1034328" y="2201229"/>
                </a:lnTo>
                <a:lnTo>
                  <a:pt x="1035141" y="2196984"/>
                </a:lnTo>
                <a:lnTo>
                  <a:pt x="1035112" y="2197113"/>
                </a:lnTo>
                <a:lnTo>
                  <a:pt x="1035826" y="2192830"/>
                </a:lnTo>
                <a:lnTo>
                  <a:pt x="1035806" y="2192958"/>
                </a:lnTo>
                <a:lnTo>
                  <a:pt x="1036411" y="2188645"/>
                </a:lnTo>
                <a:lnTo>
                  <a:pt x="1036391" y="2188774"/>
                </a:lnTo>
                <a:lnTo>
                  <a:pt x="1036887" y="2184430"/>
                </a:lnTo>
                <a:lnTo>
                  <a:pt x="1036877" y="2184550"/>
                </a:lnTo>
                <a:lnTo>
                  <a:pt x="1037263" y="2180176"/>
                </a:lnTo>
                <a:lnTo>
                  <a:pt x="1037253" y="2180295"/>
                </a:lnTo>
                <a:lnTo>
                  <a:pt x="1037532" y="2175892"/>
                </a:lnTo>
                <a:lnTo>
                  <a:pt x="1037532" y="2176021"/>
                </a:lnTo>
                <a:lnTo>
                  <a:pt x="1037700" y="2171579"/>
                </a:lnTo>
                <a:lnTo>
                  <a:pt x="1037690" y="2171708"/>
                </a:lnTo>
                <a:lnTo>
                  <a:pt x="1037750" y="2167245"/>
                </a:lnTo>
                <a:lnTo>
                  <a:pt x="1037750" y="2167305"/>
                </a:lnTo>
                <a:lnTo>
                  <a:pt x="1037750" y="177920"/>
                </a:lnTo>
                <a:lnTo>
                  <a:pt x="1037750" y="177979"/>
                </a:lnTo>
                <a:lnTo>
                  <a:pt x="1037690" y="173517"/>
                </a:lnTo>
                <a:lnTo>
                  <a:pt x="1037700" y="173646"/>
                </a:lnTo>
                <a:lnTo>
                  <a:pt x="1037532" y="169203"/>
                </a:lnTo>
                <a:lnTo>
                  <a:pt x="1037532" y="169332"/>
                </a:lnTo>
                <a:lnTo>
                  <a:pt x="1037253" y="164929"/>
                </a:lnTo>
                <a:lnTo>
                  <a:pt x="1037263" y="165048"/>
                </a:lnTo>
                <a:lnTo>
                  <a:pt x="1036877" y="160675"/>
                </a:lnTo>
                <a:lnTo>
                  <a:pt x="1036887" y="160794"/>
                </a:lnTo>
                <a:lnTo>
                  <a:pt x="1036391" y="156451"/>
                </a:lnTo>
                <a:lnTo>
                  <a:pt x="1036411" y="156580"/>
                </a:lnTo>
                <a:lnTo>
                  <a:pt x="1035806" y="152266"/>
                </a:lnTo>
                <a:lnTo>
                  <a:pt x="1035826" y="152385"/>
                </a:lnTo>
                <a:lnTo>
                  <a:pt x="1035112" y="148111"/>
                </a:lnTo>
                <a:lnTo>
                  <a:pt x="1035141" y="148240"/>
                </a:lnTo>
                <a:lnTo>
                  <a:pt x="1034328" y="143996"/>
                </a:lnTo>
                <a:lnTo>
                  <a:pt x="1034358" y="144174"/>
                </a:lnTo>
                <a:lnTo>
                  <a:pt x="1032435" y="135805"/>
                </a:lnTo>
                <a:lnTo>
                  <a:pt x="1032494" y="136053"/>
                </a:lnTo>
                <a:lnTo>
                  <a:pt x="1030163" y="127842"/>
                </a:lnTo>
                <a:lnTo>
                  <a:pt x="1030233" y="128080"/>
                </a:lnTo>
                <a:lnTo>
                  <a:pt x="1027516" y="120038"/>
                </a:lnTo>
                <a:lnTo>
                  <a:pt x="1027595" y="120266"/>
                </a:lnTo>
                <a:lnTo>
                  <a:pt x="1024501" y="112412"/>
                </a:lnTo>
                <a:lnTo>
                  <a:pt x="1024600" y="112640"/>
                </a:lnTo>
                <a:lnTo>
                  <a:pt x="1021129" y="104975"/>
                </a:lnTo>
                <a:lnTo>
                  <a:pt x="1021238" y="105193"/>
                </a:lnTo>
                <a:lnTo>
                  <a:pt x="1017421" y="97736"/>
                </a:lnTo>
                <a:lnTo>
                  <a:pt x="1017530" y="97944"/>
                </a:lnTo>
                <a:lnTo>
                  <a:pt x="1013365" y="90705"/>
                </a:lnTo>
                <a:lnTo>
                  <a:pt x="1013494" y="90913"/>
                </a:lnTo>
                <a:lnTo>
                  <a:pt x="1008992" y="83893"/>
                </a:lnTo>
                <a:lnTo>
                  <a:pt x="1009131" y="84091"/>
                </a:lnTo>
                <a:lnTo>
                  <a:pt x="1004302" y="77308"/>
                </a:lnTo>
                <a:lnTo>
                  <a:pt x="1004450" y="77497"/>
                </a:lnTo>
                <a:lnTo>
                  <a:pt x="999314" y="70962"/>
                </a:lnTo>
                <a:lnTo>
                  <a:pt x="999462" y="71150"/>
                </a:lnTo>
                <a:lnTo>
                  <a:pt x="994028" y="64873"/>
                </a:lnTo>
                <a:lnTo>
                  <a:pt x="994187" y="65042"/>
                </a:lnTo>
                <a:lnTo>
                  <a:pt x="988455" y="59042"/>
                </a:lnTo>
                <a:lnTo>
                  <a:pt x="988624" y="59211"/>
                </a:lnTo>
                <a:lnTo>
                  <a:pt x="982624" y="53479"/>
                </a:lnTo>
                <a:lnTo>
                  <a:pt x="982793" y="53638"/>
                </a:lnTo>
                <a:lnTo>
                  <a:pt x="976516" y="48204"/>
                </a:lnTo>
                <a:lnTo>
                  <a:pt x="976704" y="48352"/>
                </a:lnTo>
                <a:lnTo>
                  <a:pt x="970169" y="43216"/>
                </a:lnTo>
                <a:lnTo>
                  <a:pt x="970357" y="43364"/>
                </a:lnTo>
                <a:lnTo>
                  <a:pt x="963575" y="38535"/>
                </a:lnTo>
                <a:lnTo>
                  <a:pt x="963773" y="38674"/>
                </a:lnTo>
                <a:lnTo>
                  <a:pt x="956752" y="34172"/>
                </a:lnTo>
                <a:lnTo>
                  <a:pt x="956961" y="34301"/>
                </a:lnTo>
                <a:lnTo>
                  <a:pt x="949722" y="30136"/>
                </a:lnTo>
                <a:lnTo>
                  <a:pt x="949930" y="30245"/>
                </a:lnTo>
                <a:lnTo>
                  <a:pt x="942473" y="26427"/>
                </a:lnTo>
                <a:lnTo>
                  <a:pt x="942691" y="26536"/>
                </a:lnTo>
                <a:lnTo>
                  <a:pt x="935026" y="23065"/>
                </a:lnTo>
                <a:lnTo>
                  <a:pt x="935254" y="23165"/>
                </a:lnTo>
                <a:lnTo>
                  <a:pt x="927400" y="20071"/>
                </a:lnTo>
                <a:lnTo>
                  <a:pt x="927628" y="20150"/>
                </a:lnTo>
                <a:lnTo>
                  <a:pt x="919586" y="17433"/>
                </a:lnTo>
                <a:lnTo>
                  <a:pt x="919824" y="17502"/>
                </a:lnTo>
                <a:lnTo>
                  <a:pt x="911613" y="15172"/>
                </a:lnTo>
                <a:lnTo>
                  <a:pt x="911861" y="15231"/>
                </a:lnTo>
                <a:lnTo>
                  <a:pt x="903491" y="13308"/>
                </a:lnTo>
                <a:lnTo>
                  <a:pt x="903670" y="13338"/>
                </a:lnTo>
                <a:lnTo>
                  <a:pt x="899426" y="12524"/>
                </a:lnTo>
                <a:lnTo>
                  <a:pt x="899555" y="12554"/>
                </a:lnTo>
                <a:lnTo>
                  <a:pt x="895281" y="11840"/>
                </a:lnTo>
                <a:lnTo>
                  <a:pt x="895400" y="11860"/>
                </a:lnTo>
                <a:lnTo>
                  <a:pt x="891086" y="11255"/>
                </a:lnTo>
                <a:lnTo>
                  <a:pt x="891215" y="11275"/>
                </a:lnTo>
                <a:lnTo>
                  <a:pt x="886872" y="10779"/>
                </a:lnTo>
                <a:lnTo>
                  <a:pt x="886990" y="10789"/>
                </a:lnTo>
                <a:lnTo>
                  <a:pt x="882617" y="10402"/>
                </a:lnTo>
                <a:lnTo>
                  <a:pt x="882737" y="10412"/>
                </a:lnTo>
                <a:lnTo>
                  <a:pt x="878334" y="10135"/>
                </a:lnTo>
                <a:lnTo>
                  <a:pt x="878463" y="10135"/>
                </a:lnTo>
                <a:lnTo>
                  <a:pt x="874020" y="9966"/>
                </a:lnTo>
                <a:lnTo>
                  <a:pt x="874149" y="9976"/>
                </a:lnTo>
                <a:lnTo>
                  <a:pt x="869687" y="9916"/>
                </a:lnTo>
                <a:lnTo>
                  <a:pt x="869746" y="9916"/>
                </a:lnTo>
                <a:lnTo>
                  <a:pt x="177920" y="9916"/>
                </a:lnTo>
                <a:lnTo>
                  <a:pt x="177979" y="9916"/>
                </a:lnTo>
                <a:lnTo>
                  <a:pt x="173517" y="9976"/>
                </a:lnTo>
                <a:lnTo>
                  <a:pt x="173646" y="9966"/>
                </a:lnTo>
                <a:lnTo>
                  <a:pt x="169203" y="10135"/>
                </a:lnTo>
                <a:lnTo>
                  <a:pt x="169332" y="10135"/>
                </a:lnTo>
                <a:lnTo>
                  <a:pt x="164929" y="10412"/>
                </a:lnTo>
                <a:lnTo>
                  <a:pt x="165048" y="10402"/>
                </a:lnTo>
                <a:lnTo>
                  <a:pt x="160675" y="10789"/>
                </a:lnTo>
                <a:lnTo>
                  <a:pt x="160794" y="10779"/>
                </a:lnTo>
                <a:lnTo>
                  <a:pt x="156451" y="11275"/>
                </a:lnTo>
                <a:lnTo>
                  <a:pt x="156580" y="11255"/>
                </a:lnTo>
                <a:lnTo>
                  <a:pt x="152266" y="11860"/>
                </a:lnTo>
                <a:lnTo>
                  <a:pt x="152385" y="11840"/>
                </a:lnTo>
                <a:lnTo>
                  <a:pt x="148111" y="12554"/>
                </a:lnTo>
                <a:lnTo>
                  <a:pt x="148240" y="12524"/>
                </a:lnTo>
                <a:lnTo>
                  <a:pt x="143996" y="13338"/>
                </a:lnTo>
                <a:lnTo>
                  <a:pt x="144174" y="13308"/>
                </a:lnTo>
                <a:lnTo>
                  <a:pt x="135805" y="15231"/>
                </a:lnTo>
                <a:lnTo>
                  <a:pt x="136053" y="15172"/>
                </a:lnTo>
                <a:lnTo>
                  <a:pt x="127842" y="17502"/>
                </a:lnTo>
                <a:lnTo>
                  <a:pt x="128080" y="17433"/>
                </a:lnTo>
                <a:lnTo>
                  <a:pt x="120038" y="20150"/>
                </a:lnTo>
                <a:lnTo>
                  <a:pt x="120266" y="20071"/>
                </a:lnTo>
                <a:lnTo>
                  <a:pt x="112412" y="23165"/>
                </a:lnTo>
                <a:lnTo>
                  <a:pt x="112640" y="23065"/>
                </a:lnTo>
                <a:lnTo>
                  <a:pt x="104975" y="26536"/>
                </a:lnTo>
                <a:lnTo>
                  <a:pt x="105193" y="26427"/>
                </a:lnTo>
                <a:lnTo>
                  <a:pt x="97736" y="30245"/>
                </a:lnTo>
                <a:lnTo>
                  <a:pt x="97944" y="30136"/>
                </a:lnTo>
                <a:lnTo>
                  <a:pt x="90705" y="34301"/>
                </a:lnTo>
                <a:lnTo>
                  <a:pt x="90913" y="34172"/>
                </a:lnTo>
                <a:lnTo>
                  <a:pt x="83892" y="38674"/>
                </a:lnTo>
                <a:lnTo>
                  <a:pt x="84091" y="38535"/>
                </a:lnTo>
                <a:lnTo>
                  <a:pt x="77308" y="43364"/>
                </a:lnTo>
                <a:lnTo>
                  <a:pt x="77496" y="43216"/>
                </a:lnTo>
                <a:lnTo>
                  <a:pt x="70962" y="48352"/>
                </a:lnTo>
                <a:lnTo>
                  <a:pt x="71150" y="48204"/>
                </a:lnTo>
                <a:lnTo>
                  <a:pt x="64873" y="53638"/>
                </a:lnTo>
                <a:lnTo>
                  <a:pt x="65042" y="53479"/>
                </a:lnTo>
                <a:lnTo>
                  <a:pt x="59042" y="59211"/>
                </a:lnTo>
                <a:lnTo>
                  <a:pt x="59211" y="59042"/>
                </a:lnTo>
                <a:lnTo>
                  <a:pt x="53479" y="65042"/>
                </a:lnTo>
                <a:lnTo>
                  <a:pt x="53638" y="64873"/>
                </a:lnTo>
                <a:lnTo>
                  <a:pt x="48204" y="71150"/>
                </a:lnTo>
                <a:lnTo>
                  <a:pt x="48352" y="70962"/>
                </a:lnTo>
                <a:lnTo>
                  <a:pt x="43216" y="77497"/>
                </a:lnTo>
                <a:lnTo>
                  <a:pt x="43364" y="77308"/>
                </a:lnTo>
                <a:lnTo>
                  <a:pt x="38535" y="84091"/>
                </a:lnTo>
                <a:lnTo>
                  <a:pt x="38674" y="83893"/>
                </a:lnTo>
                <a:lnTo>
                  <a:pt x="34172" y="90913"/>
                </a:lnTo>
                <a:lnTo>
                  <a:pt x="34301" y="90705"/>
                </a:lnTo>
                <a:lnTo>
                  <a:pt x="30136" y="97944"/>
                </a:lnTo>
                <a:lnTo>
                  <a:pt x="30245" y="97736"/>
                </a:lnTo>
                <a:lnTo>
                  <a:pt x="26427" y="105193"/>
                </a:lnTo>
                <a:lnTo>
                  <a:pt x="26536" y="104975"/>
                </a:lnTo>
                <a:lnTo>
                  <a:pt x="23065" y="112640"/>
                </a:lnTo>
                <a:lnTo>
                  <a:pt x="23165" y="112412"/>
                </a:lnTo>
                <a:lnTo>
                  <a:pt x="20071" y="120266"/>
                </a:lnTo>
                <a:lnTo>
                  <a:pt x="20150" y="120038"/>
                </a:lnTo>
                <a:lnTo>
                  <a:pt x="17433" y="128080"/>
                </a:lnTo>
                <a:lnTo>
                  <a:pt x="17502" y="127842"/>
                </a:lnTo>
                <a:lnTo>
                  <a:pt x="15172" y="136053"/>
                </a:lnTo>
                <a:lnTo>
                  <a:pt x="15231" y="135805"/>
                </a:lnTo>
                <a:lnTo>
                  <a:pt x="13308" y="144174"/>
                </a:lnTo>
                <a:lnTo>
                  <a:pt x="13337" y="143996"/>
                </a:lnTo>
                <a:lnTo>
                  <a:pt x="12524" y="148240"/>
                </a:lnTo>
                <a:lnTo>
                  <a:pt x="12554" y="148111"/>
                </a:lnTo>
                <a:lnTo>
                  <a:pt x="11840" y="152385"/>
                </a:lnTo>
                <a:lnTo>
                  <a:pt x="11860" y="152266"/>
                </a:lnTo>
                <a:lnTo>
                  <a:pt x="11255" y="156580"/>
                </a:lnTo>
                <a:lnTo>
                  <a:pt x="11275" y="156451"/>
                </a:lnTo>
                <a:lnTo>
                  <a:pt x="10779" y="160794"/>
                </a:lnTo>
                <a:lnTo>
                  <a:pt x="10789" y="160675"/>
                </a:lnTo>
                <a:lnTo>
                  <a:pt x="10402" y="165048"/>
                </a:lnTo>
                <a:lnTo>
                  <a:pt x="10412" y="164929"/>
                </a:lnTo>
                <a:lnTo>
                  <a:pt x="10134" y="169332"/>
                </a:lnTo>
                <a:lnTo>
                  <a:pt x="10134" y="169203"/>
                </a:lnTo>
                <a:lnTo>
                  <a:pt x="9966" y="173646"/>
                </a:lnTo>
                <a:lnTo>
                  <a:pt x="9976" y="173517"/>
                </a:lnTo>
                <a:lnTo>
                  <a:pt x="9916" y="177979"/>
                </a:lnTo>
              </a:path>
            </a:pathLst>
          </a:custGeom>
          <a:solidFill xmlns:a="http://schemas.openxmlformats.org/drawingml/2006/main">
            <a:srgbClr val="72B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CEAE4492-1286-480F-8ABF-2053DD16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998" y="592784"/>
            <a:ext cx="633076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Natural </a:t>
            </a:r>
          </a:p>
        </p:txBody>
      </p:sp>
      <p:sp>
        <p:nvSpPr>
          <p:cNvPr id="13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4694E2A9-73DB-4B8D-951A-FCC170BF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263" y="759379"/>
            <a:ext cx="814050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Language </a:t>
            </a:r>
          </a:p>
        </p:txBody>
      </p:sp>
      <p:sp>
        <p:nvSpPr>
          <p:cNvPr id="14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3575C1E3-4AA0-4368-AA84-678581E6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783" y="925974"/>
            <a:ext cx="414666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5" name="pdf-path-15">
            <a:extLst xmlns:a="http://schemas.openxmlformats.org/drawingml/2006/main">
              <a:ext uri="{FF2B5EF4-FFF2-40B4-BE49-F238E27FC236}">
                <a16:creationId xmlns:a16="http://schemas.microsoft.com/office/drawing/2014/main" id="{250791F9-DB25-4C9F-B99C-FFCBEA13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7244" y="527959"/>
            <a:ext cx="2901037" cy="2335011"/>
          </a:xfrm>
          <a:custGeom xmlns:a="http://schemas.openxmlformats.org/drawingml/2006/main">
            <a:pathLst>
              <a:path w="2901037" h="2335011">
                <a:moveTo>
                  <a:pt x="595" y="140416"/>
                </a:moveTo>
                <a:cubicBezTo>
                  <a:pt x="0" y="62959"/>
                  <a:pt x="62761" y="198"/>
                  <a:pt x="139821" y="0"/>
                </a:cubicBezTo>
                <a:lnTo>
                  <a:pt x="2761316" y="0"/>
                </a:lnTo>
                <a:cubicBezTo>
                  <a:pt x="2838277" y="198"/>
                  <a:pt x="2901037" y="62959"/>
                  <a:pt x="2900542" y="140416"/>
                </a:cubicBezTo>
                <a:lnTo>
                  <a:pt x="2900542" y="2194297"/>
                </a:lnTo>
                <a:cubicBezTo>
                  <a:pt x="2901037" y="2272250"/>
                  <a:pt x="2838277" y="2335011"/>
                  <a:pt x="2761316" y="2334713"/>
                </a:cubicBezTo>
                <a:lnTo>
                  <a:pt x="139821" y="2334713"/>
                </a:lnTo>
                <a:cubicBezTo>
                  <a:pt x="62761" y="2335011"/>
                  <a:pt x="0" y="2272250"/>
                  <a:pt x="595" y="2194297"/>
                </a:cubicBezTo>
                <a:lnTo>
                  <a:pt x="595" y="140416"/>
                </a:lnTo>
              </a:path>
            </a:pathLst>
          </a:custGeom>
          <a:solidFill xmlns:a="http://schemas.openxmlformats.org/drawingml/2006/main">
            <a:srgbClr val="F4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16">
            <a:extLst xmlns:a="http://schemas.openxmlformats.org/drawingml/2006/main">
              <a:ext uri="{FF2B5EF4-FFF2-40B4-BE49-F238E27FC236}">
                <a16:creationId xmlns:a16="http://schemas.microsoft.com/office/drawing/2014/main" id="{1A8C5F8B-2AED-4E24-932A-0D55E1A3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286" y="523199"/>
            <a:ext cx="2910954" cy="2344729"/>
          </a:xfrm>
          <a:custGeom xmlns:a="http://schemas.openxmlformats.org/drawingml/2006/main">
            <a:pathLst>
              <a:path w="2910954" h="2344729">
                <a:moveTo>
                  <a:pt x="188" y="137679"/>
                </a:moveTo>
                <a:lnTo>
                  <a:pt x="743" y="130311"/>
                </a:lnTo>
                <a:lnTo>
                  <a:pt x="1666" y="123043"/>
                </a:lnTo>
                <a:lnTo>
                  <a:pt x="2945" y="115893"/>
                </a:lnTo>
                <a:lnTo>
                  <a:pt x="4571" y="108872"/>
                </a:lnTo>
                <a:lnTo>
                  <a:pt x="6525" y="101980"/>
                </a:lnTo>
                <a:lnTo>
                  <a:pt x="8805" y="95237"/>
                </a:lnTo>
                <a:lnTo>
                  <a:pt x="11404" y="88642"/>
                </a:lnTo>
                <a:lnTo>
                  <a:pt x="14309" y="82217"/>
                </a:lnTo>
                <a:lnTo>
                  <a:pt x="17522" y="75950"/>
                </a:lnTo>
                <a:lnTo>
                  <a:pt x="21013" y="69871"/>
                </a:lnTo>
                <a:lnTo>
                  <a:pt x="24791" y="63990"/>
                </a:lnTo>
                <a:lnTo>
                  <a:pt x="28837" y="58298"/>
                </a:lnTo>
                <a:lnTo>
                  <a:pt x="33140" y="52815"/>
                </a:lnTo>
                <a:lnTo>
                  <a:pt x="37702" y="47549"/>
                </a:lnTo>
                <a:lnTo>
                  <a:pt x="42511" y="42512"/>
                </a:lnTo>
                <a:lnTo>
                  <a:pt x="47549" y="37702"/>
                </a:lnTo>
                <a:lnTo>
                  <a:pt x="52814" y="33141"/>
                </a:lnTo>
                <a:lnTo>
                  <a:pt x="58298" y="28837"/>
                </a:lnTo>
                <a:lnTo>
                  <a:pt x="63990" y="24791"/>
                </a:lnTo>
                <a:lnTo>
                  <a:pt x="69870" y="21013"/>
                </a:lnTo>
                <a:lnTo>
                  <a:pt x="75949" y="17522"/>
                </a:lnTo>
                <a:lnTo>
                  <a:pt x="82217" y="14309"/>
                </a:lnTo>
                <a:lnTo>
                  <a:pt x="88642" y="11404"/>
                </a:lnTo>
                <a:lnTo>
                  <a:pt x="95236" y="8806"/>
                </a:lnTo>
                <a:lnTo>
                  <a:pt x="101980" y="6525"/>
                </a:lnTo>
                <a:lnTo>
                  <a:pt x="108872" y="4571"/>
                </a:lnTo>
                <a:lnTo>
                  <a:pt x="115892" y="2945"/>
                </a:lnTo>
                <a:lnTo>
                  <a:pt x="123042" y="1666"/>
                </a:lnTo>
                <a:lnTo>
                  <a:pt x="130311" y="744"/>
                </a:lnTo>
                <a:lnTo>
                  <a:pt x="137679" y="188"/>
                </a:lnTo>
                <a:lnTo>
                  <a:pt x="145076" y="0"/>
                </a:lnTo>
                <a:lnTo>
                  <a:pt x="2765877" y="0"/>
                </a:lnTo>
                <a:lnTo>
                  <a:pt x="2773274" y="188"/>
                </a:lnTo>
                <a:lnTo>
                  <a:pt x="2780643" y="744"/>
                </a:lnTo>
                <a:lnTo>
                  <a:pt x="2787911" y="1666"/>
                </a:lnTo>
                <a:lnTo>
                  <a:pt x="2795061" y="2945"/>
                </a:lnTo>
                <a:lnTo>
                  <a:pt x="2802082" y="4571"/>
                </a:lnTo>
                <a:lnTo>
                  <a:pt x="2808974" y="6525"/>
                </a:lnTo>
                <a:lnTo>
                  <a:pt x="2815717" y="8806"/>
                </a:lnTo>
                <a:lnTo>
                  <a:pt x="2822311" y="11404"/>
                </a:lnTo>
                <a:lnTo>
                  <a:pt x="2828737" y="14309"/>
                </a:lnTo>
                <a:lnTo>
                  <a:pt x="2835004" y="17522"/>
                </a:lnTo>
                <a:lnTo>
                  <a:pt x="2841083" y="21013"/>
                </a:lnTo>
                <a:lnTo>
                  <a:pt x="2846963" y="24791"/>
                </a:lnTo>
                <a:lnTo>
                  <a:pt x="2852655" y="28837"/>
                </a:lnTo>
                <a:lnTo>
                  <a:pt x="2858139" y="33141"/>
                </a:lnTo>
                <a:lnTo>
                  <a:pt x="2863405" y="37702"/>
                </a:lnTo>
                <a:lnTo>
                  <a:pt x="2868442" y="42512"/>
                </a:lnTo>
                <a:lnTo>
                  <a:pt x="2873252" y="47549"/>
                </a:lnTo>
                <a:lnTo>
                  <a:pt x="2877813" y="52815"/>
                </a:lnTo>
                <a:lnTo>
                  <a:pt x="2882117" y="58298"/>
                </a:lnTo>
                <a:lnTo>
                  <a:pt x="2886163" y="63990"/>
                </a:lnTo>
                <a:lnTo>
                  <a:pt x="2889941" y="69871"/>
                </a:lnTo>
                <a:lnTo>
                  <a:pt x="2893432" y="75950"/>
                </a:lnTo>
                <a:lnTo>
                  <a:pt x="2896645" y="82217"/>
                </a:lnTo>
                <a:lnTo>
                  <a:pt x="2899550" y="88642"/>
                </a:lnTo>
                <a:lnTo>
                  <a:pt x="2902148" y="95237"/>
                </a:lnTo>
                <a:lnTo>
                  <a:pt x="2904429" y="101980"/>
                </a:lnTo>
                <a:lnTo>
                  <a:pt x="2906382" y="108872"/>
                </a:lnTo>
                <a:lnTo>
                  <a:pt x="2908009" y="115893"/>
                </a:lnTo>
                <a:lnTo>
                  <a:pt x="2909288" y="123043"/>
                </a:lnTo>
                <a:lnTo>
                  <a:pt x="2910210" y="130311"/>
                </a:lnTo>
                <a:lnTo>
                  <a:pt x="2910765" y="137679"/>
                </a:lnTo>
                <a:lnTo>
                  <a:pt x="2910954" y="145077"/>
                </a:lnTo>
                <a:lnTo>
                  <a:pt x="2910954" y="2199652"/>
                </a:lnTo>
                <a:lnTo>
                  <a:pt x="2910765" y="2207050"/>
                </a:lnTo>
                <a:lnTo>
                  <a:pt x="2910210" y="2214417"/>
                </a:lnTo>
                <a:lnTo>
                  <a:pt x="2909288" y="2221686"/>
                </a:lnTo>
                <a:lnTo>
                  <a:pt x="2908009" y="2228836"/>
                </a:lnTo>
                <a:lnTo>
                  <a:pt x="2906382" y="2235857"/>
                </a:lnTo>
                <a:lnTo>
                  <a:pt x="2904429" y="2242749"/>
                </a:lnTo>
                <a:lnTo>
                  <a:pt x="2902148" y="2249492"/>
                </a:lnTo>
                <a:lnTo>
                  <a:pt x="2899550" y="2256086"/>
                </a:lnTo>
                <a:lnTo>
                  <a:pt x="2896645" y="2262512"/>
                </a:lnTo>
                <a:lnTo>
                  <a:pt x="2893432" y="2268779"/>
                </a:lnTo>
                <a:lnTo>
                  <a:pt x="2889941" y="2274858"/>
                </a:lnTo>
                <a:lnTo>
                  <a:pt x="2886163" y="2280739"/>
                </a:lnTo>
                <a:lnTo>
                  <a:pt x="2882117" y="2286430"/>
                </a:lnTo>
                <a:lnTo>
                  <a:pt x="2877813" y="2291914"/>
                </a:lnTo>
                <a:lnTo>
                  <a:pt x="2873252" y="2297180"/>
                </a:lnTo>
                <a:lnTo>
                  <a:pt x="2868442" y="2302217"/>
                </a:lnTo>
                <a:lnTo>
                  <a:pt x="2863405" y="2307027"/>
                </a:lnTo>
                <a:lnTo>
                  <a:pt x="2858139" y="2311588"/>
                </a:lnTo>
                <a:lnTo>
                  <a:pt x="2852655" y="2315892"/>
                </a:lnTo>
                <a:lnTo>
                  <a:pt x="2846963" y="2319938"/>
                </a:lnTo>
                <a:lnTo>
                  <a:pt x="2841083" y="2323716"/>
                </a:lnTo>
                <a:lnTo>
                  <a:pt x="2835004" y="2327206"/>
                </a:lnTo>
                <a:lnTo>
                  <a:pt x="2828737" y="2330419"/>
                </a:lnTo>
                <a:lnTo>
                  <a:pt x="2822311" y="2333325"/>
                </a:lnTo>
                <a:lnTo>
                  <a:pt x="2815717" y="2335923"/>
                </a:lnTo>
                <a:lnTo>
                  <a:pt x="2808974" y="2338204"/>
                </a:lnTo>
                <a:lnTo>
                  <a:pt x="2802082" y="2340157"/>
                </a:lnTo>
                <a:lnTo>
                  <a:pt x="2795061" y="2341784"/>
                </a:lnTo>
                <a:lnTo>
                  <a:pt x="2787911" y="2343053"/>
                </a:lnTo>
                <a:lnTo>
                  <a:pt x="2780643" y="2343985"/>
                </a:lnTo>
                <a:lnTo>
                  <a:pt x="2773274" y="2344540"/>
                </a:lnTo>
                <a:lnTo>
                  <a:pt x="2765877" y="2344729"/>
                </a:lnTo>
                <a:lnTo>
                  <a:pt x="145076" y="2344729"/>
                </a:lnTo>
                <a:lnTo>
                  <a:pt x="137679" y="2344540"/>
                </a:lnTo>
                <a:lnTo>
                  <a:pt x="130311" y="2343985"/>
                </a:lnTo>
                <a:lnTo>
                  <a:pt x="123042" y="2343053"/>
                </a:lnTo>
                <a:lnTo>
                  <a:pt x="115892" y="2341784"/>
                </a:lnTo>
                <a:lnTo>
                  <a:pt x="108872" y="2340157"/>
                </a:lnTo>
                <a:lnTo>
                  <a:pt x="101980" y="2338204"/>
                </a:lnTo>
                <a:lnTo>
                  <a:pt x="95236" y="2335923"/>
                </a:lnTo>
                <a:lnTo>
                  <a:pt x="88642" y="2333325"/>
                </a:lnTo>
                <a:lnTo>
                  <a:pt x="82217" y="2330419"/>
                </a:lnTo>
                <a:lnTo>
                  <a:pt x="75949" y="2327206"/>
                </a:lnTo>
                <a:lnTo>
                  <a:pt x="69870" y="2323716"/>
                </a:lnTo>
                <a:lnTo>
                  <a:pt x="63990" y="2319938"/>
                </a:lnTo>
                <a:lnTo>
                  <a:pt x="58298" y="2315892"/>
                </a:lnTo>
                <a:lnTo>
                  <a:pt x="52814" y="2311588"/>
                </a:lnTo>
                <a:lnTo>
                  <a:pt x="47549" y="2307027"/>
                </a:lnTo>
                <a:lnTo>
                  <a:pt x="42511" y="2302217"/>
                </a:lnTo>
                <a:lnTo>
                  <a:pt x="37702" y="2297180"/>
                </a:lnTo>
                <a:lnTo>
                  <a:pt x="33140" y="2291914"/>
                </a:lnTo>
                <a:lnTo>
                  <a:pt x="28837" y="2286430"/>
                </a:lnTo>
                <a:lnTo>
                  <a:pt x="24791" y="2280739"/>
                </a:lnTo>
                <a:lnTo>
                  <a:pt x="21013" y="2274858"/>
                </a:lnTo>
                <a:lnTo>
                  <a:pt x="17522" y="2268779"/>
                </a:lnTo>
                <a:lnTo>
                  <a:pt x="14309" y="2262512"/>
                </a:lnTo>
                <a:lnTo>
                  <a:pt x="11404" y="2256086"/>
                </a:lnTo>
                <a:lnTo>
                  <a:pt x="8805" y="2249492"/>
                </a:lnTo>
                <a:lnTo>
                  <a:pt x="6525" y="2242749"/>
                </a:lnTo>
                <a:lnTo>
                  <a:pt x="4571" y="2235857"/>
                </a:lnTo>
                <a:lnTo>
                  <a:pt x="2945" y="2228836"/>
                </a:lnTo>
                <a:lnTo>
                  <a:pt x="1666" y="2221686"/>
                </a:lnTo>
                <a:lnTo>
                  <a:pt x="743" y="2214417"/>
                </a:lnTo>
                <a:lnTo>
                  <a:pt x="188" y="2207050"/>
                </a:lnTo>
                <a:lnTo>
                  <a:pt x="0" y="2199652"/>
                </a:lnTo>
                <a:lnTo>
                  <a:pt x="0" y="145077"/>
                </a:lnTo>
                <a:lnTo>
                  <a:pt x="188" y="137679"/>
                </a:lnTo>
                <a:moveTo>
                  <a:pt x="9916" y="145265"/>
                </a:moveTo>
                <a:lnTo>
                  <a:pt x="9916" y="145136"/>
                </a:lnTo>
                <a:lnTo>
                  <a:pt x="9916" y="2199593"/>
                </a:lnTo>
                <a:lnTo>
                  <a:pt x="9916" y="2199464"/>
                </a:lnTo>
                <a:lnTo>
                  <a:pt x="10095" y="2206673"/>
                </a:lnTo>
                <a:lnTo>
                  <a:pt x="10085" y="2206425"/>
                </a:lnTo>
                <a:lnTo>
                  <a:pt x="10630" y="2213545"/>
                </a:lnTo>
                <a:lnTo>
                  <a:pt x="10601" y="2213297"/>
                </a:lnTo>
                <a:lnTo>
                  <a:pt x="11493" y="2220308"/>
                </a:lnTo>
                <a:lnTo>
                  <a:pt x="11453" y="2220060"/>
                </a:lnTo>
                <a:lnTo>
                  <a:pt x="12683" y="2226972"/>
                </a:lnTo>
                <a:lnTo>
                  <a:pt x="12633" y="2226724"/>
                </a:lnTo>
                <a:lnTo>
                  <a:pt x="14200" y="2233507"/>
                </a:lnTo>
                <a:lnTo>
                  <a:pt x="14140" y="2233269"/>
                </a:lnTo>
                <a:lnTo>
                  <a:pt x="16034" y="2239923"/>
                </a:lnTo>
                <a:lnTo>
                  <a:pt x="15955" y="2239684"/>
                </a:lnTo>
                <a:lnTo>
                  <a:pt x="18157" y="2246200"/>
                </a:lnTo>
                <a:lnTo>
                  <a:pt x="18077" y="2245971"/>
                </a:lnTo>
                <a:lnTo>
                  <a:pt x="20586" y="2252338"/>
                </a:lnTo>
                <a:lnTo>
                  <a:pt x="20497" y="2252109"/>
                </a:lnTo>
                <a:lnTo>
                  <a:pt x="23303" y="2258317"/>
                </a:lnTo>
                <a:lnTo>
                  <a:pt x="23194" y="2258099"/>
                </a:lnTo>
                <a:lnTo>
                  <a:pt x="26288" y="2264148"/>
                </a:lnTo>
                <a:lnTo>
                  <a:pt x="26179" y="2263940"/>
                </a:lnTo>
                <a:lnTo>
                  <a:pt x="29551" y="2269810"/>
                </a:lnTo>
                <a:lnTo>
                  <a:pt x="29422" y="2269602"/>
                </a:lnTo>
                <a:lnTo>
                  <a:pt x="33071" y="2275294"/>
                </a:lnTo>
                <a:lnTo>
                  <a:pt x="32942" y="2275096"/>
                </a:lnTo>
                <a:lnTo>
                  <a:pt x="36849" y="2280589"/>
                </a:lnTo>
                <a:lnTo>
                  <a:pt x="36710" y="2280401"/>
                </a:lnTo>
                <a:lnTo>
                  <a:pt x="40865" y="2285697"/>
                </a:lnTo>
                <a:lnTo>
                  <a:pt x="40716" y="2285508"/>
                </a:lnTo>
                <a:lnTo>
                  <a:pt x="45119" y="2290595"/>
                </a:lnTo>
                <a:lnTo>
                  <a:pt x="44961" y="2290426"/>
                </a:lnTo>
                <a:lnTo>
                  <a:pt x="49602" y="2295285"/>
                </a:lnTo>
                <a:lnTo>
                  <a:pt x="49433" y="2295127"/>
                </a:lnTo>
                <a:lnTo>
                  <a:pt x="54302" y="2299768"/>
                </a:lnTo>
                <a:lnTo>
                  <a:pt x="54133" y="2299609"/>
                </a:lnTo>
                <a:lnTo>
                  <a:pt x="59220" y="2304012"/>
                </a:lnTo>
                <a:lnTo>
                  <a:pt x="59032" y="2303863"/>
                </a:lnTo>
                <a:lnTo>
                  <a:pt x="64327" y="2308018"/>
                </a:lnTo>
                <a:lnTo>
                  <a:pt x="64139" y="2307879"/>
                </a:lnTo>
                <a:lnTo>
                  <a:pt x="69632" y="2311786"/>
                </a:lnTo>
                <a:lnTo>
                  <a:pt x="69434" y="2311658"/>
                </a:lnTo>
                <a:lnTo>
                  <a:pt x="75126" y="2315297"/>
                </a:lnTo>
                <a:lnTo>
                  <a:pt x="74918" y="2315178"/>
                </a:lnTo>
                <a:lnTo>
                  <a:pt x="80788" y="2318549"/>
                </a:lnTo>
                <a:lnTo>
                  <a:pt x="80580" y="2318440"/>
                </a:lnTo>
                <a:lnTo>
                  <a:pt x="86629" y="2321534"/>
                </a:lnTo>
                <a:lnTo>
                  <a:pt x="86411" y="2321425"/>
                </a:lnTo>
                <a:lnTo>
                  <a:pt x="92618" y="2324232"/>
                </a:lnTo>
                <a:lnTo>
                  <a:pt x="92391" y="2324142"/>
                </a:lnTo>
                <a:lnTo>
                  <a:pt x="98757" y="2326651"/>
                </a:lnTo>
                <a:lnTo>
                  <a:pt x="98529" y="2326572"/>
                </a:lnTo>
                <a:lnTo>
                  <a:pt x="105044" y="2328773"/>
                </a:lnTo>
                <a:lnTo>
                  <a:pt x="104806" y="2328694"/>
                </a:lnTo>
                <a:lnTo>
                  <a:pt x="111460" y="2330588"/>
                </a:lnTo>
                <a:lnTo>
                  <a:pt x="111222" y="2330529"/>
                </a:lnTo>
                <a:lnTo>
                  <a:pt x="118004" y="2332095"/>
                </a:lnTo>
                <a:lnTo>
                  <a:pt x="117757" y="2332045"/>
                </a:lnTo>
                <a:lnTo>
                  <a:pt x="124659" y="2333275"/>
                </a:lnTo>
                <a:lnTo>
                  <a:pt x="124420" y="2333235"/>
                </a:lnTo>
                <a:lnTo>
                  <a:pt x="131431" y="2334128"/>
                </a:lnTo>
                <a:lnTo>
                  <a:pt x="131184" y="2334098"/>
                </a:lnTo>
                <a:lnTo>
                  <a:pt x="138303" y="2334644"/>
                </a:lnTo>
                <a:lnTo>
                  <a:pt x="138056" y="2334634"/>
                </a:lnTo>
                <a:lnTo>
                  <a:pt x="145264" y="2334812"/>
                </a:lnTo>
                <a:lnTo>
                  <a:pt x="145136" y="2334812"/>
                </a:lnTo>
                <a:lnTo>
                  <a:pt x="2765818" y="2334812"/>
                </a:lnTo>
                <a:lnTo>
                  <a:pt x="2765689" y="2334812"/>
                </a:lnTo>
                <a:lnTo>
                  <a:pt x="2772898" y="2334634"/>
                </a:lnTo>
                <a:lnTo>
                  <a:pt x="2772650" y="2334644"/>
                </a:lnTo>
                <a:lnTo>
                  <a:pt x="2779770" y="2334098"/>
                </a:lnTo>
                <a:lnTo>
                  <a:pt x="2779522" y="2334128"/>
                </a:lnTo>
                <a:lnTo>
                  <a:pt x="2786533" y="2333235"/>
                </a:lnTo>
                <a:lnTo>
                  <a:pt x="2786285" y="2333275"/>
                </a:lnTo>
                <a:lnTo>
                  <a:pt x="2793197" y="2332045"/>
                </a:lnTo>
                <a:lnTo>
                  <a:pt x="2792949" y="2332095"/>
                </a:lnTo>
                <a:lnTo>
                  <a:pt x="2799732" y="2330529"/>
                </a:lnTo>
                <a:lnTo>
                  <a:pt x="2799494" y="2330588"/>
                </a:lnTo>
                <a:lnTo>
                  <a:pt x="2806147" y="2328694"/>
                </a:lnTo>
                <a:lnTo>
                  <a:pt x="2805910" y="2328773"/>
                </a:lnTo>
                <a:lnTo>
                  <a:pt x="2812425" y="2326572"/>
                </a:lnTo>
                <a:lnTo>
                  <a:pt x="2812197" y="2326651"/>
                </a:lnTo>
                <a:lnTo>
                  <a:pt x="2818563" y="2324142"/>
                </a:lnTo>
                <a:lnTo>
                  <a:pt x="2818335" y="2324232"/>
                </a:lnTo>
                <a:lnTo>
                  <a:pt x="2824543" y="2321425"/>
                </a:lnTo>
                <a:lnTo>
                  <a:pt x="2824324" y="2321534"/>
                </a:lnTo>
                <a:lnTo>
                  <a:pt x="2830373" y="2318440"/>
                </a:lnTo>
                <a:lnTo>
                  <a:pt x="2830165" y="2318549"/>
                </a:lnTo>
                <a:lnTo>
                  <a:pt x="2836036" y="2315178"/>
                </a:lnTo>
                <a:lnTo>
                  <a:pt x="2835827" y="2315297"/>
                </a:lnTo>
                <a:lnTo>
                  <a:pt x="2841519" y="2311658"/>
                </a:lnTo>
                <a:lnTo>
                  <a:pt x="2841321" y="2311786"/>
                </a:lnTo>
                <a:lnTo>
                  <a:pt x="2846815" y="2307879"/>
                </a:lnTo>
                <a:lnTo>
                  <a:pt x="2846626" y="2308018"/>
                </a:lnTo>
                <a:lnTo>
                  <a:pt x="2851922" y="2303863"/>
                </a:lnTo>
                <a:lnTo>
                  <a:pt x="2851733" y="2304012"/>
                </a:lnTo>
                <a:lnTo>
                  <a:pt x="2856820" y="2299609"/>
                </a:lnTo>
                <a:lnTo>
                  <a:pt x="2856652" y="2299768"/>
                </a:lnTo>
                <a:lnTo>
                  <a:pt x="2861511" y="2295127"/>
                </a:lnTo>
                <a:lnTo>
                  <a:pt x="2861352" y="2295285"/>
                </a:lnTo>
                <a:lnTo>
                  <a:pt x="2865993" y="2290426"/>
                </a:lnTo>
                <a:lnTo>
                  <a:pt x="2865835" y="2290595"/>
                </a:lnTo>
                <a:lnTo>
                  <a:pt x="2870237" y="2285508"/>
                </a:lnTo>
                <a:lnTo>
                  <a:pt x="2870088" y="2285697"/>
                </a:lnTo>
                <a:lnTo>
                  <a:pt x="2874243" y="2280401"/>
                </a:lnTo>
                <a:lnTo>
                  <a:pt x="2874105" y="2280589"/>
                </a:lnTo>
                <a:lnTo>
                  <a:pt x="2878012" y="2275096"/>
                </a:lnTo>
                <a:lnTo>
                  <a:pt x="2877883" y="2275294"/>
                </a:lnTo>
                <a:lnTo>
                  <a:pt x="2881522" y="2269602"/>
                </a:lnTo>
                <a:lnTo>
                  <a:pt x="2881403" y="2269810"/>
                </a:lnTo>
                <a:lnTo>
                  <a:pt x="2884775" y="2263940"/>
                </a:lnTo>
                <a:lnTo>
                  <a:pt x="2884665" y="2264148"/>
                </a:lnTo>
                <a:lnTo>
                  <a:pt x="2887759" y="2258099"/>
                </a:lnTo>
                <a:lnTo>
                  <a:pt x="2887650" y="2258317"/>
                </a:lnTo>
                <a:lnTo>
                  <a:pt x="2890457" y="2252109"/>
                </a:lnTo>
                <a:lnTo>
                  <a:pt x="2890368" y="2252338"/>
                </a:lnTo>
                <a:lnTo>
                  <a:pt x="2892876" y="2245971"/>
                </a:lnTo>
                <a:lnTo>
                  <a:pt x="2892797" y="2246200"/>
                </a:lnTo>
                <a:lnTo>
                  <a:pt x="2894998" y="2239684"/>
                </a:lnTo>
                <a:lnTo>
                  <a:pt x="2894919" y="2239923"/>
                </a:lnTo>
                <a:lnTo>
                  <a:pt x="2896813" y="2233269"/>
                </a:lnTo>
                <a:lnTo>
                  <a:pt x="2896754" y="2233507"/>
                </a:lnTo>
                <a:lnTo>
                  <a:pt x="2898320" y="2226724"/>
                </a:lnTo>
                <a:lnTo>
                  <a:pt x="2898271" y="2226972"/>
                </a:lnTo>
                <a:lnTo>
                  <a:pt x="2899500" y="2220060"/>
                </a:lnTo>
                <a:lnTo>
                  <a:pt x="2899461" y="2220308"/>
                </a:lnTo>
                <a:lnTo>
                  <a:pt x="2900353" y="2213297"/>
                </a:lnTo>
                <a:lnTo>
                  <a:pt x="2900323" y="2213545"/>
                </a:lnTo>
                <a:lnTo>
                  <a:pt x="2900869" y="2206425"/>
                </a:lnTo>
                <a:lnTo>
                  <a:pt x="2900859" y="2206673"/>
                </a:lnTo>
                <a:lnTo>
                  <a:pt x="2901037" y="2199464"/>
                </a:lnTo>
                <a:lnTo>
                  <a:pt x="2901037" y="2199593"/>
                </a:lnTo>
                <a:lnTo>
                  <a:pt x="2901037" y="145136"/>
                </a:lnTo>
                <a:lnTo>
                  <a:pt x="2901037" y="145265"/>
                </a:lnTo>
                <a:lnTo>
                  <a:pt x="2900859" y="138056"/>
                </a:lnTo>
                <a:lnTo>
                  <a:pt x="2900869" y="138304"/>
                </a:lnTo>
                <a:lnTo>
                  <a:pt x="2900323" y="131184"/>
                </a:lnTo>
                <a:lnTo>
                  <a:pt x="2900353" y="131432"/>
                </a:lnTo>
                <a:lnTo>
                  <a:pt x="2899461" y="124421"/>
                </a:lnTo>
                <a:lnTo>
                  <a:pt x="2899500" y="124659"/>
                </a:lnTo>
                <a:lnTo>
                  <a:pt x="2898271" y="117757"/>
                </a:lnTo>
                <a:lnTo>
                  <a:pt x="2898320" y="118005"/>
                </a:lnTo>
                <a:lnTo>
                  <a:pt x="2896754" y="111222"/>
                </a:lnTo>
                <a:lnTo>
                  <a:pt x="2896813" y="111460"/>
                </a:lnTo>
                <a:lnTo>
                  <a:pt x="2894919" y="104806"/>
                </a:lnTo>
                <a:lnTo>
                  <a:pt x="2894998" y="105044"/>
                </a:lnTo>
                <a:lnTo>
                  <a:pt x="2892797" y="98529"/>
                </a:lnTo>
                <a:lnTo>
                  <a:pt x="2892876" y="98757"/>
                </a:lnTo>
                <a:lnTo>
                  <a:pt x="2890368" y="92391"/>
                </a:lnTo>
                <a:lnTo>
                  <a:pt x="2890457" y="92619"/>
                </a:lnTo>
                <a:lnTo>
                  <a:pt x="2887650" y="86412"/>
                </a:lnTo>
                <a:lnTo>
                  <a:pt x="2887759" y="86630"/>
                </a:lnTo>
                <a:lnTo>
                  <a:pt x="2884665" y="80581"/>
                </a:lnTo>
                <a:lnTo>
                  <a:pt x="2884775" y="80789"/>
                </a:lnTo>
                <a:lnTo>
                  <a:pt x="2881403" y="74918"/>
                </a:lnTo>
                <a:lnTo>
                  <a:pt x="2881522" y="75127"/>
                </a:lnTo>
                <a:lnTo>
                  <a:pt x="2877883" y="69434"/>
                </a:lnTo>
                <a:lnTo>
                  <a:pt x="2878012" y="69633"/>
                </a:lnTo>
                <a:lnTo>
                  <a:pt x="2874105" y="64139"/>
                </a:lnTo>
                <a:lnTo>
                  <a:pt x="2874243" y="64328"/>
                </a:lnTo>
                <a:lnTo>
                  <a:pt x="2870088" y="59032"/>
                </a:lnTo>
                <a:lnTo>
                  <a:pt x="2870237" y="59221"/>
                </a:lnTo>
                <a:lnTo>
                  <a:pt x="2865835" y="54134"/>
                </a:lnTo>
                <a:lnTo>
                  <a:pt x="2865993" y="54302"/>
                </a:lnTo>
                <a:lnTo>
                  <a:pt x="2861352" y="49433"/>
                </a:lnTo>
                <a:lnTo>
                  <a:pt x="2861511" y="49602"/>
                </a:lnTo>
                <a:lnTo>
                  <a:pt x="2856652" y="44961"/>
                </a:lnTo>
                <a:lnTo>
                  <a:pt x="2856820" y="45120"/>
                </a:lnTo>
                <a:lnTo>
                  <a:pt x="2851733" y="40717"/>
                </a:lnTo>
                <a:lnTo>
                  <a:pt x="2851922" y="40866"/>
                </a:lnTo>
                <a:lnTo>
                  <a:pt x="2846626" y="36710"/>
                </a:lnTo>
                <a:lnTo>
                  <a:pt x="2846815" y="36849"/>
                </a:lnTo>
                <a:lnTo>
                  <a:pt x="2841321" y="32942"/>
                </a:lnTo>
                <a:lnTo>
                  <a:pt x="2841519" y="33071"/>
                </a:lnTo>
                <a:lnTo>
                  <a:pt x="2835827" y="29422"/>
                </a:lnTo>
                <a:lnTo>
                  <a:pt x="2836036" y="29551"/>
                </a:lnTo>
                <a:lnTo>
                  <a:pt x="2830165" y="26179"/>
                </a:lnTo>
                <a:lnTo>
                  <a:pt x="2830373" y="26288"/>
                </a:lnTo>
                <a:lnTo>
                  <a:pt x="2824324" y="23195"/>
                </a:lnTo>
                <a:lnTo>
                  <a:pt x="2824543" y="23304"/>
                </a:lnTo>
                <a:lnTo>
                  <a:pt x="2818335" y="20487"/>
                </a:lnTo>
                <a:lnTo>
                  <a:pt x="2818563" y="20586"/>
                </a:lnTo>
                <a:lnTo>
                  <a:pt x="2812197" y="18078"/>
                </a:lnTo>
                <a:lnTo>
                  <a:pt x="2812425" y="18157"/>
                </a:lnTo>
                <a:lnTo>
                  <a:pt x="2805910" y="15955"/>
                </a:lnTo>
                <a:lnTo>
                  <a:pt x="2806147" y="16035"/>
                </a:lnTo>
                <a:lnTo>
                  <a:pt x="2799494" y="14141"/>
                </a:lnTo>
                <a:lnTo>
                  <a:pt x="2799732" y="14200"/>
                </a:lnTo>
                <a:lnTo>
                  <a:pt x="2792949" y="12633"/>
                </a:lnTo>
                <a:lnTo>
                  <a:pt x="2793197" y="12683"/>
                </a:lnTo>
                <a:lnTo>
                  <a:pt x="2786285" y="11453"/>
                </a:lnTo>
                <a:lnTo>
                  <a:pt x="2786533" y="11493"/>
                </a:lnTo>
                <a:lnTo>
                  <a:pt x="2779522" y="10601"/>
                </a:lnTo>
                <a:lnTo>
                  <a:pt x="2779770" y="10630"/>
                </a:lnTo>
                <a:lnTo>
                  <a:pt x="2772650" y="10085"/>
                </a:lnTo>
                <a:lnTo>
                  <a:pt x="2772898" y="10095"/>
                </a:lnTo>
                <a:lnTo>
                  <a:pt x="2765689" y="9916"/>
                </a:lnTo>
                <a:lnTo>
                  <a:pt x="2765818" y="9916"/>
                </a:lnTo>
                <a:lnTo>
                  <a:pt x="145136" y="9916"/>
                </a:lnTo>
                <a:lnTo>
                  <a:pt x="145264" y="9916"/>
                </a:lnTo>
                <a:lnTo>
                  <a:pt x="138056" y="10095"/>
                </a:lnTo>
                <a:lnTo>
                  <a:pt x="138303" y="10085"/>
                </a:lnTo>
                <a:lnTo>
                  <a:pt x="131184" y="10630"/>
                </a:lnTo>
                <a:lnTo>
                  <a:pt x="131431" y="10601"/>
                </a:lnTo>
                <a:lnTo>
                  <a:pt x="124420" y="11493"/>
                </a:lnTo>
                <a:lnTo>
                  <a:pt x="124659" y="11453"/>
                </a:lnTo>
                <a:lnTo>
                  <a:pt x="117757" y="12683"/>
                </a:lnTo>
                <a:lnTo>
                  <a:pt x="118004" y="12633"/>
                </a:lnTo>
                <a:lnTo>
                  <a:pt x="111222" y="14200"/>
                </a:lnTo>
                <a:lnTo>
                  <a:pt x="111460" y="14141"/>
                </a:lnTo>
                <a:lnTo>
                  <a:pt x="104806" y="16035"/>
                </a:lnTo>
                <a:lnTo>
                  <a:pt x="105044" y="15955"/>
                </a:lnTo>
                <a:lnTo>
                  <a:pt x="98529" y="18157"/>
                </a:lnTo>
                <a:lnTo>
                  <a:pt x="98757" y="18078"/>
                </a:lnTo>
                <a:lnTo>
                  <a:pt x="92391" y="20586"/>
                </a:lnTo>
                <a:lnTo>
                  <a:pt x="92618" y="20487"/>
                </a:lnTo>
                <a:lnTo>
                  <a:pt x="86411" y="23304"/>
                </a:lnTo>
                <a:lnTo>
                  <a:pt x="86629" y="23195"/>
                </a:lnTo>
                <a:lnTo>
                  <a:pt x="80580" y="26288"/>
                </a:lnTo>
                <a:lnTo>
                  <a:pt x="80788" y="26179"/>
                </a:lnTo>
                <a:lnTo>
                  <a:pt x="74918" y="29551"/>
                </a:lnTo>
                <a:lnTo>
                  <a:pt x="75126" y="29422"/>
                </a:lnTo>
                <a:lnTo>
                  <a:pt x="69434" y="33071"/>
                </a:lnTo>
                <a:lnTo>
                  <a:pt x="69632" y="32942"/>
                </a:lnTo>
                <a:lnTo>
                  <a:pt x="64139" y="36849"/>
                </a:lnTo>
                <a:lnTo>
                  <a:pt x="64327" y="36710"/>
                </a:lnTo>
                <a:lnTo>
                  <a:pt x="59032" y="40866"/>
                </a:lnTo>
                <a:lnTo>
                  <a:pt x="59220" y="40717"/>
                </a:lnTo>
                <a:lnTo>
                  <a:pt x="54133" y="45120"/>
                </a:lnTo>
                <a:lnTo>
                  <a:pt x="54302" y="44961"/>
                </a:lnTo>
                <a:lnTo>
                  <a:pt x="49433" y="49602"/>
                </a:lnTo>
                <a:lnTo>
                  <a:pt x="49602" y="49433"/>
                </a:lnTo>
                <a:lnTo>
                  <a:pt x="44961" y="54302"/>
                </a:lnTo>
                <a:lnTo>
                  <a:pt x="45119" y="54134"/>
                </a:lnTo>
                <a:lnTo>
                  <a:pt x="40716" y="59221"/>
                </a:lnTo>
                <a:lnTo>
                  <a:pt x="40865" y="59032"/>
                </a:lnTo>
                <a:lnTo>
                  <a:pt x="36710" y="64328"/>
                </a:lnTo>
                <a:lnTo>
                  <a:pt x="36849" y="64139"/>
                </a:lnTo>
                <a:lnTo>
                  <a:pt x="32942" y="69633"/>
                </a:lnTo>
                <a:lnTo>
                  <a:pt x="33071" y="69434"/>
                </a:lnTo>
                <a:lnTo>
                  <a:pt x="29422" y="75127"/>
                </a:lnTo>
                <a:lnTo>
                  <a:pt x="29551" y="74918"/>
                </a:lnTo>
                <a:lnTo>
                  <a:pt x="26179" y="80789"/>
                </a:lnTo>
                <a:lnTo>
                  <a:pt x="26288" y="80581"/>
                </a:lnTo>
                <a:lnTo>
                  <a:pt x="23194" y="86630"/>
                </a:lnTo>
                <a:lnTo>
                  <a:pt x="23303" y="86412"/>
                </a:lnTo>
                <a:lnTo>
                  <a:pt x="20497" y="92619"/>
                </a:lnTo>
                <a:lnTo>
                  <a:pt x="20586" y="92391"/>
                </a:lnTo>
                <a:lnTo>
                  <a:pt x="18077" y="98757"/>
                </a:lnTo>
                <a:lnTo>
                  <a:pt x="18157" y="98529"/>
                </a:lnTo>
                <a:lnTo>
                  <a:pt x="15955" y="105044"/>
                </a:lnTo>
                <a:lnTo>
                  <a:pt x="16034" y="104806"/>
                </a:lnTo>
                <a:lnTo>
                  <a:pt x="14140" y="111460"/>
                </a:lnTo>
                <a:lnTo>
                  <a:pt x="14200" y="111222"/>
                </a:lnTo>
                <a:lnTo>
                  <a:pt x="12633" y="118005"/>
                </a:lnTo>
                <a:lnTo>
                  <a:pt x="12683" y="117757"/>
                </a:lnTo>
                <a:lnTo>
                  <a:pt x="11453" y="124659"/>
                </a:lnTo>
                <a:lnTo>
                  <a:pt x="11493" y="124421"/>
                </a:lnTo>
                <a:lnTo>
                  <a:pt x="10601" y="131432"/>
                </a:lnTo>
                <a:lnTo>
                  <a:pt x="10630" y="131184"/>
                </a:lnTo>
                <a:lnTo>
                  <a:pt x="10085" y="138304"/>
                </a:lnTo>
                <a:lnTo>
                  <a:pt x="10095" y="138056"/>
                </a:lnTo>
                <a:lnTo>
                  <a:pt x="9916" y="145265"/>
                </a:lnTo>
              </a:path>
            </a:pathLst>
          </a:custGeom>
          <a:solidFill xmlns:a="http://schemas.openxmlformats.org/drawingml/2006/main">
            <a:srgbClr val="72B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126D7158-487A-4146-9DE8-3018C46E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618" y="582867"/>
            <a:ext cx="961791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VLM System</a:t>
            </a:r>
          </a:p>
        </p:txBody>
      </p:sp>
      <p:sp>
        <p:nvSpPr>
          <p:cNvPr id="18" name="pdf-path-18">
            <a:extLst xmlns:a="http://schemas.openxmlformats.org/drawingml/2006/main">
              <a:ext uri="{FF2B5EF4-FFF2-40B4-BE49-F238E27FC236}">
                <a16:creationId xmlns:a16="http://schemas.microsoft.com/office/drawing/2014/main" id="{50A94121-F90D-4201-8821-D681E409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441" y="799866"/>
            <a:ext cx="1371436" cy="757413"/>
          </a:xfrm>
          <a:custGeom xmlns:a="http://schemas.openxmlformats.org/drawingml/2006/main">
            <a:pathLst>
              <a:path w="1371436" h="757413">
                <a:moveTo>
                  <a:pt x="595" y="50574"/>
                </a:moveTo>
                <a:cubicBezTo>
                  <a:pt x="0" y="22857"/>
                  <a:pt x="22857" y="0"/>
                  <a:pt x="50574" y="595"/>
                </a:cubicBezTo>
                <a:lnTo>
                  <a:pt x="1320267" y="595"/>
                </a:lnTo>
                <a:cubicBezTo>
                  <a:pt x="1348082" y="0"/>
                  <a:pt x="1370940" y="22857"/>
                  <a:pt x="1371436" y="50574"/>
                </a:cubicBezTo>
                <a:lnTo>
                  <a:pt x="1371436" y="706245"/>
                </a:lnTo>
                <a:cubicBezTo>
                  <a:pt x="1370940" y="734259"/>
                  <a:pt x="1348082" y="757116"/>
                  <a:pt x="1320267" y="757413"/>
                </a:cubicBezTo>
                <a:lnTo>
                  <a:pt x="50574" y="757413"/>
                </a:lnTo>
                <a:cubicBezTo>
                  <a:pt x="22857" y="757116"/>
                  <a:pt x="0" y="734259"/>
                  <a:pt x="595" y="706245"/>
                </a:cubicBezTo>
                <a:lnTo>
                  <a:pt x="595" y="505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19">
            <a:extLst xmlns:a="http://schemas.openxmlformats.org/drawingml/2006/main">
              <a:ext uri="{FF2B5EF4-FFF2-40B4-BE49-F238E27FC236}">
                <a16:creationId xmlns:a16="http://schemas.microsoft.com/office/drawing/2014/main" id="{8642CBBD-B699-47BF-A821-114217B5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483" y="794908"/>
            <a:ext cx="1380856" cy="767032"/>
          </a:xfrm>
          <a:custGeom xmlns:a="http://schemas.openxmlformats.org/drawingml/2006/main">
            <a:pathLst>
              <a:path w="1380856" h="767032">
                <a:moveTo>
                  <a:pt x="69" y="53142"/>
                </a:moveTo>
                <a:lnTo>
                  <a:pt x="288" y="50296"/>
                </a:lnTo>
                <a:lnTo>
                  <a:pt x="644" y="47490"/>
                </a:lnTo>
                <a:lnTo>
                  <a:pt x="1140" y="44733"/>
                </a:lnTo>
                <a:lnTo>
                  <a:pt x="1765" y="42026"/>
                </a:lnTo>
                <a:lnTo>
                  <a:pt x="2518" y="39358"/>
                </a:lnTo>
                <a:lnTo>
                  <a:pt x="3401" y="36760"/>
                </a:lnTo>
                <a:lnTo>
                  <a:pt x="4423" y="34152"/>
                </a:lnTo>
                <a:lnTo>
                  <a:pt x="6763" y="29313"/>
                </a:lnTo>
                <a:lnTo>
                  <a:pt x="9569" y="24692"/>
                </a:lnTo>
                <a:lnTo>
                  <a:pt x="12792" y="20378"/>
                </a:lnTo>
                <a:lnTo>
                  <a:pt x="16401" y="16402"/>
                </a:lnTo>
                <a:lnTo>
                  <a:pt x="20378" y="12792"/>
                </a:lnTo>
                <a:lnTo>
                  <a:pt x="24692" y="9569"/>
                </a:lnTo>
                <a:lnTo>
                  <a:pt x="29313" y="6763"/>
                </a:lnTo>
                <a:lnTo>
                  <a:pt x="34152" y="4423"/>
                </a:lnTo>
                <a:lnTo>
                  <a:pt x="36760" y="3401"/>
                </a:lnTo>
                <a:lnTo>
                  <a:pt x="39358" y="2519"/>
                </a:lnTo>
                <a:lnTo>
                  <a:pt x="42025" y="1765"/>
                </a:lnTo>
                <a:lnTo>
                  <a:pt x="44733" y="1141"/>
                </a:lnTo>
                <a:lnTo>
                  <a:pt x="47490" y="645"/>
                </a:lnTo>
                <a:lnTo>
                  <a:pt x="50296" y="288"/>
                </a:lnTo>
                <a:lnTo>
                  <a:pt x="53142" y="70"/>
                </a:lnTo>
                <a:lnTo>
                  <a:pt x="55958" y="0"/>
                </a:lnTo>
                <a:lnTo>
                  <a:pt x="1324898" y="0"/>
                </a:lnTo>
                <a:lnTo>
                  <a:pt x="1327714" y="70"/>
                </a:lnTo>
                <a:lnTo>
                  <a:pt x="1330560" y="288"/>
                </a:lnTo>
                <a:lnTo>
                  <a:pt x="1333367" y="645"/>
                </a:lnTo>
                <a:lnTo>
                  <a:pt x="1336123" y="1141"/>
                </a:lnTo>
                <a:lnTo>
                  <a:pt x="1338830" y="1765"/>
                </a:lnTo>
                <a:lnTo>
                  <a:pt x="1341498" y="2519"/>
                </a:lnTo>
                <a:lnTo>
                  <a:pt x="1344096" y="3401"/>
                </a:lnTo>
                <a:lnTo>
                  <a:pt x="1346704" y="4423"/>
                </a:lnTo>
                <a:lnTo>
                  <a:pt x="1351543" y="6763"/>
                </a:lnTo>
                <a:lnTo>
                  <a:pt x="1356164" y="9569"/>
                </a:lnTo>
                <a:lnTo>
                  <a:pt x="1360478" y="12792"/>
                </a:lnTo>
                <a:lnTo>
                  <a:pt x="1364455" y="16402"/>
                </a:lnTo>
                <a:lnTo>
                  <a:pt x="1368064" y="20378"/>
                </a:lnTo>
                <a:lnTo>
                  <a:pt x="1371287" y="24692"/>
                </a:lnTo>
                <a:lnTo>
                  <a:pt x="1374093" y="29313"/>
                </a:lnTo>
                <a:lnTo>
                  <a:pt x="1376434" y="34152"/>
                </a:lnTo>
                <a:lnTo>
                  <a:pt x="1377455" y="36760"/>
                </a:lnTo>
                <a:lnTo>
                  <a:pt x="1378337" y="39358"/>
                </a:lnTo>
                <a:lnTo>
                  <a:pt x="1379091" y="42026"/>
                </a:lnTo>
                <a:lnTo>
                  <a:pt x="1379716" y="44733"/>
                </a:lnTo>
                <a:lnTo>
                  <a:pt x="1380211" y="47490"/>
                </a:lnTo>
                <a:lnTo>
                  <a:pt x="1380568" y="50296"/>
                </a:lnTo>
                <a:lnTo>
                  <a:pt x="1380787" y="53142"/>
                </a:lnTo>
                <a:lnTo>
                  <a:pt x="1380856" y="55958"/>
                </a:lnTo>
                <a:lnTo>
                  <a:pt x="1380856" y="711074"/>
                </a:lnTo>
                <a:lnTo>
                  <a:pt x="1380787" y="713890"/>
                </a:lnTo>
                <a:lnTo>
                  <a:pt x="1380568" y="716736"/>
                </a:lnTo>
                <a:lnTo>
                  <a:pt x="1380211" y="719543"/>
                </a:lnTo>
                <a:lnTo>
                  <a:pt x="1379716" y="722300"/>
                </a:lnTo>
                <a:lnTo>
                  <a:pt x="1379091" y="725006"/>
                </a:lnTo>
                <a:lnTo>
                  <a:pt x="1378337" y="727674"/>
                </a:lnTo>
                <a:lnTo>
                  <a:pt x="1377455" y="730272"/>
                </a:lnTo>
                <a:lnTo>
                  <a:pt x="1376434" y="732880"/>
                </a:lnTo>
                <a:lnTo>
                  <a:pt x="1374093" y="737720"/>
                </a:lnTo>
                <a:lnTo>
                  <a:pt x="1371287" y="742340"/>
                </a:lnTo>
                <a:lnTo>
                  <a:pt x="1368064" y="746654"/>
                </a:lnTo>
                <a:lnTo>
                  <a:pt x="1364455" y="750631"/>
                </a:lnTo>
                <a:lnTo>
                  <a:pt x="1360478" y="754240"/>
                </a:lnTo>
                <a:lnTo>
                  <a:pt x="1356164" y="757463"/>
                </a:lnTo>
                <a:lnTo>
                  <a:pt x="1351543" y="760269"/>
                </a:lnTo>
                <a:lnTo>
                  <a:pt x="1346704" y="762609"/>
                </a:lnTo>
                <a:lnTo>
                  <a:pt x="1344096" y="763631"/>
                </a:lnTo>
                <a:lnTo>
                  <a:pt x="1341498" y="764514"/>
                </a:lnTo>
                <a:lnTo>
                  <a:pt x="1338830" y="765267"/>
                </a:lnTo>
                <a:lnTo>
                  <a:pt x="1336123" y="765892"/>
                </a:lnTo>
                <a:lnTo>
                  <a:pt x="1333367" y="766388"/>
                </a:lnTo>
                <a:lnTo>
                  <a:pt x="1330560" y="766745"/>
                </a:lnTo>
                <a:lnTo>
                  <a:pt x="1327714" y="766963"/>
                </a:lnTo>
                <a:lnTo>
                  <a:pt x="1324898" y="767032"/>
                </a:lnTo>
                <a:lnTo>
                  <a:pt x="55958" y="767032"/>
                </a:lnTo>
                <a:lnTo>
                  <a:pt x="53142" y="766963"/>
                </a:lnTo>
                <a:lnTo>
                  <a:pt x="50296" y="766745"/>
                </a:lnTo>
                <a:lnTo>
                  <a:pt x="47490" y="766388"/>
                </a:lnTo>
                <a:lnTo>
                  <a:pt x="44733" y="765892"/>
                </a:lnTo>
                <a:lnTo>
                  <a:pt x="42025" y="765267"/>
                </a:lnTo>
                <a:lnTo>
                  <a:pt x="39358" y="764514"/>
                </a:lnTo>
                <a:lnTo>
                  <a:pt x="36760" y="763631"/>
                </a:lnTo>
                <a:lnTo>
                  <a:pt x="34152" y="762609"/>
                </a:lnTo>
                <a:lnTo>
                  <a:pt x="29313" y="760269"/>
                </a:lnTo>
                <a:lnTo>
                  <a:pt x="24692" y="757463"/>
                </a:lnTo>
                <a:lnTo>
                  <a:pt x="20378" y="754240"/>
                </a:lnTo>
                <a:lnTo>
                  <a:pt x="16401" y="750631"/>
                </a:lnTo>
                <a:lnTo>
                  <a:pt x="12792" y="746654"/>
                </a:lnTo>
                <a:lnTo>
                  <a:pt x="9569" y="742340"/>
                </a:lnTo>
                <a:lnTo>
                  <a:pt x="6763" y="737720"/>
                </a:lnTo>
                <a:lnTo>
                  <a:pt x="4423" y="732880"/>
                </a:lnTo>
                <a:lnTo>
                  <a:pt x="3401" y="730272"/>
                </a:lnTo>
                <a:lnTo>
                  <a:pt x="2518" y="727674"/>
                </a:lnTo>
                <a:lnTo>
                  <a:pt x="1765" y="725006"/>
                </a:lnTo>
                <a:lnTo>
                  <a:pt x="1140" y="722300"/>
                </a:lnTo>
                <a:lnTo>
                  <a:pt x="644" y="719543"/>
                </a:lnTo>
                <a:lnTo>
                  <a:pt x="288" y="716736"/>
                </a:lnTo>
                <a:lnTo>
                  <a:pt x="69" y="713890"/>
                </a:lnTo>
                <a:lnTo>
                  <a:pt x="0" y="711074"/>
                </a:lnTo>
                <a:lnTo>
                  <a:pt x="0" y="55958"/>
                </a:lnTo>
                <a:lnTo>
                  <a:pt x="69" y="53142"/>
                </a:lnTo>
                <a:moveTo>
                  <a:pt x="9916" y="56147"/>
                </a:moveTo>
                <a:lnTo>
                  <a:pt x="9916" y="56018"/>
                </a:lnTo>
                <a:lnTo>
                  <a:pt x="9916" y="711015"/>
                </a:lnTo>
                <a:lnTo>
                  <a:pt x="9916" y="710886"/>
                </a:lnTo>
                <a:lnTo>
                  <a:pt x="9986" y="713513"/>
                </a:lnTo>
                <a:lnTo>
                  <a:pt x="9966" y="713266"/>
                </a:lnTo>
                <a:lnTo>
                  <a:pt x="10164" y="715854"/>
                </a:lnTo>
                <a:lnTo>
                  <a:pt x="10144" y="715606"/>
                </a:lnTo>
                <a:lnTo>
                  <a:pt x="10462" y="718164"/>
                </a:lnTo>
                <a:lnTo>
                  <a:pt x="10432" y="717916"/>
                </a:lnTo>
                <a:lnTo>
                  <a:pt x="10878" y="720435"/>
                </a:lnTo>
                <a:lnTo>
                  <a:pt x="10829" y="720187"/>
                </a:lnTo>
                <a:lnTo>
                  <a:pt x="11394" y="722656"/>
                </a:lnTo>
                <a:lnTo>
                  <a:pt x="11334" y="722418"/>
                </a:lnTo>
                <a:lnTo>
                  <a:pt x="12018" y="724848"/>
                </a:lnTo>
                <a:lnTo>
                  <a:pt x="11949" y="724610"/>
                </a:lnTo>
                <a:lnTo>
                  <a:pt x="12752" y="726980"/>
                </a:lnTo>
                <a:lnTo>
                  <a:pt x="12673" y="726752"/>
                </a:lnTo>
                <a:lnTo>
                  <a:pt x="13586" y="729072"/>
                </a:lnTo>
                <a:lnTo>
                  <a:pt x="13436" y="728735"/>
                </a:lnTo>
                <a:lnTo>
                  <a:pt x="15589" y="733198"/>
                </a:lnTo>
                <a:lnTo>
                  <a:pt x="15360" y="732781"/>
                </a:lnTo>
                <a:lnTo>
                  <a:pt x="17919" y="736986"/>
                </a:lnTo>
                <a:lnTo>
                  <a:pt x="17651" y="736589"/>
                </a:lnTo>
                <a:lnTo>
                  <a:pt x="20586" y="740526"/>
                </a:lnTo>
                <a:lnTo>
                  <a:pt x="20289" y="740159"/>
                </a:lnTo>
                <a:lnTo>
                  <a:pt x="23581" y="743788"/>
                </a:lnTo>
                <a:lnTo>
                  <a:pt x="23244" y="743451"/>
                </a:lnTo>
                <a:lnTo>
                  <a:pt x="26873" y="746743"/>
                </a:lnTo>
                <a:lnTo>
                  <a:pt x="26507" y="746446"/>
                </a:lnTo>
                <a:lnTo>
                  <a:pt x="30443" y="749381"/>
                </a:lnTo>
                <a:lnTo>
                  <a:pt x="30046" y="749113"/>
                </a:lnTo>
                <a:lnTo>
                  <a:pt x="34251" y="751672"/>
                </a:lnTo>
                <a:lnTo>
                  <a:pt x="33834" y="751444"/>
                </a:lnTo>
                <a:lnTo>
                  <a:pt x="38297" y="753595"/>
                </a:lnTo>
                <a:lnTo>
                  <a:pt x="37960" y="753447"/>
                </a:lnTo>
                <a:lnTo>
                  <a:pt x="40280" y="754359"/>
                </a:lnTo>
                <a:lnTo>
                  <a:pt x="40052" y="754280"/>
                </a:lnTo>
                <a:lnTo>
                  <a:pt x="42422" y="755083"/>
                </a:lnTo>
                <a:lnTo>
                  <a:pt x="42184" y="755014"/>
                </a:lnTo>
                <a:lnTo>
                  <a:pt x="44614" y="755698"/>
                </a:lnTo>
                <a:lnTo>
                  <a:pt x="44375" y="755638"/>
                </a:lnTo>
                <a:lnTo>
                  <a:pt x="46845" y="756203"/>
                </a:lnTo>
                <a:lnTo>
                  <a:pt x="46597" y="756154"/>
                </a:lnTo>
                <a:lnTo>
                  <a:pt x="49116" y="756600"/>
                </a:lnTo>
                <a:lnTo>
                  <a:pt x="48868" y="756571"/>
                </a:lnTo>
                <a:lnTo>
                  <a:pt x="51426" y="756888"/>
                </a:lnTo>
                <a:lnTo>
                  <a:pt x="51169" y="756868"/>
                </a:lnTo>
                <a:lnTo>
                  <a:pt x="53766" y="757066"/>
                </a:lnTo>
                <a:lnTo>
                  <a:pt x="53519" y="757047"/>
                </a:lnTo>
                <a:lnTo>
                  <a:pt x="56146" y="757116"/>
                </a:lnTo>
                <a:lnTo>
                  <a:pt x="56017" y="757116"/>
                </a:lnTo>
                <a:lnTo>
                  <a:pt x="1324839" y="757116"/>
                </a:lnTo>
                <a:lnTo>
                  <a:pt x="1324710" y="757116"/>
                </a:lnTo>
                <a:lnTo>
                  <a:pt x="1327337" y="757047"/>
                </a:lnTo>
                <a:lnTo>
                  <a:pt x="1327089" y="757066"/>
                </a:lnTo>
                <a:lnTo>
                  <a:pt x="1329678" y="756868"/>
                </a:lnTo>
                <a:lnTo>
                  <a:pt x="1329430" y="756888"/>
                </a:lnTo>
                <a:lnTo>
                  <a:pt x="1331988" y="756571"/>
                </a:lnTo>
                <a:lnTo>
                  <a:pt x="1331740" y="756600"/>
                </a:lnTo>
                <a:lnTo>
                  <a:pt x="1334259" y="756154"/>
                </a:lnTo>
                <a:lnTo>
                  <a:pt x="1334012" y="756203"/>
                </a:lnTo>
                <a:lnTo>
                  <a:pt x="1336480" y="755638"/>
                </a:lnTo>
                <a:lnTo>
                  <a:pt x="1336242" y="755698"/>
                </a:lnTo>
                <a:lnTo>
                  <a:pt x="1338672" y="755014"/>
                </a:lnTo>
                <a:lnTo>
                  <a:pt x="1338434" y="755083"/>
                </a:lnTo>
                <a:lnTo>
                  <a:pt x="1340804" y="754280"/>
                </a:lnTo>
                <a:lnTo>
                  <a:pt x="1340576" y="754359"/>
                </a:lnTo>
                <a:lnTo>
                  <a:pt x="1342896" y="753447"/>
                </a:lnTo>
                <a:lnTo>
                  <a:pt x="1342559" y="753595"/>
                </a:lnTo>
                <a:lnTo>
                  <a:pt x="1347022" y="751444"/>
                </a:lnTo>
                <a:lnTo>
                  <a:pt x="1346605" y="751672"/>
                </a:lnTo>
                <a:lnTo>
                  <a:pt x="1350810" y="749113"/>
                </a:lnTo>
                <a:lnTo>
                  <a:pt x="1350413" y="749381"/>
                </a:lnTo>
                <a:lnTo>
                  <a:pt x="1354350" y="746446"/>
                </a:lnTo>
                <a:lnTo>
                  <a:pt x="1353983" y="746743"/>
                </a:lnTo>
                <a:lnTo>
                  <a:pt x="1357612" y="743451"/>
                </a:lnTo>
                <a:lnTo>
                  <a:pt x="1357275" y="743788"/>
                </a:lnTo>
                <a:lnTo>
                  <a:pt x="1360567" y="740159"/>
                </a:lnTo>
                <a:lnTo>
                  <a:pt x="1360270" y="740526"/>
                </a:lnTo>
                <a:lnTo>
                  <a:pt x="1363205" y="736589"/>
                </a:lnTo>
                <a:lnTo>
                  <a:pt x="1362937" y="736986"/>
                </a:lnTo>
                <a:lnTo>
                  <a:pt x="1365496" y="732781"/>
                </a:lnTo>
                <a:lnTo>
                  <a:pt x="1365267" y="733198"/>
                </a:lnTo>
                <a:lnTo>
                  <a:pt x="1367419" y="728735"/>
                </a:lnTo>
                <a:lnTo>
                  <a:pt x="1367270" y="729072"/>
                </a:lnTo>
                <a:lnTo>
                  <a:pt x="1368183" y="726752"/>
                </a:lnTo>
                <a:lnTo>
                  <a:pt x="1368104" y="726980"/>
                </a:lnTo>
                <a:lnTo>
                  <a:pt x="1368907" y="724610"/>
                </a:lnTo>
                <a:lnTo>
                  <a:pt x="1368837" y="724848"/>
                </a:lnTo>
                <a:lnTo>
                  <a:pt x="1369522" y="722418"/>
                </a:lnTo>
                <a:lnTo>
                  <a:pt x="1369462" y="722656"/>
                </a:lnTo>
                <a:lnTo>
                  <a:pt x="1370028" y="720187"/>
                </a:lnTo>
                <a:lnTo>
                  <a:pt x="1369978" y="720435"/>
                </a:lnTo>
                <a:lnTo>
                  <a:pt x="1370424" y="717916"/>
                </a:lnTo>
                <a:lnTo>
                  <a:pt x="1370394" y="718164"/>
                </a:lnTo>
                <a:lnTo>
                  <a:pt x="1370711" y="715606"/>
                </a:lnTo>
                <a:lnTo>
                  <a:pt x="1370692" y="715854"/>
                </a:lnTo>
                <a:lnTo>
                  <a:pt x="1370890" y="713266"/>
                </a:lnTo>
                <a:lnTo>
                  <a:pt x="1370870" y="713513"/>
                </a:lnTo>
                <a:lnTo>
                  <a:pt x="1370940" y="710886"/>
                </a:lnTo>
                <a:lnTo>
                  <a:pt x="1370940" y="711015"/>
                </a:lnTo>
                <a:lnTo>
                  <a:pt x="1370940" y="56018"/>
                </a:lnTo>
                <a:lnTo>
                  <a:pt x="1370940" y="56147"/>
                </a:lnTo>
                <a:lnTo>
                  <a:pt x="1370870" y="53519"/>
                </a:lnTo>
                <a:lnTo>
                  <a:pt x="1370890" y="53766"/>
                </a:lnTo>
                <a:lnTo>
                  <a:pt x="1370692" y="51168"/>
                </a:lnTo>
                <a:lnTo>
                  <a:pt x="1370711" y="51426"/>
                </a:lnTo>
                <a:lnTo>
                  <a:pt x="1370394" y="48868"/>
                </a:lnTo>
                <a:lnTo>
                  <a:pt x="1370424" y="49116"/>
                </a:lnTo>
                <a:lnTo>
                  <a:pt x="1369978" y="46597"/>
                </a:lnTo>
                <a:lnTo>
                  <a:pt x="1370028" y="46845"/>
                </a:lnTo>
                <a:lnTo>
                  <a:pt x="1369462" y="44376"/>
                </a:lnTo>
                <a:lnTo>
                  <a:pt x="1369522" y="44614"/>
                </a:lnTo>
                <a:lnTo>
                  <a:pt x="1368837" y="42184"/>
                </a:lnTo>
                <a:lnTo>
                  <a:pt x="1368907" y="42422"/>
                </a:lnTo>
                <a:lnTo>
                  <a:pt x="1368104" y="40052"/>
                </a:lnTo>
                <a:lnTo>
                  <a:pt x="1368183" y="40280"/>
                </a:lnTo>
                <a:lnTo>
                  <a:pt x="1367270" y="37960"/>
                </a:lnTo>
                <a:lnTo>
                  <a:pt x="1367419" y="38297"/>
                </a:lnTo>
                <a:lnTo>
                  <a:pt x="1365267" y="33835"/>
                </a:lnTo>
                <a:lnTo>
                  <a:pt x="1365496" y="34251"/>
                </a:lnTo>
                <a:lnTo>
                  <a:pt x="1362937" y="30047"/>
                </a:lnTo>
                <a:lnTo>
                  <a:pt x="1363205" y="30443"/>
                </a:lnTo>
                <a:lnTo>
                  <a:pt x="1360270" y="26507"/>
                </a:lnTo>
                <a:lnTo>
                  <a:pt x="1360567" y="26873"/>
                </a:lnTo>
                <a:lnTo>
                  <a:pt x="1357275" y="23244"/>
                </a:lnTo>
                <a:lnTo>
                  <a:pt x="1357612" y="23581"/>
                </a:lnTo>
                <a:lnTo>
                  <a:pt x="1353983" y="20289"/>
                </a:lnTo>
                <a:lnTo>
                  <a:pt x="1354350" y="20587"/>
                </a:lnTo>
                <a:lnTo>
                  <a:pt x="1350413" y="17651"/>
                </a:lnTo>
                <a:lnTo>
                  <a:pt x="1350810" y="17919"/>
                </a:lnTo>
                <a:lnTo>
                  <a:pt x="1346605" y="15361"/>
                </a:lnTo>
                <a:lnTo>
                  <a:pt x="1347022" y="15588"/>
                </a:lnTo>
                <a:lnTo>
                  <a:pt x="1342559" y="13437"/>
                </a:lnTo>
                <a:lnTo>
                  <a:pt x="1342896" y="13585"/>
                </a:lnTo>
                <a:lnTo>
                  <a:pt x="1340576" y="12673"/>
                </a:lnTo>
                <a:lnTo>
                  <a:pt x="1340804" y="12752"/>
                </a:lnTo>
                <a:lnTo>
                  <a:pt x="1338434" y="11949"/>
                </a:lnTo>
                <a:lnTo>
                  <a:pt x="1338672" y="12019"/>
                </a:lnTo>
                <a:lnTo>
                  <a:pt x="1336242" y="11335"/>
                </a:lnTo>
                <a:lnTo>
                  <a:pt x="1336480" y="11394"/>
                </a:lnTo>
                <a:lnTo>
                  <a:pt x="1334012" y="10829"/>
                </a:lnTo>
                <a:lnTo>
                  <a:pt x="1334259" y="10878"/>
                </a:lnTo>
                <a:lnTo>
                  <a:pt x="1331740" y="10432"/>
                </a:lnTo>
                <a:lnTo>
                  <a:pt x="1331988" y="10462"/>
                </a:lnTo>
                <a:lnTo>
                  <a:pt x="1329430" y="10145"/>
                </a:lnTo>
                <a:lnTo>
                  <a:pt x="1329678" y="10164"/>
                </a:lnTo>
                <a:lnTo>
                  <a:pt x="1327089" y="9966"/>
                </a:lnTo>
                <a:lnTo>
                  <a:pt x="1327337" y="9986"/>
                </a:lnTo>
                <a:lnTo>
                  <a:pt x="1324710" y="9916"/>
                </a:lnTo>
                <a:lnTo>
                  <a:pt x="1324839" y="9916"/>
                </a:lnTo>
                <a:lnTo>
                  <a:pt x="56017" y="9916"/>
                </a:lnTo>
                <a:lnTo>
                  <a:pt x="56146" y="9916"/>
                </a:lnTo>
                <a:lnTo>
                  <a:pt x="53519" y="9986"/>
                </a:lnTo>
                <a:lnTo>
                  <a:pt x="53766" y="9966"/>
                </a:lnTo>
                <a:lnTo>
                  <a:pt x="51169" y="10164"/>
                </a:lnTo>
                <a:lnTo>
                  <a:pt x="51426" y="10145"/>
                </a:lnTo>
                <a:lnTo>
                  <a:pt x="48868" y="10462"/>
                </a:lnTo>
                <a:lnTo>
                  <a:pt x="49116" y="10432"/>
                </a:lnTo>
                <a:lnTo>
                  <a:pt x="46597" y="10878"/>
                </a:lnTo>
                <a:lnTo>
                  <a:pt x="46845" y="10829"/>
                </a:lnTo>
                <a:lnTo>
                  <a:pt x="44375" y="11394"/>
                </a:lnTo>
                <a:lnTo>
                  <a:pt x="44614" y="11335"/>
                </a:lnTo>
                <a:lnTo>
                  <a:pt x="42184" y="12019"/>
                </a:lnTo>
                <a:lnTo>
                  <a:pt x="42422" y="11949"/>
                </a:lnTo>
                <a:lnTo>
                  <a:pt x="40052" y="12752"/>
                </a:lnTo>
                <a:lnTo>
                  <a:pt x="40280" y="12673"/>
                </a:lnTo>
                <a:lnTo>
                  <a:pt x="37960" y="13585"/>
                </a:lnTo>
                <a:lnTo>
                  <a:pt x="38297" y="13437"/>
                </a:lnTo>
                <a:lnTo>
                  <a:pt x="33834" y="15588"/>
                </a:lnTo>
                <a:lnTo>
                  <a:pt x="34251" y="15361"/>
                </a:lnTo>
                <a:lnTo>
                  <a:pt x="30046" y="17919"/>
                </a:lnTo>
                <a:lnTo>
                  <a:pt x="30443" y="17651"/>
                </a:lnTo>
                <a:lnTo>
                  <a:pt x="26507" y="20587"/>
                </a:lnTo>
                <a:lnTo>
                  <a:pt x="26873" y="20289"/>
                </a:lnTo>
                <a:lnTo>
                  <a:pt x="23244" y="23581"/>
                </a:lnTo>
                <a:lnTo>
                  <a:pt x="23581" y="23244"/>
                </a:lnTo>
                <a:lnTo>
                  <a:pt x="20289" y="26873"/>
                </a:lnTo>
                <a:lnTo>
                  <a:pt x="20586" y="26507"/>
                </a:lnTo>
                <a:lnTo>
                  <a:pt x="17651" y="30443"/>
                </a:lnTo>
                <a:lnTo>
                  <a:pt x="17919" y="30047"/>
                </a:lnTo>
                <a:lnTo>
                  <a:pt x="15360" y="34251"/>
                </a:lnTo>
                <a:lnTo>
                  <a:pt x="15589" y="33835"/>
                </a:lnTo>
                <a:lnTo>
                  <a:pt x="13436" y="38297"/>
                </a:lnTo>
                <a:lnTo>
                  <a:pt x="13586" y="37960"/>
                </a:lnTo>
                <a:lnTo>
                  <a:pt x="12673" y="40280"/>
                </a:lnTo>
                <a:lnTo>
                  <a:pt x="12752" y="40052"/>
                </a:lnTo>
                <a:lnTo>
                  <a:pt x="11949" y="42422"/>
                </a:lnTo>
                <a:lnTo>
                  <a:pt x="12018" y="42184"/>
                </a:lnTo>
                <a:lnTo>
                  <a:pt x="11334" y="44614"/>
                </a:lnTo>
                <a:lnTo>
                  <a:pt x="11394" y="44376"/>
                </a:lnTo>
                <a:lnTo>
                  <a:pt x="10829" y="46845"/>
                </a:lnTo>
                <a:lnTo>
                  <a:pt x="10878" y="46597"/>
                </a:lnTo>
                <a:lnTo>
                  <a:pt x="10432" y="49116"/>
                </a:lnTo>
                <a:lnTo>
                  <a:pt x="10462" y="48868"/>
                </a:lnTo>
                <a:lnTo>
                  <a:pt x="10144" y="51426"/>
                </a:lnTo>
                <a:lnTo>
                  <a:pt x="10164" y="51168"/>
                </a:lnTo>
                <a:lnTo>
                  <a:pt x="9966" y="53766"/>
                </a:lnTo>
                <a:lnTo>
                  <a:pt x="9986" y="53519"/>
                </a:lnTo>
                <a:lnTo>
                  <a:pt x="9916" y="56147"/>
                </a:lnTo>
              </a:path>
            </a:pathLst>
          </a:custGeom>
          <a:solidFill xmlns:a="http://schemas.openxmlformats.org/drawingml/2006/main">
            <a:srgbClr val="72B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20">
            <a:extLst xmlns:a="http://schemas.openxmlformats.org/drawingml/2006/main">
              <a:ext uri="{FF2B5EF4-FFF2-40B4-BE49-F238E27FC236}">
                <a16:creationId xmlns:a16="http://schemas.microsoft.com/office/drawing/2014/main" id="{8238D9FA-4118-49C0-BC4E-0A9DF412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6350" y="799866"/>
            <a:ext cx="1242027" cy="756620"/>
          </a:xfrm>
          <a:custGeom xmlns:a="http://schemas.openxmlformats.org/drawingml/2006/main">
            <a:pathLst>
              <a:path w="1242027" h="756620">
                <a:moveTo>
                  <a:pt x="595" y="31534"/>
                </a:moveTo>
                <a:cubicBezTo>
                  <a:pt x="0" y="14359"/>
                  <a:pt x="14359" y="0"/>
                  <a:pt x="31535" y="595"/>
                </a:cubicBezTo>
                <a:lnTo>
                  <a:pt x="1209601" y="595"/>
                </a:lnTo>
                <a:cubicBezTo>
                  <a:pt x="1227669" y="0"/>
                  <a:pt x="1242027" y="14359"/>
                  <a:pt x="1241730" y="31534"/>
                </a:cubicBezTo>
                <a:lnTo>
                  <a:pt x="1241730" y="724095"/>
                </a:lnTo>
                <a:cubicBezTo>
                  <a:pt x="1242027" y="742261"/>
                  <a:pt x="1227669" y="756620"/>
                  <a:pt x="1209601" y="756223"/>
                </a:cubicBezTo>
                <a:lnTo>
                  <a:pt x="31535" y="756223"/>
                </a:lnTo>
                <a:cubicBezTo>
                  <a:pt x="14359" y="756620"/>
                  <a:pt x="0" y="742261"/>
                  <a:pt x="595" y="724095"/>
                </a:cubicBezTo>
                <a:lnTo>
                  <a:pt x="595" y="3153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21">
            <a:extLst xmlns:a="http://schemas.openxmlformats.org/drawingml/2006/main">
              <a:ext uri="{FF2B5EF4-FFF2-40B4-BE49-F238E27FC236}">
                <a16:creationId xmlns:a16="http://schemas.microsoft.com/office/drawing/2014/main" id="{FEB01C31-24CE-42C9-8D6E-3C6A159E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1392" y="794908"/>
            <a:ext cx="1251943" cy="766536"/>
          </a:xfrm>
          <a:custGeom xmlns:a="http://schemas.openxmlformats.org/drawingml/2006/main">
            <a:pathLst>
              <a:path w="1251943" h="766536">
                <a:moveTo>
                  <a:pt x="189" y="33250"/>
                </a:moveTo>
                <a:lnTo>
                  <a:pt x="744" y="29571"/>
                </a:lnTo>
                <a:lnTo>
                  <a:pt x="1656" y="26021"/>
                </a:lnTo>
                <a:lnTo>
                  <a:pt x="2906" y="22619"/>
                </a:lnTo>
                <a:lnTo>
                  <a:pt x="4463" y="19377"/>
                </a:lnTo>
                <a:lnTo>
                  <a:pt x="6327" y="16322"/>
                </a:lnTo>
                <a:lnTo>
                  <a:pt x="8449" y="13466"/>
                </a:lnTo>
                <a:lnTo>
                  <a:pt x="10839" y="10839"/>
                </a:lnTo>
                <a:lnTo>
                  <a:pt x="13466" y="8449"/>
                </a:lnTo>
                <a:lnTo>
                  <a:pt x="16323" y="6327"/>
                </a:lnTo>
                <a:lnTo>
                  <a:pt x="19377" y="4462"/>
                </a:lnTo>
                <a:lnTo>
                  <a:pt x="22619" y="2905"/>
                </a:lnTo>
                <a:lnTo>
                  <a:pt x="26021" y="1656"/>
                </a:lnTo>
                <a:lnTo>
                  <a:pt x="29571" y="744"/>
                </a:lnTo>
                <a:lnTo>
                  <a:pt x="33250" y="189"/>
                </a:lnTo>
                <a:lnTo>
                  <a:pt x="36909" y="0"/>
                </a:lnTo>
                <a:lnTo>
                  <a:pt x="1215035" y="0"/>
                </a:lnTo>
                <a:lnTo>
                  <a:pt x="1218694" y="189"/>
                </a:lnTo>
                <a:lnTo>
                  <a:pt x="1222373" y="744"/>
                </a:lnTo>
                <a:lnTo>
                  <a:pt x="1225923" y="1656"/>
                </a:lnTo>
                <a:lnTo>
                  <a:pt x="1229325" y="2905"/>
                </a:lnTo>
                <a:lnTo>
                  <a:pt x="1232567" y="4462"/>
                </a:lnTo>
                <a:lnTo>
                  <a:pt x="1235621" y="6327"/>
                </a:lnTo>
                <a:lnTo>
                  <a:pt x="1238477" y="8449"/>
                </a:lnTo>
                <a:lnTo>
                  <a:pt x="1241105" y="10839"/>
                </a:lnTo>
                <a:lnTo>
                  <a:pt x="1243495" y="13466"/>
                </a:lnTo>
                <a:lnTo>
                  <a:pt x="1245617" y="16322"/>
                </a:lnTo>
                <a:lnTo>
                  <a:pt x="1247481" y="19377"/>
                </a:lnTo>
                <a:lnTo>
                  <a:pt x="1249038" y="22619"/>
                </a:lnTo>
                <a:lnTo>
                  <a:pt x="1250287" y="26021"/>
                </a:lnTo>
                <a:lnTo>
                  <a:pt x="1251200" y="29571"/>
                </a:lnTo>
                <a:lnTo>
                  <a:pt x="1251755" y="33250"/>
                </a:lnTo>
                <a:lnTo>
                  <a:pt x="1251943" y="36909"/>
                </a:lnTo>
                <a:lnTo>
                  <a:pt x="1251943" y="729628"/>
                </a:lnTo>
                <a:lnTo>
                  <a:pt x="1251755" y="733287"/>
                </a:lnTo>
                <a:lnTo>
                  <a:pt x="1251200" y="736966"/>
                </a:lnTo>
                <a:lnTo>
                  <a:pt x="1250287" y="740516"/>
                </a:lnTo>
                <a:lnTo>
                  <a:pt x="1249038" y="743917"/>
                </a:lnTo>
                <a:lnTo>
                  <a:pt x="1247481" y="747160"/>
                </a:lnTo>
                <a:lnTo>
                  <a:pt x="1245617" y="750214"/>
                </a:lnTo>
                <a:lnTo>
                  <a:pt x="1243495" y="753070"/>
                </a:lnTo>
                <a:lnTo>
                  <a:pt x="1241105" y="755698"/>
                </a:lnTo>
                <a:lnTo>
                  <a:pt x="1238477" y="758088"/>
                </a:lnTo>
                <a:lnTo>
                  <a:pt x="1235621" y="760210"/>
                </a:lnTo>
                <a:lnTo>
                  <a:pt x="1232567" y="762074"/>
                </a:lnTo>
                <a:lnTo>
                  <a:pt x="1229325" y="763631"/>
                </a:lnTo>
                <a:lnTo>
                  <a:pt x="1225923" y="764880"/>
                </a:lnTo>
                <a:lnTo>
                  <a:pt x="1222373" y="765793"/>
                </a:lnTo>
                <a:lnTo>
                  <a:pt x="1218694" y="766348"/>
                </a:lnTo>
                <a:lnTo>
                  <a:pt x="1215035" y="766536"/>
                </a:lnTo>
                <a:lnTo>
                  <a:pt x="36909" y="766536"/>
                </a:lnTo>
                <a:lnTo>
                  <a:pt x="33250" y="766348"/>
                </a:lnTo>
                <a:lnTo>
                  <a:pt x="29571" y="765793"/>
                </a:lnTo>
                <a:lnTo>
                  <a:pt x="26021" y="764880"/>
                </a:lnTo>
                <a:lnTo>
                  <a:pt x="22619" y="763631"/>
                </a:lnTo>
                <a:lnTo>
                  <a:pt x="19377" y="762074"/>
                </a:lnTo>
                <a:lnTo>
                  <a:pt x="16323" y="760210"/>
                </a:lnTo>
                <a:lnTo>
                  <a:pt x="13466" y="758088"/>
                </a:lnTo>
                <a:lnTo>
                  <a:pt x="10839" y="755698"/>
                </a:lnTo>
                <a:lnTo>
                  <a:pt x="8449" y="753070"/>
                </a:lnTo>
                <a:lnTo>
                  <a:pt x="6327" y="750214"/>
                </a:lnTo>
                <a:lnTo>
                  <a:pt x="4463" y="747160"/>
                </a:lnTo>
                <a:lnTo>
                  <a:pt x="2906" y="743917"/>
                </a:lnTo>
                <a:lnTo>
                  <a:pt x="1656" y="740516"/>
                </a:lnTo>
                <a:lnTo>
                  <a:pt x="744" y="736966"/>
                </a:lnTo>
                <a:lnTo>
                  <a:pt x="189" y="733287"/>
                </a:lnTo>
                <a:lnTo>
                  <a:pt x="0" y="729628"/>
                </a:lnTo>
                <a:lnTo>
                  <a:pt x="0" y="36909"/>
                </a:lnTo>
                <a:lnTo>
                  <a:pt x="189" y="33250"/>
                </a:lnTo>
                <a:moveTo>
                  <a:pt x="9907" y="37286"/>
                </a:moveTo>
                <a:lnTo>
                  <a:pt x="9916" y="37028"/>
                </a:lnTo>
                <a:lnTo>
                  <a:pt x="9916" y="729509"/>
                </a:lnTo>
                <a:lnTo>
                  <a:pt x="9907" y="729251"/>
                </a:lnTo>
                <a:lnTo>
                  <a:pt x="10075" y="732533"/>
                </a:lnTo>
                <a:lnTo>
                  <a:pt x="10026" y="732038"/>
                </a:lnTo>
                <a:lnTo>
                  <a:pt x="10511" y="735220"/>
                </a:lnTo>
                <a:lnTo>
                  <a:pt x="10413" y="734735"/>
                </a:lnTo>
                <a:lnTo>
                  <a:pt x="11206" y="737809"/>
                </a:lnTo>
                <a:lnTo>
                  <a:pt x="11057" y="737343"/>
                </a:lnTo>
                <a:lnTo>
                  <a:pt x="12137" y="740288"/>
                </a:lnTo>
                <a:lnTo>
                  <a:pt x="11950" y="739841"/>
                </a:lnTo>
                <a:lnTo>
                  <a:pt x="13298" y="742638"/>
                </a:lnTo>
                <a:lnTo>
                  <a:pt x="13070" y="742221"/>
                </a:lnTo>
                <a:lnTo>
                  <a:pt x="14676" y="744859"/>
                </a:lnTo>
                <a:lnTo>
                  <a:pt x="14409" y="744473"/>
                </a:lnTo>
                <a:lnTo>
                  <a:pt x="16253" y="746942"/>
                </a:lnTo>
                <a:lnTo>
                  <a:pt x="15956" y="746575"/>
                </a:lnTo>
                <a:lnTo>
                  <a:pt x="18019" y="748845"/>
                </a:lnTo>
                <a:lnTo>
                  <a:pt x="17692" y="748518"/>
                </a:lnTo>
                <a:lnTo>
                  <a:pt x="19962" y="750581"/>
                </a:lnTo>
                <a:lnTo>
                  <a:pt x="19595" y="750283"/>
                </a:lnTo>
                <a:lnTo>
                  <a:pt x="22064" y="752128"/>
                </a:lnTo>
                <a:lnTo>
                  <a:pt x="21678" y="751860"/>
                </a:lnTo>
                <a:lnTo>
                  <a:pt x="24316" y="753467"/>
                </a:lnTo>
                <a:lnTo>
                  <a:pt x="23899" y="753239"/>
                </a:lnTo>
                <a:lnTo>
                  <a:pt x="26695" y="754587"/>
                </a:lnTo>
                <a:lnTo>
                  <a:pt x="26249" y="754399"/>
                </a:lnTo>
                <a:lnTo>
                  <a:pt x="29194" y="755479"/>
                </a:lnTo>
                <a:lnTo>
                  <a:pt x="28728" y="755331"/>
                </a:lnTo>
                <a:lnTo>
                  <a:pt x="31802" y="756124"/>
                </a:lnTo>
                <a:lnTo>
                  <a:pt x="31316" y="756025"/>
                </a:lnTo>
                <a:lnTo>
                  <a:pt x="34499" y="756511"/>
                </a:lnTo>
                <a:lnTo>
                  <a:pt x="34003" y="756461"/>
                </a:lnTo>
                <a:lnTo>
                  <a:pt x="37286" y="756630"/>
                </a:lnTo>
                <a:lnTo>
                  <a:pt x="37028" y="756620"/>
                </a:lnTo>
                <a:lnTo>
                  <a:pt x="1214916" y="756620"/>
                </a:lnTo>
                <a:lnTo>
                  <a:pt x="1214658" y="756630"/>
                </a:lnTo>
                <a:lnTo>
                  <a:pt x="1217940" y="756461"/>
                </a:lnTo>
                <a:lnTo>
                  <a:pt x="1217445" y="756511"/>
                </a:lnTo>
                <a:lnTo>
                  <a:pt x="1220628" y="756025"/>
                </a:lnTo>
                <a:lnTo>
                  <a:pt x="1220142" y="756124"/>
                </a:lnTo>
                <a:lnTo>
                  <a:pt x="1223216" y="755331"/>
                </a:lnTo>
                <a:lnTo>
                  <a:pt x="1222750" y="755479"/>
                </a:lnTo>
                <a:lnTo>
                  <a:pt x="1225695" y="754399"/>
                </a:lnTo>
                <a:lnTo>
                  <a:pt x="1225249" y="754587"/>
                </a:lnTo>
                <a:lnTo>
                  <a:pt x="1228045" y="753239"/>
                </a:lnTo>
                <a:lnTo>
                  <a:pt x="1227628" y="753467"/>
                </a:lnTo>
                <a:lnTo>
                  <a:pt x="1230266" y="751860"/>
                </a:lnTo>
                <a:lnTo>
                  <a:pt x="1229880" y="752128"/>
                </a:lnTo>
                <a:lnTo>
                  <a:pt x="1232349" y="750283"/>
                </a:lnTo>
                <a:lnTo>
                  <a:pt x="1231982" y="750581"/>
                </a:lnTo>
                <a:lnTo>
                  <a:pt x="1234252" y="748518"/>
                </a:lnTo>
                <a:lnTo>
                  <a:pt x="1233925" y="748845"/>
                </a:lnTo>
                <a:lnTo>
                  <a:pt x="1235988" y="746575"/>
                </a:lnTo>
                <a:lnTo>
                  <a:pt x="1235691" y="746942"/>
                </a:lnTo>
                <a:lnTo>
                  <a:pt x="1237535" y="744473"/>
                </a:lnTo>
                <a:lnTo>
                  <a:pt x="1237268" y="744859"/>
                </a:lnTo>
                <a:lnTo>
                  <a:pt x="1238874" y="742221"/>
                </a:lnTo>
                <a:lnTo>
                  <a:pt x="1238646" y="742638"/>
                </a:lnTo>
                <a:lnTo>
                  <a:pt x="1239994" y="739841"/>
                </a:lnTo>
                <a:lnTo>
                  <a:pt x="1239806" y="740288"/>
                </a:lnTo>
                <a:lnTo>
                  <a:pt x="1240887" y="737343"/>
                </a:lnTo>
                <a:lnTo>
                  <a:pt x="1240738" y="737809"/>
                </a:lnTo>
                <a:lnTo>
                  <a:pt x="1241531" y="734735"/>
                </a:lnTo>
                <a:lnTo>
                  <a:pt x="1241432" y="735220"/>
                </a:lnTo>
                <a:lnTo>
                  <a:pt x="1241918" y="732038"/>
                </a:lnTo>
                <a:lnTo>
                  <a:pt x="1241868" y="732533"/>
                </a:lnTo>
                <a:lnTo>
                  <a:pt x="1242037" y="729251"/>
                </a:lnTo>
                <a:lnTo>
                  <a:pt x="1242027" y="729509"/>
                </a:lnTo>
                <a:lnTo>
                  <a:pt x="1242027" y="37028"/>
                </a:lnTo>
                <a:lnTo>
                  <a:pt x="1242037" y="37286"/>
                </a:lnTo>
                <a:lnTo>
                  <a:pt x="1241868" y="34003"/>
                </a:lnTo>
                <a:lnTo>
                  <a:pt x="1241918" y="34499"/>
                </a:lnTo>
                <a:lnTo>
                  <a:pt x="1241432" y="31316"/>
                </a:lnTo>
                <a:lnTo>
                  <a:pt x="1241531" y="31802"/>
                </a:lnTo>
                <a:lnTo>
                  <a:pt x="1240738" y="28728"/>
                </a:lnTo>
                <a:lnTo>
                  <a:pt x="1240887" y="29194"/>
                </a:lnTo>
                <a:lnTo>
                  <a:pt x="1239806" y="26249"/>
                </a:lnTo>
                <a:lnTo>
                  <a:pt x="1239994" y="26695"/>
                </a:lnTo>
                <a:lnTo>
                  <a:pt x="1238646" y="23898"/>
                </a:lnTo>
                <a:lnTo>
                  <a:pt x="1238874" y="24315"/>
                </a:lnTo>
                <a:lnTo>
                  <a:pt x="1237268" y="21677"/>
                </a:lnTo>
                <a:lnTo>
                  <a:pt x="1237535" y="22064"/>
                </a:lnTo>
                <a:lnTo>
                  <a:pt x="1235691" y="19595"/>
                </a:lnTo>
                <a:lnTo>
                  <a:pt x="1235988" y="19962"/>
                </a:lnTo>
                <a:lnTo>
                  <a:pt x="1233925" y="17691"/>
                </a:lnTo>
                <a:lnTo>
                  <a:pt x="1234252" y="18018"/>
                </a:lnTo>
                <a:lnTo>
                  <a:pt x="1231982" y="15955"/>
                </a:lnTo>
                <a:lnTo>
                  <a:pt x="1232349" y="16253"/>
                </a:lnTo>
                <a:lnTo>
                  <a:pt x="1229880" y="14408"/>
                </a:lnTo>
                <a:lnTo>
                  <a:pt x="1230266" y="14676"/>
                </a:lnTo>
                <a:lnTo>
                  <a:pt x="1227628" y="13070"/>
                </a:lnTo>
                <a:lnTo>
                  <a:pt x="1228045" y="13298"/>
                </a:lnTo>
                <a:lnTo>
                  <a:pt x="1225249" y="11949"/>
                </a:lnTo>
                <a:lnTo>
                  <a:pt x="1225695" y="12138"/>
                </a:lnTo>
                <a:lnTo>
                  <a:pt x="1222750" y="11057"/>
                </a:lnTo>
                <a:lnTo>
                  <a:pt x="1223216" y="11205"/>
                </a:lnTo>
                <a:lnTo>
                  <a:pt x="1220142" y="10412"/>
                </a:lnTo>
                <a:lnTo>
                  <a:pt x="1220628" y="10511"/>
                </a:lnTo>
                <a:lnTo>
                  <a:pt x="1217445" y="10026"/>
                </a:lnTo>
                <a:lnTo>
                  <a:pt x="1217940" y="10075"/>
                </a:lnTo>
                <a:lnTo>
                  <a:pt x="1214658" y="9906"/>
                </a:lnTo>
                <a:lnTo>
                  <a:pt x="1214916" y="9916"/>
                </a:lnTo>
                <a:lnTo>
                  <a:pt x="37028" y="9916"/>
                </a:lnTo>
                <a:lnTo>
                  <a:pt x="37286" y="9906"/>
                </a:lnTo>
                <a:lnTo>
                  <a:pt x="34003" y="10075"/>
                </a:lnTo>
                <a:lnTo>
                  <a:pt x="34499" y="10026"/>
                </a:lnTo>
                <a:lnTo>
                  <a:pt x="31316" y="10511"/>
                </a:lnTo>
                <a:lnTo>
                  <a:pt x="31802" y="10412"/>
                </a:lnTo>
                <a:lnTo>
                  <a:pt x="28728" y="11205"/>
                </a:lnTo>
                <a:lnTo>
                  <a:pt x="29194" y="11057"/>
                </a:lnTo>
                <a:lnTo>
                  <a:pt x="26249" y="12138"/>
                </a:lnTo>
                <a:lnTo>
                  <a:pt x="26695" y="11949"/>
                </a:lnTo>
                <a:lnTo>
                  <a:pt x="23899" y="13298"/>
                </a:lnTo>
                <a:lnTo>
                  <a:pt x="24316" y="13070"/>
                </a:lnTo>
                <a:lnTo>
                  <a:pt x="21678" y="14676"/>
                </a:lnTo>
                <a:lnTo>
                  <a:pt x="22064" y="14408"/>
                </a:lnTo>
                <a:lnTo>
                  <a:pt x="19595" y="16253"/>
                </a:lnTo>
                <a:lnTo>
                  <a:pt x="19962" y="15955"/>
                </a:lnTo>
                <a:lnTo>
                  <a:pt x="17692" y="18018"/>
                </a:lnTo>
                <a:lnTo>
                  <a:pt x="18019" y="17691"/>
                </a:lnTo>
                <a:lnTo>
                  <a:pt x="15956" y="19962"/>
                </a:lnTo>
                <a:lnTo>
                  <a:pt x="16253" y="19595"/>
                </a:lnTo>
                <a:lnTo>
                  <a:pt x="14409" y="22064"/>
                </a:lnTo>
                <a:lnTo>
                  <a:pt x="14676" y="21677"/>
                </a:lnTo>
                <a:lnTo>
                  <a:pt x="13070" y="24315"/>
                </a:lnTo>
                <a:lnTo>
                  <a:pt x="13298" y="23898"/>
                </a:lnTo>
                <a:lnTo>
                  <a:pt x="11950" y="26695"/>
                </a:lnTo>
                <a:lnTo>
                  <a:pt x="12137" y="26249"/>
                </a:lnTo>
                <a:lnTo>
                  <a:pt x="11057" y="29194"/>
                </a:lnTo>
                <a:lnTo>
                  <a:pt x="11206" y="28728"/>
                </a:lnTo>
                <a:lnTo>
                  <a:pt x="10413" y="31802"/>
                </a:lnTo>
                <a:lnTo>
                  <a:pt x="10511" y="31316"/>
                </a:lnTo>
                <a:lnTo>
                  <a:pt x="10026" y="34499"/>
                </a:lnTo>
                <a:lnTo>
                  <a:pt x="10075" y="34003"/>
                </a:lnTo>
                <a:lnTo>
                  <a:pt x="9907" y="37286"/>
                </a:lnTo>
              </a:path>
            </a:pathLst>
          </a:custGeom>
          <a:solidFill xmlns:a="http://schemas.openxmlformats.org/drawingml/2006/main">
            <a:srgbClr val="72B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89DCAF39-594E-459A-8633-70EA98D4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842" y="870739"/>
            <a:ext cx="1119287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Semantic Parsing</a:t>
            </a:r>
          </a:p>
        </p:txBody>
      </p:sp>
      <p:sp>
        <p:nvSpPr>
          <p:cNvPr id="23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B7C55D3F-8B3B-4B15-907A-A92A5FF4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756" y="1010724"/>
            <a:ext cx="880011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(Object:  Kettle)</a:t>
            </a:r>
          </a:p>
        </p:txBody>
      </p:sp>
      <p:sp>
        <p:nvSpPr>
          <p:cNvPr id="24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63711C62-49C6-408C-86BF-744A9CDC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756" y="1129721"/>
            <a:ext cx="539373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(Action:  </a:t>
            </a:r>
          </a:p>
        </p:txBody>
      </p:sp>
      <p:sp>
        <p:nvSpPr>
          <p:cNvPr id="25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2AED06FC-5AF0-492E-B40F-D49EF5B4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6677" y="1129721"/>
            <a:ext cx="497086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Pick&amp;Pour</a:t>
            </a:r>
          </a:p>
        </p:txBody>
      </p:sp>
      <p:sp>
        <p:nvSpPr>
          <p:cNvPr id="26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CD8E7319-DE70-44A1-A915-CD15A6C2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7951" y="1129721"/>
            <a:ext cx="34640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27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3AF9F145-AD07-4571-99B1-CB8FA36C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756" y="1367714"/>
            <a:ext cx="34640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28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F9CB93D0-925E-48B6-A253-0D9D779D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430" y="1366558"/>
            <a:ext cx="335531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777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29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A7BBE598-7568-4473-AEDF-68138A50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99" y="1367714"/>
            <a:ext cx="102018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:G</a:t>
            </a:r>
          </a:p>
        </p:txBody>
      </p:sp>
      <p:sp>
        <p:nvSpPr>
          <p:cNvPr id="30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2769CB29-E9DF-41F1-8AAA-3A858B2E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8171" y="1374566"/>
            <a:ext cx="722244" cy="89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raspable Handle</a:t>
            </a:r>
          </a:p>
        </p:txBody>
      </p:sp>
      <p:sp>
        <p:nvSpPr>
          <p:cNvPr id="31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4C6ECED6-0C40-498E-9EAD-568F16CB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6033" y="1367714"/>
            <a:ext cx="34640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32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31FCDC2F-59FA-4DAE-BE12-977381C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3035" y="878176"/>
            <a:ext cx="993231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Asset Retrieval</a:t>
            </a:r>
          </a:p>
        </p:txBody>
      </p:sp>
      <p:sp>
        <p:nvSpPr>
          <p:cNvPr id="33" name="pdf-path-34">
            <a:extLst xmlns:a="http://schemas.openxmlformats.org/drawingml/2006/main">
              <a:ext uri="{FF2B5EF4-FFF2-40B4-BE49-F238E27FC236}">
                <a16:creationId xmlns:a16="http://schemas.microsoft.com/office/drawing/2014/main" id="{BB08D373-DEB7-4061-BF16-8009ED3D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441" y="1704736"/>
            <a:ext cx="2675638" cy="1109643"/>
          </a:xfrm>
          <a:custGeom xmlns:a="http://schemas.openxmlformats.org/drawingml/2006/main">
            <a:pathLst>
              <a:path w="2675638" h="1109643">
                <a:moveTo>
                  <a:pt x="595" y="46508"/>
                </a:moveTo>
                <a:cubicBezTo>
                  <a:pt x="0" y="21062"/>
                  <a:pt x="21063" y="0"/>
                  <a:pt x="47004" y="99"/>
                </a:cubicBezTo>
                <a:lnTo>
                  <a:pt x="2628040" y="99"/>
                </a:lnTo>
                <a:cubicBezTo>
                  <a:pt x="2654378" y="0"/>
                  <a:pt x="2675440" y="21062"/>
                  <a:pt x="2675638" y="46508"/>
                </a:cubicBezTo>
                <a:lnTo>
                  <a:pt x="2675638" y="1062739"/>
                </a:lnTo>
                <a:cubicBezTo>
                  <a:pt x="2675440" y="1088581"/>
                  <a:pt x="2654378" y="1109643"/>
                  <a:pt x="2628040" y="1109148"/>
                </a:cubicBezTo>
                <a:lnTo>
                  <a:pt x="47004" y="1109148"/>
                </a:lnTo>
                <a:cubicBezTo>
                  <a:pt x="21063" y="1109643"/>
                  <a:pt x="0" y="1088581"/>
                  <a:pt x="595" y="1062739"/>
                </a:cubicBezTo>
                <a:lnTo>
                  <a:pt x="595" y="4650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35">
            <a:extLst xmlns:a="http://schemas.openxmlformats.org/drawingml/2006/main">
              <a:ext uri="{FF2B5EF4-FFF2-40B4-BE49-F238E27FC236}">
                <a16:creationId xmlns:a16="http://schemas.microsoft.com/office/drawing/2014/main" id="{44579264-75D4-4F02-AE4E-AC4746B3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483" y="1699778"/>
            <a:ext cx="2685356" cy="1119560"/>
          </a:xfrm>
          <a:custGeom xmlns:a="http://schemas.openxmlformats.org/drawingml/2006/main">
            <a:pathLst>
              <a:path w="2685356" h="1119560">
                <a:moveTo>
                  <a:pt x="69" y="49324"/>
                </a:moveTo>
                <a:lnTo>
                  <a:pt x="268" y="46686"/>
                </a:lnTo>
                <a:lnTo>
                  <a:pt x="595" y="44088"/>
                </a:lnTo>
                <a:lnTo>
                  <a:pt x="1051" y="41520"/>
                </a:lnTo>
                <a:lnTo>
                  <a:pt x="1636" y="39002"/>
                </a:lnTo>
                <a:lnTo>
                  <a:pt x="2350" y="36473"/>
                </a:lnTo>
                <a:lnTo>
                  <a:pt x="4086" y="31752"/>
                </a:lnTo>
                <a:lnTo>
                  <a:pt x="6277" y="27211"/>
                </a:lnTo>
                <a:lnTo>
                  <a:pt x="8875" y="22917"/>
                </a:lnTo>
                <a:lnTo>
                  <a:pt x="11870" y="18921"/>
                </a:lnTo>
                <a:lnTo>
                  <a:pt x="15221" y="15222"/>
                </a:lnTo>
                <a:lnTo>
                  <a:pt x="18921" y="11870"/>
                </a:lnTo>
                <a:lnTo>
                  <a:pt x="22916" y="8875"/>
                </a:lnTo>
                <a:lnTo>
                  <a:pt x="27210" y="6277"/>
                </a:lnTo>
                <a:lnTo>
                  <a:pt x="31752" y="4086"/>
                </a:lnTo>
                <a:lnTo>
                  <a:pt x="36472" y="2350"/>
                </a:lnTo>
                <a:lnTo>
                  <a:pt x="39001" y="1636"/>
                </a:lnTo>
                <a:lnTo>
                  <a:pt x="41520" y="1051"/>
                </a:lnTo>
                <a:lnTo>
                  <a:pt x="44088" y="595"/>
                </a:lnTo>
                <a:lnTo>
                  <a:pt x="46686" y="268"/>
                </a:lnTo>
                <a:lnTo>
                  <a:pt x="49324" y="69"/>
                </a:lnTo>
                <a:lnTo>
                  <a:pt x="51932" y="0"/>
                </a:lnTo>
                <a:lnTo>
                  <a:pt x="2633424" y="0"/>
                </a:lnTo>
                <a:lnTo>
                  <a:pt x="2636032" y="69"/>
                </a:lnTo>
                <a:lnTo>
                  <a:pt x="2638670" y="268"/>
                </a:lnTo>
                <a:lnTo>
                  <a:pt x="2641268" y="595"/>
                </a:lnTo>
                <a:lnTo>
                  <a:pt x="2643836" y="1051"/>
                </a:lnTo>
                <a:lnTo>
                  <a:pt x="2646355" y="1636"/>
                </a:lnTo>
                <a:lnTo>
                  <a:pt x="2648884" y="2350"/>
                </a:lnTo>
                <a:lnTo>
                  <a:pt x="2653604" y="4086"/>
                </a:lnTo>
                <a:lnTo>
                  <a:pt x="2658146" y="6277"/>
                </a:lnTo>
                <a:lnTo>
                  <a:pt x="2662440" y="8875"/>
                </a:lnTo>
                <a:lnTo>
                  <a:pt x="2666436" y="11870"/>
                </a:lnTo>
                <a:lnTo>
                  <a:pt x="2670134" y="15222"/>
                </a:lnTo>
                <a:lnTo>
                  <a:pt x="2673487" y="18921"/>
                </a:lnTo>
                <a:lnTo>
                  <a:pt x="2676481" y="22917"/>
                </a:lnTo>
                <a:lnTo>
                  <a:pt x="2679079" y="27211"/>
                </a:lnTo>
                <a:lnTo>
                  <a:pt x="2681271" y="31752"/>
                </a:lnTo>
                <a:lnTo>
                  <a:pt x="2683006" y="36473"/>
                </a:lnTo>
                <a:lnTo>
                  <a:pt x="2683720" y="39002"/>
                </a:lnTo>
                <a:lnTo>
                  <a:pt x="2684305" y="41520"/>
                </a:lnTo>
                <a:lnTo>
                  <a:pt x="2684761" y="44088"/>
                </a:lnTo>
                <a:lnTo>
                  <a:pt x="2685089" y="46686"/>
                </a:lnTo>
                <a:lnTo>
                  <a:pt x="2685287" y="49324"/>
                </a:lnTo>
                <a:lnTo>
                  <a:pt x="2685356" y="51932"/>
                </a:lnTo>
                <a:lnTo>
                  <a:pt x="2685356" y="1067627"/>
                </a:lnTo>
                <a:lnTo>
                  <a:pt x="2685287" y="1070235"/>
                </a:lnTo>
                <a:lnTo>
                  <a:pt x="2685089" y="1072874"/>
                </a:lnTo>
                <a:lnTo>
                  <a:pt x="2684761" y="1075471"/>
                </a:lnTo>
                <a:lnTo>
                  <a:pt x="2684305" y="1078040"/>
                </a:lnTo>
                <a:lnTo>
                  <a:pt x="2683720" y="1080558"/>
                </a:lnTo>
                <a:lnTo>
                  <a:pt x="2683006" y="1083087"/>
                </a:lnTo>
                <a:lnTo>
                  <a:pt x="2681271" y="1087807"/>
                </a:lnTo>
                <a:lnTo>
                  <a:pt x="2679079" y="1092349"/>
                </a:lnTo>
                <a:lnTo>
                  <a:pt x="2676481" y="1096643"/>
                </a:lnTo>
                <a:lnTo>
                  <a:pt x="2673487" y="1100639"/>
                </a:lnTo>
                <a:lnTo>
                  <a:pt x="2670134" y="1104338"/>
                </a:lnTo>
                <a:lnTo>
                  <a:pt x="2666436" y="1107690"/>
                </a:lnTo>
                <a:lnTo>
                  <a:pt x="2662440" y="1110684"/>
                </a:lnTo>
                <a:lnTo>
                  <a:pt x="2658146" y="1113283"/>
                </a:lnTo>
                <a:lnTo>
                  <a:pt x="2653604" y="1115474"/>
                </a:lnTo>
                <a:lnTo>
                  <a:pt x="2648884" y="1117209"/>
                </a:lnTo>
                <a:lnTo>
                  <a:pt x="2646355" y="1117924"/>
                </a:lnTo>
                <a:lnTo>
                  <a:pt x="2643836" y="1118508"/>
                </a:lnTo>
                <a:lnTo>
                  <a:pt x="2641268" y="1118964"/>
                </a:lnTo>
                <a:lnTo>
                  <a:pt x="2638670" y="1119292"/>
                </a:lnTo>
                <a:lnTo>
                  <a:pt x="2636032" y="1119490"/>
                </a:lnTo>
                <a:lnTo>
                  <a:pt x="2633424" y="1119560"/>
                </a:lnTo>
                <a:lnTo>
                  <a:pt x="51932" y="1119560"/>
                </a:lnTo>
                <a:lnTo>
                  <a:pt x="49324" y="1119490"/>
                </a:lnTo>
                <a:lnTo>
                  <a:pt x="46686" y="1119292"/>
                </a:lnTo>
                <a:lnTo>
                  <a:pt x="44088" y="1118964"/>
                </a:lnTo>
                <a:lnTo>
                  <a:pt x="41520" y="1118508"/>
                </a:lnTo>
                <a:lnTo>
                  <a:pt x="39001" y="1117924"/>
                </a:lnTo>
                <a:lnTo>
                  <a:pt x="36472" y="1117209"/>
                </a:lnTo>
                <a:lnTo>
                  <a:pt x="31752" y="1115474"/>
                </a:lnTo>
                <a:lnTo>
                  <a:pt x="27210" y="1113283"/>
                </a:lnTo>
                <a:lnTo>
                  <a:pt x="22916" y="1110684"/>
                </a:lnTo>
                <a:lnTo>
                  <a:pt x="18921" y="1107690"/>
                </a:lnTo>
                <a:lnTo>
                  <a:pt x="15221" y="1104338"/>
                </a:lnTo>
                <a:lnTo>
                  <a:pt x="11870" y="1100639"/>
                </a:lnTo>
                <a:lnTo>
                  <a:pt x="8875" y="1096643"/>
                </a:lnTo>
                <a:lnTo>
                  <a:pt x="6277" y="1092349"/>
                </a:lnTo>
                <a:lnTo>
                  <a:pt x="4086" y="1087807"/>
                </a:lnTo>
                <a:lnTo>
                  <a:pt x="2350" y="1083087"/>
                </a:lnTo>
                <a:lnTo>
                  <a:pt x="1636" y="1080558"/>
                </a:lnTo>
                <a:lnTo>
                  <a:pt x="1051" y="1078040"/>
                </a:lnTo>
                <a:lnTo>
                  <a:pt x="595" y="1075471"/>
                </a:lnTo>
                <a:lnTo>
                  <a:pt x="268" y="1072874"/>
                </a:lnTo>
                <a:lnTo>
                  <a:pt x="69" y="1070235"/>
                </a:lnTo>
                <a:lnTo>
                  <a:pt x="0" y="1067627"/>
                </a:lnTo>
                <a:lnTo>
                  <a:pt x="0" y="51932"/>
                </a:lnTo>
                <a:lnTo>
                  <a:pt x="69" y="49324"/>
                </a:lnTo>
                <a:moveTo>
                  <a:pt x="9916" y="52121"/>
                </a:moveTo>
                <a:lnTo>
                  <a:pt x="9916" y="51991"/>
                </a:lnTo>
                <a:lnTo>
                  <a:pt x="9916" y="1067568"/>
                </a:lnTo>
                <a:lnTo>
                  <a:pt x="9916" y="1067439"/>
                </a:lnTo>
                <a:lnTo>
                  <a:pt x="9976" y="1069859"/>
                </a:lnTo>
                <a:lnTo>
                  <a:pt x="9966" y="1069611"/>
                </a:lnTo>
                <a:lnTo>
                  <a:pt x="10144" y="1072001"/>
                </a:lnTo>
                <a:lnTo>
                  <a:pt x="10124" y="1071753"/>
                </a:lnTo>
                <a:lnTo>
                  <a:pt x="10422" y="1074103"/>
                </a:lnTo>
                <a:lnTo>
                  <a:pt x="10383" y="1073855"/>
                </a:lnTo>
                <a:lnTo>
                  <a:pt x="10799" y="1076175"/>
                </a:lnTo>
                <a:lnTo>
                  <a:pt x="10749" y="1075927"/>
                </a:lnTo>
                <a:lnTo>
                  <a:pt x="11275" y="1078208"/>
                </a:lnTo>
                <a:lnTo>
                  <a:pt x="11205" y="1077961"/>
                </a:lnTo>
                <a:lnTo>
                  <a:pt x="11840" y="1080201"/>
                </a:lnTo>
                <a:lnTo>
                  <a:pt x="11731" y="1079845"/>
                </a:lnTo>
                <a:lnTo>
                  <a:pt x="13308" y="1084168"/>
                </a:lnTo>
                <a:lnTo>
                  <a:pt x="13119" y="1083722"/>
                </a:lnTo>
                <a:lnTo>
                  <a:pt x="15103" y="1087837"/>
                </a:lnTo>
                <a:lnTo>
                  <a:pt x="14874" y="1087411"/>
                </a:lnTo>
                <a:lnTo>
                  <a:pt x="17225" y="1091288"/>
                </a:lnTo>
                <a:lnTo>
                  <a:pt x="16967" y="1090891"/>
                </a:lnTo>
                <a:lnTo>
                  <a:pt x="19674" y="1094511"/>
                </a:lnTo>
                <a:lnTo>
                  <a:pt x="19366" y="1094154"/>
                </a:lnTo>
                <a:lnTo>
                  <a:pt x="22401" y="1097486"/>
                </a:lnTo>
                <a:lnTo>
                  <a:pt x="22074" y="1097159"/>
                </a:lnTo>
                <a:lnTo>
                  <a:pt x="25406" y="1100193"/>
                </a:lnTo>
                <a:lnTo>
                  <a:pt x="25048" y="1099885"/>
                </a:lnTo>
                <a:lnTo>
                  <a:pt x="28668" y="1102593"/>
                </a:lnTo>
                <a:lnTo>
                  <a:pt x="28272" y="1102335"/>
                </a:lnTo>
                <a:lnTo>
                  <a:pt x="32149" y="1104685"/>
                </a:lnTo>
                <a:lnTo>
                  <a:pt x="31722" y="1104457"/>
                </a:lnTo>
                <a:lnTo>
                  <a:pt x="35837" y="1106440"/>
                </a:lnTo>
                <a:lnTo>
                  <a:pt x="35391" y="1106252"/>
                </a:lnTo>
                <a:lnTo>
                  <a:pt x="39715" y="1107828"/>
                </a:lnTo>
                <a:lnTo>
                  <a:pt x="39358" y="1107719"/>
                </a:lnTo>
                <a:lnTo>
                  <a:pt x="41599" y="1108354"/>
                </a:lnTo>
                <a:lnTo>
                  <a:pt x="41351" y="1108285"/>
                </a:lnTo>
                <a:lnTo>
                  <a:pt x="43632" y="1108810"/>
                </a:lnTo>
                <a:lnTo>
                  <a:pt x="43384" y="1108761"/>
                </a:lnTo>
                <a:lnTo>
                  <a:pt x="45704" y="1109177"/>
                </a:lnTo>
                <a:lnTo>
                  <a:pt x="45457" y="1109137"/>
                </a:lnTo>
                <a:lnTo>
                  <a:pt x="47807" y="1109435"/>
                </a:lnTo>
                <a:lnTo>
                  <a:pt x="47559" y="1109415"/>
                </a:lnTo>
                <a:lnTo>
                  <a:pt x="49949" y="1109594"/>
                </a:lnTo>
                <a:lnTo>
                  <a:pt x="49701" y="1109584"/>
                </a:lnTo>
                <a:lnTo>
                  <a:pt x="52120" y="1109643"/>
                </a:lnTo>
                <a:lnTo>
                  <a:pt x="51991" y="1109643"/>
                </a:lnTo>
                <a:lnTo>
                  <a:pt x="2633364" y="1109643"/>
                </a:lnTo>
                <a:lnTo>
                  <a:pt x="2633236" y="1109643"/>
                </a:lnTo>
                <a:lnTo>
                  <a:pt x="2635655" y="1109584"/>
                </a:lnTo>
                <a:lnTo>
                  <a:pt x="2635408" y="1109594"/>
                </a:lnTo>
                <a:lnTo>
                  <a:pt x="2637797" y="1109415"/>
                </a:lnTo>
                <a:lnTo>
                  <a:pt x="2637540" y="1109435"/>
                </a:lnTo>
                <a:lnTo>
                  <a:pt x="2639899" y="1109137"/>
                </a:lnTo>
                <a:lnTo>
                  <a:pt x="2639651" y="1109177"/>
                </a:lnTo>
                <a:lnTo>
                  <a:pt x="2641972" y="1108761"/>
                </a:lnTo>
                <a:lnTo>
                  <a:pt x="2641724" y="1108810"/>
                </a:lnTo>
                <a:lnTo>
                  <a:pt x="2644005" y="1108285"/>
                </a:lnTo>
                <a:lnTo>
                  <a:pt x="2643757" y="1108354"/>
                </a:lnTo>
                <a:lnTo>
                  <a:pt x="2645998" y="1107719"/>
                </a:lnTo>
                <a:lnTo>
                  <a:pt x="2645641" y="1107828"/>
                </a:lnTo>
                <a:lnTo>
                  <a:pt x="2649965" y="1106252"/>
                </a:lnTo>
                <a:lnTo>
                  <a:pt x="2649519" y="1106440"/>
                </a:lnTo>
                <a:lnTo>
                  <a:pt x="2653634" y="1104457"/>
                </a:lnTo>
                <a:lnTo>
                  <a:pt x="2653207" y="1104685"/>
                </a:lnTo>
                <a:lnTo>
                  <a:pt x="2657084" y="1102335"/>
                </a:lnTo>
                <a:lnTo>
                  <a:pt x="2656688" y="1102593"/>
                </a:lnTo>
                <a:lnTo>
                  <a:pt x="2660307" y="1099885"/>
                </a:lnTo>
                <a:lnTo>
                  <a:pt x="2659950" y="1100193"/>
                </a:lnTo>
                <a:lnTo>
                  <a:pt x="2663282" y="1097159"/>
                </a:lnTo>
                <a:lnTo>
                  <a:pt x="2662955" y="1097486"/>
                </a:lnTo>
                <a:lnTo>
                  <a:pt x="2665990" y="1094154"/>
                </a:lnTo>
                <a:lnTo>
                  <a:pt x="2665682" y="1094511"/>
                </a:lnTo>
                <a:lnTo>
                  <a:pt x="2668389" y="1090891"/>
                </a:lnTo>
                <a:lnTo>
                  <a:pt x="2668131" y="1091288"/>
                </a:lnTo>
                <a:lnTo>
                  <a:pt x="2670482" y="1087411"/>
                </a:lnTo>
                <a:lnTo>
                  <a:pt x="2670253" y="1087837"/>
                </a:lnTo>
                <a:lnTo>
                  <a:pt x="2672237" y="1083722"/>
                </a:lnTo>
                <a:lnTo>
                  <a:pt x="2672049" y="1084168"/>
                </a:lnTo>
                <a:lnTo>
                  <a:pt x="2673625" y="1079845"/>
                </a:lnTo>
                <a:lnTo>
                  <a:pt x="2673516" y="1080201"/>
                </a:lnTo>
                <a:lnTo>
                  <a:pt x="2674151" y="1077961"/>
                </a:lnTo>
                <a:lnTo>
                  <a:pt x="2674081" y="1078208"/>
                </a:lnTo>
                <a:lnTo>
                  <a:pt x="2674607" y="1075927"/>
                </a:lnTo>
                <a:lnTo>
                  <a:pt x="2674557" y="1076175"/>
                </a:lnTo>
                <a:lnTo>
                  <a:pt x="2674974" y="1073855"/>
                </a:lnTo>
                <a:lnTo>
                  <a:pt x="2674934" y="1074103"/>
                </a:lnTo>
                <a:lnTo>
                  <a:pt x="2675231" y="1071753"/>
                </a:lnTo>
                <a:lnTo>
                  <a:pt x="2675212" y="1072001"/>
                </a:lnTo>
                <a:lnTo>
                  <a:pt x="2675390" y="1069611"/>
                </a:lnTo>
                <a:lnTo>
                  <a:pt x="2675380" y="1069859"/>
                </a:lnTo>
                <a:lnTo>
                  <a:pt x="2675440" y="1067439"/>
                </a:lnTo>
                <a:lnTo>
                  <a:pt x="2675440" y="1067568"/>
                </a:lnTo>
                <a:lnTo>
                  <a:pt x="2675440" y="51991"/>
                </a:lnTo>
                <a:lnTo>
                  <a:pt x="2675440" y="52121"/>
                </a:lnTo>
                <a:lnTo>
                  <a:pt x="2675380" y="49701"/>
                </a:lnTo>
                <a:lnTo>
                  <a:pt x="2675390" y="49949"/>
                </a:lnTo>
                <a:lnTo>
                  <a:pt x="2675212" y="47559"/>
                </a:lnTo>
                <a:lnTo>
                  <a:pt x="2675231" y="47807"/>
                </a:lnTo>
                <a:lnTo>
                  <a:pt x="2674934" y="45457"/>
                </a:lnTo>
                <a:lnTo>
                  <a:pt x="2674974" y="45705"/>
                </a:lnTo>
                <a:lnTo>
                  <a:pt x="2674557" y="43384"/>
                </a:lnTo>
                <a:lnTo>
                  <a:pt x="2674607" y="43632"/>
                </a:lnTo>
                <a:lnTo>
                  <a:pt x="2674081" y="41352"/>
                </a:lnTo>
                <a:lnTo>
                  <a:pt x="2674151" y="41599"/>
                </a:lnTo>
                <a:lnTo>
                  <a:pt x="2673516" y="39358"/>
                </a:lnTo>
                <a:lnTo>
                  <a:pt x="2673625" y="39715"/>
                </a:lnTo>
                <a:lnTo>
                  <a:pt x="2672049" y="35391"/>
                </a:lnTo>
                <a:lnTo>
                  <a:pt x="2672237" y="35838"/>
                </a:lnTo>
                <a:lnTo>
                  <a:pt x="2670253" y="31723"/>
                </a:lnTo>
                <a:lnTo>
                  <a:pt x="2670482" y="32149"/>
                </a:lnTo>
                <a:lnTo>
                  <a:pt x="2668131" y="28272"/>
                </a:lnTo>
                <a:lnTo>
                  <a:pt x="2668389" y="28668"/>
                </a:lnTo>
                <a:lnTo>
                  <a:pt x="2665682" y="25049"/>
                </a:lnTo>
                <a:lnTo>
                  <a:pt x="2665990" y="25406"/>
                </a:lnTo>
                <a:lnTo>
                  <a:pt x="2662955" y="22074"/>
                </a:lnTo>
                <a:lnTo>
                  <a:pt x="2663282" y="22401"/>
                </a:lnTo>
                <a:lnTo>
                  <a:pt x="2659950" y="19367"/>
                </a:lnTo>
                <a:lnTo>
                  <a:pt x="2660307" y="19674"/>
                </a:lnTo>
                <a:lnTo>
                  <a:pt x="2656688" y="16967"/>
                </a:lnTo>
                <a:lnTo>
                  <a:pt x="2657084" y="17225"/>
                </a:lnTo>
                <a:lnTo>
                  <a:pt x="2653207" y="14875"/>
                </a:lnTo>
                <a:lnTo>
                  <a:pt x="2653634" y="15102"/>
                </a:lnTo>
                <a:lnTo>
                  <a:pt x="2649519" y="13119"/>
                </a:lnTo>
                <a:lnTo>
                  <a:pt x="2649965" y="13308"/>
                </a:lnTo>
                <a:lnTo>
                  <a:pt x="2645641" y="11731"/>
                </a:lnTo>
                <a:lnTo>
                  <a:pt x="2645998" y="11840"/>
                </a:lnTo>
                <a:lnTo>
                  <a:pt x="2643757" y="11205"/>
                </a:lnTo>
                <a:lnTo>
                  <a:pt x="2644005" y="11275"/>
                </a:lnTo>
                <a:lnTo>
                  <a:pt x="2641724" y="10749"/>
                </a:lnTo>
                <a:lnTo>
                  <a:pt x="2641972" y="10799"/>
                </a:lnTo>
                <a:lnTo>
                  <a:pt x="2639651" y="10383"/>
                </a:lnTo>
                <a:lnTo>
                  <a:pt x="2639899" y="10422"/>
                </a:lnTo>
                <a:lnTo>
                  <a:pt x="2637540" y="10125"/>
                </a:lnTo>
                <a:lnTo>
                  <a:pt x="2637797" y="10145"/>
                </a:lnTo>
                <a:lnTo>
                  <a:pt x="2635408" y="9966"/>
                </a:lnTo>
                <a:lnTo>
                  <a:pt x="2635655" y="9976"/>
                </a:lnTo>
                <a:lnTo>
                  <a:pt x="2633236" y="9916"/>
                </a:lnTo>
                <a:lnTo>
                  <a:pt x="2633364" y="9916"/>
                </a:lnTo>
                <a:lnTo>
                  <a:pt x="51991" y="9916"/>
                </a:lnTo>
                <a:lnTo>
                  <a:pt x="52120" y="9916"/>
                </a:lnTo>
                <a:lnTo>
                  <a:pt x="49701" y="9976"/>
                </a:lnTo>
                <a:lnTo>
                  <a:pt x="49949" y="9966"/>
                </a:lnTo>
                <a:lnTo>
                  <a:pt x="47559" y="10145"/>
                </a:lnTo>
                <a:lnTo>
                  <a:pt x="47807" y="10125"/>
                </a:lnTo>
                <a:lnTo>
                  <a:pt x="45457" y="10422"/>
                </a:lnTo>
                <a:lnTo>
                  <a:pt x="45704" y="10383"/>
                </a:lnTo>
                <a:lnTo>
                  <a:pt x="43384" y="10799"/>
                </a:lnTo>
                <a:lnTo>
                  <a:pt x="43632" y="10749"/>
                </a:lnTo>
                <a:lnTo>
                  <a:pt x="41351" y="11275"/>
                </a:lnTo>
                <a:lnTo>
                  <a:pt x="41599" y="11205"/>
                </a:lnTo>
                <a:lnTo>
                  <a:pt x="39358" y="11840"/>
                </a:lnTo>
                <a:lnTo>
                  <a:pt x="39715" y="11731"/>
                </a:lnTo>
                <a:lnTo>
                  <a:pt x="35391" y="13308"/>
                </a:lnTo>
                <a:lnTo>
                  <a:pt x="35837" y="13119"/>
                </a:lnTo>
                <a:lnTo>
                  <a:pt x="31722" y="15102"/>
                </a:lnTo>
                <a:lnTo>
                  <a:pt x="32149" y="14875"/>
                </a:lnTo>
                <a:lnTo>
                  <a:pt x="28272" y="17225"/>
                </a:lnTo>
                <a:lnTo>
                  <a:pt x="28668" y="16967"/>
                </a:lnTo>
                <a:lnTo>
                  <a:pt x="25048" y="19674"/>
                </a:lnTo>
                <a:lnTo>
                  <a:pt x="25406" y="19367"/>
                </a:lnTo>
                <a:lnTo>
                  <a:pt x="22074" y="22401"/>
                </a:lnTo>
                <a:lnTo>
                  <a:pt x="22401" y="22074"/>
                </a:lnTo>
                <a:lnTo>
                  <a:pt x="19366" y="25406"/>
                </a:lnTo>
                <a:lnTo>
                  <a:pt x="19674" y="25049"/>
                </a:lnTo>
                <a:lnTo>
                  <a:pt x="16967" y="28668"/>
                </a:lnTo>
                <a:lnTo>
                  <a:pt x="17225" y="28272"/>
                </a:lnTo>
                <a:lnTo>
                  <a:pt x="14874" y="32149"/>
                </a:lnTo>
                <a:lnTo>
                  <a:pt x="15103" y="31723"/>
                </a:lnTo>
                <a:lnTo>
                  <a:pt x="13119" y="35838"/>
                </a:lnTo>
                <a:lnTo>
                  <a:pt x="13308" y="35391"/>
                </a:lnTo>
                <a:lnTo>
                  <a:pt x="11731" y="39715"/>
                </a:lnTo>
                <a:lnTo>
                  <a:pt x="11840" y="39358"/>
                </a:lnTo>
                <a:lnTo>
                  <a:pt x="11205" y="41599"/>
                </a:lnTo>
                <a:lnTo>
                  <a:pt x="11275" y="41352"/>
                </a:lnTo>
                <a:lnTo>
                  <a:pt x="10749" y="43632"/>
                </a:lnTo>
                <a:lnTo>
                  <a:pt x="10799" y="43384"/>
                </a:lnTo>
                <a:lnTo>
                  <a:pt x="10383" y="45705"/>
                </a:lnTo>
                <a:lnTo>
                  <a:pt x="10422" y="45457"/>
                </a:lnTo>
                <a:lnTo>
                  <a:pt x="10124" y="47807"/>
                </a:lnTo>
                <a:lnTo>
                  <a:pt x="10144" y="47559"/>
                </a:lnTo>
                <a:lnTo>
                  <a:pt x="9966" y="49949"/>
                </a:lnTo>
                <a:lnTo>
                  <a:pt x="9976" y="49701"/>
                </a:lnTo>
                <a:lnTo>
                  <a:pt x="9916" y="52121"/>
                </a:lnTo>
              </a:path>
            </a:pathLst>
          </a:custGeom>
          <a:solidFill xmlns:a="http://schemas.openxmlformats.org/drawingml/2006/main">
            <a:srgbClr val="72B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9DB5EEFE-924A-47BD-A686-31795B41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6056" y="1790483"/>
            <a:ext cx="140952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</a:t>
            </a:r>
          </a:p>
        </p:txBody>
      </p:sp>
      <p:sp>
        <p:nvSpPr>
          <p:cNvPr id="36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704D57CA-0E0F-4C2D-B1FC-584485BC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7364" y="1790483"/>
            <a:ext cx="1981130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Generated Scene with Scene Graph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37D44E-27EA-4C8B-AA02-A51B6C045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92ecacd024f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52725" y="1943100"/>
            <a:ext cx="1171575" cy="819150"/>
          </a:xfrm>
          <a:prstGeom xmlns:a="http://schemas.openxmlformats.org/drawingml/2006/main" prst="rect">
            <a:avLst/>
          </a:prstGeom>
        </p:spPr>
      </p:pic>
      <p:sp>
        <p:nvSpPr>
          <p:cNvPr id="38" name="source-raster-0">
            <a:extLst xmlns:a="http://schemas.openxmlformats.org/drawingml/2006/main">
              <a:ext uri="{FF2B5EF4-FFF2-40B4-BE49-F238E27FC236}">
                <a16:creationId xmlns:a16="http://schemas.microsoft.com/office/drawing/2014/main" id="{49CF8A5A-63B8-4B10-AA90-552A0CE7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2725" y="1943100"/>
            <a:ext cx="1171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pdf-path-39">
            <a:extLst xmlns:a="http://schemas.openxmlformats.org/drawingml/2006/main">
              <a:ext uri="{FF2B5EF4-FFF2-40B4-BE49-F238E27FC236}">
                <a16:creationId xmlns:a16="http://schemas.microsoft.com/office/drawing/2014/main" id="{79192D99-8BA3-49F6-A77F-B9093F26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312" y="1124132"/>
            <a:ext cx="158265" cy="121376"/>
          </a:xfrm>
          <a:custGeom xmlns:a="http://schemas.openxmlformats.org/drawingml/2006/main">
            <a:pathLst>
              <a:path w="158265" h="121376">
                <a:moveTo>
                  <a:pt x="0" y="29749"/>
                </a:moveTo>
                <a:lnTo>
                  <a:pt x="97577" y="29749"/>
                </a:lnTo>
                <a:lnTo>
                  <a:pt x="97577" y="0"/>
                </a:lnTo>
                <a:lnTo>
                  <a:pt x="158265" y="60688"/>
                </a:lnTo>
                <a:lnTo>
                  <a:pt x="97577" y="121376"/>
                </a:lnTo>
                <a:lnTo>
                  <a:pt x="97577" y="90437"/>
                </a:lnTo>
                <a:lnTo>
                  <a:pt x="0" y="90437"/>
                </a:lnTo>
                <a:lnTo>
                  <a:pt x="0" y="29749"/>
                </a:lnTo>
              </a:path>
            </a:pathLst>
          </a:custGeom>
          <a:solidFill xmlns:a="http://schemas.openxmlformats.org/drawingml/2006/main">
            <a:srgbClr val="0E8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40">
            <a:extLst xmlns:a="http://schemas.openxmlformats.org/drawingml/2006/main">
              <a:ext uri="{FF2B5EF4-FFF2-40B4-BE49-F238E27FC236}">
                <a16:creationId xmlns:a16="http://schemas.microsoft.com/office/drawing/2014/main" id="{403F9AA2-1389-4DA5-B465-AAAE525B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155" y="1111667"/>
            <a:ext cx="170631" cy="145414"/>
          </a:xfrm>
          <a:custGeom xmlns:a="http://schemas.openxmlformats.org/drawingml/2006/main">
            <a:pathLst>
              <a:path w="170631" h="145414">
                <a:moveTo>
                  <a:pt x="102882" y="37375"/>
                </a:moveTo>
                <a:lnTo>
                  <a:pt x="97924" y="42333"/>
                </a:lnTo>
                <a:lnTo>
                  <a:pt x="97924" y="0"/>
                </a:lnTo>
                <a:lnTo>
                  <a:pt x="170631" y="72707"/>
                </a:lnTo>
                <a:lnTo>
                  <a:pt x="97924" y="145414"/>
                </a:lnTo>
                <a:lnTo>
                  <a:pt x="97924" y="103071"/>
                </a:lnTo>
                <a:lnTo>
                  <a:pt x="102882" y="108029"/>
                </a:lnTo>
                <a:lnTo>
                  <a:pt x="0" y="108029"/>
                </a:lnTo>
                <a:lnTo>
                  <a:pt x="0" y="37375"/>
                </a:lnTo>
                <a:lnTo>
                  <a:pt x="102882" y="37375"/>
                </a:lnTo>
                <a:close/>
              </a:path>
            </a:pathLst>
          </a:custGeom>
          <a:solidFill xmlns:a="http://schemas.openxmlformats.org/drawingml/2006/main">
            <a:srgbClr val="95D4E9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AB177F-148E-4A76-8941-85ED7F5C75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469d9ef2c4c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975" y="1104900"/>
            <a:ext cx="266700" cy="333375"/>
          </a:xfrm>
          <a:prstGeom xmlns:a="http://schemas.openxmlformats.org/drawingml/2006/main" prst="rect">
            <a:avLst/>
          </a:prstGeom>
        </p:spPr>
      </p:pic>
      <p:sp>
        <p:nvSpPr>
          <p:cNvPr id="42" name="source-raster-1">
            <a:extLst xmlns:a="http://schemas.openxmlformats.org/drawingml/2006/main">
              <a:ext uri="{FF2B5EF4-FFF2-40B4-BE49-F238E27FC236}">
                <a16:creationId xmlns:a16="http://schemas.microsoft.com/office/drawing/2014/main" id="{40439E0F-662F-4D14-9520-88775B4B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11049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pdf-path-42">
            <a:extLst xmlns:a="http://schemas.openxmlformats.org/drawingml/2006/main">
              <a:ext uri="{FF2B5EF4-FFF2-40B4-BE49-F238E27FC236}">
                <a16:creationId xmlns:a16="http://schemas.microsoft.com/office/drawing/2014/main" id="{627BEAEC-34D0-46E7-B62D-E021E41F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949" y="1427573"/>
            <a:ext cx="929363" cy="1370841"/>
          </a:xfrm>
          <a:custGeom xmlns:a="http://schemas.openxmlformats.org/drawingml/2006/main">
            <a:pathLst>
              <a:path w="929363" h="1370841">
                <a:moveTo>
                  <a:pt x="0" y="303441"/>
                </a:moveTo>
                <a:cubicBezTo>
                  <a:pt x="0" y="218081"/>
                  <a:pt x="69335" y="148746"/>
                  <a:pt x="154854" y="148746"/>
                </a:cubicBezTo>
                <a:lnTo>
                  <a:pt x="154695" y="148746"/>
                </a:lnTo>
                <a:lnTo>
                  <a:pt x="226093" y="0"/>
                </a:lnTo>
                <a:lnTo>
                  <a:pt x="386739" y="148746"/>
                </a:lnTo>
                <a:lnTo>
                  <a:pt x="774667" y="148746"/>
                </a:lnTo>
                <a:cubicBezTo>
                  <a:pt x="859829" y="148746"/>
                  <a:pt x="929165" y="218081"/>
                  <a:pt x="929363" y="303441"/>
                </a:cubicBezTo>
                <a:lnTo>
                  <a:pt x="929363" y="352230"/>
                </a:lnTo>
                <a:lnTo>
                  <a:pt x="929363" y="658051"/>
                </a:lnTo>
                <a:lnTo>
                  <a:pt x="929363" y="1216145"/>
                </a:lnTo>
                <a:cubicBezTo>
                  <a:pt x="929165" y="1301109"/>
                  <a:pt x="859829" y="1370444"/>
                  <a:pt x="774667" y="1370841"/>
                </a:cubicBezTo>
                <a:lnTo>
                  <a:pt x="386739" y="1370841"/>
                </a:lnTo>
                <a:lnTo>
                  <a:pt x="154864" y="1370444"/>
                </a:lnTo>
                <a:lnTo>
                  <a:pt x="154695" y="1370841"/>
                </a:lnTo>
                <a:cubicBezTo>
                  <a:pt x="69335" y="1370444"/>
                  <a:pt x="0" y="1301109"/>
                  <a:pt x="0" y="1216145"/>
                </a:cubicBezTo>
                <a:lnTo>
                  <a:pt x="0" y="658051"/>
                </a:lnTo>
                <a:lnTo>
                  <a:pt x="0" y="352230"/>
                </a:lnTo>
                <a:lnTo>
                  <a:pt x="0" y="30344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43">
            <a:extLst xmlns:a="http://schemas.openxmlformats.org/drawingml/2006/main">
              <a:ext uri="{FF2B5EF4-FFF2-40B4-BE49-F238E27FC236}">
                <a16:creationId xmlns:a16="http://schemas.microsoft.com/office/drawing/2014/main" id="{B5953663-CAE6-4B0E-BF2C-D311DF7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990" y="1419342"/>
            <a:ext cx="939082" cy="1383633"/>
          </a:xfrm>
          <a:custGeom xmlns:a="http://schemas.openxmlformats.org/drawingml/2006/main">
            <a:pathLst>
              <a:path w="939082" h="1383633">
                <a:moveTo>
                  <a:pt x="50" y="307705"/>
                </a:moveTo>
                <a:lnTo>
                  <a:pt x="208" y="303581"/>
                </a:lnTo>
                <a:lnTo>
                  <a:pt x="823" y="295499"/>
                </a:lnTo>
                <a:lnTo>
                  <a:pt x="1844" y="287496"/>
                </a:lnTo>
                <a:lnTo>
                  <a:pt x="3243" y="279632"/>
                </a:lnTo>
                <a:lnTo>
                  <a:pt x="5028" y="271898"/>
                </a:lnTo>
                <a:lnTo>
                  <a:pt x="7180" y="264311"/>
                </a:lnTo>
                <a:lnTo>
                  <a:pt x="9698" y="256884"/>
                </a:lnTo>
                <a:lnTo>
                  <a:pt x="12564" y="249625"/>
                </a:lnTo>
                <a:lnTo>
                  <a:pt x="15757" y="242545"/>
                </a:lnTo>
                <a:lnTo>
                  <a:pt x="19287" y="235653"/>
                </a:lnTo>
                <a:lnTo>
                  <a:pt x="23135" y="228960"/>
                </a:lnTo>
                <a:lnTo>
                  <a:pt x="27300" y="222474"/>
                </a:lnTo>
                <a:lnTo>
                  <a:pt x="31752" y="216207"/>
                </a:lnTo>
                <a:lnTo>
                  <a:pt x="36492" y="210168"/>
                </a:lnTo>
                <a:lnTo>
                  <a:pt x="41520" y="204377"/>
                </a:lnTo>
                <a:lnTo>
                  <a:pt x="46805" y="198824"/>
                </a:lnTo>
                <a:lnTo>
                  <a:pt x="52359" y="193538"/>
                </a:lnTo>
                <a:lnTo>
                  <a:pt x="58150" y="188511"/>
                </a:lnTo>
                <a:lnTo>
                  <a:pt x="64189" y="183771"/>
                </a:lnTo>
                <a:lnTo>
                  <a:pt x="70456" y="179318"/>
                </a:lnTo>
                <a:lnTo>
                  <a:pt x="76941" y="175153"/>
                </a:lnTo>
                <a:lnTo>
                  <a:pt x="83635" y="171305"/>
                </a:lnTo>
                <a:lnTo>
                  <a:pt x="90527" y="167775"/>
                </a:lnTo>
                <a:lnTo>
                  <a:pt x="97607" y="164582"/>
                </a:lnTo>
                <a:lnTo>
                  <a:pt x="104866" y="161717"/>
                </a:lnTo>
                <a:lnTo>
                  <a:pt x="112293" y="159198"/>
                </a:lnTo>
                <a:lnTo>
                  <a:pt x="119879" y="157046"/>
                </a:lnTo>
                <a:lnTo>
                  <a:pt x="127614" y="155261"/>
                </a:lnTo>
                <a:lnTo>
                  <a:pt x="135478" y="153853"/>
                </a:lnTo>
                <a:lnTo>
                  <a:pt x="143480" y="152841"/>
                </a:lnTo>
                <a:lnTo>
                  <a:pt x="151562" y="152227"/>
                </a:lnTo>
                <a:lnTo>
                  <a:pt x="155687" y="152068"/>
                </a:lnTo>
                <a:lnTo>
                  <a:pt x="159783" y="152018"/>
                </a:lnTo>
                <a:lnTo>
                  <a:pt x="159822" y="152018"/>
                </a:lnTo>
                <a:lnTo>
                  <a:pt x="155350" y="154835"/>
                </a:lnTo>
                <a:lnTo>
                  <a:pt x="229485" y="0"/>
                </a:lnTo>
                <a:lnTo>
                  <a:pt x="395475" y="153337"/>
                </a:lnTo>
                <a:lnTo>
                  <a:pt x="392114" y="152018"/>
                </a:lnTo>
                <a:lnTo>
                  <a:pt x="779299" y="152018"/>
                </a:lnTo>
                <a:lnTo>
                  <a:pt x="783394" y="152068"/>
                </a:lnTo>
                <a:lnTo>
                  <a:pt x="787520" y="152227"/>
                </a:lnTo>
                <a:lnTo>
                  <a:pt x="795602" y="152841"/>
                </a:lnTo>
                <a:lnTo>
                  <a:pt x="803604" y="153853"/>
                </a:lnTo>
                <a:lnTo>
                  <a:pt x="811467" y="155261"/>
                </a:lnTo>
                <a:lnTo>
                  <a:pt x="819202" y="157046"/>
                </a:lnTo>
                <a:lnTo>
                  <a:pt x="826788" y="159198"/>
                </a:lnTo>
                <a:lnTo>
                  <a:pt x="834216" y="161717"/>
                </a:lnTo>
                <a:lnTo>
                  <a:pt x="841474" y="164582"/>
                </a:lnTo>
                <a:lnTo>
                  <a:pt x="848555" y="167775"/>
                </a:lnTo>
                <a:lnTo>
                  <a:pt x="855447" y="171305"/>
                </a:lnTo>
                <a:lnTo>
                  <a:pt x="862140" y="175153"/>
                </a:lnTo>
                <a:lnTo>
                  <a:pt x="868625" y="179318"/>
                </a:lnTo>
                <a:lnTo>
                  <a:pt x="874893" y="183771"/>
                </a:lnTo>
                <a:lnTo>
                  <a:pt x="880932" y="188511"/>
                </a:lnTo>
                <a:lnTo>
                  <a:pt x="886723" y="193538"/>
                </a:lnTo>
                <a:lnTo>
                  <a:pt x="892276" y="198824"/>
                </a:lnTo>
                <a:lnTo>
                  <a:pt x="897561" y="204377"/>
                </a:lnTo>
                <a:lnTo>
                  <a:pt x="902590" y="210168"/>
                </a:lnTo>
                <a:lnTo>
                  <a:pt x="907329" y="216207"/>
                </a:lnTo>
                <a:lnTo>
                  <a:pt x="911782" y="222474"/>
                </a:lnTo>
                <a:lnTo>
                  <a:pt x="915947" y="228960"/>
                </a:lnTo>
                <a:lnTo>
                  <a:pt x="919794" y="235653"/>
                </a:lnTo>
                <a:lnTo>
                  <a:pt x="923324" y="242545"/>
                </a:lnTo>
                <a:lnTo>
                  <a:pt x="926517" y="249625"/>
                </a:lnTo>
                <a:lnTo>
                  <a:pt x="929383" y="256884"/>
                </a:lnTo>
                <a:lnTo>
                  <a:pt x="931902" y="264311"/>
                </a:lnTo>
                <a:lnTo>
                  <a:pt x="934054" y="271898"/>
                </a:lnTo>
                <a:lnTo>
                  <a:pt x="935839" y="279632"/>
                </a:lnTo>
                <a:lnTo>
                  <a:pt x="937237" y="287496"/>
                </a:lnTo>
                <a:lnTo>
                  <a:pt x="938259" y="295499"/>
                </a:lnTo>
                <a:lnTo>
                  <a:pt x="938873" y="303581"/>
                </a:lnTo>
                <a:lnTo>
                  <a:pt x="939032" y="307705"/>
                </a:lnTo>
                <a:lnTo>
                  <a:pt x="939082" y="311801"/>
                </a:lnTo>
                <a:lnTo>
                  <a:pt x="939082" y="360589"/>
                </a:lnTo>
                <a:lnTo>
                  <a:pt x="939082" y="666014"/>
                </a:lnTo>
                <a:lnTo>
                  <a:pt x="939082" y="1223850"/>
                </a:lnTo>
                <a:lnTo>
                  <a:pt x="939032" y="1227946"/>
                </a:lnTo>
                <a:lnTo>
                  <a:pt x="938873" y="1232071"/>
                </a:lnTo>
                <a:lnTo>
                  <a:pt x="938259" y="1240153"/>
                </a:lnTo>
                <a:lnTo>
                  <a:pt x="937237" y="1248155"/>
                </a:lnTo>
                <a:lnTo>
                  <a:pt x="935839" y="1256019"/>
                </a:lnTo>
                <a:lnTo>
                  <a:pt x="934054" y="1263754"/>
                </a:lnTo>
                <a:lnTo>
                  <a:pt x="931902" y="1271340"/>
                </a:lnTo>
                <a:lnTo>
                  <a:pt x="929383" y="1278767"/>
                </a:lnTo>
                <a:lnTo>
                  <a:pt x="926517" y="1286026"/>
                </a:lnTo>
                <a:lnTo>
                  <a:pt x="923324" y="1293106"/>
                </a:lnTo>
                <a:lnTo>
                  <a:pt x="919794" y="1299998"/>
                </a:lnTo>
                <a:lnTo>
                  <a:pt x="915947" y="1306691"/>
                </a:lnTo>
                <a:lnTo>
                  <a:pt x="911782" y="1313177"/>
                </a:lnTo>
                <a:lnTo>
                  <a:pt x="907329" y="1319444"/>
                </a:lnTo>
                <a:lnTo>
                  <a:pt x="902590" y="1325483"/>
                </a:lnTo>
                <a:lnTo>
                  <a:pt x="897561" y="1331274"/>
                </a:lnTo>
                <a:lnTo>
                  <a:pt x="892276" y="1336827"/>
                </a:lnTo>
                <a:lnTo>
                  <a:pt x="886723" y="1342113"/>
                </a:lnTo>
                <a:lnTo>
                  <a:pt x="880932" y="1347141"/>
                </a:lnTo>
                <a:lnTo>
                  <a:pt x="874893" y="1351881"/>
                </a:lnTo>
                <a:lnTo>
                  <a:pt x="868625" y="1356333"/>
                </a:lnTo>
                <a:lnTo>
                  <a:pt x="862140" y="1360498"/>
                </a:lnTo>
                <a:lnTo>
                  <a:pt x="855447" y="1364346"/>
                </a:lnTo>
                <a:lnTo>
                  <a:pt x="848555" y="1367876"/>
                </a:lnTo>
                <a:lnTo>
                  <a:pt x="841474" y="1371069"/>
                </a:lnTo>
                <a:lnTo>
                  <a:pt x="834216" y="1373935"/>
                </a:lnTo>
                <a:lnTo>
                  <a:pt x="826788" y="1376453"/>
                </a:lnTo>
                <a:lnTo>
                  <a:pt x="819202" y="1378606"/>
                </a:lnTo>
                <a:lnTo>
                  <a:pt x="811467" y="1380390"/>
                </a:lnTo>
                <a:lnTo>
                  <a:pt x="803604" y="1381788"/>
                </a:lnTo>
                <a:lnTo>
                  <a:pt x="795602" y="1382810"/>
                </a:lnTo>
                <a:lnTo>
                  <a:pt x="787520" y="1383425"/>
                </a:lnTo>
                <a:lnTo>
                  <a:pt x="783394" y="1383583"/>
                </a:lnTo>
                <a:lnTo>
                  <a:pt x="779299" y="1383633"/>
                </a:lnTo>
                <a:lnTo>
                  <a:pt x="392114" y="1383633"/>
                </a:lnTo>
                <a:lnTo>
                  <a:pt x="159822" y="1383633"/>
                </a:lnTo>
                <a:lnTo>
                  <a:pt x="159783" y="1383633"/>
                </a:lnTo>
                <a:lnTo>
                  <a:pt x="155687" y="1383583"/>
                </a:lnTo>
                <a:lnTo>
                  <a:pt x="151562" y="1383425"/>
                </a:lnTo>
                <a:lnTo>
                  <a:pt x="143480" y="1382810"/>
                </a:lnTo>
                <a:lnTo>
                  <a:pt x="135478" y="1381788"/>
                </a:lnTo>
                <a:lnTo>
                  <a:pt x="127614" y="1380390"/>
                </a:lnTo>
                <a:lnTo>
                  <a:pt x="119879" y="1378606"/>
                </a:lnTo>
                <a:lnTo>
                  <a:pt x="112293" y="1376453"/>
                </a:lnTo>
                <a:lnTo>
                  <a:pt x="104866" y="1373935"/>
                </a:lnTo>
                <a:lnTo>
                  <a:pt x="97607" y="1371069"/>
                </a:lnTo>
                <a:lnTo>
                  <a:pt x="90527" y="1367876"/>
                </a:lnTo>
                <a:lnTo>
                  <a:pt x="83635" y="1364346"/>
                </a:lnTo>
                <a:lnTo>
                  <a:pt x="76941" y="1360498"/>
                </a:lnTo>
                <a:lnTo>
                  <a:pt x="70456" y="1356333"/>
                </a:lnTo>
                <a:lnTo>
                  <a:pt x="64189" y="1351881"/>
                </a:lnTo>
                <a:lnTo>
                  <a:pt x="58150" y="1347141"/>
                </a:lnTo>
                <a:lnTo>
                  <a:pt x="52359" y="1342113"/>
                </a:lnTo>
                <a:lnTo>
                  <a:pt x="46805" y="1336827"/>
                </a:lnTo>
                <a:lnTo>
                  <a:pt x="41520" y="1331274"/>
                </a:lnTo>
                <a:lnTo>
                  <a:pt x="36492" y="1325483"/>
                </a:lnTo>
                <a:lnTo>
                  <a:pt x="31752" y="1319444"/>
                </a:lnTo>
                <a:lnTo>
                  <a:pt x="27300" y="1313177"/>
                </a:lnTo>
                <a:lnTo>
                  <a:pt x="23135" y="1306691"/>
                </a:lnTo>
                <a:lnTo>
                  <a:pt x="19287" y="1299998"/>
                </a:lnTo>
                <a:lnTo>
                  <a:pt x="15757" y="1293106"/>
                </a:lnTo>
                <a:lnTo>
                  <a:pt x="12564" y="1286026"/>
                </a:lnTo>
                <a:lnTo>
                  <a:pt x="9698" y="1278767"/>
                </a:lnTo>
                <a:lnTo>
                  <a:pt x="7180" y="1271340"/>
                </a:lnTo>
                <a:lnTo>
                  <a:pt x="5028" y="1263754"/>
                </a:lnTo>
                <a:lnTo>
                  <a:pt x="3243" y="1256019"/>
                </a:lnTo>
                <a:lnTo>
                  <a:pt x="1844" y="1248155"/>
                </a:lnTo>
                <a:lnTo>
                  <a:pt x="823" y="1240153"/>
                </a:lnTo>
                <a:lnTo>
                  <a:pt x="208" y="1232071"/>
                </a:lnTo>
                <a:lnTo>
                  <a:pt x="50" y="1227946"/>
                </a:lnTo>
                <a:lnTo>
                  <a:pt x="0" y="1223850"/>
                </a:lnTo>
                <a:lnTo>
                  <a:pt x="0" y="666014"/>
                </a:lnTo>
                <a:lnTo>
                  <a:pt x="0" y="360589"/>
                </a:lnTo>
                <a:lnTo>
                  <a:pt x="0" y="311801"/>
                </a:lnTo>
                <a:lnTo>
                  <a:pt x="50" y="307705"/>
                </a:lnTo>
                <a:moveTo>
                  <a:pt x="9916" y="311890"/>
                </a:moveTo>
                <a:lnTo>
                  <a:pt x="9916" y="311831"/>
                </a:lnTo>
                <a:lnTo>
                  <a:pt x="9916" y="360589"/>
                </a:lnTo>
                <a:lnTo>
                  <a:pt x="9916" y="666014"/>
                </a:lnTo>
                <a:lnTo>
                  <a:pt x="9916" y="1223821"/>
                </a:lnTo>
                <a:lnTo>
                  <a:pt x="9916" y="1223761"/>
                </a:lnTo>
                <a:lnTo>
                  <a:pt x="9966" y="1227757"/>
                </a:lnTo>
                <a:lnTo>
                  <a:pt x="9966" y="1227628"/>
                </a:lnTo>
                <a:lnTo>
                  <a:pt x="10115" y="1231605"/>
                </a:lnTo>
                <a:lnTo>
                  <a:pt x="10105" y="1231417"/>
                </a:lnTo>
                <a:lnTo>
                  <a:pt x="10700" y="1239280"/>
                </a:lnTo>
                <a:lnTo>
                  <a:pt x="10680" y="1239032"/>
                </a:lnTo>
                <a:lnTo>
                  <a:pt x="11662" y="1246777"/>
                </a:lnTo>
                <a:lnTo>
                  <a:pt x="11622" y="1246529"/>
                </a:lnTo>
                <a:lnTo>
                  <a:pt x="12981" y="1254155"/>
                </a:lnTo>
                <a:lnTo>
                  <a:pt x="12931" y="1253917"/>
                </a:lnTo>
                <a:lnTo>
                  <a:pt x="14666" y="1261404"/>
                </a:lnTo>
                <a:lnTo>
                  <a:pt x="14607" y="1261165"/>
                </a:lnTo>
                <a:lnTo>
                  <a:pt x="16689" y="1268514"/>
                </a:lnTo>
                <a:lnTo>
                  <a:pt x="16620" y="1268275"/>
                </a:lnTo>
                <a:lnTo>
                  <a:pt x="19049" y="1275475"/>
                </a:lnTo>
                <a:lnTo>
                  <a:pt x="18970" y="1275247"/>
                </a:lnTo>
                <a:lnTo>
                  <a:pt x="21737" y="1282277"/>
                </a:lnTo>
                <a:lnTo>
                  <a:pt x="21648" y="1282050"/>
                </a:lnTo>
                <a:lnTo>
                  <a:pt x="24752" y="1288911"/>
                </a:lnTo>
                <a:lnTo>
                  <a:pt x="24642" y="1288693"/>
                </a:lnTo>
                <a:lnTo>
                  <a:pt x="28064" y="1295377"/>
                </a:lnTo>
                <a:lnTo>
                  <a:pt x="27945" y="1295159"/>
                </a:lnTo>
                <a:lnTo>
                  <a:pt x="31673" y="1301644"/>
                </a:lnTo>
                <a:lnTo>
                  <a:pt x="31554" y="1301446"/>
                </a:lnTo>
                <a:lnTo>
                  <a:pt x="35580" y="1307723"/>
                </a:lnTo>
                <a:lnTo>
                  <a:pt x="35441" y="1307525"/>
                </a:lnTo>
                <a:lnTo>
                  <a:pt x="39765" y="1313594"/>
                </a:lnTo>
                <a:lnTo>
                  <a:pt x="39616" y="1313405"/>
                </a:lnTo>
                <a:lnTo>
                  <a:pt x="44217" y="1319256"/>
                </a:lnTo>
                <a:lnTo>
                  <a:pt x="44069" y="1319077"/>
                </a:lnTo>
                <a:lnTo>
                  <a:pt x="48938" y="1324690"/>
                </a:lnTo>
                <a:lnTo>
                  <a:pt x="48779" y="1324521"/>
                </a:lnTo>
                <a:lnTo>
                  <a:pt x="53906" y="1329896"/>
                </a:lnTo>
                <a:lnTo>
                  <a:pt x="53737" y="1329727"/>
                </a:lnTo>
                <a:lnTo>
                  <a:pt x="59112" y="1334854"/>
                </a:lnTo>
                <a:lnTo>
                  <a:pt x="58943" y="1334696"/>
                </a:lnTo>
                <a:lnTo>
                  <a:pt x="64556" y="1339564"/>
                </a:lnTo>
                <a:lnTo>
                  <a:pt x="64377" y="1339416"/>
                </a:lnTo>
                <a:lnTo>
                  <a:pt x="70228" y="1344007"/>
                </a:lnTo>
                <a:lnTo>
                  <a:pt x="70030" y="1343868"/>
                </a:lnTo>
                <a:lnTo>
                  <a:pt x="76108" y="1348192"/>
                </a:lnTo>
                <a:lnTo>
                  <a:pt x="75910" y="1348053"/>
                </a:lnTo>
                <a:lnTo>
                  <a:pt x="82187" y="1352079"/>
                </a:lnTo>
                <a:lnTo>
                  <a:pt x="81989" y="1351960"/>
                </a:lnTo>
                <a:lnTo>
                  <a:pt x="88474" y="1355689"/>
                </a:lnTo>
                <a:lnTo>
                  <a:pt x="88256" y="1355570"/>
                </a:lnTo>
                <a:lnTo>
                  <a:pt x="94939" y="1358991"/>
                </a:lnTo>
                <a:lnTo>
                  <a:pt x="94721" y="1358882"/>
                </a:lnTo>
                <a:lnTo>
                  <a:pt x="101583" y="1361986"/>
                </a:lnTo>
                <a:lnTo>
                  <a:pt x="101355" y="1361896"/>
                </a:lnTo>
                <a:lnTo>
                  <a:pt x="108386" y="1364663"/>
                </a:lnTo>
                <a:lnTo>
                  <a:pt x="108158" y="1364584"/>
                </a:lnTo>
                <a:lnTo>
                  <a:pt x="115357" y="1367013"/>
                </a:lnTo>
                <a:lnTo>
                  <a:pt x="115119" y="1366944"/>
                </a:lnTo>
                <a:lnTo>
                  <a:pt x="122468" y="1369026"/>
                </a:lnTo>
                <a:lnTo>
                  <a:pt x="122229" y="1368966"/>
                </a:lnTo>
                <a:lnTo>
                  <a:pt x="129716" y="1370702"/>
                </a:lnTo>
                <a:lnTo>
                  <a:pt x="129478" y="1370653"/>
                </a:lnTo>
                <a:lnTo>
                  <a:pt x="137104" y="1372011"/>
                </a:lnTo>
                <a:lnTo>
                  <a:pt x="136856" y="1371971"/>
                </a:lnTo>
                <a:lnTo>
                  <a:pt x="144601" y="1372953"/>
                </a:lnTo>
                <a:lnTo>
                  <a:pt x="144353" y="1372933"/>
                </a:lnTo>
                <a:lnTo>
                  <a:pt x="152217" y="1373529"/>
                </a:lnTo>
                <a:lnTo>
                  <a:pt x="152028" y="1373518"/>
                </a:lnTo>
                <a:lnTo>
                  <a:pt x="156005" y="1373667"/>
                </a:lnTo>
                <a:lnTo>
                  <a:pt x="155876" y="1373667"/>
                </a:lnTo>
                <a:lnTo>
                  <a:pt x="159872" y="1373716"/>
                </a:lnTo>
                <a:lnTo>
                  <a:pt x="159813" y="1373716"/>
                </a:lnTo>
                <a:lnTo>
                  <a:pt x="159822" y="1373716"/>
                </a:lnTo>
                <a:lnTo>
                  <a:pt x="392114" y="1373716"/>
                </a:lnTo>
                <a:lnTo>
                  <a:pt x="779269" y="1373716"/>
                </a:lnTo>
                <a:lnTo>
                  <a:pt x="779210" y="1373716"/>
                </a:lnTo>
                <a:lnTo>
                  <a:pt x="783206" y="1373667"/>
                </a:lnTo>
                <a:lnTo>
                  <a:pt x="783077" y="1373667"/>
                </a:lnTo>
                <a:lnTo>
                  <a:pt x="787053" y="1373518"/>
                </a:lnTo>
                <a:lnTo>
                  <a:pt x="786865" y="1373529"/>
                </a:lnTo>
                <a:lnTo>
                  <a:pt x="794729" y="1372933"/>
                </a:lnTo>
                <a:lnTo>
                  <a:pt x="794481" y="1372953"/>
                </a:lnTo>
                <a:lnTo>
                  <a:pt x="802226" y="1371971"/>
                </a:lnTo>
                <a:lnTo>
                  <a:pt x="801978" y="1372011"/>
                </a:lnTo>
                <a:lnTo>
                  <a:pt x="809603" y="1370653"/>
                </a:lnTo>
                <a:lnTo>
                  <a:pt x="809365" y="1370702"/>
                </a:lnTo>
                <a:lnTo>
                  <a:pt x="816852" y="1368966"/>
                </a:lnTo>
                <a:lnTo>
                  <a:pt x="816614" y="1369026"/>
                </a:lnTo>
                <a:lnTo>
                  <a:pt x="823962" y="1366944"/>
                </a:lnTo>
                <a:lnTo>
                  <a:pt x="823724" y="1367013"/>
                </a:lnTo>
                <a:lnTo>
                  <a:pt x="830924" y="1364584"/>
                </a:lnTo>
                <a:lnTo>
                  <a:pt x="830696" y="1364663"/>
                </a:lnTo>
                <a:lnTo>
                  <a:pt x="837726" y="1361896"/>
                </a:lnTo>
                <a:lnTo>
                  <a:pt x="837498" y="1361986"/>
                </a:lnTo>
                <a:lnTo>
                  <a:pt x="844360" y="1358882"/>
                </a:lnTo>
                <a:lnTo>
                  <a:pt x="844142" y="1358991"/>
                </a:lnTo>
                <a:lnTo>
                  <a:pt x="850826" y="1355570"/>
                </a:lnTo>
                <a:lnTo>
                  <a:pt x="850607" y="1355689"/>
                </a:lnTo>
                <a:lnTo>
                  <a:pt x="857093" y="1351960"/>
                </a:lnTo>
                <a:lnTo>
                  <a:pt x="856895" y="1352079"/>
                </a:lnTo>
                <a:lnTo>
                  <a:pt x="863172" y="1348053"/>
                </a:lnTo>
                <a:lnTo>
                  <a:pt x="862973" y="1348192"/>
                </a:lnTo>
                <a:lnTo>
                  <a:pt x="869052" y="1343868"/>
                </a:lnTo>
                <a:lnTo>
                  <a:pt x="868854" y="1344007"/>
                </a:lnTo>
                <a:lnTo>
                  <a:pt x="874704" y="1339416"/>
                </a:lnTo>
                <a:lnTo>
                  <a:pt x="874526" y="1339564"/>
                </a:lnTo>
                <a:lnTo>
                  <a:pt x="880138" y="1334696"/>
                </a:lnTo>
                <a:lnTo>
                  <a:pt x="879970" y="1334854"/>
                </a:lnTo>
                <a:lnTo>
                  <a:pt x="885345" y="1329727"/>
                </a:lnTo>
                <a:lnTo>
                  <a:pt x="885176" y="1329896"/>
                </a:lnTo>
                <a:lnTo>
                  <a:pt x="890303" y="1324521"/>
                </a:lnTo>
                <a:lnTo>
                  <a:pt x="890144" y="1324690"/>
                </a:lnTo>
                <a:lnTo>
                  <a:pt x="895013" y="1319077"/>
                </a:lnTo>
                <a:lnTo>
                  <a:pt x="894864" y="1319256"/>
                </a:lnTo>
                <a:lnTo>
                  <a:pt x="899455" y="1313405"/>
                </a:lnTo>
                <a:lnTo>
                  <a:pt x="899317" y="1313594"/>
                </a:lnTo>
                <a:lnTo>
                  <a:pt x="903640" y="1307525"/>
                </a:lnTo>
                <a:lnTo>
                  <a:pt x="903502" y="1307723"/>
                </a:lnTo>
                <a:lnTo>
                  <a:pt x="907528" y="1301446"/>
                </a:lnTo>
                <a:lnTo>
                  <a:pt x="907408" y="1301644"/>
                </a:lnTo>
                <a:lnTo>
                  <a:pt x="911137" y="1295159"/>
                </a:lnTo>
                <a:lnTo>
                  <a:pt x="911018" y="1295377"/>
                </a:lnTo>
                <a:lnTo>
                  <a:pt x="914439" y="1288693"/>
                </a:lnTo>
                <a:lnTo>
                  <a:pt x="914330" y="1288911"/>
                </a:lnTo>
                <a:lnTo>
                  <a:pt x="917434" y="1282050"/>
                </a:lnTo>
                <a:lnTo>
                  <a:pt x="917345" y="1282277"/>
                </a:lnTo>
                <a:lnTo>
                  <a:pt x="920111" y="1275247"/>
                </a:lnTo>
                <a:lnTo>
                  <a:pt x="920032" y="1275475"/>
                </a:lnTo>
                <a:lnTo>
                  <a:pt x="922462" y="1268275"/>
                </a:lnTo>
                <a:lnTo>
                  <a:pt x="922392" y="1268514"/>
                </a:lnTo>
                <a:lnTo>
                  <a:pt x="924475" y="1261165"/>
                </a:lnTo>
                <a:lnTo>
                  <a:pt x="924415" y="1261404"/>
                </a:lnTo>
                <a:lnTo>
                  <a:pt x="926150" y="1253917"/>
                </a:lnTo>
                <a:lnTo>
                  <a:pt x="926101" y="1254155"/>
                </a:lnTo>
                <a:lnTo>
                  <a:pt x="927459" y="1246529"/>
                </a:lnTo>
                <a:lnTo>
                  <a:pt x="927420" y="1246777"/>
                </a:lnTo>
                <a:lnTo>
                  <a:pt x="928402" y="1239032"/>
                </a:lnTo>
                <a:lnTo>
                  <a:pt x="928382" y="1239280"/>
                </a:lnTo>
                <a:lnTo>
                  <a:pt x="928977" y="1231417"/>
                </a:lnTo>
                <a:lnTo>
                  <a:pt x="928967" y="1231605"/>
                </a:lnTo>
                <a:lnTo>
                  <a:pt x="929116" y="1227628"/>
                </a:lnTo>
                <a:lnTo>
                  <a:pt x="929116" y="1227757"/>
                </a:lnTo>
                <a:lnTo>
                  <a:pt x="929165" y="1223761"/>
                </a:lnTo>
                <a:lnTo>
                  <a:pt x="929165" y="1223821"/>
                </a:lnTo>
                <a:lnTo>
                  <a:pt x="929165" y="666014"/>
                </a:lnTo>
                <a:lnTo>
                  <a:pt x="929165" y="360589"/>
                </a:lnTo>
                <a:lnTo>
                  <a:pt x="929165" y="311831"/>
                </a:lnTo>
                <a:lnTo>
                  <a:pt x="929165" y="311890"/>
                </a:lnTo>
                <a:lnTo>
                  <a:pt x="929116" y="307894"/>
                </a:lnTo>
                <a:lnTo>
                  <a:pt x="929116" y="308023"/>
                </a:lnTo>
                <a:lnTo>
                  <a:pt x="928967" y="304046"/>
                </a:lnTo>
                <a:lnTo>
                  <a:pt x="928977" y="304235"/>
                </a:lnTo>
                <a:lnTo>
                  <a:pt x="928382" y="296371"/>
                </a:lnTo>
                <a:lnTo>
                  <a:pt x="928402" y="296619"/>
                </a:lnTo>
                <a:lnTo>
                  <a:pt x="927420" y="288875"/>
                </a:lnTo>
                <a:lnTo>
                  <a:pt x="927459" y="289122"/>
                </a:lnTo>
                <a:lnTo>
                  <a:pt x="926101" y="281496"/>
                </a:lnTo>
                <a:lnTo>
                  <a:pt x="926150" y="281734"/>
                </a:lnTo>
                <a:lnTo>
                  <a:pt x="924415" y="274248"/>
                </a:lnTo>
                <a:lnTo>
                  <a:pt x="924475" y="274485"/>
                </a:lnTo>
                <a:lnTo>
                  <a:pt x="922392" y="267137"/>
                </a:lnTo>
                <a:lnTo>
                  <a:pt x="922462" y="267376"/>
                </a:lnTo>
                <a:lnTo>
                  <a:pt x="920032" y="260176"/>
                </a:lnTo>
                <a:lnTo>
                  <a:pt x="920111" y="260404"/>
                </a:lnTo>
                <a:lnTo>
                  <a:pt x="917345" y="253374"/>
                </a:lnTo>
                <a:lnTo>
                  <a:pt x="917434" y="253601"/>
                </a:lnTo>
                <a:lnTo>
                  <a:pt x="914330" y="246740"/>
                </a:lnTo>
                <a:lnTo>
                  <a:pt x="914439" y="246957"/>
                </a:lnTo>
                <a:lnTo>
                  <a:pt x="911018" y="240274"/>
                </a:lnTo>
                <a:lnTo>
                  <a:pt x="911137" y="240492"/>
                </a:lnTo>
                <a:lnTo>
                  <a:pt x="907408" y="234007"/>
                </a:lnTo>
                <a:lnTo>
                  <a:pt x="907528" y="234205"/>
                </a:lnTo>
                <a:lnTo>
                  <a:pt x="903502" y="227928"/>
                </a:lnTo>
                <a:lnTo>
                  <a:pt x="903640" y="228126"/>
                </a:lnTo>
                <a:lnTo>
                  <a:pt x="899317" y="222048"/>
                </a:lnTo>
                <a:lnTo>
                  <a:pt x="899455" y="222246"/>
                </a:lnTo>
                <a:lnTo>
                  <a:pt x="894864" y="216395"/>
                </a:lnTo>
                <a:lnTo>
                  <a:pt x="895013" y="216574"/>
                </a:lnTo>
                <a:lnTo>
                  <a:pt x="890144" y="210961"/>
                </a:lnTo>
                <a:lnTo>
                  <a:pt x="890303" y="211130"/>
                </a:lnTo>
                <a:lnTo>
                  <a:pt x="885176" y="205755"/>
                </a:lnTo>
                <a:lnTo>
                  <a:pt x="885345" y="205923"/>
                </a:lnTo>
                <a:lnTo>
                  <a:pt x="879970" y="200797"/>
                </a:lnTo>
                <a:lnTo>
                  <a:pt x="880138" y="200956"/>
                </a:lnTo>
                <a:lnTo>
                  <a:pt x="874526" y="196087"/>
                </a:lnTo>
                <a:lnTo>
                  <a:pt x="874704" y="196235"/>
                </a:lnTo>
                <a:lnTo>
                  <a:pt x="868854" y="191634"/>
                </a:lnTo>
                <a:lnTo>
                  <a:pt x="869052" y="191783"/>
                </a:lnTo>
                <a:lnTo>
                  <a:pt x="862973" y="187459"/>
                </a:lnTo>
                <a:lnTo>
                  <a:pt x="863172" y="187598"/>
                </a:lnTo>
                <a:lnTo>
                  <a:pt x="856895" y="183572"/>
                </a:lnTo>
                <a:lnTo>
                  <a:pt x="857093" y="183691"/>
                </a:lnTo>
                <a:lnTo>
                  <a:pt x="850607" y="179963"/>
                </a:lnTo>
                <a:lnTo>
                  <a:pt x="850826" y="180082"/>
                </a:lnTo>
                <a:lnTo>
                  <a:pt x="844142" y="176660"/>
                </a:lnTo>
                <a:lnTo>
                  <a:pt x="844360" y="176760"/>
                </a:lnTo>
                <a:lnTo>
                  <a:pt x="837498" y="173666"/>
                </a:lnTo>
                <a:lnTo>
                  <a:pt x="837726" y="173755"/>
                </a:lnTo>
                <a:lnTo>
                  <a:pt x="830696" y="170988"/>
                </a:lnTo>
                <a:lnTo>
                  <a:pt x="830924" y="171068"/>
                </a:lnTo>
                <a:lnTo>
                  <a:pt x="823724" y="168638"/>
                </a:lnTo>
                <a:lnTo>
                  <a:pt x="823962" y="168707"/>
                </a:lnTo>
                <a:lnTo>
                  <a:pt x="816614" y="166625"/>
                </a:lnTo>
                <a:lnTo>
                  <a:pt x="816852" y="166685"/>
                </a:lnTo>
                <a:lnTo>
                  <a:pt x="809365" y="164949"/>
                </a:lnTo>
                <a:lnTo>
                  <a:pt x="809603" y="164999"/>
                </a:lnTo>
                <a:lnTo>
                  <a:pt x="801978" y="163640"/>
                </a:lnTo>
                <a:lnTo>
                  <a:pt x="802226" y="163680"/>
                </a:lnTo>
                <a:lnTo>
                  <a:pt x="794481" y="162698"/>
                </a:lnTo>
                <a:lnTo>
                  <a:pt x="794729" y="162718"/>
                </a:lnTo>
                <a:lnTo>
                  <a:pt x="786865" y="162123"/>
                </a:lnTo>
                <a:lnTo>
                  <a:pt x="787053" y="162133"/>
                </a:lnTo>
                <a:lnTo>
                  <a:pt x="783077" y="161984"/>
                </a:lnTo>
                <a:lnTo>
                  <a:pt x="783206" y="161984"/>
                </a:lnTo>
                <a:lnTo>
                  <a:pt x="779210" y="161935"/>
                </a:lnTo>
                <a:lnTo>
                  <a:pt x="779269" y="161935"/>
                </a:lnTo>
                <a:lnTo>
                  <a:pt x="390170" y="161935"/>
                </a:lnTo>
                <a:lnTo>
                  <a:pt x="227690" y="11840"/>
                </a:lnTo>
                <a:lnTo>
                  <a:pt x="235524" y="10343"/>
                </a:lnTo>
                <a:lnTo>
                  <a:pt x="162946" y="161935"/>
                </a:lnTo>
                <a:lnTo>
                  <a:pt x="159813" y="161935"/>
                </a:lnTo>
                <a:lnTo>
                  <a:pt x="159872" y="161935"/>
                </a:lnTo>
                <a:lnTo>
                  <a:pt x="155876" y="161984"/>
                </a:lnTo>
                <a:lnTo>
                  <a:pt x="156005" y="161984"/>
                </a:lnTo>
                <a:lnTo>
                  <a:pt x="152028" y="162133"/>
                </a:lnTo>
                <a:lnTo>
                  <a:pt x="152217" y="162123"/>
                </a:lnTo>
                <a:lnTo>
                  <a:pt x="144353" y="162718"/>
                </a:lnTo>
                <a:lnTo>
                  <a:pt x="144601" y="162698"/>
                </a:lnTo>
                <a:lnTo>
                  <a:pt x="136856" y="163680"/>
                </a:lnTo>
                <a:lnTo>
                  <a:pt x="137104" y="163640"/>
                </a:lnTo>
                <a:lnTo>
                  <a:pt x="129478" y="164999"/>
                </a:lnTo>
                <a:lnTo>
                  <a:pt x="129716" y="164949"/>
                </a:lnTo>
                <a:lnTo>
                  <a:pt x="122229" y="166685"/>
                </a:lnTo>
                <a:lnTo>
                  <a:pt x="122468" y="166625"/>
                </a:lnTo>
                <a:lnTo>
                  <a:pt x="115119" y="168707"/>
                </a:lnTo>
                <a:lnTo>
                  <a:pt x="115357" y="168638"/>
                </a:lnTo>
                <a:lnTo>
                  <a:pt x="108158" y="171068"/>
                </a:lnTo>
                <a:lnTo>
                  <a:pt x="108386" y="170988"/>
                </a:lnTo>
                <a:lnTo>
                  <a:pt x="101355" y="173755"/>
                </a:lnTo>
                <a:lnTo>
                  <a:pt x="101583" y="173666"/>
                </a:lnTo>
                <a:lnTo>
                  <a:pt x="94721" y="176760"/>
                </a:lnTo>
                <a:lnTo>
                  <a:pt x="94939" y="176660"/>
                </a:lnTo>
                <a:lnTo>
                  <a:pt x="88256" y="180082"/>
                </a:lnTo>
                <a:lnTo>
                  <a:pt x="88474" y="179963"/>
                </a:lnTo>
                <a:lnTo>
                  <a:pt x="81989" y="183691"/>
                </a:lnTo>
                <a:lnTo>
                  <a:pt x="82187" y="183572"/>
                </a:lnTo>
                <a:lnTo>
                  <a:pt x="75910" y="187598"/>
                </a:lnTo>
                <a:lnTo>
                  <a:pt x="76108" y="187459"/>
                </a:lnTo>
                <a:lnTo>
                  <a:pt x="70030" y="191783"/>
                </a:lnTo>
                <a:lnTo>
                  <a:pt x="70228" y="191634"/>
                </a:lnTo>
                <a:lnTo>
                  <a:pt x="64377" y="196235"/>
                </a:lnTo>
                <a:lnTo>
                  <a:pt x="64556" y="196087"/>
                </a:lnTo>
                <a:lnTo>
                  <a:pt x="58943" y="200956"/>
                </a:lnTo>
                <a:lnTo>
                  <a:pt x="59112" y="200797"/>
                </a:lnTo>
                <a:lnTo>
                  <a:pt x="53737" y="205923"/>
                </a:lnTo>
                <a:lnTo>
                  <a:pt x="53906" y="205755"/>
                </a:lnTo>
                <a:lnTo>
                  <a:pt x="48779" y="211130"/>
                </a:lnTo>
                <a:lnTo>
                  <a:pt x="48938" y="210961"/>
                </a:lnTo>
                <a:lnTo>
                  <a:pt x="44069" y="216574"/>
                </a:lnTo>
                <a:lnTo>
                  <a:pt x="44217" y="216395"/>
                </a:lnTo>
                <a:lnTo>
                  <a:pt x="39616" y="222246"/>
                </a:lnTo>
                <a:lnTo>
                  <a:pt x="39765" y="222048"/>
                </a:lnTo>
                <a:lnTo>
                  <a:pt x="35441" y="228126"/>
                </a:lnTo>
                <a:lnTo>
                  <a:pt x="35580" y="227928"/>
                </a:lnTo>
                <a:lnTo>
                  <a:pt x="31554" y="234205"/>
                </a:lnTo>
                <a:lnTo>
                  <a:pt x="31673" y="234007"/>
                </a:lnTo>
                <a:lnTo>
                  <a:pt x="27945" y="240492"/>
                </a:lnTo>
                <a:lnTo>
                  <a:pt x="28064" y="240274"/>
                </a:lnTo>
                <a:lnTo>
                  <a:pt x="24642" y="246957"/>
                </a:lnTo>
                <a:lnTo>
                  <a:pt x="24752" y="246740"/>
                </a:lnTo>
                <a:lnTo>
                  <a:pt x="21648" y="253601"/>
                </a:lnTo>
                <a:lnTo>
                  <a:pt x="21737" y="253374"/>
                </a:lnTo>
                <a:lnTo>
                  <a:pt x="18970" y="260404"/>
                </a:lnTo>
                <a:lnTo>
                  <a:pt x="19049" y="260176"/>
                </a:lnTo>
                <a:lnTo>
                  <a:pt x="16620" y="267376"/>
                </a:lnTo>
                <a:lnTo>
                  <a:pt x="16689" y="267137"/>
                </a:lnTo>
                <a:lnTo>
                  <a:pt x="14607" y="274485"/>
                </a:lnTo>
                <a:lnTo>
                  <a:pt x="14666" y="274248"/>
                </a:lnTo>
                <a:lnTo>
                  <a:pt x="12931" y="281734"/>
                </a:lnTo>
                <a:lnTo>
                  <a:pt x="12981" y="281496"/>
                </a:lnTo>
                <a:lnTo>
                  <a:pt x="11622" y="289122"/>
                </a:lnTo>
                <a:lnTo>
                  <a:pt x="11662" y="288875"/>
                </a:lnTo>
                <a:lnTo>
                  <a:pt x="10680" y="296619"/>
                </a:lnTo>
                <a:lnTo>
                  <a:pt x="10700" y="296371"/>
                </a:lnTo>
                <a:lnTo>
                  <a:pt x="10105" y="304235"/>
                </a:lnTo>
                <a:lnTo>
                  <a:pt x="10115" y="304046"/>
                </a:lnTo>
                <a:lnTo>
                  <a:pt x="9966" y="308023"/>
                </a:lnTo>
                <a:lnTo>
                  <a:pt x="9966" y="307894"/>
                </a:lnTo>
                <a:lnTo>
                  <a:pt x="9916" y="311890"/>
                </a:lnTo>
              </a:path>
            </a:pathLst>
          </a:custGeom>
          <a:solidFill xmlns:a="http://schemas.openxmlformats.org/drawingml/2006/main">
            <a:srgbClr val="72B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ED95DFF5-9F84-48FE-8B80-0D4618CC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613" y="1749495"/>
            <a:ext cx="534415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Give me a </a:t>
            </a:r>
          </a:p>
        </p:txBody>
      </p:sp>
      <p:sp>
        <p:nvSpPr>
          <p:cNvPr id="46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BE4F0572-6E82-49BA-802D-82344346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642" y="1868492"/>
            <a:ext cx="777863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desktop scene, </a:t>
            </a:r>
          </a:p>
        </p:txBody>
      </p:sp>
      <p:sp>
        <p:nvSpPr>
          <p:cNvPr id="47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2A01BDC0-2135-4DD9-8290-53420B3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026" y="1987488"/>
            <a:ext cx="869589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including a bowl, </a:t>
            </a:r>
          </a:p>
        </p:txBody>
      </p:sp>
      <p:sp>
        <p:nvSpPr>
          <p:cNvPr id="48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CB2C6135-C23E-40F4-8B2A-611E880F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179" y="2106485"/>
            <a:ext cx="787282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microwave, a </a:t>
            </a:r>
          </a:p>
        </p:txBody>
      </p:sp>
      <p:sp>
        <p:nvSpPr>
          <p:cNvPr id="49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7A26F14C-EC1D-48C2-90FE-9C828CDF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639" y="2225481"/>
            <a:ext cx="312784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kettle.</a:t>
            </a:r>
          </a:p>
        </p:txBody>
      </p:sp>
      <p:sp>
        <p:nvSpPr>
          <p:cNvPr id="50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746177C6-1B1F-4AFF-95F4-EE0ECD6E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972" y="2225481"/>
            <a:ext cx="580031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up the </a:t>
            </a:r>
          </a:p>
        </p:txBody>
      </p:sp>
      <p:sp>
        <p:nvSpPr>
          <p:cNvPr id="51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70DBBC8D-A3CD-4056-8684-F7DAB0D9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989" y="2344478"/>
            <a:ext cx="623167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Kettle by its </a:t>
            </a:r>
          </a:p>
        </p:txBody>
      </p:sp>
      <p:sp>
        <p:nvSpPr>
          <p:cNvPr id="52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F3213C76-5A93-4390-B517-E3DF18CE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422" y="2463474"/>
            <a:ext cx="844303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handle and pour </a:t>
            </a:r>
          </a:p>
        </p:txBody>
      </p:sp>
      <p:sp>
        <p:nvSpPr>
          <p:cNvPr id="53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840147A2-A061-4BC3-A64A-CAFE22B6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49" y="2582471"/>
            <a:ext cx="676715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into the bowl.</a:t>
            </a:r>
          </a:p>
        </p:txBody>
      </p:sp>
      <p:sp>
        <p:nvSpPr>
          <p:cNvPr id="54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EA7333D3-A365-4AF9-9B9D-DD7CF4D7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1701" y="199906"/>
            <a:ext cx="4067846" cy="178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05" b="1" i="0">
                <a:solidFill>
                  <a:srgbClr val="532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05" b="1" i="0">
                <a:solidFill>
                  <a:srgbClr val="532B00"/>
                </a:solidFill>
                <a:latin typeface="Arial"/>
                <a:ea typeface="Arial"/>
                <a:cs typeface="Arial"/>
              </a:defRPr>
            </a:pPr>
            <a:r>
              <a:rPr sz="1405" b="1" i="0">
                <a:solidFill>
                  <a:srgbClr val="532B00"/>
                </a:solidFill>
                <a:latin typeface="Arial"/>
                <a:ea typeface="Arial"/>
                <a:cs typeface="Arial"/>
              </a:rPr>
              <a:t>Affordance Guided Grasp Pose Selection</a:t>
            </a:r>
          </a:p>
        </p:txBody>
      </p:sp>
      <p:sp>
        <p:nvSpPr>
          <p:cNvPr id="55" name="pdf-path-54">
            <a:extLst xmlns:a="http://schemas.openxmlformats.org/drawingml/2006/main">
              <a:ext uri="{FF2B5EF4-FFF2-40B4-BE49-F238E27FC236}">
                <a16:creationId xmlns:a16="http://schemas.microsoft.com/office/drawing/2014/main" id="{EE05D8C0-A3BE-46F6-B955-BCD05FB0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9328" y="518241"/>
            <a:ext cx="1644533" cy="2344729"/>
          </a:xfrm>
          <a:custGeom xmlns:a="http://schemas.openxmlformats.org/drawingml/2006/main">
            <a:pathLst>
              <a:path w="1644533" h="2344729">
                <a:moveTo>
                  <a:pt x="0" y="103725"/>
                </a:moveTo>
                <a:cubicBezTo>
                  <a:pt x="0" y="46558"/>
                  <a:pt x="46557" y="0"/>
                  <a:pt x="103527" y="198"/>
                </a:cubicBezTo>
                <a:lnTo>
                  <a:pt x="1539816" y="198"/>
                </a:lnTo>
                <a:cubicBezTo>
                  <a:pt x="1597579" y="0"/>
                  <a:pt x="1644136" y="46558"/>
                  <a:pt x="1644533" y="103725"/>
                </a:cubicBezTo>
                <a:lnTo>
                  <a:pt x="1644533" y="2240904"/>
                </a:lnTo>
                <a:cubicBezTo>
                  <a:pt x="1644136" y="2298171"/>
                  <a:pt x="1597579" y="2344729"/>
                  <a:pt x="1539816" y="2344431"/>
                </a:cubicBezTo>
                <a:lnTo>
                  <a:pt x="103527" y="2344431"/>
                </a:lnTo>
                <a:cubicBezTo>
                  <a:pt x="46557" y="2344729"/>
                  <a:pt x="0" y="2298171"/>
                  <a:pt x="0" y="2240904"/>
                </a:cubicBezTo>
                <a:lnTo>
                  <a:pt x="0" y="103725"/>
                </a:lnTo>
              </a:path>
            </a:pathLst>
          </a:custGeom>
          <a:solidFill xmlns:a="http://schemas.openxmlformats.org/drawingml/2006/main">
            <a:srgbClr val="FEF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55">
            <a:extLst xmlns:a="http://schemas.openxmlformats.org/drawingml/2006/main">
              <a:ext uri="{FF2B5EF4-FFF2-40B4-BE49-F238E27FC236}">
                <a16:creationId xmlns:a16="http://schemas.microsoft.com/office/drawing/2014/main" id="{61735FF3-7ADD-465D-A41F-4C2BD09E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4370" y="513283"/>
            <a:ext cx="1654052" cy="2354645"/>
          </a:xfrm>
          <a:custGeom xmlns:a="http://schemas.openxmlformats.org/drawingml/2006/main">
            <a:pathLst>
              <a:path w="1654052" h="2354645">
                <a:moveTo>
                  <a:pt x="139" y="103348"/>
                </a:moveTo>
                <a:lnTo>
                  <a:pt x="565" y="97815"/>
                </a:lnTo>
                <a:lnTo>
                  <a:pt x="1249" y="92361"/>
                </a:lnTo>
                <a:lnTo>
                  <a:pt x="2211" y="86996"/>
                </a:lnTo>
                <a:lnTo>
                  <a:pt x="3431" y="81721"/>
                </a:lnTo>
                <a:lnTo>
                  <a:pt x="4899" y="76554"/>
                </a:lnTo>
                <a:lnTo>
                  <a:pt x="6614" y="71487"/>
                </a:lnTo>
                <a:lnTo>
                  <a:pt x="8557" y="66539"/>
                </a:lnTo>
                <a:lnTo>
                  <a:pt x="10749" y="61710"/>
                </a:lnTo>
                <a:lnTo>
                  <a:pt x="13149" y="57009"/>
                </a:lnTo>
                <a:lnTo>
                  <a:pt x="15777" y="52448"/>
                </a:lnTo>
                <a:lnTo>
                  <a:pt x="18613" y="48035"/>
                </a:lnTo>
                <a:lnTo>
                  <a:pt x="21648" y="43761"/>
                </a:lnTo>
                <a:lnTo>
                  <a:pt x="24879" y="39646"/>
                </a:lnTo>
                <a:lnTo>
                  <a:pt x="28301" y="35689"/>
                </a:lnTo>
                <a:lnTo>
                  <a:pt x="31911" y="31911"/>
                </a:lnTo>
                <a:lnTo>
                  <a:pt x="35689" y="28301"/>
                </a:lnTo>
                <a:lnTo>
                  <a:pt x="39646" y="24880"/>
                </a:lnTo>
                <a:lnTo>
                  <a:pt x="43761" y="21648"/>
                </a:lnTo>
                <a:lnTo>
                  <a:pt x="48035" y="18613"/>
                </a:lnTo>
                <a:lnTo>
                  <a:pt x="52448" y="15777"/>
                </a:lnTo>
                <a:lnTo>
                  <a:pt x="57010" y="13149"/>
                </a:lnTo>
                <a:lnTo>
                  <a:pt x="61710" y="10749"/>
                </a:lnTo>
                <a:lnTo>
                  <a:pt x="66538" y="8558"/>
                </a:lnTo>
                <a:lnTo>
                  <a:pt x="71486" y="6614"/>
                </a:lnTo>
                <a:lnTo>
                  <a:pt x="76555" y="4899"/>
                </a:lnTo>
                <a:lnTo>
                  <a:pt x="81721" y="3431"/>
                </a:lnTo>
                <a:lnTo>
                  <a:pt x="86996" y="2211"/>
                </a:lnTo>
                <a:lnTo>
                  <a:pt x="92361" y="1250"/>
                </a:lnTo>
                <a:lnTo>
                  <a:pt x="97815" y="565"/>
                </a:lnTo>
                <a:lnTo>
                  <a:pt x="103349" y="139"/>
                </a:lnTo>
                <a:lnTo>
                  <a:pt x="108892" y="0"/>
                </a:lnTo>
                <a:lnTo>
                  <a:pt x="1545160" y="0"/>
                </a:lnTo>
                <a:lnTo>
                  <a:pt x="1550704" y="139"/>
                </a:lnTo>
                <a:lnTo>
                  <a:pt x="1556237" y="565"/>
                </a:lnTo>
                <a:lnTo>
                  <a:pt x="1561692" y="1250"/>
                </a:lnTo>
                <a:lnTo>
                  <a:pt x="1567056" y="2211"/>
                </a:lnTo>
                <a:lnTo>
                  <a:pt x="1572331" y="3431"/>
                </a:lnTo>
                <a:lnTo>
                  <a:pt x="1577498" y="4899"/>
                </a:lnTo>
                <a:lnTo>
                  <a:pt x="1582566" y="6614"/>
                </a:lnTo>
                <a:lnTo>
                  <a:pt x="1587514" y="8558"/>
                </a:lnTo>
                <a:lnTo>
                  <a:pt x="1592343" y="10749"/>
                </a:lnTo>
                <a:lnTo>
                  <a:pt x="1597043" y="13149"/>
                </a:lnTo>
                <a:lnTo>
                  <a:pt x="1601604" y="15777"/>
                </a:lnTo>
                <a:lnTo>
                  <a:pt x="1606017" y="18613"/>
                </a:lnTo>
                <a:lnTo>
                  <a:pt x="1610291" y="21648"/>
                </a:lnTo>
                <a:lnTo>
                  <a:pt x="1614407" y="24880"/>
                </a:lnTo>
                <a:lnTo>
                  <a:pt x="1618363" y="28301"/>
                </a:lnTo>
                <a:lnTo>
                  <a:pt x="1622141" y="31911"/>
                </a:lnTo>
                <a:lnTo>
                  <a:pt x="1625751" y="35689"/>
                </a:lnTo>
                <a:lnTo>
                  <a:pt x="1629173" y="39646"/>
                </a:lnTo>
                <a:lnTo>
                  <a:pt x="1632405" y="43761"/>
                </a:lnTo>
                <a:lnTo>
                  <a:pt x="1635439" y="48035"/>
                </a:lnTo>
                <a:lnTo>
                  <a:pt x="1638275" y="52448"/>
                </a:lnTo>
                <a:lnTo>
                  <a:pt x="1640903" y="57009"/>
                </a:lnTo>
                <a:lnTo>
                  <a:pt x="1643303" y="61710"/>
                </a:lnTo>
                <a:lnTo>
                  <a:pt x="1645495" y="66539"/>
                </a:lnTo>
                <a:lnTo>
                  <a:pt x="1647438" y="71487"/>
                </a:lnTo>
                <a:lnTo>
                  <a:pt x="1649155" y="76554"/>
                </a:lnTo>
                <a:lnTo>
                  <a:pt x="1650621" y="81721"/>
                </a:lnTo>
                <a:lnTo>
                  <a:pt x="1651841" y="86996"/>
                </a:lnTo>
                <a:lnTo>
                  <a:pt x="1652803" y="92361"/>
                </a:lnTo>
                <a:lnTo>
                  <a:pt x="1653487" y="97815"/>
                </a:lnTo>
                <a:lnTo>
                  <a:pt x="1653914" y="103348"/>
                </a:lnTo>
                <a:lnTo>
                  <a:pt x="1654052" y="108892"/>
                </a:lnTo>
                <a:lnTo>
                  <a:pt x="1654052" y="2245753"/>
                </a:lnTo>
                <a:lnTo>
                  <a:pt x="1653914" y="2251297"/>
                </a:lnTo>
                <a:lnTo>
                  <a:pt x="1653487" y="2256830"/>
                </a:lnTo>
                <a:lnTo>
                  <a:pt x="1652803" y="2262284"/>
                </a:lnTo>
                <a:lnTo>
                  <a:pt x="1651841" y="2267649"/>
                </a:lnTo>
                <a:lnTo>
                  <a:pt x="1650621" y="2272924"/>
                </a:lnTo>
                <a:lnTo>
                  <a:pt x="1649155" y="2278091"/>
                </a:lnTo>
                <a:lnTo>
                  <a:pt x="1647438" y="2283158"/>
                </a:lnTo>
                <a:lnTo>
                  <a:pt x="1645495" y="2288106"/>
                </a:lnTo>
                <a:lnTo>
                  <a:pt x="1643303" y="2292935"/>
                </a:lnTo>
                <a:lnTo>
                  <a:pt x="1640903" y="2297636"/>
                </a:lnTo>
                <a:lnTo>
                  <a:pt x="1638275" y="2302197"/>
                </a:lnTo>
                <a:lnTo>
                  <a:pt x="1635439" y="2306610"/>
                </a:lnTo>
                <a:lnTo>
                  <a:pt x="1632405" y="2310884"/>
                </a:lnTo>
                <a:lnTo>
                  <a:pt x="1629173" y="2314999"/>
                </a:lnTo>
                <a:lnTo>
                  <a:pt x="1625751" y="2318956"/>
                </a:lnTo>
                <a:lnTo>
                  <a:pt x="1622141" y="2322734"/>
                </a:lnTo>
                <a:lnTo>
                  <a:pt x="1618363" y="2326344"/>
                </a:lnTo>
                <a:lnTo>
                  <a:pt x="1614407" y="2329765"/>
                </a:lnTo>
                <a:lnTo>
                  <a:pt x="1610291" y="2332998"/>
                </a:lnTo>
                <a:lnTo>
                  <a:pt x="1606017" y="2336032"/>
                </a:lnTo>
                <a:lnTo>
                  <a:pt x="1601604" y="2338868"/>
                </a:lnTo>
                <a:lnTo>
                  <a:pt x="1597043" y="2341496"/>
                </a:lnTo>
                <a:lnTo>
                  <a:pt x="1592343" y="2343896"/>
                </a:lnTo>
                <a:lnTo>
                  <a:pt x="1587514" y="2346087"/>
                </a:lnTo>
                <a:lnTo>
                  <a:pt x="1582566" y="2348031"/>
                </a:lnTo>
                <a:lnTo>
                  <a:pt x="1577498" y="2349747"/>
                </a:lnTo>
                <a:lnTo>
                  <a:pt x="1572331" y="2351214"/>
                </a:lnTo>
                <a:lnTo>
                  <a:pt x="1567056" y="2352434"/>
                </a:lnTo>
                <a:lnTo>
                  <a:pt x="1561692" y="2353396"/>
                </a:lnTo>
                <a:lnTo>
                  <a:pt x="1556237" y="2354080"/>
                </a:lnTo>
                <a:lnTo>
                  <a:pt x="1550704" y="2354506"/>
                </a:lnTo>
                <a:lnTo>
                  <a:pt x="1545160" y="2354645"/>
                </a:lnTo>
                <a:lnTo>
                  <a:pt x="108892" y="2354645"/>
                </a:lnTo>
                <a:lnTo>
                  <a:pt x="103349" y="2354506"/>
                </a:lnTo>
                <a:lnTo>
                  <a:pt x="97815" y="2354080"/>
                </a:lnTo>
                <a:lnTo>
                  <a:pt x="92361" y="2353396"/>
                </a:lnTo>
                <a:lnTo>
                  <a:pt x="86996" y="2352434"/>
                </a:lnTo>
                <a:lnTo>
                  <a:pt x="81721" y="2351214"/>
                </a:lnTo>
                <a:lnTo>
                  <a:pt x="76555" y="2349747"/>
                </a:lnTo>
                <a:lnTo>
                  <a:pt x="71486" y="2348031"/>
                </a:lnTo>
                <a:lnTo>
                  <a:pt x="66538" y="2346087"/>
                </a:lnTo>
                <a:lnTo>
                  <a:pt x="61710" y="2343896"/>
                </a:lnTo>
                <a:lnTo>
                  <a:pt x="57010" y="2341496"/>
                </a:lnTo>
                <a:lnTo>
                  <a:pt x="52448" y="2338868"/>
                </a:lnTo>
                <a:lnTo>
                  <a:pt x="48035" y="2336032"/>
                </a:lnTo>
                <a:lnTo>
                  <a:pt x="43761" y="2332998"/>
                </a:lnTo>
                <a:lnTo>
                  <a:pt x="39646" y="2329765"/>
                </a:lnTo>
                <a:lnTo>
                  <a:pt x="35689" y="2326344"/>
                </a:lnTo>
                <a:lnTo>
                  <a:pt x="31911" y="2322734"/>
                </a:lnTo>
                <a:lnTo>
                  <a:pt x="28301" y="2318956"/>
                </a:lnTo>
                <a:lnTo>
                  <a:pt x="24879" y="2314999"/>
                </a:lnTo>
                <a:lnTo>
                  <a:pt x="21648" y="2310884"/>
                </a:lnTo>
                <a:lnTo>
                  <a:pt x="18613" y="2306610"/>
                </a:lnTo>
                <a:lnTo>
                  <a:pt x="15777" y="2302197"/>
                </a:lnTo>
                <a:lnTo>
                  <a:pt x="13149" y="2297636"/>
                </a:lnTo>
                <a:lnTo>
                  <a:pt x="10749" y="2292935"/>
                </a:lnTo>
                <a:lnTo>
                  <a:pt x="8557" y="2288106"/>
                </a:lnTo>
                <a:lnTo>
                  <a:pt x="6614" y="2283158"/>
                </a:lnTo>
                <a:lnTo>
                  <a:pt x="4899" y="2278091"/>
                </a:lnTo>
                <a:lnTo>
                  <a:pt x="3431" y="2272924"/>
                </a:lnTo>
                <a:lnTo>
                  <a:pt x="2211" y="2267649"/>
                </a:lnTo>
                <a:lnTo>
                  <a:pt x="1249" y="2262284"/>
                </a:lnTo>
                <a:lnTo>
                  <a:pt x="565" y="2256830"/>
                </a:lnTo>
                <a:lnTo>
                  <a:pt x="139" y="2251297"/>
                </a:lnTo>
                <a:lnTo>
                  <a:pt x="0" y="2245753"/>
                </a:lnTo>
                <a:lnTo>
                  <a:pt x="0" y="108892"/>
                </a:lnTo>
                <a:lnTo>
                  <a:pt x="139" y="103348"/>
                </a:lnTo>
                <a:moveTo>
                  <a:pt x="9917" y="109070"/>
                </a:moveTo>
                <a:lnTo>
                  <a:pt x="9917" y="108951"/>
                </a:lnTo>
                <a:lnTo>
                  <a:pt x="9917" y="2245694"/>
                </a:lnTo>
                <a:lnTo>
                  <a:pt x="9917" y="2245575"/>
                </a:lnTo>
                <a:lnTo>
                  <a:pt x="10045" y="2250920"/>
                </a:lnTo>
                <a:lnTo>
                  <a:pt x="10035" y="2250672"/>
                </a:lnTo>
                <a:lnTo>
                  <a:pt x="10442" y="2255947"/>
                </a:lnTo>
                <a:lnTo>
                  <a:pt x="10412" y="2255699"/>
                </a:lnTo>
                <a:lnTo>
                  <a:pt x="11077" y="2260906"/>
                </a:lnTo>
                <a:lnTo>
                  <a:pt x="11037" y="2260658"/>
                </a:lnTo>
                <a:lnTo>
                  <a:pt x="11949" y="2265784"/>
                </a:lnTo>
                <a:lnTo>
                  <a:pt x="11900" y="2265536"/>
                </a:lnTo>
                <a:lnTo>
                  <a:pt x="13060" y="2270574"/>
                </a:lnTo>
                <a:lnTo>
                  <a:pt x="13000" y="2270326"/>
                </a:lnTo>
                <a:lnTo>
                  <a:pt x="14399" y="2275264"/>
                </a:lnTo>
                <a:lnTo>
                  <a:pt x="14329" y="2275026"/>
                </a:lnTo>
                <a:lnTo>
                  <a:pt x="15965" y="2279866"/>
                </a:lnTo>
                <a:lnTo>
                  <a:pt x="15886" y="2279628"/>
                </a:lnTo>
                <a:lnTo>
                  <a:pt x="17741" y="2284358"/>
                </a:lnTo>
                <a:lnTo>
                  <a:pt x="17652" y="2284129"/>
                </a:lnTo>
                <a:lnTo>
                  <a:pt x="19733" y="2288741"/>
                </a:lnTo>
                <a:lnTo>
                  <a:pt x="19624" y="2288523"/>
                </a:lnTo>
                <a:lnTo>
                  <a:pt x="21925" y="2293005"/>
                </a:lnTo>
                <a:lnTo>
                  <a:pt x="21806" y="2292797"/>
                </a:lnTo>
                <a:lnTo>
                  <a:pt x="24315" y="2297150"/>
                </a:lnTo>
                <a:lnTo>
                  <a:pt x="24186" y="2296942"/>
                </a:lnTo>
                <a:lnTo>
                  <a:pt x="26893" y="2301166"/>
                </a:lnTo>
                <a:lnTo>
                  <a:pt x="26754" y="2300968"/>
                </a:lnTo>
                <a:lnTo>
                  <a:pt x="29660" y="2305043"/>
                </a:lnTo>
                <a:lnTo>
                  <a:pt x="29520" y="2304855"/>
                </a:lnTo>
                <a:lnTo>
                  <a:pt x="32606" y="2308782"/>
                </a:lnTo>
                <a:lnTo>
                  <a:pt x="32456" y="2308593"/>
                </a:lnTo>
                <a:lnTo>
                  <a:pt x="35719" y="2312372"/>
                </a:lnTo>
                <a:lnTo>
                  <a:pt x="35560" y="2312193"/>
                </a:lnTo>
                <a:lnTo>
                  <a:pt x="39001" y="2315802"/>
                </a:lnTo>
                <a:lnTo>
                  <a:pt x="38842" y="2315644"/>
                </a:lnTo>
                <a:lnTo>
                  <a:pt x="42452" y="2319085"/>
                </a:lnTo>
                <a:lnTo>
                  <a:pt x="42273" y="2318926"/>
                </a:lnTo>
                <a:lnTo>
                  <a:pt x="46052" y="2322189"/>
                </a:lnTo>
                <a:lnTo>
                  <a:pt x="45863" y="2322040"/>
                </a:lnTo>
                <a:lnTo>
                  <a:pt x="49790" y="2325134"/>
                </a:lnTo>
                <a:lnTo>
                  <a:pt x="49602" y="2324985"/>
                </a:lnTo>
                <a:lnTo>
                  <a:pt x="53678" y="2327891"/>
                </a:lnTo>
                <a:lnTo>
                  <a:pt x="53479" y="2327752"/>
                </a:lnTo>
                <a:lnTo>
                  <a:pt x="57703" y="2330459"/>
                </a:lnTo>
                <a:lnTo>
                  <a:pt x="57495" y="2330330"/>
                </a:lnTo>
                <a:lnTo>
                  <a:pt x="61849" y="2332839"/>
                </a:lnTo>
                <a:lnTo>
                  <a:pt x="61640" y="2332720"/>
                </a:lnTo>
                <a:lnTo>
                  <a:pt x="66122" y="2335021"/>
                </a:lnTo>
                <a:lnTo>
                  <a:pt x="65904" y="2334911"/>
                </a:lnTo>
                <a:lnTo>
                  <a:pt x="70515" y="2336994"/>
                </a:lnTo>
                <a:lnTo>
                  <a:pt x="70287" y="2336905"/>
                </a:lnTo>
                <a:lnTo>
                  <a:pt x="75017" y="2338769"/>
                </a:lnTo>
                <a:lnTo>
                  <a:pt x="74779" y="2338679"/>
                </a:lnTo>
                <a:lnTo>
                  <a:pt x="79619" y="2340316"/>
                </a:lnTo>
                <a:lnTo>
                  <a:pt x="79380" y="2340247"/>
                </a:lnTo>
                <a:lnTo>
                  <a:pt x="84319" y="2341645"/>
                </a:lnTo>
                <a:lnTo>
                  <a:pt x="84072" y="2341585"/>
                </a:lnTo>
                <a:lnTo>
                  <a:pt x="89109" y="2342745"/>
                </a:lnTo>
                <a:lnTo>
                  <a:pt x="88861" y="2342696"/>
                </a:lnTo>
                <a:lnTo>
                  <a:pt x="93988" y="2343608"/>
                </a:lnTo>
                <a:lnTo>
                  <a:pt x="93739" y="2343569"/>
                </a:lnTo>
                <a:lnTo>
                  <a:pt x="98946" y="2344233"/>
                </a:lnTo>
                <a:lnTo>
                  <a:pt x="98697" y="2344203"/>
                </a:lnTo>
                <a:lnTo>
                  <a:pt x="103973" y="2344610"/>
                </a:lnTo>
                <a:lnTo>
                  <a:pt x="103726" y="2344600"/>
                </a:lnTo>
                <a:lnTo>
                  <a:pt x="109080" y="2344729"/>
                </a:lnTo>
                <a:lnTo>
                  <a:pt x="108951" y="2344729"/>
                </a:lnTo>
                <a:lnTo>
                  <a:pt x="1545101" y="2344729"/>
                </a:lnTo>
                <a:lnTo>
                  <a:pt x="1544982" y="2344729"/>
                </a:lnTo>
                <a:lnTo>
                  <a:pt x="1550328" y="2344600"/>
                </a:lnTo>
                <a:lnTo>
                  <a:pt x="1550079" y="2344610"/>
                </a:lnTo>
                <a:lnTo>
                  <a:pt x="1555354" y="2344203"/>
                </a:lnTo>
                <a:lnTo>
                  <a:pt x="1555107" y="2344233"/>
                </a:lnTo>
                <a:lnTo>
                  <a:pt x="1560313" y="2343569"/>
                </a:lnTo>
                <a:lnTo>
                  <a:pt x="1560065" y="2343608"/>
                </a:lnTo>
                <a:lnTo>
                  <a:pt x="1565191" y="2342696"/>
                </a:lnTo>
                <a:lnTo>
                  <a:pt x="1564944" y="2342745"/>
                </a:lnTo>
                <a:lnTo>
                  <a:pt x="1569982" y="2341585"/>
                </a:lnTo>
                <a:lnTo>
                  <a:pt x="1569734" y="2341645"/>
                </a:lnTo>
                <a:lnTo>
                  <a:pt x="1574672" y="2340247"/>
                </a:lnTo>
                <a:lnTo>
                  <a:pt x="1574434" y="2340316"/>
                </a:lnTo>
                <a:lnTo>
                  <a:pt x="1579273" y="2338679"/>
                </a:lnTo>
                <a:lnTo>
                  <a:pt x="1579035" y="2338769"/>
                </a:lnTo>
                <a:lnTo>
                  <a:pt x="1583766" y="2336905"/>
                </a:lnTo>
                <a:lnTo>
                  <a:pt x="1583537" y="2336994"/>
                </a:lnTo>
                <a:lnTo>
                  <a:pt x="1588148" y="2334911"/>
                </a:lnTo>
                <a:lnTo>
                  <a:pt x="1587930" y="2335021"/>
                </a:lnTo>
                <a:lnTo>
                  <a:pt x="1592413" y="2332720"/>
                </a:lnTo>
                <a:lnTo>
                  <a:pt x="1592203" y="2332839"/>
                </a:lnTo>
                <a:lnTo>
                  <a:pt x="1596557" y="2330330"/>
                </a:lnTo>
                <a:lnTo>
                  <a:pt x="1596349" y="2330459"/>
                </a:lnTo>
                <a:lnTo>
                  <a:pt x="1600573" y="2327752"/>
                </a:lnTo>
                <a:lnTo>
                  <a:pt x="1600375" y="2327891"/>
                </a:lnTo>
                <a:lnTo>
                  <a:pt x="1604450" y="2324985"/>
                </a:lnTo>
                <a:lnTo>
                  <a:pt x="1604262" y="2325134"/>
                </a:lnTo>
                <a:lnTo>
                  <a:pt x="1608190" y="2322040"/>
                </a:lnTo>
                <a:lnTo>
                  <a:pt x="1608001" y="2322189"/>
                </a:lnTo>
                <a:lnTo>
                  <a:pt x="1611779" y="2318926"/>
                </a:lnTo>
                <a:lnTo>
                  <a:pt x="1611600" y="2319085"/>
                </a:lnTo>
                <a:lnTo>
                  <a:pt x="1615210" y="2315644"/>
                </a:lnTo>
                <a:lnTo>
                  <a:pt x="1615051" y="2315802"/>
                </a:lnTo>
                <a:lnTo>
                  <a:pt x="1618492" y="2312193"/>
                </a:lnTo>
                <a:lnTo>
                  <a:pt x="1618333" y="2312372"/>
                </a:lnTo>
                <a:lnTo>
                  <a:pt x="1621596" y="2308593"/>
                </a:lnTo>
                <a:lnTo>
                  <a:pt x="1621448" y="2308782"/>
                </a:lnTo>
                <a:lnTo>
                  <a:pt x="1624532" y="2304855"/>
                </a:lnTo>
                <a:lnTo>
                  <a:pt x="1624393" y="2305043"/>
                </a:lnTo>
                <a:lnTo>
                  <a:pt x="1627298" y="2300968"/>
                </a:lnTo>
                <a:lnTo>
                  <a:pt x="1627160" y="2301166"/>
                </a:lnTo>
                <a:lnTo>
                  <a:pt x="1629867" y="2296942"/>
                </a:lnTo>
                <a:lnTo>
                  <a:pt x="1629738" y="2297150"/>
                </a:lnTo>
                <a:lnTo>
                  <a:pt x="1632247" y="2292797"/>
                </a:lnTo>
                <a:lnTo>
                  <a:pt x="1632127" y="2293005"/>
                </a:lnTo>
                <a:lnTo>
                  <a:pt x="1634428" y="2288523"/>
                </a:lnTo>
                <a:lnTo>
                  <a:pt x="1634319" y="2288741"/>
                </a:lnTo>
                <a:lnTo>
                  <a:pt x="1636402" y="2284129"/>
                </a:lnTo>
                <a:lnTo>
                  <a:pt x="1636312" y="2284358"/>
                </a:lnTo>
                <a:lnTo>
                  <a:pt x="1638167" y="2279628"/>
                </a:lnTo>
                <a:lnTo>
                  <a:pt x="1638087" y="2279866"/>
                </a:lnTo>
                <a:lnTo>
                  <a:pt x="1639723" y="2275026"/>
                </a:lnTo>
                <a:lnTo>
                  <a:pt x="1639655" y="2275264"/>
                </a:lnTo>
                <a:lnTo>
                  <a:pt x="1641052" y="2270326"/>
                </a:lnTo>
                <a:lnTo>
                  <a:pt x="1640992" y="2270574"/>
                </a:lnTo>
                <a:lnTo>
                  <a:pt x="1642152" y="2265536"/>
                </a:lnTo>
                <a:lnTo>
                  <a:pt x="1642103" y="2265784"/>
                </a:lnTo>
                <a:lnTo>
                  <a:pt x="1643015" y="2260658"/>
                </a:lnTo>
                <a:lnTo>
                  <a:pt x="1642975" y="2260906"/>
                </a:lnTo>
                <a:lnTo>
                  <a:pt x="1643640" y="2255699"/>
                </a:lnTo>
                <a:lnTo>
                  <a:pt x="1643610" y="2255947"/>
                </a:lnTo>
                <a:lnTo>
                  <a:pt x="1644017" y="2250672"/>
                </a:lnTo>
                <a:lnTo>
                  <a:pt x="1643997" y="2250920"/>
                </a:lnTo>
                <a:lnTo>
                  <a:pt x="1644136" y="2245575"/>
                </a:lnTo>
                <a:lnTo>
                  <a:pt x="1644136" y="2245694"/>
                </a:lnTo>
                <a:lnTo>
                  <a:pt x="1644136" y="108951"/>
                </a:lnTo>
                <a:lnTo>
                  <a:pt x="1644136" y="109070"/>
                </a:lnTo>
                <a:lnTo>
                  <a:pt x="1643997" y="103725"/>
                </a:lnTo>
                <a:lnTo>
                  <a:pt x="1644017" y="103973"/>
                </a:lnTo>
                <a:lnTo>
                  <a:pt x="1643610" y="98698"/>
                </a:lnTo>
                <a:lnTo>
                  <a:pt x="1643640" y="98946"/>
                </a:lnTo>
                <a:lnTo>
                  <a:pt x="1642975" y="93740"/>
                </a:lnTo>
                <a:lnTo>
                  <a:pt x="1643015" y="93988"/>
                </a:lnTo>
                <a:lnTo>
                  <a:pt x="1642103" y="88861"/>
                </a:lnTo>
                <a:lnTo>
                  <a:pt x="1642152" y="89109"/>
                </a:lnTo>
                <a:lnTo>
                  <a:pt x="1640992" y="84071"/>
                </a:lnTo>
                <a:lnTo>
                  <a:pt x="1641052" y="84319"/>
                </a:lnTo>
                <a:lnTo>
                  <a:pt x="1639655" y="79381"/>
                </a:lnTo>
                <a:lnTo>
                  <a:pt x="1639723" y="79619"/>
                </a:lnTo>
                <a:lnTo>
                  <a:pt x="1638087" y="74779"/>
                </a:lnTo>
                <a:lnTo>
                  <a:pt x="1638167" y="75017"/>
                </a:lnTo>
                <a:lnTo>
                  <a:pt x="1636312" y="70287"/>
                </a:lnTo>
                <a:lnTo>
                  <a:pt x="1636402" y="70515"/>
                </a:lnTo>
                <a:lnTo>
                  <a:pt x="1634319" y="65904"/>
                </a:lnTo>
                <a:lnTo>
                  <a:pt x="1634428" y="66122"/>
                </a:lnTo>
                <a:lnTo>
                  <a:pt x="1632127" y="61640"/>
                </a:lnTo>
                <a:lnTo>
                  <a:pt x="1632247" y="61849"/>
                </a:lnTo>
                <a:lnTo>
                  <a:pt x="1629738" y="57495"/>
                </a:lnTo>
                <a:lnTo>
                  <a:pt x="1629867" y="57704"/>
                </a:lnTo>
                <a:lnTo>
                  <a:pt x="1627160" y="53479"/>
                </a:lnTo>
                <a:lnTo>
                  <a:pt x="1627298" y="53677"/>
                </a:lnTo>
                <a:lnTo>
                  <a:pt x="1624393" y="49602"/>
                </a:lnTo>
                <a:lnTo>
                  <a:pt x="1624532" y="49790"/>
                </a:lnTo>
                <a:lnTo>
                  <a:pt x="1621448" y="45863"/>
                </a:lnTo>
                <a:lnTo>
                  <a:pt x="1621596" y="46052"/>
                </a:lnTo>
                <a:lnTo>
                  <a:pt x="1618333" y="42274"/>
                </a:lnTo>
                <a:lnTo>
                  <a:pt x="1618492" y="42452"/>
                </a:lnTo>
                <a:lnTo>
                  <a:pt x="1615051" y="38843"/>
                </a:lnTo>
                <a:lnTo>
                  <a:pt x="1615210" y="39001"/>
                </a:lnTo>
                <a:lnTo>
                  <a:pt x="1611600" y="35560"/>
                </a:lnTo>
                <a:lnTo>
                  <a:pt x="1611779" y="35719"/>
                </a:lnTo>
                <a:lnTo>
                  <a:pt x="1608001" y="32456"/>
                </a:lnTo>
                <a:lnTo>
                  <a:pt x="1608190" y="32605"/>
                </a:lnTo>
                <a:lnTo>
                  <a:pt x="1604262" y="29521"/>
                </a:lnTo>
                <a:lnTo>
                  <a:pt x="1604450" y="29660"/>
                </a:lnTo>
                <a:lnTo>
                  <a:pt x="1600375" y="26754"/>
                </a:lnTo>
                <a:lnTo>
                  <a:pt x="1600573" y="26893"/>
                </a:lnTo>
                <a:lnTo>
                  <a:pt x="1596349" y="24186"/>
                </a:lnTo>
                <a:lnTo>
                  <a:pt x="1596557" y="24315"/>
                </a:lnTo>
                <a:lnTo>
                  <a:pt x="1592203" y="21806"/>
                </a:lnTo>
                <a:lnTo>
                  <a:pt x="1592413" y="21925"/>
                </a:lnTo>
                <a:lnTo>
                  <a:pt x="1587930" y="19625"/>
                </a:lnTo>
                <a:lnTo>
                  <a:pt x="1588148" y="19734"/>
                </a:lnTo>
                <a:lnTo>
                  <a:pt x="1583537" y="17651"/>
                </a:lnTo>
                <a:lnTo>
                  <a:pt x="1583766" y="17741"/>
                </a:lnTo>
                <a:lnTo>
                  <a:pt x="1579035" y="15876"/>
                </a:lnTo>
                <a:lnTo>
                  <a:pt x="1579273" y="15966"/>
                </a:lnTo>
                <a:lnTo>
                  <a:pt x="1574434" y="14329"/>
                </a:lnTo>
                <a:lnTo>
                  <a:pt x="1574672" y="14399"/>
                </a:lnTo>
                <a:lnTo>
                  <a:pt x="1569734" y="13000"/>
                </a:lnTo>
                <a:lnTo>
                  <a:pt x="1569982" y="13060"/>
                </a:lnTo>
                <a:lnTo>
                  <a:pt x="1564944" y="11900"/>
                </a:lnTo>
                <a:lnTo>
                  <a:pt x="1565191" y="11949"/>
                </a:lnTo>
                <a:lnTo>
                  <a:pt x="1560065" y="11037"/>
                </a:lnTo>
                <a:lnTo>
                  <a:pt x="1560313" y="11077"/>
                </a:lnTo>
                <a:lnTo>
                  <a:pt x="1555107" y="10412"/>
                </a:lnTo>
                <a:lnTo>
                  <a:pt x="1555354" y="10442"/>
                </a:lnTo>
                <a:lnTo>
                  <a:pt x="1550079" y="10035"/>
                </a:lnTo>
                <a:lnTo>
                  <a:pt x="1550328" y="10045"/>
                </a:lnTo>
                <a:lnTo>
                  <a:pt x="1544982" y="9916"/>
                </a:lnTo>
                <a:lnTo>
                  <a:pt x="1545101" y="9916"/>
                </a:lnTo>
                <a:lnTo>
                  <a:pt x="108951" y="9916"/>
                </a:lnTo>
                <a:lnTo>
                  <a:pt x="109080" y="9916"/>
                </a:lnTo>
                <a:lnTo>
                  <a:pt x="103726" y="10045"/>
                </a:lnTo>
                <a:lnTo>
                  <a:pt x="103973" y="10035"/>
                </a:lnTo>
                <a:lnTo>
                  <a:pt x="98697" y="10442"/>
                </a:lnTo>
                <a:lnTo>
                  <a:pt x="98946" y="10412"/>
                </a:lnTo>
                <a:lnTo>
                  <a:pt x="93739" y="11077"/>
                </a:lnTo>
                <a:lnTo>
                  <a:pt x="93988" y="11037"/>
                </a:lnTo>
                <a:lnTo>
                  <a:pt x="88861" y="11949"/>
                </a:lnTo>
                <a:lnTo>
                  <a:pt x="89109" y="11900"/>
                </a:lnTo>
                <a:lnTo>
                  <a:pt x="84072" y="13060"/>
                </a:lnTo>
                <a:lnTo>
                  <a:pt x="84319" y="13000"/>
                </a:lnTo>
                <a:lnTo>
                  <a:pt x="79380" y="14399"/>
                </a:lnTo>
                <a:lnTo>
                  <a:pt x="79619" y="14329"/>
                </a:lnTo>
                <a:lnTo>
                  <a:pt x="74779" y="15966"/>
                </a:lnTo>
                <a:lnTo>
                  <a:pt x="75017" y="15876"/>
                </a:lnTo>
                <a:lnTo>
                  <a:pt x="70287" y="17741"/>
                </a:lnTo>
                <a:lnTo>
                  <a:pt x="70515" y="17651"/>
                </a:lnTo>
                <a:lnTo>
                  <a:pt x="65904" y="19734"/>
                </a:lnTo>
                <a:lnTo>
                  <a:pt x="66122" y="19625"/>
                </a:lnTo>
                <a:lnTo>
                  <a:pt x="61640" y="21925"/>
                </a:lnTo>
                <a:lnTo>
                  <a:pt x="61849" y="21806"/>
                </a:lnTo>
                <a:lnTo>
                  <a:pt x="57495" y="24315"/>
                </a:lnTo>
                <a:lnTo>
                  <a:pt x="57703" y="24186"/>
                </a:lnTo>
                <a:lnTo>
                  <a:pt x="53479" y="26893"/>
                </a:lnTo>
                <a:lnTo>
                  <a:pt x="53678" y="26754"/>
                </a:lnTo>
                <a:lnTo>
                  <a:pt x="49602" y="29660"/>
                </a:lnTo>
                <a:lnTo>
                  <a:pt x="49790" y="29521"/>
                </a:lnTo>
                <a:lnTo>
                  <a:pt x="45863" y="32605"/>
                </a:lnTo>
                <a:lnTo>
                  <a:pt x="46052" y="32456"/>
                </a:lnTo>
                <a:lnTo>
                  <a:pt x="42273" y="35719"/>
                </a:lnTo>
                <a:lnTo>
                  <a:pt x="42452" y="35560"/>
                </a:lnTo>
                <a:lnTo>
                  <a:pt x="38842" y="39001"/>
                </a:lnTo>
                <a:lnTo>
                  <a:pt x="39001" y="38843"/>
                </a:lnTo>
                <a:lnTo>
                  <a:pt x="35560" y="42452"/>
                </a:lnTo>
                <a:lnTo>
                  <a:pt x="35719" y="42274"/>
                </a:lnTo>
                <a:lnTo>
                  <a:pt x="32456" y="46052"/>
                </a:lnTo>
                <a:lnTo>
                  <a:pt x="32606" y="45863"/>
                </a:lnTo>
                <a:lnTo>
                  <a:pt x="29520" y="49790"/>
                </a:lnTo>
                <a:lnTo>
                  <a:pt x="29660" y="49602"/>
                </a:lnTo>
                <a:lnTo>
                  <a:pt x="26754" y="53677"/>
                </a:lnTo>
                <a:lnTo>
                  <a:pt x="26893" y="53479"/>
                </a:lnTo>
                <a:lnTo>
                  <a:pt x="24186" y="57704"/>
                </a:lnTo>
                <a:lnTo>
                  <a:pt x="24315" y="57495"/>
                </a:lnTo>
                <a:lnTo>
                  <a:pt x="21806" y="61849"/>
                </a:lnTo>
                <a:lnTo>
                  <a:pt x="21925" y="61640"/>
                </a:lnTo>
                <a:lnTo>
                  <a:pt x="19624" y="66122"/>
                </a:lnTo>
                <a:lnTo>
                  <a:pt x="19733" y="65904"/>
                </a:lnTo>
                <a:lnTo>
                  <a:pt x="17652" y="70515"/>
                </a:lnTo>
                <a:lnTo>
                  <a:pt x="17741" y="70287"/>
                </a:lnTo>
                <a:lnTo>
                  <a:pt x="15886" y="75017"/>
                </a:lnTo>
                <a:lnTo>
                  <a:pt x="15965" y="74779"/>
                </a:lnTo>
                <a:lnTo>
                  <a:pt x="14329" y="79619"/>
                </a:lnTo>
                <a:lnTo>
                  <a:pt x="14399" y="79381"/>
                </a:lnTo>
                <a:lnTo>
                  <a:pt x="13000" y="84319"/>
                </a:lnTo>
                <a:lnTo>
                  <a:pt x="13060" y="84071"/>
                </a:lnTo>
                <a:lnTo>
                  <a:pt x="11900" y="89109"/>
                </a:lnTo>
                <a:lnTo>
                  <a:pt x="11949" y="88861"/>
                </a:lnTo>
                <a:lnTo>
                  <a:pt x="11037" y="93988"/>
                </a:lnTo>
                <a:lnTo>
                  <a:pt x="11077" y="93740"/>
                </a:lnTo>
                <a:lnTo>
                  <a:pt x="10412" y="98946"/>
                </a:lnTo>
                <a:lnTo>
                  <a:pt x="10442" y="98698"/>
                </a:lnTo>
                <a:lnTo>
                  <a:pt x="10035" y="103973"/>
                </a:lnTo>
                <a:lnTo>
                  <a:pt x="10045" y="103725"/>
                </a:lnTo>
                <a:lnTo>
                  <a:pt x="9917" y="109070"/>
                </a:lnTo>
              </a:path>
            </a:pathLst>
          </a:custGeom>
          <a:solidFill xmlns:a="http://schemas.openxmlformats.org/drawingml/2006/main">
            <a:srgbClr val="72B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F76D4FB1-88DC-4B2F-B9CA-6A2D2A03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2135" y="573199"/>
            <a:ext cx="1599303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Affordance Estimate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F47875-F161-47F8-9D51-EF3DAE5AD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77280ea941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28925" y="1047750"/>
            <a:ext cx="247650" cy="161925"/>
          </a:xfrm>
          <a:prstGeom xmlns:a="http://schemas.openxmlformats.org/drawingml/2006/main" prst="rect">
            <a:avLst/>
          </a:prstGeom>
        </p:spPr>
      </p:pic>
      <p:sp>
        <p:nvSpPr>
          <p:cNvPr id="59" name="source-raster-2">
            <a:extLst xmlns:a="http://schemas.openxmlformats.org/drawingml/2006/main">
              <a:ext uri="{FF2B5EF4-FFF2-40B4-BE49-F238E27FC236}">
                <a16:creationId xmlns:a16="http://schemas.microsoft.com/office/drawing/2014/main" id="{B7C3C9BE-0481-4620-981D-2A0D48F8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8925" y="104775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A68CD2-4A85-4695-9EDE-514284F2DF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e42b64ae240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400" y="1038225"/>
            <a:ext cx="266700" cy="238125"/>
          </a:xfrm>
          <a:prstGeom xmlns:a="http://schemas.openxmlformats.org/drawingml/2006/main" prst="rect">
            <a:avLst/>
          </a:prstGeom>
        </p:spPr>
      </p:pic>
      <p:sp>
        <p:nvSpPr>
          <p:cNvPr id="61" name="source-raster-3">
            <a:extLst xmlns:a="http://schemas.openxmlformats.org/drawingml/2006/main">
              <a:ext uri="{FF2B5EF4-FFF2-40B4-BE49-F238E27FC236}">
                <a16:creationId xmlns:a16="http://schemas.microsoft.com/office/drawing/2014/main" id="{FDA9EDBD-696F-407A-9F1D-4405C92F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10382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EF5601-EE55-4F9E-8944-A06020D9D1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f9293e54346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2350" y="1038225"/>
            <a:ext cx="314325" cy="209550"/>
          </a:xfrm>
          <a:prstGeom xmlns:a="http://schemas.openxmlformats.org/drawingml/2006/main" prst="rect">
            <a:avLst/>
          </a:prstGeom>
        </p:spPr>
      </p:pic>
      <p:sp>
        <p:nvSpPr>
          <p:cNvPr id="63" name="source-raster-4">
            <a:extLst xmlns:a="http://schemas.openxmlformats.org/drawingml/2006/main">
              <a:ext uri="{FF2B5EF4-FFF2-40B4-BE49-F238E27FC236}">
                <a16:creationId xmlns:a16="http://schemas.microsoft.com/office/drawing/2014/main" id="{AD89ECAC-D6D7-4994-8565-53CB834B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1038225"/>
            <a:ext cx="314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pdf-path-60">
            <a:extLst xmlns:a="http://schemas.openxmlformats.org/drawingml/2006/main">
              <a:ext uri="{FF2B5EF4-FFF2-40B4-BE49-F238E27FC236}">
                <a16:creationId xmlns:a16="http://schemas.microsoft.com/office/drawing/2014/main" id="{B414B536-33F1-4FF8-BDA8-52755E3D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8116" y="761192"/>
            <a:ext cx="1526925" cy="2053187"/>
          </a:xfrm>
          <a:custGeom xmlns:a="http://schemas.openxmlformats.org/drawingml/2006/main">
            <a:pathLst>
              <a:path w="1526925" h="2053187">
                <a:moveTo>
                  <a:pt x="0" y="97577"/>
                </a:moveTo>
                <a:cubicBezTo>
                  <a:pt x="297" y="43731"/>
                  <a:pt x="43533" y="496"/>
                  <a:pt x="96387" y="0"/>
                </a:cubicBezTo>
                <a:lnTo>
                  <a:pt x="1430339" y="0"/>
                </a:lnTo>
                <a:cubicBezTo>
                  <a:pt x="1483689" y="496"/>
                  <a:pt x="1526925" y="43731"/>
                  <a:pt x="1526726" y="97577"/>
                </a:cubicBezTo>
                <a:lnTo>
                  <a:pt x="1526726" y="1956304"/>
                </a:lnTo>
                <a:cubicBezTo>
                  <a:pt x="1526925" y="2009951"/>
                  <a:pt x="1483689" y="2053187"/>
                  <a:pt x="1430339" y="2052691"/>
                </a:cubicBezTo>
                <a:lnTo>
                  <a:pt x="96387" y="2052691"/>
                </a:lnTo>
                <a:cubicBezTo>
                  <a:pt x="43533" y="2053187"/>
                  <a:pt x="297" y="2009951"/>
                  <a:pt x="0" y="1956304"/>
                </a:cubicBezTo>
                <a:lnTo>
                  <a:pt x="0" y="97577"/>
                </a:lnTo>
              </a:path>
            </a:pathLst>
          </a:cu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61">
            <a:extLst xmlns:a="http://schemas.openxmlformats.org/drawingml/2006/main">
              <a:ext uri="{FF2B5EF4-FFF2-40B4-BE49-F238E27FC236}">
                <a16:creationId xmlns:a16="http://schemas.microsoft.com/office/drawing/2014/main" id="{E269BCE2-F907-424E-B874-ACC246F5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3456" y="756730"/>
            <a:ext cx="1536544" cy="2062608"/>
          </a:xfrm>
          <a:custGeom xmlns:a="http://schemas.openxmlformats.org/drawingml/2006/main">
            <a:pathLst>
              <a:path w="1536544" h="2062608">
                <a:moveTo>
                  <a:pt x="128" y="96298"/>
                </a:moveTo>
                <a:lnTo>
                  <a:pt x="526" y="91141"/>
                </a:lnTo>
                <a:lnTo>
                  <a:pt x="1169" y="86064"/>
                </a:lnTo>
                <a:lnTo>
                  <a:pt x="2062" y="81067"/>
                </a:lnTo>
                <a:lnTo>
                  <a:pt x="3193" y="76148"/>
                </a:lnTo>
                <a:lnTo>
                  <a:pt x="4562" y="71329"/>
                </a:lnTo>
                <a:lnTo>
                  <a:pt x="6157" y="66608"/>
                </a:lnTo>
                <a:lnTo>
                  <a:pt x="7983" y="61997"/>
                </a:lnTo>
                <a:lnTo>
                  <a:pt x="10015" y="57505"/>
                </a:lnTo>
                <a:lnTo>
                  <a:pt x="12257" y="53122"/>
                </a:lnTo>
                <a:lnTo>
                  <a:pt x="14696" y="48868"/>
                </a:lnTo>
                <a:lnTo>
                  <a:pt x="17343" y="44753"/>
                </a:lnTo>
                <a:lnTo>
                  <a:pt x="20169" y="40776"/>
                </a:lnTo>
                <a:lnTo>
                  <a:pt x="23185" y="36939"/>
                </a:lnTo>
                <a:lnTo>
                  <a:pt x="26368" y="33260"/>
                </a:lnTo>
                <a:lnTo>
                  <a:pt x="29729" y="29729"/>
                </a:lnTo>
                <a:lnTo>
                  <a:pt x="33260" y="26368"/>
                </a:lnTo>
                <a:lnTo>
                  <a:pt x="36939" y="23185"/>
                </a:lnTo>
                <a:lnTo>
                  <a:pt x="40776" y="20170"/>
                </a:lnTo>
                <a:lnTo>
                  <a:pt x="44752" y="17344"/>
                </a:lnTo>
                <a:lnTo>
                  <a:pt x="48867" y="14696"/>
                </a:lnTo>
                <a:lnTo>
                  <a:pt x="53122" y="12257"/>
                </a:lnTo>
                <a:lnTo>
                  <a:pt x="57505" y="10016"/>
                </a:lnTo>
                <a:lnTo>
                  <a:pt x="61998" y="7983"/>
                </a:lnTo>
                <a:lnTo>
                  <a:pt x="66608" y="6158"/>
                </a:lnTo>
                <a:lnTo>
                  <a:pt x="71328" y="4562"/>
                </a:lnTo>
                <a:lnTo>
                  <a:pt x="76147" y="3193"/>
                </a:lnTo>
                <a:lnTo>
                  <a:pt x="81066" y="2063"/>
                </a:lnTo>
                <a:lnTo>
                  <a:pt x="86064" y="1170"/>
                </a:lnTo>
                <a:lnTo>
                  <a:pt x="91141" y="526"/>
                </a:lnTo>
                <a:lnTo>
                  <a:pt x="96298" y="129"/>
                </a:lnTo>
                <a:lnTo>
                  <a:pt x="101454" y="0"/>
                </a:lnTo>
                <a:lnTo>
                  <a:pt x="1435089" y="0"/>
                </a:lnTo>
                <a:lnTo>
                  <a:pt x="1440246" y="129"/>
                </a:lnTo>
                <a:lnTo>
                  <a:pt x="1445402" y="526"/>
                </a:lnTo>
                <a:lnTo>
                  <a:pt x="1450479" y="1170"/>
                </a:lnTo>
                <a:lnTo>
                  <a:pt x="1455477" y="2063"/>
                </a:lnTo>
                <a:lnTo>
                  <a:pt x="1460395" y="3193"/>
                </a:lnTo>
                <a:lnTo>
                  <a:pt x="1465214" y="4562"/>
                </a:lnTo>
                <a:lnTo>
                  <a:pt x="1469935" y="6158"/>
                </a:lnTo>
                <a:lnTo>
                  <a:pt x="1474546" y="7983"/>
                </a:lnTo>
                <a:lnTo>
                  <a:pt x="1479038" y="10016"/>
                </a:lnTo>
                <a:lnTo>
                  <a:pt x="1483422" y="12257"/>
                </a:lnTo>
                <a:lnTo>
                  <a:pt x="1487675" y="14696"/>
                </a:lnTo>
                <a:lnTo>
                  <a:pt x="1491791" y="17344"/>
                </a:lnTo>
                <a:lnTo>
                  <a:pt x="1495767" y="20170"/>
                </a:lnTo>
                <a:lnTo>
                  <a:pt x="1499604" y="23185"/>
                </a:lnTo>
                <a:lnTo>
                  <a:pt x="1503284" y="26368"/>
                </a:lnTo>
                <a:lnTo>
                  <a:pt x="1506814" y="29729"/>
                </a:lnTo>
                <a:lnTo>
                  <a:pt x="1510176" y="33260"/>
                </a:lnTo>
                <a:lnTo>
                  <a:pt x="1513359" y="36939"/>
                </a:lnTo>
                <a:lnTo>
                  <a:pt x="1516373" y="40776"/>
                </a:lnTo>
                <a:lnTo>
                  <a:pt x="1519199" y="44753"/>
                </a:lnTo>
                <a:lnTo>
                  <a:pt x="1521847" y="48868"/>
                </a:lnTo>
                <a:lnTo>
                  <a:pt x="1524286" y="53122"/>
                </a:lnTo>
                <a:lnTo>
                  <a:pt x="1526527" y="57505"/>
                </a:lnTo>
                <a:lnTo>
                  <a:pt x="1528560" y="61997"/>
                </a:lnTo>
                <a:lnTo>
                  <a:pt x="1530385" y="66608"/>
                </a:lnTo>
                <a:lnTo>
                  <a:pt x="1531981" y="71329"/>
                </a:lnTo>
                <a:lnTo>
                  <a:pt x="1533350" y="76148"/>
                </a:lnTo>
                <a:lnTo>
                  <a:pt x="1534480" y="81067"/>
                </a:lnTo>
                <a:lnTo>
                  <a:pt x="1535373" y="86064"/>
                </a:lnTo>
                <a:lnTo>
                  <a:pt x="1536017" y="91141"/>
                </a:lnTo>
                <a:lnTo>
                  <a:pt x="1536415" y="96298"/>
                </a:lnTo>
                <a:lnTo>
                  <a:pt x="1536544" y="101455"/>
                </a:lnTo>
                <a:lnTo>
                  <a:pt x="1536544" y="1961153"/>
                </a:lnTo>
                <a:lnTo>
                  <a:pt x="1536415" y="1966310"/>
                </a:lnTo>
                <a:lnTo>
                  <a:pt x="1536017" y="1971466"/>
                </a:lnTo>
                <a:lnTo>
                  <a:pt x="1535373" y="1976543"/>
                </a:lnTo>
                <a:lnTo>
                  <a:pt x="1534480" y="1981541"/>
                </a:lnTo>
                <a:lnTo>
                  <a:pt x="1533350" y="1986460"/>
                </a:lnTo>
                <a:lnTo>
                  <a:pt x="1531981" y="1991279"/>
                </a:lnTo>
                <a:lnTo>
                  <a:pt x="1530385" y="1995999"/>
                </a:lnTo>
                <a:lnTo>
                  <a:pt x="1528560" y="2000610"/>
                </a:lnTo>
                <a:lnTo>
                  <a:pt x="1526527" y="2005103"/>
                </a:lnTo>
                <a:lnTo>
                  <a:pt x="1524286" y="2009486"/>
                </a:lnTo>
                <a:lnTo>
                  <a:pt x="1521847" y="2013740"/>
                </a:lnTo>
                <a:lnTo>
                  <a:pt x="1519199" y="2017855"/>
                </a:lnTo>
                <a:lnTo>
                  <a:pt x="1516373" y="2021831"/>
                </a:lnTo>
                <a:lnTo>
                  <a:pt x="1513359" y="2025669"/>
                </a:lnTo>
                <a:lnTo>
                  <a:pt x="1510176" y="2029348"/>
                </a:lnTo>
                <a:lnTo>
                  <a:pt x="1506814" y="2032878"/>
                </a:lnTo>
                <a:lnTo>
                  <a:pt x="1503284" y="2036240"/>
                </a:lnTo>
                <a:lnTo>
                  <a:pt x="1499604" y="2039423"/>
                </a:lnTo>
                <a:lnTo>
                  <a:pt x="1495767" y="2042438"/>
                </a:lnTo>
                <a:lnTo>
                  <a:pt x="1491791" y="2045264"/>
                </a:lnTo>
                <a:lnTo>
                  <a:pt x="1487675" y="2047912"/>
                </a:lnTo>
                <a:lnTo>
                  <a:pt x="1483422" y="2050351"/>
                </a:lnTo>
                <a:lnTo>
                  <a:pt x="1479038" y="2052592"/>
                </a:lnTo>
                <a:lnTo>
                  <a:pt x="1474546" y="2054625"/>
                </a:lnTo>
                <a:lnTo>
                  <a:pt x="1469935" y="2056449"/>
                </a:lnTo>
                <a:lnTo>
                  <a:pt x="1465214" y="2058046"/>
                </a:lnTo>
                <a:lnTo>
                  <a:pt x="1460395" y="2059415"/>
                </a:lnTo>
                <a:lnTo>
                  <a:pt x="1455477" y="2060545"/>
                </a:lnTo>
                <a:lnTo>
                  <a:pt x="1450479" y="2061438"/>
                </a:lnTo>
                <a:lnTo>
                  <a:pt x="1445402" y="2062082"/>
                </a:lnTo>
                <a:lnTo>
                  <a:pt x="1440246" y="2062479"/>
                </a:lnTo>
                <a:lnTo>
                  <a:pt x="1435089" y="2062608"/>
                </a:lnTo>
                <a:lnTo>
                  <a:pt x="101454" y="2062608"/>
                </a:lnTo>
                <a:lnTo>
                  <a:pt x="96298" y="2062479"/>
                </a:lnTo>
                <a:lnTo>
                  <a:pt x="91141" y="2062082"/>
                </a:lnTo>
                <a:lnTo>
                  <a:pt x="86064" y="2061438"/>
                </a:lnTo>
                <a:lnTo>
                  <a:pt x="81066" y="2060545"/>
                </a:lnTo>
                <a:lnTo>
                  <a:pt x="76147" y="2059415"/>
                </a:lnTo>
                <a:lnTo>
                  <a:pt x="71328" y="2058046"/>
                </a:lnTo>
                <a:lnTo>
                  <a:pt x="66608" y="2056449"/>
                </a:lnTo>
                <a:lnTo>
                  <a:pt x="61998" y="2054625"/>
                </a:lnTo>
                <a:lnTo>
                  <a:pt x="57505" y="2052592"/>
                </a:lnTo>
                <a:lnTo>
                  <a:pt x="53122" y="2050351"/>
                </a:lnTo>
                <a:lnTo>
                  <a:pt x="48867" y="2047912"/>
                </a:lnTo>
                <a:lnTo>
                  <a:pt x="44752" y="2045264"/>
                </a:lnTo>
                <a:lnTo>
                  <a:pt x="40776" y="2042438"/>
                </a:lnTo>
                <a:lnTo>
                  <a:pt x="36939" y="2039423"/>
                </a:lnTo>
                <a:lnTo>
                  <a:pt x="33260" y="2036240"/>
                </a:lnTo>
                <a:lnTo>
                  <a:pt x="29729" y="2032878"/>
                </a:lnTo>
                <a:lnTo>
                  <a:pt x="26368" y="2029348"/>
                </a:lnTo>
                <a:lnTo>
                  <a:pt x="23185" y="2025669"/>
                </a:lnTo>
                <a:lnTo>
                  <a:pt x="20169" y="2021831"/>
                </a:lnTo>
                <a:lnTo>
                  <a:pt x="17343" y="2017855"/>
                </a:lnTo>
                <a:lnTo>
                  <a:pt x="14696" y="2013740"/>
                </a:lnTo>
                <a:lnTo>
                  <a:pt x="12257" y="2009486"/>
                </a:lnTo>
                <a:lnTo>
                  <a:pt x="10015" y="2005103"/>
                </a:lnTo>
                <a:lnTo>
                  <a:pt x="7983" y="2000610"/>
                </a:lnTo>
                <a:lnTo>
                  <a:pt x="6157" y="1995999"/>
                </a:lnTo>
                <a:lnTo>
                  <a:pt x="4562" y="1991279"/>
                </a:lnTo>
                <a:lnTo>
                  <a:pt x="3193" y="1986460"/>
                </a:lnTo>
                <a:lnTo>
                  <a:pt x="2062" y="1981541"/>
                </a:lnTo>
                <a:lnTo>
                  <a:pt x="1169" y="1976543"/>
                </a:lnTo>
                <a:lnTo>
                  <a:pt x="526" y="1971466"/>
                </a:lnTo>
                <a:lnTo>
                  <a:pt x="128" y="1966310"/>
                </a:lnTo>
                <a:lnTo>
                  <a:pt x="0" y="1961153"/>
                </a:lnTo>
                <a:lnTo>
                  <a:pt x="0" y="101455"/>
                </a:lnTo>
                <a:lnTo>
                  <a:pt x="128" y="96298"/>
                </a:lnTo>
                <a:moveTo>
                  <a:pt x="9916" y="101643"/>
                </a:moveTo>
                <a:lnTo>
                  <a:pt x="9916" y="101514"/>
                </a:lnTo>
                <a:lnTo>
                  <a:pt x="9916" y="1961093"/>
                </a:lnTo>
                <a:lnTo>
                  <a:pt x="9916" y="1960965"/>
                </a:lnTo>
                <a:lnTo>
                  <a:pt x="10045" y="1965933"/>
                </a:lnTo>
                <a:lnTo>
                  <a:pt x="10025" y="1965685"/>
                </a:lnTo>
                <a:lnTo>
                  <a:pt x="10403" y="1970583"/>
                </a:lnTo>
                <a:lnTo>
                  <a:pt x="10372" y="1970336"/>
                </a:lnTo>
                <a:lnTo>
                  <a:pt x="10987" y="1975175"/>
                </a:lnTo>
                <a:lnTo>
                  <a:pt x="10948" y="1974927"/>
                </a:lnTo>
                <a:lnTo>
                  <a:pt x="11800" y="1979677"/>
                </a:lnTo>
                <a:lnTo>
                  <a:pt x="11751" y="1979439"/>
                </a:lnTo>
                <a:lnTo>
                  <a:pt x="12832" y="1984110"/>
                </a:lnTo>
                <a:lnTo>
                  <a:pt x="12772" y="1983872"/>
                </a:lnTo>
                <a:lnTo>
                  <a:pt x="14071" y="1988453"/>
                </a:lnTo>
                <a:lnTo>
                  <a:pt x="13992" y="1988215"/>
                </a:lnTo>
                <a:lnTo>
                  <a:pt x="15509" y="1992697"/>
                </a:lnTo>
                <a:lnTo>
                  <a:pt x="15429" y="1992469"/>
                </a:lnTo>
                <a:lnTo>
                  <a:pt x="17156" y="1996852"/>
                </a:lnTo>
                <a:lnTo>
                  <a:pt x="17066" y="1996634"/>
                </a:lnTo>
                <a:lnTo>
                  <a:pt x="19000" y="2000908"/>
                </a:lnTo>
                <a:lnTo>
                  <a:pt x="18890" y="2000690"/>
                </a:lnTo>
                <a:lnTo>
                  <a:pt x="21022" y="2004855"/>
                </a:lnTo>
                <a:lnTo>
                  <a:pt x="20914" y="2004646"/>
                </a:lnTo>
                <a:lnTo>
                  <a:pt x="23234" y="2008692"/>
                </a:lnTo>
                <a:lnTo>
                  <a:pt x="23115" y="2008484"/>
                </a:lnTo>
                <a:lnTo>
                  <a:pt x="25623" y="2012401"/>
                </a:lnTo>
                <a:lnTo>
                  <a:pt x="25485" y="2012203"/>
                </a:lnTo>
                <a:lnTo>
                  <a:pt x="28182" y="2015991"/>
                </a:lnTo>
                <a:lnTo>
                  <a:pt x="28044" y="2015802"/>
                </a:lnTo>
                <a:lnTo>
                  <a:pt x="30909" y="2019452"/>
                </a:lnTo>
                <a:lnTo>
                  <a:pt x="30751" y="2019263"/>
                </a:lnTo>
                <a:lnTo>
                  <a:pt x="33794" y="2022764"/>
                </a:lnTo>
                <a:lnTo>
                  <a:pt x="33627" y="2022595"/>
                </a:lnTo>
                <a:lnTo>
                  <a:pt x="36829" y="2025947"/>
                </a:lnTo>
                <a:lnTo>
                  <a:pt x="36660" y="2025778"/>
                </a:lnTo>
                <a:lnTo>
                  <a:pt x="40012" y="2028981"/>
                </a:lnTo>
                <a:lnTo>
                  <a:pt x="39844" y="2028823"/>
                </a:lnTo>
                <a:lnTo>
                  <a:pt x="43344" y="2031857"/>
                </a:lnTo>
                <a:lnTo>
                  <a:pt x="43156" y="2031699"/>
                </a:lnTo>
                <a:lnTo>
                  <a:pt x="46805" y="2034564"/>
                </a:lnTo>
                <a:lnTo>
                  <a:pt x="46617" y="2034425"/>
                </a:lnTo>
                <a:lnTo>
                  <a:pt x="50405" y="2037123"/>
                </a:lnTo>
                <a:lnTo>
                  <a:pt x="50206" y="2036984"/>
                </a:lnTo>
                <a:lnTo>
                  <a:pt x="54123" y="2039492"/>
                </a:lnTo>
                <a:lnTo>
                  <a:pt x="53916" y="2039373"/>
                </a:lnTo>
                <a:lnTo>
                  <a:pt x="57961" y="2041694"/>
                </a:lnTo>
                <a:lnTo>
                  <a:pt x="57753" y="2041585"/>
                </a:lnTo>
                <a:lnTo>
                  <a:pt x="61917" y="2043717"/>
                </a:lnTo>
                <a:lnTo>
                  <a:pt x="61699" y="2043608"/>
                </a:lnTo>
                <a:lnTo>
                  <a:pt x="65974" y="2045542"/>
                </a:lnTo>
                <a:lnTo>
                  <a:pt x="65755" y="2045452"/>
                </a:lnTo>
                <a:lnTo>
                  <a:pt x="70139" y="2047178"/>
                </a:lnTo>
                <a:lnTo>
                  <a:pt x="69911" y="2047098"/>
                </a:lnTo>
                <a:lnTo>
                  <a:pt x="74393" y="2048616"/>
                </a:lnTo>
                <a:lnTo>
                  <a:pt x="74154" y="2048536"/>
                </a:lnTo>
                <a:lnTo>
                  <a:pt x="78736" y="2049835"/>
                </a:lnTo>
                <a:lnTo>
                  <a:pt x="78498" y="2049776"/>
                </a:lnTo>
                <a:lnTo>
                  <a:pt x="83168" y="2050857"/>
                </a:lnTo>
                <a:lnTo>
                  <a:pt x="82930" y="2050807"/>
                </a:lnTo>
                <a:lnTo>
                  <a:pt x="87680" y="2051660"/>
                </a:lnTo>
                <a:lnTo>
                  <a:pt x="87433" y="2051620"/>
                </a:lnTo>
                <a:lnTo>
                  <a:pt x="92271" y="2052235"/>
                </a:lnTo>
                <a:lnTo>
                  <a:pt x="92024" y="2052205"/>
                </a:lnTo>
                <a:lnTo>
                  <a:pt x="96923" y="2052582"/>
                </a:lnTo>
                <a:lnTo>
                  <a:pt x="96674" y="2052572"/>
                </a:lnTo>
                <a:lnTo>
                  <a:pt x="101642" y="2052691"/>
                </a:lnTo>
                <a:lnTo>
                  <a:pt x="101513" y="2052691"/>
                </a:lnTo>
                <a:lnTo>
                  <a:pt x="1435030" y="2052691"/>
                </a:lnTo>
                <a:lnTo>
                  <a:pt x="1434900" y="2052691"/>
                </a:lnTo>
                <a:lnTo>
                  <a:pt x="1439869" y="2052572"/>
                </a:lnTo>
                <a:lnTo>
                  <a:pt x="1439620" y="2052582"/>
                </a:lnTo>
                <a:lnTo>
                  <a:pt x="1444519" y="2052205"/>
                </a:lnTo>
                <a:lnTo>
                  <a:pt x="1444271" y="2052235"/>
                </a:lnTo>
                <a:lnTo>
                  <a:pt x="1449110" y="2051620"/>
                </a:lnTo>
                <a:lnTo>
                  <a:pt x="1448862" y="2051660"/>
                </a:lnTo>
                <a:lnTo>
                  <a:pt x="1453613" y="2050807"/>
                </a:lnTo>
                <a:lnTo>
                  <a:pt x="1453375" y="2050857"/>
                </a:lnTo>
                <a:lnTo>
                  <a:pt x="1458045" y="2049776"/>
                </a:lnTo>
                <a:lnTo>
                  <a:pt x="1457807" y="2049835"/>
                </a:lnTo>
                <a:lnTo>
                  <a:pt x="1462389" y="2048536"/>
                </a:lnTo>
                <a:lnTo>
                  <a:pt x="1462150" y="2048616"/>
                </a:lnTo>
                <a:lnTo>
                  <a:pt x="1466632" y="2047098"/>
                </a:lnTo>
                <a:lnTo>
                  <a:pt x="1466406" y="2047178"/>
                </a:lnTo>
                <a:lnTo>
                  <a:pt x="1470788" y="2045452"/>
                </a:lnTo>
                <a:lnTo>
                  <a:pt x="1470570" y="2045542"/>
                </a:lnTo>
                <a:lnTo>
                  <a:pt x="1474843" y="2043608"/>
                </a:lnTo>
                <a:lnTo>
                  <a:pt x="1474625" y="2043717"/>
                </a:lnTo>
                <a:lnTo>
                  <a:pt x="1478790" y="2041585"/>
                </a:lnTo>
                <a:lnTo>
                  <a:pt x="1478582" y="2041694"/>
                </a:lnTo>
                <a:lnTo>
                  <a:pt x="1482628" y="2039373"/>
                </a:lnTo>
                <a:lnTo>
                  <a:pt x="1482420" y="2039492"/>
                </a:lnTo>
                <a:lnTo>
                  <a:pt x="1486337" y="2036984"/>
                </a:lnTo>
                <a:lnTo>
                  <a:pt x="1486138" y="2037123"/>
                </a:lnTo>
                <a:lnTo>
                  <a:pt x="1489926" y="2034425"/>
                </a:lnTo>
                <a:lnTo>
                  <a:pt x="1489738" y="2034564"/>
                </a:lnTo>
                <a:lnTo>
                  <a:pt x="1493386" y="2031699"/>
                </a:lnTo>
                <a:lnTo>
                  <a:pt x="1493198" y="2031857"/>
                </a:lnTo>
                <a:lnTo>
                  <a:pt x="1496699" y="2028823"/>
                </a:lnTo>
                <a:lnTo>
                  <a:pt x="1496531" y="2028981"/>
                </a:lnTo>
                <a:lnTo>
                  <a:pt x="1499882" y="2025778"/>
                </a:lnTo>
                <a:lnTo>
                  <a:pt x="1499714" y="2025947"/>
                </a:lnTo>
                <a:lnTo>
                  <a:pt x="1502916" y="2022595"/>
                </a:lnTo>
                <a:lnTo>
                  <a:pt x="1502749" y="2022764"/>
                </a:lnTo>
                <a:lnTo>
                  <a:pt x="1505792" y="2019263"/>
                </a:lnTo>
                <a:lnTo>
                  <a:pt x="1505634" y="2019452"/>
                </a:lnTo>
                <a:lnTo>
                  <a:pt x="1508500" y="2015802"/>
                </a:lnTo>
                <a:lnTo>
                  <a:pt x="1508361" y="2015991"/>
                </a:lnTo>
                <a:lnTo>
                  <a:pt x="1511058" y="2012203"/>
                </a:lnTo>
                <a:lnTo>
                  <a:pt x="1510920" y="2012401"/>
                </a:lnTo>
                <a:lnTo>
                  <a:pt x="1513428" y="2008484"/>
                </a:lnTo>
                <a:lnTo>
                  <a:pt x="1513309" y="2008692"/>
                </a:lnTo>
                <a:lnTo>
                  <a:pt x="1515630" y="2004646"/>
                </a:lnTo>
                <a:lnTo>
                  <a:pt x="1515521" y="2004855"/>
                </a:lnTo>
                <a:lnTo>
                  <a:pt x="1517652" y="2000690"/>
                </a:lnTo>
                <a:lnTo>
                  <a:pt x="1517544" y="2000908"/>
                </a:lnTo>
                <a:lnTo>
                  <a:pt x="1519478" y="1996634"/>
                </a:lnTo>
                <a:lnTo>
                  <a:pt x="1519387" y="1996852"/>
                </a:lnTo>
                <a:lnTo>
                  <a:pt x="1521114" y="1992469"/>
                </a:lnTo>
                <a:lnTo>
                  <a:pt x="1521034" y="1992697"/>
                </a:lnTo>
                <a:lnTo>
                  <a:pt x="1522551" y="1988215"/>
                </a:lnTo>
                <a:lnTo>
                  <a:pt x="1522472" y="1988453"/>
                </a:lnTo>
                <a:lnTo>
                  <a:pt x="1523771" y="1983872"/>
                </a:lnTo>
                <a:lnTo>
                  <a:pt x="1523712" y="1984110"/>
                </a:lnTo>
                <a:lnTo>
                  <a:pt x="1524792" y="1979439"/>
                </a:lnTo>
                <a:lnTo>
                  <a:pt x="1524743" y="1979677"/>
                </a:lnTo>
                <a:lnTo>
                  <a:pt x="1525596" y="1974927"/>
                </a:lnTo>
                <a:lnTo>
                  <a:pt x="1525556" y="1975175"/>
                </a:lnTo>
                <a:lnTo>
                  <a:pt x="1526171" y="1970336"/>
                </a:lnTo>
                <a:lnTo>
                  <a:pt x="1526141" y="1970583"/>
                </a:lnTo>
                <a:lnTo>
                  <a:pt x="1526517" y="1965685"/>
                </a:lnTo>
                <a:lnTo>
                  <a:pt x="1526508" y="1965933"/>
                </a:lnTo>
                <a:lnTo>
                  <a:pt x="1526627" y="1960965"/>
                </a:lnTo>
                <a:lnTo>
                  <a:pt x="1526627" y="1961093"/>
                </a:lnTo>
                <a:lnTo>
                  <a:pt x="1526627" y="101514"/>
                </a:lnTo>
                <a:lnTo>
                  <a:pt x="1526627" y="101643"/>
                </a:lnTo>
                <a:lnTo>
                  <a:pt x="1526508" y="96675"/>
                </a:lnTo>
                <a:lnTo>
                  <a:pt x="1526517" y="96923"/>
                </a:lnTo>
                <a:lnTo>
                  <a:pt x="1526141" y="92024"/>
                </a:lnTo>
                <a:lnTo>
                  <a:pt x="1526171" y="92272"/>
                </a:lnTo>
                <a:lnTo>
                  <a:pt x="1525556" y="87433"/>
                </a:lnTo>
                <a:lnTo>
                  <a:pt x="1525596" y="87681"/>
                </a:lnTo>
                <a:lnTo>
                  <a:pt x="1524743" y="82931"/>
                </a:lnTo>
                <a:lnTo>
                  <a:pt x="1524792" y="83169"/>
                </a:lnTo>
                <a:lnTo>
                  <a:pt x="1523712" y="78498"/>
                </a:lnTo>
                <a:lnTo>
                  <a:pt x="1523771" y="78736"/>
                </a:lnTo>
                <a:lnTo>
                  <a:pt x="1522472" y="74155"/>
                </a:lnTo>
                <a:lnTo>
                  <a:pt x="1522551" y="74393"/>
                </a:lnTo>
                <a:lnTo>
                  <a:pt x="1521034" y="69911"/>
                </a:lnTo>
                <a:lnTo>
                  <a:pt x="1521114" y="70139"/>
                </a:lnTo>
                <a:lnTo>
                  <a:pt x="1519387" y="65756"/>
                </a:lnTo>
                <a:lnTo>
                  <a:pt x="1519478" y="65974"/>
                </a:lnTo>
                <a:lnTo>
                  <a:pt x="1517544" y="61700"/>
                </a:lnTo>
                <a:lnTo>
                  <a:pt x="1517652" y="61918"/>
                </a:lnTo>
                <a:lnTo>
                  <a:pt x="1515521" y="57753"/>
                </a:lnTo>
                <a:lnTo>
                  <a:pt x="1515630" y="57961"/>
                </a:lnTo>
                <a:lnTo>
                  <a:pt x="1513309" y="53915"/>
                </a:lnTo>
                <a:lnTo>
                  <a:pt x="1513428" y="54124"/>
                </a:lnTo>
                <a:lnTo>
                  <a:pt x="1510920" y="50207"/>
                </a:lnTo>
                <a:lnTo>
                  <a:pt x="1511058" y="50405"/>
                </a:lnTo>
                <a:lnTo>
                  <a:pt x="1508361" y="46617"/>
                </a:lnTo>
                <a:lnTo>
                  <a:pt x="1508500" y="46805"/>
                </a:lnTo>
                <a:lnTo>
                  <a:pt x="1505634" y="43156"/>
                </a:lnTo>
                <a:lnTo>
                  <a:pt x="1505792" y="43345"/>
                </a:lnTo>
                <a:lnTo>
                  <a:pt x="1502749" y="39844"/>
                </a:lnTo>
                <a:lnTo>
                  <a:pt x="1502916" y="40013"/>
                </a:lnTo>
                <a:lnTo>
                  <a:pt x="1499714" y="36661"/>
                </a:lnTo>
                <a:lnTo>
                  <a:pt x="1499882" y="36830"/>
                </a:lnTo>
                <a:lnTo>
                  <a:pt x="1496531" y="33627"/>
                </a:lnTo>
                <a:lnTo>
                  <a:pt x="1496699" y="33795"/>
                </a:lnTo>
                <a:lnTo>
                  <a:pt x="1493198" y="30751"/>
                </a:lnTo>
                <a:lnTo>
                  <a:pt x="1493386" y="30909"/>
                </a:lnTo>
                <a:lnTo>
                  <a:pt x="1489738" y="28043"/>
                </a:lnTo>
                <a:lnTo>
                  <a:pt x="1489926" y="28182"/>
                </a:lnTo>
                <a:lnTo>
                  <a:pt x="1486138" y="25485"/>
                </a:lnTo>
                <a:lnTo>
                  <a:pt x="1486337" y="25624"/>
                </a:lnTo>
                <a:lnTo>
                  <a:pt x="1482420" y="23115"/>
                </a:lnTo>
                <a:lnTo>
                  <a:pt x="1482628" y="23234"/>
                </a:lnTo>
                <a:lnTo>
                  <a:pt x="1478582" y="20914"/>
                </a:lnTo>
                <a:lnTo>
                  <a:pt x="1478790" y="21023"/>
                </a:lnTo>
                <a:lnTo>
                  <a:pt x="1474625" y="18891"/>
                </a:lnTo>
                <a:lnTo>
                  <a:pt x="1474843" y="19000"/>
                </a:lnTo>
                <a:lnTo>
                  <a:pt x="1470570" y="17066"/>
                </a:lnTo>
                <a:lnTo>
                  <a:pt x="1470788" y="17155"/>
                </a:lnTo>
                <a:lnTo>
                  <a:pt x="1466406" y="15430"/>
                </a:lnTo>
                <a:lnTo>
                  <a:pt x="1466632" y="15519"/>
                </a:lnTo>
                <a:lnTo>
                  <a:pt x="1462150" y="13992"/>
                </a:lnTo>
                <a:lnTo>
                  <a:pt x="1462389" y="14071"/>
                </a:lnTo>
                <a:lnTo>
                  <a:pt x="1457807" y="12773"/>
                </a:lnTo>
                <a:lnTo>
                  <a:pt x="1458045" y="12832"/>
                </a:lnTo>
                <a:lnTo>
                  <a:pt x="1453375" y="11751"/>
                </a:lnTo>
                <a:lnTo>
                  <a:pt x="1453613" y="11800"/>
                </a:lnTo>
                <a:lnTo>
                  <a:pt x="1448862" y="10948"/>
                </a:lnTo>
                <a:lnTo>
                  <a:pt x="1449110" y="10987"/>
                </a:lnTo>
                <a:lnTo>
                  <a:pt x="1444271" y="10373"/>
                </a:lnTo>
                <a:lnTo>
                  <a:pt x="1444519" y="10402"/>
                </a:lnTo>
                <a:lnTo>
                  <a:pt x="1439620" y="10026"/>
                </a:lnTo>
                <a:lnTo>
                  <a:pt x="1439869" y="10045"/>
                </a:lnTo>
                <a:lnTo>
                  <a:pt x="1434900" y="9916"/>
                </a:lnTo>
                <a:lnTo>
                  <a:pt x="1435030" y="9916"/>
                </a:lnTo>
                <a:lnTo>
                  <a:pt x="101513" y="9916"/>
                </a:lnTo>
                <a:lnTo>
                  <a:pt x="101642" y="9916"/>
                </a:lnTo>
                <a:lnTo>
                  <a:pt x="96674" y="10045"/>
                </a:lnTo>
                <a:lnTo>
                  <a:pt x="96923" y="10026"/>
                </a:lnTo>
                <a:lnTo>
                  <a:pt x="92024" y="10402"/>
                </a:lnTo>
                <a:lnTo>
                  <a:pt x="92271" y="10373"/>
                </a:lnTo>
                <a:lnTo>
                  <a:pt x="87433" y="10987"/>
                </a:lnTo>
                <a:lnTo>
                  <a:pt x="87680" y="10948"/>
                </a:lnTo>
                <a:lnTo>
                  <a:pt x="82930" y="11800"/>
                </a:lnTo>
                <a:lnTo>
                  <a:pt x="83168" y="11751"/>
                </a:lnTo>
                <a:lnTo>
                  <a:pt x="78498" y="12832"/>
                </a:lnTo>
                <a:lnTo>
                  <a:pt x="78736" y="12773"/>
                </a:lnTo>
                <a:lnTo>
                  <a:pt x="74154" y="14071"/>
                </a:lnTo>
                <a:lnTo>
                  <a:pt x="74393" y="13992"/>
                </a:lnTo>
                <a:lnTo>
                  <a:pt x="69911" y="15519"/>
                </a:lnTo>
                <a:lnTo>
                  <a:pt x="70139" y="15430"/>
                </a:lnTo>
                <a:lnTo>
                  <a:pt x="65755" y="17155"/>
                </a:lnTo>
                <a:lnTo>
                  <a:pt x="65974" y="17066"/>
                </a:lnTo>
                <a:lnTo>
                  <a:pt x="61699" y="19000"/>
                </a:lnTo>
                <a:lnTo>
                  <a:pt x="61917" y="18891"/>
                </a:lnTo>
                <a:lnTo>
                  <a:pt x="57753" y="21023"/>
                </a:lnTo>
                <a:lnTo>
                  <a:pt x="57961" y="20914"/>
                </a:lnTo>
                <a:lnTo>
                  <a:pt x="53916" y="23234"/>
                </a:lnTo>
                <a:lnTo>
                  <a:pt x="54123" y="23115"/>
                </a:lnTo>
                <a:lnTo>
                  <a:pt x="50206" y="25624"/>
                </a:lnTo>
                <a:lnTo>
                  <a:pt x="50405" y="25485"/>
                </a:lnTo>
                <a:lnTo>
                  <a:pt x="46617" y="28182"/>
                </a:lnTo>
                <a:lnTo>
                  <a:pt x="46805" y="28043"/>
                </a:lnTo>
                <a:lnTo>
                  <a:pt x="43156" y="30909"/>
                </a:lnTo>
                <a:lnTo>
                  <a:pt x="43344" y="30751"/>
                </a:lnTo>
                <a:lnTo>
                  <a:pt x="39844" y="33795"/>
                </a:lnTo>
                <a:lnTo>
                  <a:pt x="40012" y="33627"/>
                </a:lnTo>
                <a:lnTo>
                  <a:pt x="36660" y="36830"/>
                </a:lnTo>
                <a:lnTo>
                  <a:pt x="36829" y="36661"/>
                </a:lnTo>
                <a:lnTo>
                  <a:pt x="33627" y="40013"/>
                </a:lnTo>
                <a:lnTo>
                  <a:pt x="33794" y="39844"/>
                </a:lnTo>
                <a:lnTo>
                  <a:pt x="30751" y="43345"/>
                </a:lnTo>
                <a:lnTo>
                  <a:pt x="30909" y="43156"/>
                </a:lnTo>
                <a:lnTo>
                  <a:pt x="28044" y="46805"/>
                </a:lnTo>
                <a:lnTo>
                  <a:pt x="28182" y="46617"/>
                </a:lnTo>
                <a:lnTo>
                  <a:pt x="25485" y="50405"/>
                </a:lnTo>
                <a:lnTo>
                  <a:pt x="25623" y="50207"/>
                </a:lnTo>
                <a:lnTo>
                  <a:pt x="23115" y="54124"/>
                </a:lnTo>
                <a:lnTo>
                  <a:pt x="23234" y="53915"/>
                </a:lnTo>
                <a:lnTo>
                  <a:pt x="20914" y="57961"/>
                </a:lnTo>
                <a:lnTo>
                  <a:pt x="21022" y="57753"/>
                </a:lnTo>
                <a:lnTo>
                  <a:pt x="18890" y="61918"/>
                </a:lnTo>
                <a:lnTo>
                  <a:pt x="19000" y="61700"/>
                </a:lnTo>
                <a:lnTo>
                  <a:pt x="17066" y="65974"/>
                </a:lnTo>
                <a:lnTo>
                  <a:pt x="17156" y="65756"/>
                </a:lnTo>
                <a:lnTo>
                  <a:pt x="15429" y="70139"/>
                </a:lnTo>
                <a:lnTo>
                  <a:pt x="15509" y="69911"/>
                </a:lnTo>
                <a:lnTo>
                  <a:pt x="13992" y="74393"/>
                </a:lnTo>
                <a:lnTo>
                  <a:pt x="14071" y="74155"/>
                </a:lnTo>
                <a:lnTo>
                  <a:pt x="12772" y="78736"/>
                </a:lnTo>
                <a:lnTo>
                  <a:pt x="12832" y="78498"/>
                </a:lnTo>
                <a:lnTo>
                  <a:pt x="11751" y="83169"/>
                </a:lnTo>
                <a:lnTo>
                  <a:pt x="11800" y="82931"/>
                </a:lnTo>
                <a:lnTo>
                  <a:pt x="10948" y="87681"/>
                </a:lnTo>
                <a:lnTo>
                  <a:pt x="10987" y="87433"/>
                </a:lnTo>
                <a:lnTo>
                  <a:pt x="10372" y="92272"/>
                </a:lnTo>
                <a:lnTo>
                  <a:pt x="10403" y="92024"/>
                </a:lnTo>
                <a:lnTo>
                  <a:pt x="10025" y="96923"/>
                </a:lnTo>
                <a:lnTo>
                  <a:pt x="10045" y="96675"/>
                </a:lnTo>
                <a:lnTo>
                  <a:pt x="9916" y="101643"/>
                </a:lnTo>
              </a:path>
            </a:pathLst>
          </a:custGeom>
          <a:solidFill xmlns:a="http://schemas.openxmlformats.org/drawingml/2006/main">
            <a:srgbClr val="72B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0A606A46-E988-4FB8-BBFB-8F57EDA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0636" y="864493"/>
            <a:ext cx="470122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97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67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FC173FEF-3456-4AE5-B57A-5B4840BB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0673" y="866126"/>
            <a:ext cx="86404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</a:p>
        </p:txBody>
      </p:sp>
      <p:sp>
        <p:nvSpPr>
          <p:cNvPr id="68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80DC1C59-1675-4D52-AE02-6FADA85B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0636" y="1032721"/>
            <a:ext cx="141275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‘G</a:t>
            </a:r>
          </a:p>
        </p:txBody>
      </p:sp>
      <p:sp>
        <p:nvSpPr>
          <p:cNvPr id="69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89C98A3A-D2B0-496E-A429-7C915185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356" y="1032721"/>
            <a:ext cx="1126300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raspable Handle</a:t>
            </a:r>
          </a:p>
        </p:txBody>
      </p:sp>
      <p:sp>
        <p:nvSpPr>
          <p:cNvPr id="70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A5FF74C1-CE9F-4F68-A1E8-E24918E8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6791" y="1032721"/>
            <a:ext cx="39797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’</a:t>
            </a:r>
          </a:p>
        </p:txBody>
      </p:sp>
      <p:sp>
        <p:nvSpPr>
          <p:cNvPr id="71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FCD84D59-2EDC-4984-9835-D67503B4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6655" y="573199"/>
            <a:ext cx="2704715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Affordance-guided grasp selection</a:t>
            </a:r>
          </a:p>
        </p:txBody>
      </p:sp>
      <p:sp>
        <p:nvSpPr>
          <p:cNvPr id="72" name="pdf-path-68">
            <a:extLst xmlns:a="http://schemas.openxmlformats.org/drawingml/2006/main">
              <a:ext uri="{FF2B5EF4-FFF2-40B4-BE49-F238E27FC236}">
                <a16:creationId xmlns:a16="http://schemas.microsoft.com/office/drawing/2014/main" id="{DC5D26B0-8CC9-41B1-98C4-2D96D38C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0984" y="520224"/>
            <a:ext cx="1642649" cy="2350778"/>
          </a:xfrm>
          <a:custGeom xmlns:a="http://schemas.openxmlformats.org/drawingml/2006/main">
            <a:pathLst>
              <a:path w="1642649" h="2350778">
                <a:moveTo>
                  <a:pt x="0" y="104122"/>
                </a:moveTo>
                <a:cubicBezTo>
                  <a:pt x="495" y="46498"/>
                  <a:pt x="47004" y="0"/>
                  <a:pt x="104716" y="595"/>
                </a:cubicBezTo>
                <a:lnTo>
                  <a:pt x="1538626" y="595"/>
                </a:lnTo>
                <a:cubicBezTo>
                  <a:pt x="1596150" y="0"/>
                  <a:pt x="1642649" y="46498"/>
                  <a:pt x="1642153" y="104122"/>
                </a:cubicBezTo>
                <a:lnTo>
                  <a:pt x="1642153" y="2247251"/>
                </a:lnTo>
                <a:cubicBezTo>
                  <a:pt x="1642649" y="2304181"/>
                  <a:pt x="1596150" y="2350679"/>
                  <a:pt x="1538626" y="2350778"/>
                </a:cubicBezTo>
                <a:lnTo>
                  <a:pt x="104716" y="2350778"/>
                </a:lnTo>
                <a:cubicBezTo>
                  <a:pt x="47004" y="2350679"/>
                  <a:pt x="495" y="2304181"/>
                  <a:pt x="0" y="2247251"/>
                </a:cubicBezTo>
                <a:lnTo>
                  <a:pt x="0" y="104122"/>
                </a:lnTo>
              </a:path>
            </a:pathLst>
          </a:custGeom>
          <a:solidFill xmlns:a="http://schemas.openxmlformats.org/drawingml/2006/main">
            <a:srgbClr val="FFF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69">
            <a:extLst xmlns:a="http://schemas.openxmlformats.org/drawingml/2006/main">
              <a:ext uri="{FF2B5EF4-FFF2-40B4-BE49-F238E27FC236}">
                <a16:creationId xmlns:a16="http://schemas.microsoft.com/office/drawing/2014/main" id="{69E71CF9-F631-487E-8B2A-6E184D1A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6521" y="515266"/>
            <a:ext cx="1652071" cy="2360595"/>
          </a:xfrm>
          <a:custGeom xmlns:a="http://schemas.openxmlformats.org/drawingml/2006/main">
            <a:pathLst>
              <a:path w="1652071" h="2360595">
                <a:moveTo>
                  <a:pt x="140" y="103230"/>
                </a:moveTo>
                <a:lnTo>
                  <a:pt x="565" y="97706"/>
                </a:lnTo>
                <a:lnTo>
                  <a:pt x="1251" y="92262"/>
                </a:lnTo>
                <a:lnTo>
                  <a:pt x="2211" y="86897"/>
                </a:lnTo>
                <a:lnTo>
                  <a:pt x="3422" y="81632"/>
                </a:lnTo>
                <a:lnTo>
                  <a:pt x="4890" y="76465"/>
                </a:lnTo>
                <a:lnTo>
                  <a:pt x="6605" y="71408"/>
                </a:lnTo>
                <a:lnTo>
                  <a:pt x="8549" y="66460"/>
                </a:lnTo>
                <a:lnTo>
                  <a:pt x="10730" y="61640"/>
                </a:lnTo>
                <a:lnTo>
                  <a:pt x="13140" y="56950"/>
                </a:lnTo>
                <a:lnTo>
                  <a:pt x="15757" y="52388"/>
                </a:lnTo>
                <a:lnTo>
                  <a:pt x="18584" y="47975"/>
                </a:lnTo>
                <a:lnTo>
                  <a:pt x="21619" y="43711"/>
                </a:lnTo>
                <a:lnTo>
                  <a:pt x="24851" y="39596"/>
                </a:lnTo>
                <a:lnTo>
                  <a:pt x="28272" y="35649"/>
                </a:lnTo>
                <a:lnTo>
                  <a:pt x="31871" y="31871"/>
                </a:lnTo>
                <a:lnTo>
                  <a:pt x="35651" y="28272"/>
                </a:lnTo>
                <a:lnTo>
                  <a:pt x="39597" y="24851"/>
                </a:lnTo>
                <a:lnTo>
                  <a:pt x="43713" y="21618"/>
                </a:lnTo>
                <a:lnTo>
                  <a:pt x="47975" y="18583"/>
                </a:lnTo>
                <a:lnTo>
                  <a:pt x="52390" y="15757"/>
                </a:lnTo>
                <a:lnTo>
                  <a:pt x="56950" y="13139"/>
                </a:lnTo>
                <a:lnTo>
                  <a:pt x="61641" y="10730"/>
                </a:lnTo>
                <a:lnTo>
                  <a:pt x="66460" y="8548"/>
                </a:lnTo>
                <a:lnTo>
                  <a:pt x="71409" y="6604"/>
                </a:lnTo>
                <a:lnTo>
                  <a:pt x="76466" y="4889"/>
                </a:lnTo>
                <a:lnTo>
                  <a:pt x="81633" y="3421"/>
                </a:lnTo>
                <a:lnTo>
                  <a:pt x="86898" y="2211"/>
                </a:lnTo>
                <a:lnTo>
                  <a:pt x="92263" y="1250"/>
                </a:lnTo>
                <a:lnTo>
                  <a:pt x="97707" y="555"/>
                </a:lnTo>
                <a:lnTo>
                  <a:pt x="103230" y="139"/>
                </a:lnTo>
                <a:lnTo>
                  <a:pt x="108763" y="0"/>
                </a:lnTo>
                <a:lnTo>
                  <a:pt x="1543307" y="0"/>
                </a:lnTo>
                <a:lnTo>
                  <a:pt x="1548840" y="139"/>
                </a:lnTo>
                <a:lnTo>
                  <a:pt x="1554364" y="555"/>
                </a:lnTo>
                <a:lnTo>
                  <a:pt x="1559808" y="1250"/>
                </a:lnTo>
                <a:lnTo>
                  <a:pt x="1565173" y="2211"/>
                </a:lnTo>
                <a:lnTo>
                  <a:pt x="1570438" y="3421"/>
                </a:lnTo>
                <a:lnTo>
                  <a:pt x="1575605" y="4889"/>
                </a:lnTo>
                <a:lnTo>
                  <a:pt x="1580662" y="6604"/>
                </a:lnTo>
                <a:lnTo>
                  <a:pt x="1585611" y="8548"/>
                </a:lnTo>
                <a:lnTo>
                  <a:pt x="1590430" y="10730"/>
                </a:lnTo>
                <a:lnTo>
                  <a:pt x="1595120" y="13139"/>
                </a:lnTo>
                <a:lnTo>
                  <a:pt x="1599681" y="15757"/>
                </a:lnTo>
                <a:lnTo>
                  <a:pt x="1604095" y="18583"/>
                </a:lnTo>
                <a:lnTo>
                  <a:pt x="1608358" y="21618"/>
                </a:lnTo>
                <a:lnTo>
                  <a:pt x="1612474" y="24851"/>
                </a:lnTo>
                <a:lnTo>
                  <a:pt x="1616420" y="28272"/>
                </a:lnTo>
                <a:lnTo>
                  <a:pt x="1620199" y="31871"/>
                </a:lnTo>
                <a:lnTo>
                  <a:pt x="1623798" y="35649"/>
                </a:lnTo>
                <a:lnTo>
                  <a:pt x="1627219" y="39596"/>
                </a:lnTo>
                <a:lnTo>
                  <a:pt x="1630452" y="43711"/>
                </a:lnTo>
                <a:lnTo>
                  <a:pt x="1633487" y="47975"/>
                </a:lnTo>
                <a:lnTo>
                  <a:pt x="1636314" y="52388"/>
                </a:lnTo>
                <a:lnTo>
                  <a:pt x="1638931" y="56950"/>
                </a:lnTo>
                <a:lnTo>
                  <a:pt x="1641340" y="61640"/>
                </a:lnTo>
                <a:lnTo>
                  <a:pt x="1643522" y="66460"/>
                </a:lnTo>
                <a:lnTo>
                  <a:pt x="1645466" y="71408"/>
                </a:lnTo>
                <a:lnTo>
                  <a:pt x="1647181" y="76465"/>
                </a:lnTo>
                <a:lnTo>
                  <a:pt x="1648648" y="81632"/>
                </a:lnTo>
                <a:lnTo>
                  <a:pt x="1649859" y="86897"/>
                </a:lnTo>
                <a:lnTo>
                  <a:pt x="1650820" y="92262"/>
                </a:lnTo>
                <a:lnTo>
                  <a:pt x="1651515" y="97706"/>
                </a:lnTo>
                <a:lnTo>
                  <a:pt x="1651931" y="103230"/>
                </a:lnTo>
                <a:lnTo>
                  <a:pt x="1652071" y="108763"/>
                </a:lnTo>
                <a:lnTo>
                  <a:pt x="1652071" y="2251832"/>
                </a:lnTo>
                <a:lnTo>
                  <a:pt x="1651931" y="2257365"/>
                </a:lnTo>
                <a:lnTo>
                  <a:pt x="1651515" y="2262889"/>
                </a:lnTo>
                <a:lnTo>
                  <a:pt x="1650820" y="2268333"/>
                </a:lnTo>
                <a:lnTo>
                  <a:pt x="1649859" y="2273697"/>
                </a:lnTo>
                <a:lnTo>
                  <a:pt x="1648648" y="2278963"/>
                </a:lnTo>
                <a:lnTo>
                  <a:pt x="1647181" y="2284130"/>
                </a:lnTo>
                <a:lnTo>
                  <a:pt x="1645466" y="2289187"/>
                </a:lnTo>
                <a:lnTo>
                  <a:pt x="1643522" y="2294135"/>
                </a:lnTo>
                <a:lnTo>
                  <a:pt x="1641340" y="2298955"/>
                </a:lnTo>
                <a:lnTo>
                  <a:pt x="1638931" y="2303645"/>
                </a:lnTo>
                <a:lnTo>
                  <a:pt x="1636314" y="2308207"/>
                </a:lnTo>
                <a:lnTo>
                  <a:pt x="1633487" y="2312619"/>
                </a:lnTo>
                <a:lnTo>
                  <a:pt x="1630452" y="2316884"/>
                </a:lnTo>
                <a:lnTo>
                  <a:pt x="1627219" y="2320999"/>
                </a:lnTo>
                <a:lnTo>
                  <a:pt x="1623798" y="2324946"/>
                </a:lnTo>
                <a:lnTo>
                  <a:pt x="1620199" y="2328724"/>
                </a:lnTo>
                <a:lnTo>
                  <a:pt x="1616420" y="2332323"/>
                </a:lnTo>
                <a:lnTo>
                  <a:pt x="1612474" y="2335744"/>
                </a:lnTo>
                <a:lnTo>
                  <a:pt x="1608358" y="2338978"/>
                </a:lnTo>
                <a:lnTo>
                  <a:pt x="1604095" y="2342012"/>
                </a:lnTo>
                <a:lnTo>
                  <a:pt x="1599681" y="2344838"/>
                </a:lnTo>
                <a:lnTo>
                  <a:pt x="1595120" y="2347455"/>
                </a:lnTo>
                <a:lnTo>
                  <a:pt x="1590430" y="2349865"/>
                </a:lnTo>
                <a:lnTo>
                  <a:pt x="1585611" y="2352047"/>
                </a:lnTo>
                <a:lnTo>
                  <a:pt x="1580662" y="2353991"/>
                </a:lnTo>
                <a:lnTo>
                  <a:pt x="1575605" y="2355706"/>
                </a:lnTo>
                <a:lnTo>
                  <a:pt x="1570438" y="2357174"/>
                </a:lnTo>
                <a:lnTo>
                  <a:pt x="1565173" y="2358384"/>
                </a:lnTo>
                <a:lnTo>
                  <a:pt x="1559808" y="2359345"/>
                </a:lnTo>
                <a:lnTo>
                  <a:pt x="1554364" y="2360039"/>
                </a:lnTo>
                <a:lnTo>
                  <a:pt x="1548840" y="2360456"/>
                </a:lnTo>
                <a:lnTo>
                  <a:pt x="1543307" y="2360595"/>
                </a:lnTo>
                <a:lnTo>
                  <a:pt x="108763" y="2360595"/>
                </a:lnTo>
                <a:lnTo>
                  <a:pt x="103230" y="2360456"/>
                </a:lnTo>
                <a:lnTo>
                  <a:pt x="97707" y="2360039"/>
                </a:lnTo>
                <a:lnTo>
                  <a:pt x="92263" y="2359345"/>
                </a:lnTo>
                <a:lnTo>
                  <a:pt x="86898" y="2358384"/>
                </a:lnTo>
                <a:lnTo>
                  <a:pt x="81633" y="2357174"/>
                </a:lnTo>
                <a:lnTo>
                  <a:pt x="76466" y="2355706"/>
                </a:lnTo>
                <a:lnTo>
                  <a:pt x="71409" y="2353991"/>
                </a:lnTo>
                <a:lnTo>
                  <a:pt x="66460" y="2352047"/>
                </a:lnTo>
                <a:lnTo>
                  <a:pt x="61641" y="2349865"/>
                </a:lnTo>
                <a:lnTo>
                  <a:pt x="56950" y="2347455"/>
                </a:lnTo>
                <a:lnTo>
                  <a:pt x="52390" y="2344838"/>
                </a:lnTo>
                <a:lnTo>
                  <a:pt x="47975" y="2342012"/>
                </a:lnTo>
                <a:lnTo>
                  <a:pt x="43713" y="2338978"/>
                </a:lnTo>
                <a:lnTo>
                  <a:pt x="39597" y="2335744"/>
                </a:lnTo>
                <a:lnTo>
                  <a:pt x="35651" y="2332323"/>
                </a:lnTo>
                <a:lnTo>
                  <a:pt x="31871" y="2328724"/>
                </a:lnTo>
                <a:lnTo>
                  <a:pt x="28272" y="2324946"/>
                </a:lnTo>
                <a:lnTo>
                  <a:pt x="24851" y="2320999"/>
                </a:lnTo>
                <a:lnTo>
                  <a:pt x="21619" y="2316884"/>
                </a:lnTo>
                <a:lnTo>
                  <a:pt x="18584" y="2312619"/>
                </a:lnTo>
                <a:lnTo>
                  <a:pt x="15757" y="2308207"/>
                </a:lnTo>
                <a:lnTo>
                  <a:pt x="13140" y="2303645"/>
                </a:lnTo>
                <a:lnTo>
                  <a:pt x="10730" y="2298955"/>
                </a:lnTo>
                <a:lnTo>
                  <a:pt x="8549" y="2294135"/>
                </a:lnTo>
                <a:lnTo>
                  <a:pt x="6605" y="2289187"/>
                </a:lnTo>
                <a:lnTo>
                  <a:pt x="4890" y="2284130"/>
                </a:lnTo>
                <a:lnTo>
                  <a:pt x="3422" y="2278963"/>
                </a:lnTo>
                <a:lnTo>
                  <a:pt x="2211" y="2273697"/>
                </a:lnTo>
                <a:lnTo>
                  <a:pt x="1251" y="2268333"/>
                </a:lnTo>
                <a:lnTo>
                  <a:pt x="565" y="2262889"/>
                </a:lnTo>
                <a:lnTo>
                  <a:pt x="140" y="2257365"/>
                </a:lnTo>
                <a:lnTo>
                  <a:pt x="0" y="2251832"/>
                </a:lnTo>
                <a:lnTo>
                  <a:pt x="0" y="108763"/>
                </a:lnTo>
                <a:lnTo>
                  <a:pt x="140" y="103230"/>
                </a:lnTo>
                <a:moveTo>
                  <a:pt x="9917" y="108951"/>
                </a:moveTo>
                <a:lnTo>
                  <a:pt x="9917" y="108823"/>
                </a:lnTo>
                <a:lnTo>
                  <a:pt x="9917" y="2251773"/>
                </a:lnTo>
                <a:lnTo>
                  <a:pt x="9917" y="2251644"/>
                </a:lnTo>
                <a:lnTo>
                  <a:pt x="10055" y="2256989"/>
                </a:lnTo>
                <a:lnTo>
                  <a:pt x="10036" y="2256741"/>
                </a:lnTo>
                <a:lnTo>
                  <a:pt x="10443" y="2262016"/>
                </a:lnTo>
                <a:lnTo>
                  <a:pt x="10413" y="2261768"/>
                </a:lnTo>
                <a:lnTo>
                  <a:pt x="11078" y="2266964"/>
                </a:lnTo>
                <a:lnTo>
                  <a:pt x="11037" y="2266716"/>
                </a:lnTo>
                <a:lnTo>
                  <a:pt x="11950" y="2271833"/>
                </a:lnTo>
                <a:lnTo>
                  <a:pt x="11901" y="2271585"/>
                </a:lnTo>
                <a:lnTo>
                  <a:pt x="13061" y="2276613"/>
                </a:lnTo>
                <a:lnTo>
                  <a:pt x="13001" y="2276375"/>
                </a:lnTo>
                <a:lnTo>
                  <a:pt x="14399" y="2281303"/>
                </a:lnTo>
                <a:lnTo>
                  <a:pt x="14330" y="2281066"/>
                </a:lnTo>
                <a:lnTo>
                  <a:pt x="15956" y="2285895"/>
                </a:lnTo>
                <a:lnTo>
                  <a:pt x="15877" y="2285667"/>
                </a:lnTo>
                <a:lnTo>
                  <a:pt x="17731" y="2290377"/>
                </a:lnTo>
                <a:lnTo>
                  <a:pt x="17642" y="2290159"/>
                </a:lnTo>
                <a:lnTo>
                  <a:pt x="19724" y="2294760"/>
                </a:lnTo>
                <a:lnTo>
                  <a:pt x="19615" y="2294542"/>
                </a:lnTo>
                <a:lnTo>
                  <a:pt x="21907" y="2299014"/>
                </a:lnTo>
                <a:lnTo>
                  <a:pt x="21797" y="2298806"/>
                </a:lnTo>
                <a:lnTo>
                  <a:pt x="24296" y="2303159"/>
                </a:lnTo>
                <a:lnTo>
                  <a:pt x="24167" y="2302951"/>
                </a:lnTo>
                <a:lnTo>
                  <a:pt x="26875" y="2307165"/>
                </a:lnTo>
                <a:lnTo>
                  <a:pt x="26735" y="2306967"/>
                </a:lnTo>
                <a:lnTo>
                  <a:pt x="29631" y="2311043"/>
                </a:lnTo>
                <a:lnTo>
                  <a:pt x="29492" y="2310855"/>
                </a:lnTo>
                <a:lnTo>
                  <a:pt x="32576" y="2314771"/>
                </a:lnTo>
                <a:lnTo>
                  <a:pt x="32427" y="2314593"/>
                </a:lnTo>
                <a:lnTo>
                  <a:pt x="35689" y="2318361"/>
                </a:lnTo>
                <a:lnTo>
                  <a:pt x="35530" y="2318182"/>
                </a:lnTo>
                <a:lnTo>
                  <a:pt x="38972" y="2321792"/>
                </a:lnTo>
                <a:lnTo>
                  <a:pt x="38804" y="2321623"/>
                </a:lnTo>
                <a:lnTo>
                  <a:pt x="42413" y="2325065"/>
                </a:lnTo>
                <a:lnTo>
                  <a:pt x="42235" y="2324906"/>
                </a:lnTo>
                <a:lnTo>
                  <a:pt x="46003" y="2328169"/>
                </a:lnTo>
                <a:lnTo>
                  <a:pt x="45825" y="2328019"/>
                </a:lnTo>
                <a:lnTo>
                  <a:pt x="49740" y="2331104"/>
                </a:lnTo>
                <a:lnTo>
                  <a:pt x="49553" y="2330965"/>
                </a:lnTo>
                <a:lnTo>
                  <a:pt x="53629" y="2333860"/>
                </a:lnTo>
                <a:lnTo>
                  <a:pt x="53430" y="2333722"/>
                </a:lnTo>
                <a:lnTo>
                  <a:pt x="57644" y="2336429"/>
                </a:lnTo>
                <a:lnTo>
                  <a:pt x="57436" y="2336300"/>
                </a:lnTo>
                <a:lnTo>
                  <a:pt x="61790" y="2338799"/>
                </a:lnTo>
                <a:lnTo>
                  <a:pt x="61582" y="2338690"/>
                </a:lnTo>
                <a:lnTo>
                  <a:pt x="66054" y="2340981"/>
                </a:lnTo>
                <a:lnTo>
                  <a:pt x="65836" y="2340881"/>
                </a:lnTo>
                <a:lnTo>
                  <a:pt x="70436" y="2342954"/>
                </a:lnTo>
                <a:lnTo>
                  <a:pt x="70218" y="2342865"/>
                </a:lnTo>
                <a:lnTo>
                  <a:pt x="74928" y="2344719"/>
                </a:lnTo>
                <a:lnTo>
                  <a:pt x="74701" y="2344639"/>
                </a:lnTo>
                <a:lnTo>
                  <a:pt x="79530" y="2346266"/>
                </a:lnTo>
                <a:lnTo>
                  <a:pt x="79293" y="2346196"/>
                </a:lnTo>
                <a:lnTo>
                  <a:pt x="84221" y="2347595"/>
                </a:lnTo>
                <a:lnTo>
                  <a:pt x="83982" y="2347535"/>
                </a:lnTo>
                <a:lnTo>
                  <a:pt x="89010" y="2348695"/>
                </a:lnTo>
                <a:lnTo>
                  <a:pt x="88762" y="2348646"/>
                </a:lnTo>
                <a:lnTo>
                  <a:pt x="93879" y="2349558"/>
                </a:lnTo>
                <a:lnTo>
                  <a:pt x="93631" y="2349518"/>
                </a:lnTo>
                <a:lnTo>
                  <a:pt x="98827" y="2350183"/>
                </a:lnTo>
                <a:lnTo>
                  <a:pt x="98579" y="2350153"/>
                </a:lnTo>
                <a:lnTo>
                  <a:pt x="103855" y="2350560"/>
                </a:lnTo>
                <a:lnTo>
                  <a:pt x="103606" y="2350549"/>
                </a:lnTo>
                <a:lnTo>
                  <a:pt x="108952" y="2350679"/>
                </a:lnTo>
                <a:lnTo>
                  <a:pt x="108823" y="2350679"/>
                </a:lnTo>
                <a:lnTo>
                  <a:pt x="1543248" y="2350679"/>
                </a:lnTo>
                <a:lnTo>
                  <a:pt x="1543119" y="2350679"/>
                </a:lnTo>
                <a:lnTo>
                  <a:pt x="1548464" y="2350549"/>
                </a:lnTo>
                <a:lnTo>
                  <a:pt x="1548216" y="2350560"/>
                </a:lnTo>
                <a:lnTo>
                  <a:pt x="1553491" y="2350153"/>
                </a:lnTo>
                <a:lnTo>
                  <a:pt x="1553243" y="2350183"/>
                </a:lnTo>
                <a:lnTo>
                  <a:pt x="1558440" y="2349518"/>
                </a:lnTo>
                <a:lnTo>
                  <a:pt x="1558191" y="2349558"/>
                </a:lnTo>
                <a:lnTo>
                  <a:pt x="1563308" y="2348646"/>
                </a:lnTo>
                <a:lnTo>
                  <a:pt x="1563060" y="2348695"/>
                </a:lnTo>
                <a:lnTo>
                  <a:pt x="1568089" y="2347535"/>
                </a:lnTo>
                <a:lnTo>
                  <a:pt x="1567850" y="2347595"/>
                </a:lnTo>
                <a:lnTo>
                  <a:pt x="1572778" y="2346196"/>
                </a:lnTo>
                <a:lnTo>
                  <a:pt x="1572541" y="2346266"/>
                </a:lnTo>
                <a:lnTo>
                  <a:pt x="1577369" y="2344639"/>
                </a:lnTo>
                <a:lnTo>
                  <a:pt x="1577142" y="2344719"/>
                </a:lnTo>
                <a:lnTo>
                  <a:pt x="1581852" y="2342865"/>
                </a:lnTo>
                <a:lnTo>
                  <a:pt x="1581634" y="2342954"/>
                </a:lnTo>
                <a:lnTo>
                  <a:pt x="1586235" y="2340881"/>
                </a:lnTo>
                <a:lnTo>
                  <a:pt x="1586017" y="2340981"/>
                </a:lnTo>
                <a:lnTo>
                  <a:pt x="1590499" y="2338690"/>
                </a:lnTo>
                <a:lnTo>
                  <a:pt x="1590281" y="2338799"/>
                </a:lnTo>
                <a:lnTo>
                  <a:pt x="1594635" y="2336300"/>
                </a:lnTo>
                <a:lnTo>
                  <a:pt x="1594426" y="2336429"/>
                </a:lnTo>
                <a:lnTo>
                  <a:pt x="1598640" y="2333722"/>
                </a:lnTo>
                <a:lnTo>
                  <a:pt x="1598442" y="2333860"/>
                </a:lnTo>
                <a:lnTo>
                  <a:pt x="1602518" y="2330965"/>
                </a:lnTo>
                <a:lnTo>
                  <a:pt x="1602330" y="2331104"/>
                </a:lnTo>
                <a:lnTo>
                  <a:pt x="1606246" y="2328019"/>
                </a:lnTo>
                <a:lnTo>
                  <a:pt x="1606068" y="2328169"/>
                </a:lnTo>
                <a:lnTo>
                  <a:pt x="1609836" y="2324906"/>
                </a:lnTo>
                <a:lnTo>
                  <a:pt x="1609657" y="2325065"/>
                </a:lnTo>
                <a:lnTo>
                  <a:pt x="1613267" y="2321623"/>
                </a:lnTo>
                <a:lnTo>
                  <a:pt x="1613098" y="2321792"/>
                </a:lnTo>
                <a:lnTo>
                  <a:pt x="1616540" y="2318182"/>
                </a:lnTo>
                <a:lnTo>
                  <a:pt x="1616382" y="2318361"/>
                </a:lnTo>
                <a:lnTo>
                  <a:pt x="1619644" y="2314593"/>
                </a:lnTo>
                <a:lnTo>
                  <a:pt x="1619495" y="2314771"/>
                </a:lnTo>
                <a:lnTo>
                  <a:pt x="1622579" y="2310855"/>
                </a:lnTo>
                <a:lnTo>
                  <a:pt x="1622440" y="2311043"/>
                </a:lnTo>
                <a:lnTo>
                  <a:pt x="1625336" y="2306967"/>
                </a:lnTo>
                <a:lnTo>
                  <a:pt x="1625196" y="2307165"/>
                </a:lnTo>
                <a:lnTo>
                  <a:pt x="1627904" y="2302951"/>
                </a:lnTo>
                <a:lnTo>
                  <a:pt x="1627775" y="2303159"/>
                </a:lnTo>
                <a:lnTo>
                  <a:pt x="1630274" y="2298806"/>
                </a:lnTo>
                <a:lnTo>
                  <a:pt x="1630164" y="2299014"/>
                </a:lnTo>
                <a:lnTo>
                  <a:pt x="1632456" y="2294542"/>
                </a:lnTo>
                <a:lnTo>
                  <a:pt x="1632356" y="2294760"/>
                </a:lnTo>
                <a:lnTo>
                  <a:pt x="1634428" y="2290159"/>
                </a:lnTo>
                <a:lnTo>
                  <a:pt x="1634339" y="2290377"/>
                </a:lnTo>
                <a:lnTo>
                  <a:pt x="1636193" y="2285667"/>
                </a:lnTo>
                <a:lnTo>
                  <a:pt x="1636115" y="2285895"/>
                </a:lnTo>
                <a:lnTo>
                  <a:pt x="1637750" y="2281066"/>
                </a:lnTo>
                <a:lnTo>
                  <a:pt x="1637672" y="2281303"/>
                </a:lnTo>
                <a:lnTo>
                  <a:pt x="1639069" y="2276375"/>
                </a:lnTo>
                <a:lnTo>
                  <a:pt x="1639010" y="2276613"/>
                </a:lnTo>
                <a:lnTo>
                  <a:pt x="1640170" y="2271585"/>
                </a:lnTo>
                <a:lnTo>
                  <a:pt x="1640120" y="2271833"/>
                </a:lnTo>
                <a:lnTo>
                  <a:pt x="1641033" y="2266716"/>
                </a:lnTo>
                <a:lnTo>
                  <a:pt x="1640993" y="2266964"/>
                </a:lnTo>
                <a:lnTo>
                  <a:pt x="1641658" y="2261768"/>
                </a:lnTo>
                <a:lnTo>
                  <a:pt x="1641627" y="2262016"/>
                </a:lnTo>
                <a:lnTo>
                  <a:pt x="1642034" y="2256741"/>
                </a:lnTo>
                <a:lnTo>
                  <a:pt x="1642025" y="2256989"/>
                </a:lnTo>
                <a:lnTo>
                  <a:pt x="1642154" y="2251644"/>
                </a:lnTo>
                <a:lnTo>
                  <a:pt x="1642154" y="2251773"/>
                </a:lnTo>
                <a:lnTo>
                  <a:pt x="1642154" y="108823"/>
                </a:lnTo>
                <a:lnTo>
                  <a:pt x="1642154" y="108951"/>
                </a:lnTo>
                <a:lnTo>
                  <a:pt x="1642025" y="103606"/>
                </a:lnTo>
                <a:lnTo>
                  <a:pt x="1642034" y="103854"/>
                </a:lnTo>
                <a:lnTo>
                  <a:pt x="1641627" y="98579"/>
                </a:lnTo>
                <a:lnTo>
                  <a:pt x="1641658" y="98827"/>
                </a:lnTo>
                <a:lnTo>
                  <a:pt x="1640993" y="93630"/>
                </a:lnTo>
                <a:lnTo>
                  <a:pt x="1641033" y="93879"/>
                </a:lnTo>
                <a:lnTo>
                  <a:pt x="1640120" y="88762"/>
                </a:lnTo>
                <a:lnTo>
                  <a:pt x="1640170" y="89010"/>
                </a:lnTo>
                <a:lnTo>
                  <a:pt x="1639010" y="83982"/>
                </a:lnTo>
                <a:lnTo>
                  <a:pt x="1639069" y="84220"/>
                </a:lnTo>
                <a:lnTo>
                  <a:pt x="1637672" y="79292"/>
                </a:lnTo>
                <a:lnTo>
                  <a:pt x="1637750" y="79529"/>
                </a:lnTo>
                <a:lnTo>
                  <a:pt x="1636115" y="74700"/>
                </a:lnTo>
                <a:lnTo>
                  <a:pt x="1636193" y="74928"/>
                </a:lnTo>
                <a:lnTo>
                  <a:pt x="1634339" y="70218"/>
                </a:lnTo>
                <a:lnTo>
                  <a:pt x="1634428" y="70436"/>
                </a:lnTo>
                <a:lnTo>
                  <a:pt x="1632356" y="65835"/>
                </a:lnTo>
                <a:lnTo>
                  <a:pt x="1632456" y="66053"/>
                </a:lnTo>
                <a:lnTo>
                  <a:pt x="1630164" y="61581"/>
                </a:lnTo>
                <a:lnTo>
                  <a:pt x="1630274" y="61789"/>
                </a:lnTo>
                <a:lnTo>
                  <a:pt x="1627775" y="57436"/>
                </a:lnTo>
                <a:lnTo>
                  <a:pt x="1627904" y="57644"/>
                </a:lnTo>
                <a:lnTo>
                  <a:pt x="1625196" y="53429"/>
                </a:lnTo>
                <a:lnTo>
                  <a:pt x="1625336" y="53628"/>
                </a:lnTo>
                <a:lnTo>
                  <a:pt x="1622440" y="49552"/>
                </a:lnTo>
                <a:lnTo>
                  <a:pt x="1622579" y="49741"/>
                </a:lnTo>
                <a:lnTo>
                  <a:pt x="1619495" y="45824"/>
                </a:lnTo>
                <a:lnTo>
                  <a:pt x="1619644" y="46002"/>
                </a:lnTo>
                <a:lnTo>
                  <a:pt x="1616382" y="42234"/>
                </a:lnTo>
                <a:lnTo>
                  <a:pt x="1616540" y="42413"/>
                </a:lnTo>
                <a:lnTo>
                  <a:pt x="1613098" y="38803"/>
                </a:lnTo>
                <a:lnTo>
                  <a:pt x="1613267" y="38971"/>
                </a:lnTo>
                <a:lnTo>
                  <a:pt x="1609657" y="35531"/>
                </a:lnTo>
                <a:lnTo>
                  <a:pt x="1609836" y="35689"/>
                </a:lnTo>
                <a:lnTo>
                  <a:pt x="1606068" y="32427"/>
                </a:lnTo>
                <a:lnTo>
                  <a:pt x="1606246" y="32575"/>
                </a:lnTo>
                <a:lnTo>
                  <a:pt x="1602330" y="29491"/>
                </a:lnTo>
                <a:lnTo>
                  <a:pt x="1602518" y="29630"/>
                </a:lnTo>
                <a:lnTo>
                  <a:pt x="1598442" y="26735"/>
                </a:lnTo>
                <a:lnTo>
                  <a:pt x="1598640" y="26873"/>
                </a:lnTo>
                <a:lnTo>
                  <a:pt x="1594426" y="24166"/>
                </a:lnTo>
                <a:lnTo>
                  <a:pt x="1594635" y="24295"/>
                </a:lnTo>
                <a:lnTo>
                  <a:pt x="1590281" y="21796"/>
                </a:lnTo>
                <a:lnTo>
                  <a:pt x="1590499" y="21905"/>
                </a:lnTo>
                <a:lnTo>
                  <a:pt x="1586017" y="19615"/>
                </a:lnTo>
                <a:lnTo>
                  <a:pt x="1586235" y="19714"/>
                </a:lnTo>
                <a:lnTo>
                  <a:pt x="1581634" y="17641"/>
                </a:lnTo>
                <a:lnTo>
                  <a:pt x="1581852" y="17731"/>
                </a:lnTo>
                <a:lnTo>
                  <a:pt x="1577142" y="15876"/>
                </a:lnTo>
                <a:lnTo>
                  <a:pt x="1577369" y="15955"/>
                </a:lnTo>
                <a:lnTo>
                  <a:pt x="1572541" y="14329"/>
                </a:lnTo>
                <a:lnTo>
                  <a:pt x="1572778" y="14399"/>
                </a:lnTo>
                <a:lnTo>
                  <a:pt x="1567850" y="13000"/>
                </a:lnTo>
                <a:lnTo>
                  <a:pt x="1568089" y="13060"/>
                </a:lnTo>
                <a:lnTo>
                  <a:pt x="1563060" y="11900"/>
                </a:lnTo>
                <a:lnTo>
                  <a:pt x="1563308" y="11949"/>
                </a:lnTo>
                <a:lnTo>
                  <a:pt x="1558191" y="11037"/>
                </a:lnTo>
                <a:lnTo>
                  <a:pt x="1558440" y="11077"/>
                </a:lnTo>
                <a:lnTo>
                  <a:pt x="1553243" y="10412"/>
                </a:lnTo>
                <a:lnTo>
                  <a:pt x="1553491" y="10442"/>
                </a:lnTo>
                <a:lnTo>
                  <a:pt x="1548216" y="10035"/>
                </a:lnTo>
                <a:lnTo>
                  <a:pt x="1548464" y="10045"/>
                </a:lnTo>
                <a:lnTo>
                  <a:pt x="1543119" y="9916"/>
                </a:lnTo>
                <a:lnTo>
                  <a:pt x="1543248" y="9916"/>
                </a:lnTo>
                <a:lnTo>
                  <a:pt x="108823" y="9916"/>
                </a:lnTo>
                <a:lnTo>
                  <a:pt x="108952" y="9916"/>
                </a:lnTo>
                <a:lnTo>
                  <a:pt x="103606" y="10045"/>
                </a:lnTo>
                <a:lnTo>
                  <a:pt x="103855" y="10035"/>
                </a:lnTo>
                <a:lnTo>
                  <a:pt x="98579" y="10442"/>
                </a:lnTo>
                <a:lnTo>
                  <a:pt x="98827" y="10412"/>
                </a:lnTo>
                <a:lnTo>
                  <a:pt x="93631" y="11077"/>
                </a:lnTo>
                <a:lnTo>
                  <a:pt x="93879" y="11037"/>
                </a:lnTo>
                <a:lnTo>
                  <a:pt x="88762" y="11949"/>
                </a:lnTo>
                <a:lnTo>
                  <a:pt x="89010" y="11900"/>
                </a:lnTo>
                <a:lnTo>
                  <a:pt x="83982" y="13060"/>
                </a:lnTo>
                <a:lnTo>
                  <a:pt x="84221" y="13000"/>
                </a:lnTo>
                <a:lnTo>
                  <a:pt x="79293" y="14399"/>
                </a:lnTo>
                <a:lnTo>
                  <a:pt x="79530" y="14329"/>
                </a:lnTo>
                <a:lnTo>
                  <a:pt x="74701" y="15955"/>
                </a:lnTo>
                <a:lnTo>
                  <a:pt x="74928" y="15876"/>
                </a:lnTo>
                <a:lnTo>
                  <a:pt x="70218" y="17731"/>
                </a:lnTo>
                <a:lnTo>
                  <a:pt x="70436" y="17641"/>
                </a:lnTo>
                <a:lnTo>
                  <a:pt x="65836" y="19714"/>
                </a:lnTo>
                <a:lnTo>
                  <a:pt x="66054" y="19615"/>
                </a:lnTo>
                <a:lnTo>
                  <a:pt x="61582" y="21905"/>
                </a:lnTo>
                <a:lnTo>
                  <a:pt x="61790" y="21796"/>
                </a:lnTo>
                <a:lnTo>
                  <a:pt x="57436" y="24295"/>
                </a:lnTo>
                <a:lnTo>
                  <a:pt x="57644" y="24166"/>
                </a:lnTo>
                <a:lnTo>
                  <a:pt x="53430" y="26873"/>
                </a:lnTo>
                <a:lnTo>
                  <a:pt x="53629" y="26735"/>
                </a:lnTo>
                <a:lnTo>
                  <a:pt x="49553" y="29630"/>
                </a:lnTo>
                <a:lnTo>
                  <a:pt x="49740" y="29491"/>
                </a:lnTo>
                <a:lnTo>
                  <a:pt x="45825" y="32575"/>
                </a:lnTo>
                <a:lnTo>
                  <a:pt x="46003" y="32427"/>
                </a:lnTo>
                <a:lnTo>
                  <a:pt x="42235" y="35689"/>
                </a:lnTo>
                <a:lnTo>
                  <a:pt x="42413" y="35531"/>
                </a:lnTo>
                <a:lnTo>
                  <a:pt x="38804" y="38971"/>
                </a:lnTo>
                <a:lnTo>
                  <a:pt x="38972" y="38803"/>
                </a:lnTo>
                <a:lnTo>
                  <a:pt x="35530" y="42413"/>
                </a:lnTo>
                <a:lnTo>
                  <a:pt x="35689" y="42234"/>
                </a:lnTo>
                <a:lnTo>
                  <a:pt x="32427" y="46002"/>
                </a:lnTo>
                <a:lnTo>
                  <a:pt x="32576" y="45824"/>
                </a:lnTo>
                <a:lnTo>
                  <a:pt x="29492" y="49741"/>
                </a:lnTo>
                <a:lnTo>
                  <a:pt x="29631" y="49552"/>
                </a:lnTo>
                <a:lnTo>
                  <a:pt x="26735" y="53628"/>
                </a:lnTo>
                <a:lnTo>
                  <a:pt x="26875" y="53429"/>
                </a:lnTo>
                <a:lnTo>
                  <a:pt x="24167" y="57644"/>
                </a:lnTo>
                <a:lnTo>
                  <a:pt x="24296" y="57436"/>
                </a:lnTo>
                <a:lnTo>
                  <a:pt x="21797" y="61789"/>
                </a:lnTo>
                <a:lnTo>
                  <a:pt x="21907" y="61581"/>
                </a:lnTo>
                <a:lnTo>
                  <a:pt x="19615" y="66053"/>
                </a:lnTo>
                <a:lnTo>
                  <a:pt x="19724" y="65835"/>
                </a:lnTo>
                <a:lnTo>
                  <a:pt x="17642" y="70436"/>
                </a:lnTo>
                <a:lnTo>
                  <a:pt x="17731" y="70218"/>
                </a:lnTo>
                <a:lnTo>
                  <a:pt x="15877" y="74928"/>
                </a:lnTo>
                <a:lnTo>
                  <a:pt x="15956" y="74700"/>
                </a:lnTo>
                <a:lnTo>
                  <a:pt x="14330" y="79529"/>
                </a:lnTo>
                <a:lnTo>
                  <a:pt x="14399" y="79292"/>
                </a:lnTo>
                <a:lnTo>
                  <a:pt x="13001" y="84220"/>
                </a:lnTo>
                <a:lnTo>
                  <a:pt x="13061" y="83982"/>
                </a:lnTo>
                <a:lnTo>
                  <a:pt x="11901" y="89010"/>
                </a:lnTo>
                <a:lnTo>
                  <a:pt x="11950" y="88762"/>
                </a:lnTo>
                <a:lnTo>
                  <a:pt x="11037" y="93879"/>
                </a:lnTo>
                <a:lnTo>
                  <a:pt x="11078" y="93630"/>
                </a:lnTo>
                <a:lnTo>
                  <a:pt x="10413" y="98827"/>
                </a:lnTo>
                <a:lnTo>
                  <a:pt x="10443" y="98579"/>
                </a:lnTo>
                <a:lnTo>
                  <a:pt x="10036" y="103854"/>
                </a:lnTo>
                <a:lnTo>
                  <a:pt x="10055" y="103606"/>
                </a:lnTo>
                <a:lnTo>
                  <a:pt x="9917" y="108951"/>
                </a:lnTo>
              </a:path>
            </a:pathLst>
          </a:custGeom>
          <a:solidFill xmlns:a="http://schemas.openxmlformats.org/drawingml/2006/main">
            <a:srgbClr val="72B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5A7DC956-70CF-42B4-AC41-0ED07929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2716" y="573199"/>
            <a:ext cx="1588234" cy="13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Grasp poses Results</a:t>
            </a:r>
          </a:p>
        </p:txBody>
      </p:sp>
      <p:sp>
        <p:nvSpPr>
          <p:cNvPr id="75" name="pdf-path-71">
            <a:extLst xmlns:a="http://schemas.openxmlformats.org/drawingml/2006/main">
              <a:ext uri="{FF2B5EF4-FFF2-40B4-BE49-F238E27FC236}">
                <a16:creationId xmlns:a16="http://schemas.microsoft.com/office/drawing/2014/main" id="{C2193BE6-9BDF-4101-90C1-33016357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072" y="1646527"/>
            <a:ext cx="159456" cy="121376"/>
          </a:xfrm>
          <a:custGeom xmlns:a="http://schemas.openxmlformats.org/drawingml/2006/main">
            <a:pathLst>
              <a:path w="159456" h="121376">
                <a:moveTo>
                  <a:pt x="0" y="29749"/>
                </a:moveTo>
                <a:lnTo>
                  <a:pt x="98767" y="29749"/>
                </a:lnTo>
                <a:lnTo>
                  <a:pt x="98767" y="0"/>
                </a:lnTo>
                <a:lnTo>
                  <a:pt x="159456" y="60688"/>
                </a:lnTo>
                <a:lnTo>
                  <a:pt x="98767" y="121376"/>
                </a:lnTo>
                <a:lnTo>
                  <a:pt x="98767" y="90437"/>
                </a:lnTo>
                <a:lnTo>
                  <a:pt x="0" y="90437"/>
                </a:lnTo>
                <a:lnTo>
                  <a:pt x="0" y="29749"/>
                </a:lnTo>
              </a:path>
            </a:pathLst>
          </a:cu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72">
            <a:extLst xmlns:a="http://schemas.openxmlformats.org/drawingml/2006/main">
              <a:ext uri="{FF2B5EF4-FFF2-40B4-BE49-F238E27FC236}">
                <a16:creationId xmlns:a16="http://schemas.microsoft.com/office/drawing/2014/main" id="{7A3941DB-1B28-4AB4-BAC6-CD0F7053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412" y="1634260"/>
            <a:ext cx="170630" cy="145414"/>
          </a:xfrm>
          <a:custGeom xmlns:a="http://schemas.openxmlformats.org/drawingml/2006/main">
            <a:pathLst>
              <a:path w="170630" h="145414">
                <a:moveTo>
                  <a:pt x="102882" y="37375"/>
                </a:moveTo>
                <a:lnTo>
                  <a:pt x="97924" y="42333"/>
                </a:lnTo>
                <a:lnTo>
                  <a:pt x="97924" y="0"/>
                </a:lnTo>
                <a:lnTo>
                  <a:pt x="170630" y="72707"/>
                </a:lnTo>
                <a:lnTo>
                  <a:pt x="97924" y="145414"/>
                </a:lnTo>
                <a:lnTo>
                  <a:pt x="97924" y="103081"/>
                </a:lnTo>
                <a:lnTo>
                  <a:pt x="102882" y="108039"/>
                </a:lnTo>
                <a:lnTo>
                  <a:pt x="0" y="108039"/>
                </a:lnTo>
                <a:lnTo>
                  <a:pt x="0" y="37375"/>
                </a:lnTo>
                <a:lnTo>
                  <a:pt x="102882" y="37375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9AD3A2-DBC1-4FA0-AF88-71FC24002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9cbf84a2b4b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1700" y="1781175"/>
            <a:ext cx="923925" cy="228600"/>
          </a:xfrm>
          <a:prstGeom xmlns:a="http://schemas.openxmlformats.org/drawingml/2006/main" prst="rect">
            <a:avLst/>
          </a:prstGeom>
        </p:spPr>
      </p:pic>
      <p:sp>
        <p:nvSpPr>
          <p:cNvPr id="78" name="source-raster-5">
            <a:extLst xmlns:a="http://schemas.openxmlformats.org/drawingml/2006/main">
              <a:ext uri="{FF2B5EF4-FFF2-40B4-BE49-F238E27FC236}">
                <a16:creationId xmlns:a16="http://schemas.microsoft.com/office/drawing/2014/main" id="{5DB9AE04-ED85-4256-A81F-6E8CA3DF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781175"/>
            <a:ext cx="923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7843882B-F2C0-4A4E-8876-F3765E61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4606" y="1309613"/>
            <a:ext cx="210723" cy="89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Bowl</a:t>
            </a:r>
          </a:p>
        </p:txBody>
      </p:sp>
      <p:sp>
        <p:nvSpPr>
          <p:cNvPr id="80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35C9FA37-C0BB-4012-938B-472B01F1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3423" y="1309117"/>
            <a:ext cx="531229" cy="89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Microwave  </a:t>
            </a:r>
          </a:p>
        </p:txBody>
      </p:sp>
      <p:sp>
        <p:nvSpPr>
          <p:cNvPr id="81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E97FEAB1-391F-4744-AF96-BA3C6B13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3042" y="1309117"/>
            <a:ext cx="317530" cy="89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Kettle  </a:t>
            </a:r>
          </a:p>
        </p:txBody>
      </p:sp>
      <p:sp>
        <p:nvSpPr>
          <p:cNvPr id="82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2357D140-DE8E-4B26-A500-80193203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4328" y="1736604"/>
            <a:ext cx="254600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Mesh</a:t>
            </a:r>
          </a:p>
        </p:txBody>
      </p:sp>
      <p:sp>
        <p:nvSpPr>
          <p:cNvPr id="83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55AC09E3-74AD-437F-90C9-ACBC0D88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2781" y="2665273"/>
            <a:ext cx="766132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Affordance</a:t>
            </a:r>
          </a:p>
        </p:txBody>
      </p:sp>
      <p:sp>
        <p:nvSpPr>
          <p:cNvPr id="84" name="pdf-path-81">
            <a:extLst xmlns:a="http://schemas.openxmlformats.org/drawingml/2006/main">
              <a:ext uri="{FF2B5EF4-FFF2-40B4-BE49-F238E27FC236}">
                <a16:creationId xmlns:a16="http://schemas.microsoft.com/office/drawing/2014/main" id="{4E807333-E549-4A55-A671-27D27E12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6580" y="1516325"/>
            <a:ext cx="261445" cy="277371"/>
          </a:xfrm>
          <a:custGeom xmlns:a="http://schemas.openxmlformats.org/drawingml/2006/main">
            <a:pathLst>
              <a:path w="261445" h="277371">
                <a:moveTo>
                  <a:pt x="218844" y="211397"/>
                </a:moveTo>
                <a:lnTo>
                  <a:pt x="223803" y="206439"/>
                </a:lnTo>
                <a:lnTo>
                  <a:pt x="58963" y="206439"/>
                </a:lnTo>
                <a:lnTo>
                  <a:pt x="63921" y="211397"/>
                </a:lnTo>
                <a:lnTo>
                  <a:pt x="63921" y="178108"/>
                </a:lnTo>
                <a:lnTo>
                  <a:pt x="0" y="227740"/>
                </a:lnTo>
                <a:lnTo>
                  <a:pt x="63921" y="277371"/>
                </a:lnTo>
                <a:lnTo>
                  <a:pt x="63921" y="244082"/>
                </a:lnTo>
                <a:lnTo>
                  <a:pt x="58963" y="249040"/>
                </a:lnTo>
                <a:lnTo>
                  <a:pt x="261445" y="249040"/>
                </a:lnTo>
                <a:lnTo>
                  <a:pt x="261445" y="0"/>
                </a:lnTo>
                <a:lnTo>
                  <a:pt x="218844" y="0"/>
                </a:lnTo>
                <a:lnTo>
                  <a:pt x="218844" y="211397"/>
                </a:lnTo>
                <a:moveTo>
                  <a:pt x="228761" y="4958"/>
                </a:moveTo>
                <a:lnTo>
                  <a:pt x="223803" y="9916"/>
                </a:lnTo>
                <a:lnTo>
                  <a:pt x="256487" y="9916"/>
                </a:lnTo>
                <a:lnTo>
                  <a:pt x="251529" y="4958"/>
                </a:lnTo>
                <a:lnTo>
                  <a:pt x="251529" y="244082"/>
                </a:lnTo>
                <a:lnTo>
                  <a:pt x="256487" y="239124"/>
                </a:lnTo>
                <a:lnTo>
                  <a:pt x="54005" y="239124"/>
                </a:lnTo>
                <a:lnTo>
                  <a:pt x="54005" y="267247"/>
                </a:lnTo>
                <a:lnTo>
                  <a:pt x="61998" y="263329"/>
                </a:lnTo>
                <a:lnTo>
                  <a:pt x="11126" y="223823"/>
                </a:lnTo>
                <a:lnTo>
                  <a:pt x="11126" y="231656"/>
                </a:lnTo>
                <a:lnTo>
                  <a:pt x="61998" y="192160"/>
                </a:lnTo>
                <a:lnTo>
                  <a:pt x="54005" y="188243"/>
                </a:lnTo>
                <a:lnTo>
                  <a:pt x="54005" y="216356"/>
                </a:lnTo>
                <a:lnTo>
                  <a:pt x="228761" y="216356"/>
                </a:lnTo>
                <a:lnTo>
                  <a:pt x="228761" y="4958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F223A64E-1984-4423-9537-C14D7447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7345" y="1884764"/>
            <a:ext cx="773684" cy="89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open-vocabulary </a:t>
            </a:r>
          </a:p>
        </p:txBody>
      </p:sp>
      <p:sp>
        <p:nvSpPr>
          <p:cNvPr id="86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EEB4E73E-1F6B-4C9D-83F3-22663173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4365" y="1991861"/>
            <a:ext cx="659647" cy="89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3D affordance </a:t>
            </a:r>
          </a:p>
        </p:txBody>
      </p:sp>
      <p:sp>
        <p:nvSpPr>
          <p:cNvPr id="87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81DC4661-4C5E-44D7-9013-A97D1C70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8898" y="2098957"/>
            <a:ext cx="401383" cy="89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predictor</a:t>
            </a: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A6D46F-E81A-4BF4-AA7C-EC34EF6866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5fdb306c344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1600200"/>
            <a:ext cx="285750" cy="276225"/>
          </a:xfrm>
          <a:prstGeom xmlns:a="http://schemas.openxmlformats.org/drawingml/2006/main" prst="rect">
            <a:avLst/>
          </a:prstGeom>
        </p:spPr>
      </p:pic>
      <p:sp>
        <p:nvSpPr>
          <p:cNvPr id="89" name="source-raster-7">
            <a:extLst xmlns:a="http://schemas.openxmlformats.org/drawingml/2006/main">
              <a:ext uri="{FF2B5EF4-FFF2-40B4-BE49-F238E27FC236}">
                <a16:creationId xmlns:a16="http://schemas.microsoft.com/office/drawing/2014/main" id="{60200772-59C5-435C-8A3D-B0AD143E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16002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pdf-path-86">
            <a:extLst xmlns:a="http://schemas.openxmlformats.org/drawingml/2006/main">
              <a:ext uri="{FF2B5EF4-FFF2-40B4-BE49-F238E27FC236}">
                <a16:creationId xmlns:a16="http://schemas.microsoft.com/office/drawing/2014/main" id="{1822A803-7445-48E3-8AB3-81FFA090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847" y="1169351"/>
            <a:ext cx="266552" cy="623542"/>
          </a:xfrm>
          <a:custGeom xmlns:a="http://schemas.openxmlformats.org/drawingml/2006/main">
            <a:pathLst>
              <a:path w="266552" h="623542">
                <a:moveTo>
                  <a:pt x="0" y="155885"/>
                </a:moveTo>
                <a:lnTo>
                  <a:pt x="133276" y="155885"/>
                </a:lnTo>
                <a:lnTo>
                  <a:pt x="133276" y="0"/>
                </a:lnTo>
                <a:lnTo>
                  <a:pt x="266552" y="311771"/>
                </a:lnTo>
                <a:lnTo>
                  <a:pt x="133276" y="623542"/>
                </a:lnTo>
                <a:lnTo>
                  <a:pt x="133276" y="467657"/>
                </a:lnTo>
                <a:lnTo>
                  <a:pt x="0" y="467657"/>
                </a:lnTo>
                <a:lnTo>
                  <a:pt x="0" y="155885"/>
                </a:lnTo>
              </a:path>
            </a:pathLst>
          </a:custGeom>
          <a:solidFill xmlns:a="http://schemas.openxmlformats.org/drawingml/2006/main">
            <a:srgbClr val="CB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87">
            <a:extLst xmlns:a="http://schemas.openxmlformats.org/drawingml/2006/main">
              <a:ext uri="{FF2B5EF4-FFF2-40B4-BE49-F238E27FC236}">
                <a16:creationId xmlns:a16="http://schemas.microsoft.com/office/drawing/2014/main" id="{53E487EA-C0F4-47C5-855C-586216E9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1591" y="1145521"/>
            <a:ext cx="276607" cy="671696"/>
          </a:xfrm>
          <a:custGeom xmlns:a="http://schemas.openxmlformats.org/drawingml/2006/main">
            <a:pathLst>
              <a:path w="276607" h="671696">
                <a:moveTo>
                  <a:pt x="138085" y="175074"/>
                </a:moveTo>
                <a:lnTo>
                  <a:pt x="133127" y="180032"/>
                </a:lnTo>
                <a:lnTo>
                  <a:pt x="133127" y="0"/>
                </a:lnTo>
                <a:lnTo>
                  <a:pt x="276607" y="335848"/>
                </a:lnTo>
                <a:lnTo>
                  <a:pt x="133127" y="671696"/>
                </a:lnTo>
                <a:lnTo>
                  <a:pt x="133127" y="491655"/>
                </a:lnTo>
                <a:lnTo>
                  <a:pt x="138085" y="496613"/>
                </a:lnTo>
                <a:lnTo>
                  <a:pt x="0" y="496613"/>
                </a:lnTo>
                <a:lnTo>
                  <a:pt x="0" y="175074"/>
                </a:lnTo>
                <a:lnTo>
                  <a:pt x="138085" y="175074"/>
                </a:lnTo>
                <a:close/>
              </a:path>
            </a:pathLst>
          </a:custGeom>
          <a:solidFill xmlns:a="http://schemas.openxmlformats.org/drawingml/2006/main">
            <a:srgbClr val="95D4E9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16E2646-A2D3-4570-AB2D-C742DDD78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1e551dc0149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0" y="1990725"/>
            <a:ext cx="1238250" cy="790575"/>
          </a:xfrm>
          <a:prstGeom xmlns:a="http://schemas.openxmlformats.org/drawingml/2006/main" prst="rect">
            <a:avLst/>
          </a:prstGeom>
        </p:spPr>
      </p:pic>
      <p:sp>
        <p:nvSpPr>
          <p:cNvPr id="93" name="source-raster-8">
            <a:extLst xmlns:a="http://schemas.openxmlformats.org/drawingml/2006/main">
              <a:ext uri="{FF2B5EF4-FFF2-40B4-BE49-F238E27FC236}">
                <a16:creationId xmlns:a16="http://schemas.microsoft.com/office/drawing/2014/main" id="{4D726508-007E-48FA-8D65-E842D256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1990725"/>
            <a:ext cx="1238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A7941D86-C2D0-47AE-8437-E3FB13CC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55" y="1222259"/>
            <a:ext cx="219702" cy="237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95" name="pdf-path-91">
            <a:extLst xmlns:a="http://schemas.openxmlformats.org/drawingml/2006/main">
              <a:ext uri="{FF2B5EF4-FFF2-40B4-BE49-F238E27FC236}">
                <a16:creationId xmlns:a16="http://schemas.microsoft.com/office/drawing/2014/main" id="{F4787AF2-385E-4259-8EC8-6B31643B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883" y="1561196"/>
            <a:ext cx="173477" cy="134397"/>
          </a:xfrm>
          <a:custGeom xmlns:a="http://schemas.openxmlformats.org/drawingml/2006/main">
            <a:pathLst>
              <a:path w="173477" h="134397">
                <a:moveTo>
                  <a:pt x="128259" y="66440"/>
                </a:moveTo>
                <a:lnTo>
                  <a:pt x="123300" y="61482"/>
                </a:lnTo>
                <a:lnTo>
                  <a:pt x="173477" y="61482"/>
                </a:lnTo>
                <a:lnTo>
                  <a:pt x="86739" y="134397"/>
                </a:lnTo>
                <a:lnTo>
                  <a:pt x="0" y="61482"/>
                </a:lnTo>
                <a:lnTo>
                  <a:pt x="50167" y="61482"/>
                </a:lnTo>
                <a:lnTo>
                  <a:pt x="45209" y="66440"/>
                </a:lnTo>
                <a:lnTo>
                  <a:pt x="45209" y="0"/>
                </a:lnTo>
                <a:lnTo>
                  <a:pt x="128259" y="0"/>
                </a:lnTo>
                <a:lnTo>
                  <a:pt x="128259" y="66440"/>
                </a:lnTo>
                <a:close/>
              </a:path>
            </a:pathLst>
          </a:custGeom>
          <a:solidFill xmlns:a="http://schemas.openxmlformats.org/drawingml/2006/main">
            <a:srgbClr val="42BEA0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sp>
        <p:nvSpPr>
          <p:cNvPr id="96" name="pdf-path-93">
            <a:extLst xmlns:a="http://schemas.openxmlformats.org/drawingml/2006/main">
              <a:ext uri="{FF2B5EF4-FFF2-40B4-BE49-F238E27FC236}">
                <a16:creationId xmlns:a16="http://schemas.microsoft.com/office/drawing/2014/main" id="{09386AD8-80FB-4E9D-96B8-45D030EC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0377" y="1561196"/>
            <a:ext cx="173477" cy="134397"/>
          </a:xfrm>
          <a:custGeom xmlns:a="http://schemas.openxmlformats.org/drawingml/2006/main">
            <a:pathLst>
              <a:path w="173477" h="134397">
                <a:moveTo>
                  <a:pt x="128258" y="66440"/>
                </a:moveTo>
                <a:lnTo>
                  <a:pt x="123300" y="61482"/>
                </a:lnTo>
                <a:lnTo>
                  <a:pt x="173477" y="61482"/>
                </a:lnTo>
                <a:lnTo>
                  <a:pt x="86738" y="134397"/>
                </a:lnTo>
                <a:lnTo>
                  <a:pt x="0" y="61482"/>
                </a:lnTo>
                <a:lnTo>
                  <a:pt x="50167" y="61482"/>
                </a:lnTo>
                <a:lnTo>
                  <a:pt x="45209" y="66440"/>
                </a:lnTo>
                <a:lnTo>
                  <a:pt x="45209" y="0"/>
                </a:lnTo>
                <a:lnTo>
                  <a:pt x="128258" y="0"/>
                </a:lnTo>
                <a:lnTo>
                  <a:pt x="128258" y="66440"/>
                </a:lnTo>
                <a:close/>
              </a:path>
            </a:pathLst>
          </a:custGeom>
          <a:solidFill xmlns:a="http://schemas.openxmlformats.org/drawingml/2006/main">
            <a:srgbClr val="42BEA0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sp>
        <p:nvSpPr>
          <p:cNvPr id="97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16CCA8CC-6C7E-41A3-8DFD-A0E2ACB4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7169" y="1523221"/>
            <a:ext cx="428382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Candidate </a:t>
            </a:r>
          </a:p>
        </p:txBody>
      </p:sp>
      <p:sp>
        <p:nvSpPr>
          <p:cNvPr id="98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F4F52D0F-9F8F-4CC0-9A6F-D6BDB46D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2121" y="1618418"/>
            <a:ext cx="271941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Grasps</a:t>
            </a:r>
          </a:p>
        </p:txBody>
      </p:sp>
      <p:sp>
        <p:nvSpPr>
          <p:cNvPr id="99" name="pdf-path-96">
            <a:extLst xmlns:a="http://schemas.openxmlformats.org/drawingml/2006/main">
              <a:ext uri="{FF2B5EF4-FFF2-40B4-BE49-F238E27FC236}">
                <a16:creationId xmlns:a16="http://schemas.microsoft.com/office/drawing/2014/main" id="{73F7EEF8-D649-49D0-96A6-06D0879A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8007" y="784496"/>
            <a:ext cx="1539221" cy="2046047"/>
          </a:xfrm>
          <a:custGeom xmlns:a="http://schemas.openxmlformats.org/drawingml/2006/main">
            <a:pathLst>
              <a:path w="1539221" h="2046047">
                <a:moveTo>
                  <a:pt x="595" y="61184"/>
                </a:moveTo>
                <a:cubicBezTo>
                  <a:pt x="0" y="27379"/>
                  <a:pt x="27379" y="0"/>
                  <a:pt x="61283" y="496"/>
                </a:cubicBezTo>
                <a:lnTo>
                  <a:pt x="1477343" y="496"/>
                </a:lnTo>
                <a:cubicBezTo>
                  <a:pt x="1511643" y="0"/>
                  <a:pt x="1539023" y="27379"/>
                  <a:pt x="1539221" y="61184"/>
                </a:cubicBezTo>
                <a:lnTo>
                  <a:pt x="1539221" y="1984169"/>
                </a:lnTo>
                <a:cubicBezTo>
                  <a:pt x="1539023" y="2018371"/>
                  <a:pt x="1511643" y="2045750"/>
                  <a:pt x="1477343" y="2046047"/>
                </a:cubicBezTo>
                <a:lnTo>
                  <a:pt x="61283" y="2046047"/>
                </a:lnTo>
                <a:cubicBezTo>
                  <a:pt x="27379" y="2045750"/>
                  <a:pt x="0" y="2018371"/>
                  <a:pt x="595" y="1984169"/>
                </a:cubicBezTo>
                <a:lnTo>
                  <a:pt x="595" y="61184"/>
                </a:lnTo>
              </a:path>
            </a:pathLst>
          </a:cu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97">
            <a:extLst xmlns:a="http://schemas.openxmlformats.org/drawingml/2006/main">
              <a:ext uri="{FF2B5EF4-FFF2-40B4-BE49-F238E27FC236}">
                <a16:creationId xmlns:a16="http://schemas.microsoft.com/office/drawing/2014/main" id="{C0578D15-0AD9-4AEE-9784-63556DC3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4288" y="780777"/>
            <a:ext cx="1546460" cy="2053187"/>
          </a:xfrm>
          <a:custGeom xmlns:a="http://schemas.openxmlformats.org/drawingml/2006/main">
            <a:pathLst>
              <a:path w="1546460" h="2053187">
                <a:moveTo>
                  <a:pt x="78" y="61541"/>
                </a:moveTo>
                <a:lnTo>
                  <a:pt x="337" y="58249"/>
                </a:lnTo>
                <a:lnTo>
                  <a:pt x="744" y="55006"/>
                </a:lnTo>
                <a:lnTo>
                  <a:pt x="1319" y="51803"/>
                </a:lnTo>
                <a:lnTo>
                  <a:pt x="2042" y="48669"/>
                </a:lnTo>
                <a:lnTo>
                  <a:pt x="2915" y="45585"/>
                </a:lnTo>
                <a:lnTo>
                  <a:pt x="3936" y="42571"/>
                </a:lnTo>
                <a:lnTo>
                  <a:pt x="5096" y="39626"/>
                </a:lnTo>
                <a:lnTo>
                  <a:pt x="6396" y="36750"/>
                </a:lnTo>
                <a:lnTo>
                  <a:pt x="7834" y="33954"/>
                </a:lnTo>
                <a:lnTo>
                  <a:pt x="9390" y="31236"/>
                </a:lnTo>
                <a:lnTo>
                  <a:pt x="11077" y="28599"/>
                </a:lnTo>
                <a:lnTo>
                  <a:pt x="12890" y="26060"/>
                </a:lnTo>
                <a:lnTo>
                  <a:pt x="14814" y="23611"/>
                </a:lnTo>
                <a:lnTo>
                  <a:pt x="16857" y="21251"/>
                </a:lnTo>
                <a:lnTo>
                  <a:pt x="18999" y="19000"/>
                </a:lnTo>
                <a:lnTo>
                  <a:pt x="21251" y="16858"/>
                </a:lnTo>
                <a:lnTo>
                  <a:pt x="23610" y="14815"/>
                </a:lnTo>
                <a:lnTo>
                  <a:pt x="26060" y="12891"/>
                </a:lnTo>
                <a:lnTo>
                  <a:pt x="28599" y="11077"/>
                </a:lnTo>
                <a:lnTo>
                  <a:pt x="31236" y="9391"/>
                </a:lnTo>
                <a:lnTo>
                  <a:pt x="33954" y="7834"/>
                </a:lnTo>
                <a:lnTo>
                  <a:pt x="36750" y="6396"/>
                </a:lnTo>
                <a:lnTo>
                  <a:pt x="39625" y="5097"/>
                </a:lnTo>
                <a:lnTo>
                  <a:pt x="42570" y="3937"/>
                </a:lnTo>
                <a:lnTo>
                  <a:pt x="45585" y="2915"/>
                </a:lnTo>
                <a:lnTo>
                  <a:pt x="48669" y="2043"/>
                </a:lnTo>
                <a:lnTo>
                  <a:pt x="51803" y="1319"/>
                </a:lnTo>
                <a:lnTo>
                  <a:pt x="55006" y="744"/>
                </a:lnTo>
                <a:lnTo>
                  <a:pt x="58248" y="337"/>
                </a:lnTo>
                <a:lnTo>
                  <a:pt x="61541" y="79"/>
                </a:lnTo>
                <a:lnTo>
                  <a:pt x="64833" y="0"/>
                </a:lnTo>
                <a:lnTo>
                  <a:pt x="1481626" y="0"/>
                </a:lnTo>
                <a:lnTo>
                  <a:pt x="1484918" y="79"/>
                </a:lnTo>
                <a:lnTo>
                  <a:pt x="1488211" y="337"/>
                </a:lnTo>
                <a:lnTo>
                  <a:pt x="1491453" y="744"/>
                </a:lnTo>
                <a:lnTo>
                  <a:pt x="1494647" y="1319"/>
                </a:lnTo>
                <a:lnTo>
                  <a:pt x="1497789" y="2043"/>
                </a:lnTo>
                <a:lnTo>
                  <a:pt x="1500874" y="2915"/>
                </a:lnTo>
                <a:lnTo>
                  <a:pt x="1503888" y="3937"/>
                </a:lnTo>
                <a:lnTo>
                  <a:pt x="1506833" y="5097"/>
                </a:lnTo>
                <a:lnTo>
                  <a:pt x="1509709" y="6396"/>
                </a:lnTo>
                <a:lnTo>
                  <a:pt x="1512506" y="7834"/>
                </a:lnTo>
                <a:lnTo>
                  <a:pt x="1515222" y="9391"/>
                </a:lnTo>
                <a:lnTo>
                  <a:pt x="1517860" y="11077"/>
                </a:lnTo>
                <a:lnTo>
                  <a:pt x="1520399" y="12891"/>
                </a:lnTo>
                <a:lnTo>
                  <a:pt x="1522848" y="14815"/>
                </a:lnTo>
                <a:lnTo>
                  <a:pt x="1525209" y="16858"/>
                </a:lnTo>
                <a:lnTo>
                  <a:pt x="1527460" y="19000"/>
                </a:lnTo>
                <a:lnTo>
                  <a:pt x="1529601" y="21251"/>
                </a:lnTo>
                <a:lnTo>
                  <a:pt x="1531645" y="23611"/>
                </a:lnTo>
                <a:lnTo>
                  <a:pt x="1533567" y="26060"/>
                </a:lnTo>
                <a:lnTo>
                  <a:pt x="1535373" y="28599"/>
                </a:lnTo>
                <a:lnTo>
                  <a:pt x="1537069" y="31236"/>
                </a:lnTo>
                <a:lnTo>
                  <a:pt x="1538625" y="33954"/>
                </a:lnTo>
                <a:lnTo>
                  <a:pt x="1540063" y="36750"/>
                </a:lnTo>
                <a:lnTo>
                  <a:pt x="1541363" y="39626"/>
                </a:lnTo>
                <a:lnTo>
                  <a:pt x="1542523" y="42571"/>
                </a:lnTo>
                <a:lnTo>
                  <a:pt x="1543544" y="45585"/>
                </a:lnTo>
                <a:lnTo>
                  <a:pt x="1544416" y="48669"/>
                </a:lnTo>
                <a:lnTo>
                  <a:pt x="1545140" y="51803"/>
                </a:lnTo>
                <a:lnTo>
                  <a:pt x="1545715" y="55006"/>
                </a:lnTo>
                <a:lnTo>
                  <a:pt x="1546122" y="58249"/>
                </a:lnTo>
                <a:lnTo>
                  <a:pt x="1546379" y="61541"/>
                </a:lnTo>
                <a:lnTo>
                  <a:pt x="1546460" y="64833"/>
                </a:lnTo>
                <a:lnTo>
                  <a:pt x="1546460" y="1988354"/>
                </a:lnTo>
                <a:lnTo>
                  <a:pt x="1546379" y="1991646"/>
                </a:lnTo>
                <a:lnTo>
                  <a:pt x="1546122" y="1994938"/>
                </a:lnTo>
                <a:lnTo>
                  <a:pt x="1545715" y="1998181"/>
                </a:lnTo>
                <a:lnTo>
                  <a:pt x="1545140" y="2001374"/>
                </a:lnTo>
                <a:lnTo>
                  <a:pt x="1544416" y="2004518"/>
                </a:lnTo>
                <a:lnTo>
                  <a:pt x="1543544" y="2007602"/>
                </a:lnTo>
                <a:lnTo>
                  <a:pt x="1542523" y="2010616"/>
                </a:lnTo>
                <a:lnTo>
                  <a:pt x="1541363" y="2013561"/>
                </a:lnTo>
                <a:lnTo>
                  <a:pt x="1540063" y="2016437"/>
                </a:lnTo>
                <a:lnTo>
                  <a:pt x="1538625" y="2019233"/>
                </a:lnTo>
                <a:lnTo>
                  <a:pt x="1537069" y="2021950"/>
                </a:lnTo>
                <a:lnTo>
                  <a:pt x="1535373" y="2024588"/>
                </a:lnTo>
                <a:lnTo>
                  <a:pt x="1533567" y="2027127"/>
                </a:lnTo>
                <a:lnTo>
                  <a:pt x="1531645" y="2029576"/>
                </a:lnTo>
                <a:lnTo>
                  <a:pt x="1529601" y="2031936"/>
                </a:lnTo>
                <a:lnTo>
                  <a:pt x="1527460" y="2034187"/>
                </a:lnTo>
                <a:lnTo>
                  <a:pt x="1525209" y="2036329"/>
                </a:lnTo>
                <a:lnTo>
                  <a:pt x="1522848" y="2038372"/>
                </a:lnTo>
                <a:lnTo>
                  <a:pt x="1520399" y="2040296"/>
                </a:lnTo>
                <a:lnTo>
                  <a:pt x="1517860" y="2042101"/>
                </a:lnTo>
                <a:lnTo>
                  <a:pt x="1515222" y="2043796"/>
                </a:lnTo>
                <a:lnTo>
                  <a:pt x="1512506" y="2045353"/>
                </a:lnTo>
                <a:lnTo>
                  <a:pt x="1509709" y="2046791"/>
                </a:lnTo>
                <a:lnTo>
                  <a:pt x="1506833" y="2048090"/>
                </a:lnTo>
                <a:lnTo>
                  <a:pt x="1503888" y="2049250"/>
                </a:lnTo>
                <a:lnTo>
                  <a:pt x="1500874" y="2050271"/>
                </a:lnTo>
                <a:lnTo>
                  <a:pt x="1497789" y="2051144"/>
                </a:lnTo>
                <a:lnTo>
                  <a:pt x="1494647" y="2051868"/>
                </a:lnTo>
                <a:lnTo>
                  <a:pt x="1491453" y="2052444"/>
                </a:lnTo>
                <a:lnTo>
                  <a:pt x="1488211" y="2052850"/>
                </a:lnTo>
                <a:lnTo>
                  <a:pt x="1484918" y="2053108"/>
                </a:lnTo>
                <a:lnTo>
                  <a:pt x="1481626" y="2053187"/>
                </a:lnTo>
                <a:lnTo>
                  <a:pt x="64833" y="2053187"/>
                </a:lnTo>
                <a:lnTo>
                  <a:pt x="61541" y="2053108"/>
                </a:lnTo>
                <a:lnTo>
                  <a:pt x="58248" y="2052850"/>
                </a:lnTo>
                <a:lnTo>
                  <a:pt x="55006" y="2052444"/>
                </a:lnTo>
                <a:lnTo>
                  <a:pt x="51803" y="2051868"/>
                </a:lnTo>
                <a:lnTo>
                  <a:pt x="48669" y="2051144"/>
                </a:lnTo>
                <a:lnTo>
                  <a:pt x="45585" y="2050271"/>
                </a:lnTo>
                <a:lnTo>
                  <a:pt x="42570" y="2049250"/>
                </a:lnTo>
                <a:lnTo>
                  <a:pt x="39625" y="2048090"/>
                </a:lnTo>
                <a:lnTo>
                  <a:pt x="36750" y="2046791"/>
                </a:lnTo>
                <a:lnTo>
                  <a:pt x="33954" y="2045353"/>
                </a:lnTo>
                <a:lnTo>
                  <a:pt x="31236" y="2043796"/>
                </a:lnTo>
                <a:lnTo>
                  <a:pt x="28599" y="2042101"/>
                </a:lnTo>
                <a:lnTo>
                  <a:pt x="26060" y="2040296"/>
                </a:lnTo>
                <a:lnTo>
                  <a:pt x="23610" y="2038372"/>
                </a:lnTo>
                <a:lnTo>
                  <a:pt x="21251" y="2036329"/>
                </a:lnTo>
                <a:lnTo>
                  <a:pt x="18999" y="2034187"/>
                </a:lnTo>
                <a:lnTo>
                  <a:pt x="16857" y="2031936"/>
                </a:lnTo>
                <a:lnTo>
                  <a:pt x="14814" y="2029576"/>
                </a:lnTo>
                <a:lnTo>
                  <a:pt x="12890" y="2027127"/>
                </a:lnTo>
                <a:lnTo>
                  <a:pt x="11077" y="2024588"/>
                </a:lnTo>
                <a:lnTo>
                  <a:pt x="9390" y="2021950"/>
                </a:lnTo>
                <a:lnTo>
                  <a:pt x="7834" y="2019233"/>
                </a:lnTo>
                <a:lnTo>
                  <a:pt x="6396" y="2016437"/>
                </a:lnTo>
                <a:lnTo>
                  <a:pt x="5096" y="2013561"/>
                </a:lnTo>
                <a:lnTo>
                  <a:pt x="3936" y="2010616"/>
                </a:lnTo>
                <a:lnTo>
                  <a:pt x="2915" y="2007602"/>
                </a:lnTo>
                <a:lnTo>
                  <a:pt x="2042" y="2004518"/>
                </a:lnTo>
                <a:lnTo>
                  <a:pt x="1319" y="2001374"/>
                </a:lnTo>
                <a:lnTo>
                  <a:pt x="744" y="1998181"/>
                </a:lnTo>
                <a:lnTo>
                  <a:pt x="337" y="1994938"/>
                </a:lnTo>
                <a:lnTo>
                  <a:pt x="78" y="1991646"/>
                </a:lnTo>
                <a:lnTo>
                  <a:pt x="0" y="1988354"/>
                </a:lnTo>
                <a:lnTo>
                  <a:pt x="0" y="64833"/>
                </a:lnTo>
                <a:lnTo>
                  <a:pt x="78" y="61541"/>
                </a:lnTo>
                <a:moveTo>
                  <a:pt x="7437" y="64972"/>
                </a:moveTo>
                <a:lnTo>
                  <a:pt x="7437" y="64883"/>
                </a:lnTo>
                <a:lnTo>
                  <a:pt x="7437" y="1988304"/>
                </a:lnTo>
                <a:lnTo>
                  <a:pt x="7437" y="1988215"/>
                </a:lnTo>
                <a:lnTo>
                  <a:pt x="7516" y="1991358"/>
                </a:lnTo>
                <a:lnTo>
                  <a:pt x="7506" y="1991170"/>
                </a:lnTo>
                <a:lnTo>
                  <a:pt x="7745" y="1994274"/>
                </a:lnTo>
                <a:lnTo>
                  <a:pt x="7725" y="1994095"/>
                </a:lnTo>
                <a:lnTo>
                  <a:pt x="8111" y="1997149"/>
                </a:lnTo>
                <a:lnTo>
                  <a:pt x="8081" y="1996971"/>
                </a:lnTo>
                <a:lnTo>
                  <a:pt x="8617" y="1999976"/>
                </a:lnTo>
                <a:lnTo>
                  <a:pt x="8587" y="1999797"/>
                </a:lnTo>
                <a:lnTo>
                  <a:pt x="9272" y="2002752"/>
                </a:lnTo>
                <a:lnTo>
                  <a:pt x="9222" y="2002574"/>
                </a:lnTo>
                <a:lnTo>
                  <a:pt x="10045" y="2005479"/>
                </a:lnTo>
                <a:lnTo>
                  <a:pt x="9985" y="2005301"/>
                </a:lnTo>
                <a:lnTo>
                  <a:pt x="10948" y="2008147"/>
                </a:lnTo>
                <a:lnTo>
                  <a:pt x="10887" y="2007968"/>
                </a:lnTo>
                <a:lnTo>
                  <a:pt x="11988" y="2010745"/>
                </a:lnTo>
                <a:lnTo>
                  <a:pt x="11909" y="2010586"/>
                </a:lnTo>
                <a:lnTo>
                  <a:pt x="13139" y="2013293"/>
                </a:lnTo>
                <a:lnTo>
                  <a:pt x="13060" y="2013125"/>
                </a:lnTo>
                <a:lnTo>
                  <a:pt x="14408" y="2015762"/>
                </a:lnTo>
                <a:lnTo>
                  <a:pt x="14319" y="2015604"/>
                </a:lnTo>
                <a:lnTo>
                  <a:pt x="15797" y="2018172"/>
                </a:lnTo>
                <a:lnTo>
                  <a:pt x="15707" y="2018014"/>
                </a:lnTo>
                <a:lnTo>
                  <a:pt x="17293" y="2020492"/>
                </a:lnTo>
                <a:lnTo>
                  <a:pt x="17195" y="2020344"/>
                </a:lnTo>
                <a:lnTo>
                  <a:pt x="18901" y="2022744"/>
                </a:lnTo>
                <a:lnTo>
                  <a:pt x="18791" y="2022605"/>
                </a:lnTo>
                <a:lnTo>
                  <a:pt x="20606" y="2024915"/>
                </a:lnTo>
                <a:lnTo>
                  <a:pt x="20497" y="2024777"/>
                </a:lnTo>
                <a:lnTo>
                  <a:pt x="22420" y="2026998"/>
                </a:lnTo>
                <a:lnTo>
                  <a:pt x="22302" y="2026869"/>
                </a:lnTo>
                <a:lnTo>
                  <a:pt x="24325" y="2028991"/>
                </a:lnTo>
                <a:lnTo>
                  <a:pt x="24196" y="2028862"/>
                </a:lnTo>
                <a:lnTo>
                  <a:pt x="26317" y="2030885"/>
                </a:lnTo>
                <a:lnTo>
                  <a:pt x="26189" y="2030766"/>
                </a:lnTo>
                <a:lnTo>
                  <a:pt x="28410" y="2032690"/>
                </a:lnTo>
                <a:lnTo>
                  <a:pt x="28272" y="2032581"/>
                </a:lnTo>
                <a:lnTo>
                  <a:pt x="30582" y="2034395"/>
                </a:lnTo>
                <a:lnTo>
                  <a:pt x="30443" y="2034286"/>
                </a:lnTo>
                <a:lnTo>
                  <a:pt x="32843" y="2035992"/>
                </a:lnTo>
                <a:lnTo>
                  <a:pt x="32694" y="2035893"/>
                </a:lnTo>
                <a:lnTo>
                  <a:pt x="35173" y="2037479"/>
                </a:lnTo>
                <a:lnTo>
                  <a:pt x="35014" y="2037390"/>
                </a:lnTo>
                <a:lnTo>
                  <a:pt x="37582" y="2038858"/>
                </a:lnTo>
                <a:lnTo>
                  <a:pt x="37424" y="2038778"/>
                </a:lnTo>
                <a:lnTo>
                  <a:pt x="40062" y="2040127"/>
                </a:lnTo>
                <a:lnTo>
                  <a:pt x="39893" y="2040048"/>
                </a:lnTo>
                <a:lnTo>
                  <a:pt x="42600" y="2041278"/>
                </a:lnTo>
                <a:lnTo>
                  <a:pt x="42432" y="2041198"/>
                </a:lnTo>
                <a:lnTo>
                  <a:pt x="45218" y="2042299"/>
                </a:lnTo>
                <a:lnTo>
                  <a:pt x="45040" y="2042239"/>
                </a:lnTo>
                <a:lnTo>
                  <a:pt x="47885" y="2043191"/>
                </a:lnTo>
                <a:lnTo>
                  <a:pt x="47707" y="2043141"/>
                </a:lnTo>
                <a:lnTo>
                  <a:pt x="50613" y="2043965"/>
                </a:lnTo>
                <a:lnTo>
                  <a:pt x="50434" y="2043915"/>
                </a:lnTo>
                <a:lnTo>
                  <a:pt x="53389" y="2044600"/>
                </a:lnTo>
                <a:lnTo>
                  <a:pt x="53211" y="2044570"/>
                </a:lnTo>
                <a:lnTo>
                  <a:pt x="56216" y="2045105"/>
                </a:lnTo>
                <a:lnTo>
                  <a:pt x="56037" y="2045075"/>
                </a:lnTo>
                <a:lnTo>
                  <a:pt x="59091" y="2045462"/>
                </a:lnTo>
                <a:lnTo>
                  <a:pt x="58903" y="2045442"/>
                </a:lnTo>
                <a:lnTo>
                  <a:pt x="62016" y="2045680"/>
                </a:lnTo>
                <a:lnTo>
                  <a:pt x="61828" y="2045670"/>
                </a:lnTo>
                <a:lnTo>
                  <a:pt x="64972" y="2045750"/>
                </a:lnTo>
                <a:lnTo>
                  <a:pt x="64882" y="2045750"/>
                </a:lnTo>
                <a:lnTo>
                  <a:pt x="1481576" y="2045750"/>
                </a:lnTo>
                <a:lnTo>
                  <a:pt x="1481487" y="2045750"/>
                </a:lnTo>
                <a:lnTo>
                  <a:pt x="1484630" y="2045670"/>
                </a:lnTo>
                <a:lnTo>
                  <a:pt x="1484442" y="2045680"/>
                </a:lnTo>
                <a:lnTo>
                  <a:pt x="1487546" y="2045442"/>
                </a:lnTo>
                <a:lnTo>
                  <a:pt x="1487368" y="2045462"/>
                </a:lnTo>
                <a:lnTo>
                  <a:pt x="1490422" y="2045075"/>
                </a:lnTo>
                <a:lnTo>
                  <a:pt x="1490244" y="2045105"/>
                </a:lnTo>
                <a:lnTo>
                  <a:pt x="1493248" y="2044570"/>
                </a:lnTo>
                <a:lnTo>
                  <a:pt x="1493069" y="2044600"/>
                </a:lnTo>
                <a:lnTo>
                  <a:pt x="1496025" y="2043915"/>
                </a:lnTo>
                <a:lnTo>
                  <a:pt x="1495846" y="2043965"/>
                </a:lnTo>
                <a:lnTo>
                  <a:pt x="1498751" y="2043141"/>
                </a:lnTo>
                <a:lnTo>
                  <a:pt x="1498573" y="2043191"/>
                </a:lnTo>
                <a:lnTo>
                  <a:pt x="1501419" y="2042239"/>
                </a:lnTo>
                <a:lnTo>
                  <a:pt x="1501241" y="2042299"/>
                </a:lnTo>
                <a:lnTo>
                  <a:pt x="1504017" y="2041198"/>
                </a:lnTo>
                <a:lnTo>
                  <a:pt x="1503859" y="2041278"/>
                </a:lnTo>
                <a:lnTo>
                  <a:pt x="1506566" y="2040048"/>
                </a:lnTo>
                <a:lnTo>
                  <a:pt x="1506397" y="2040127"/>
                </a:lnTo>
                <a:lnTo>
                  <a:pt x="1509034" y="2038778"/>
                </a:lnTo>
                <a:lnTo>
                  <a:pt x="1508877" y="2038858"/>
                </a:lnTo>
                <a:lnTo>
                  <a:pt x="1511445" y="2037390"/>
                </a:lnTo>
                <a:lnTo>
                  <a:pt x="1511286" y="2037479"/>
                </a:lnTo>
                <a:lnTo>
                  <a:pt x="1513765" y="2035893"/>
                </a:lnTo>
                <a:lnTo>
                  <a:pt x="1513616" y="2035992"/>
                </a:lnTo>
                <a:lnTo>
                  <a:pt x="1516016" y="2034286"/>
                </a:lnTo>
                <a:lnTo>
                  <a:pt x="1515877" y="2034395"/>
                </a:lnTo>
                <a:lnTo>
                  <a:pt x="1518188" y="2032581"/>
                </a:lnTo>
                <a:lnTo>
                  <a:pt x="1518049" y="2032690"/>
                </a:lnTo>
                <a:lnTo>
                  <a:pt x="1520270" y="2030766"/>
                </a:lnTo>
                <a:lnTo>
                  <a:pt x="1520131" y="2030885"/>
                </a:lnTo>
                <a:lnTo>
                  <a:pt x="1522263" y="2028862"/>
                </a:lnTo>
                <a:lnTo>
                  <a:pt x="1522135" y="2028991"/>
                </a:lnTo>
                <a:lnTo>
                  <a:pt x="1524157" y="2026869"/>
                </a:lnTo>
                <a:lnTo>
                  <a:pt x="1524038" y="2026998"/>
                </a:lnTo>
                <a:lnTo>
                  <a:pt x="1525962" y="2024777"/>
                </a:lnTo>
                <a:lnTo>
                  <a:pt x="1525853" y="2024915"/>
                </a:lnTo>
                <a:lnTo>
                  <a:pt x="1527668" y="2022605"/>
                </a:lnTo>
                <a:lnTo>
                  <a:pt x="1527559" y="2022744"/>
                </a:lnTo>
                <a:lnTo>
                  <a:pt x="1529265" y="2020344"/>
                </a:lnTo>
                <a:lnTo>
                  <a:pt x="1529165" y="2020492"/>
                </a:lnTo>
                <a:lnTo>
                  <a:pt x="1530752" y="2018014"/>
                </a:lnTo>
                <a:lnTo>
                  <a:pt x="1530663" y="2018172"/>
                </a:lnTo>
                <a:lnTo>
                  <a:pt x="1532130" y="2015604"/>
                </a:lnTo>
                <a:lnTo>
                  <a:pt x="1532051" y="2015762"/>
                </a:lnTo>
                <a:lnTo>
                  <a:pt x="1533399" y="2013125"/>
                </a:lnTo>
                <a:lnTo>
                  <a:pt x="1533321" y="2013293"/>
                </a:lnTo>
                <a:lnTo>
                  <a:pt x="1534540" y="2010586"/>
                </a:lnTo>
                <a:lnTo>
                  <a:pt x="1534471" y="2010745"/>
                </a:lnTo>
                <a:lnTo>
                  <a:pt x="1535571" y="2007968"/>
                </a:lnTo>
                <a:lnTo>
                  <a:pt x="1535502" y="2008147"/>
                </a:lnTo>
                <a:lnTo>
                  <a:pt x="1536463" y="2005301"/>
                </a:lnTo>
                <a:lnTo>
                  <a:pt x="1536414" y="2005479"/>
                </a:lnTo>
                <a:lnTo>
                  <a:pt x="1537237" y="2002574"/>
                </a:lnTo>
                <a:lnTo>
                  <a:pt x="1537187" y="2002752"/>
                </a:lnTo>
                <a:lnTo>
                  <a:pt x="1537873" y="1999797"/>
                </a:lnTo>
                <a:lnTo>
                  <a:pt x="1537842" y="1999976"/>
                </a:lnTo>
                <a:lnTo>
                  <a:pt x="1538377" y="1996971"/>
                </a:lnTo>
                <a:lnTo>
                  <a:pt x="1538348" y="1997149"/>
                </a:lnTo>
                <a:lnTo>
                  <a:pt x="1538734" y="1994095"/>
                </a:lnTo>
                <a:lnTo>
                  <a:pt x="1538715" y="1994274"/>
                </a:lnTo>
                <a:lnTo>
                  <a:pt x="1538952" y="1991170"/>
                </a:lnTo>
                <a:lnTo>
                  <a:pt x="1538943" y="1991358"/>
                </a:lnTo>
                <a:lnTo>
                  <a:pt x="1539022" y="1988215"/>
                </a:lnTo>
                <a:lnTo>
                  <a:pt x="1539022" y="1988304"/>
                </a:lnTo>
                <a:lnTo>
                  <a:pt x="1539022" y="64883"/>
                </a:lnTo>
                <a:lnTo>
                  <a:pt x="1539022" y="64972"/>
                </a:lnTo>
                <a:lnTo>
                  <a:pt x="1538943" y="61828"/>
                </a:lnTo>
                <a:lnTo>
                  <a:pt x="1538952" y="62017"/>
                </a:lnTo>
                <a:lnTo>
                  <a:pt x="1538715" y="58903"/>
                </a:lnTo>
                <a:lnTo>
                  <a:pt x="1538734" y="59092"/>
                </a:lnTo>
                <a:lnTo>
                  <a:pt x="1538348" y="56037"/>
                </a:lnTo>
                <a:lnTo>
                  <a:pt x="1538377" y="56216"/>
                </a:lnTo>
                <a:lnTo>
                  <a:pt x="1537842" y="53211"/>
                </a:lnTo>
                <a:lnTo>
                  <a:pt x="1537873" y="53390"/>
                </a:lnTo>
                <a:lnTo>
                  <a:pt x="1537187" y="50435"/>
                </a:lnTo>
                <a:lnTo>
                  <a:pt x="1537237" y="50613"/>
                </a:lnTo>
                <a:lnTo>
                  <a:pt x="1536414" y="47708"/>
                </a:lnTo>
                <a:lnTo>
                  <a:pt x="1536463" y="47886"/>
                </a:lnTo>
                <a:lnTo>
                  <a:pt x="1535502" y="45040"/>
                </a:lnTo>
                <a:lnTo>
                  <a:pt x="1535571" y="45219"/>
                </a:lnTo>
                <a:lnTo>
                  <a:pt x="1534471" y="42432"/>
                </a:lnTo>
                <a:lnTo>
                  <a:pt x="1534540" y="42601"/>
                </a:lnTo>
                <a:lnTo>
                  <a:pt x="1533321" y="39893"/>
                </a:lnTo>
                <a:lnTo>
                  <a:pt x="1533399" y="40062"/>
                </a:lnTo>
                <a:lnTo>
                  <a:pt x="1532051" y="37424"/>
                </a:lnTo>
                <a:lnTo>
                  <a:pt x="1532130" y="37583"/>
                </a:lnTo>
                <a:lnTo>
                  <a:pt x="1530663" y="35015"/>
                </a:lnTo>
                <a:lnTo>
                  <a:pt x="1530752" y="35173"/>
                </a:lnTo>
                <a:lnTo>
                  <a:pt x="1529165" y="32694"/>
                </a:lnTo>
                <a:lnTo>
                  <a:pt x="1529265" y="32843"/>
                </a:lnTo>
                <a:lnTo>
                  <a:pt x="1527559" y="30443"/>
                </a:lnTo>
                <a:lnTo>
                  <a:pt x="1527668" y="30582"/>
                </a:lnTo>
                <a:lnTo>
                  <a:pt x="1525853" y="28272"/>
                </a:lnTo>
                <a:lnTo>
                  <a:pt x="1525962" y="28410"/>
                </a:lnTo>
                <a:lnTo>
                  <a:pt x="1524038" y="26189"/>
                </a:lnTo>
                <a:lnTo>
                  <a:pt x="1524157" y="26318"/>
                </a:lnTo>
                <a:lnTo>
                  <a:pt x="1522135" y="24196"/>
                </a:lnTo>
                <a:lnTo>
                  <a:pt x="1522263" y="24325"/>
                </a:lnTo>
                <a:lnTo>
                  <a:pt x="1520131" y="22302"/>
                </a:lnTo>
                <a:lnTo>
                  <a:pt x="1520270" y="22421"/>
                </a:lnTo>
                <a:lnTo>
                  <a:pt x="1518049" y="20497"/>
                </a:lnTo>
                <a:lnTo>
                  <a:pt x="1518188" y="20606"/>
                </a:lnTo>
                <a:lnTo>
                  <a:pt x="1515877" y="18791"/>
                </a:lnTo>
                <a:lnTo>
                  <a:pt x="1516016" y="18901"/>
                </a:lnTo>
                <a:lnTo>
                  <a:pt x="1513616" y="17195"/>
                </a:lnTo>
                <a:lnTo>
                  <a:pt x="1513765" y="17294"/>
                </a:lnTo>
                <a:lnTo>
                  <a:pt x="1511286" y="15707"/>
                </a:lnTo>
                <a:lnTo>
                  <a:pt x="1511445" y="15797"/>
                </a:lnTo>
                <a:lnTo>
                  <a:pt x="1508877" y="14319"/>
                </a:lnTo>
                <a:lnTo>
                  <a:pt x="1509034" y="14408"/>
                </a:lnTo>
                <a:lnTo>
                  <a:pt x="1506397" y="13060"/>
                </a:lnTo>
                <a:lnTo>
                  <a:pt x="1506566" y="13139"/>
                </a:lnTo>
                <a:lnTo>
                  <a:pt x="1503859" y="11909"/>
                </a:lnTo>
                <a:lnTo>
                  <a:pt x="1504017" y="11989"/>
                </a:lnTo>
                <a:lnTo>
                  <a:pt x="1501241" y="10888"/>
                </a:lnTo>
                <a:lnTo>
                  <a:pt x="1501419" y="10948"/>
                </a:lnTo>
                <a:lnTo>
                  <a:pt x="1498573" y="9986"/>
                </a:lnTo>
                <a:lnTo>
                  <a:pt x="1498751" y="10045"/>
                </a:lnTo>
                <a:lnTo>
                  <a:pt x="1495846" y="9222"/>
                </a:lnTo>
                <a:lnTo>
                  <a:pt x="1496025" y="9272"/>
                </a:lnTo>
                <a:lnTo>
                  <a:pt x="1493069" y="8588"/>
                </a:lnTo>
                <a:lnTo>
                  <a:pt x="1493248" y="8617"/>
                </a:lnTo>
                <a:lnTo>
                  <a:pt x="1490244" y="8082"/>
                </a:lnTo>
                <a:lnTo>
                  <a:pt x="1490422" y="8111"/>
                </a:lnTo>
                <a:lnTo>
                  <a:pt x="1487368" y="7725"/>
                </a:lnTo>
                <a:lnTo>
                  <a:pt x="1487546" y="7745"/>
                </a:lnTo>
                <a:lnTo>
                  <a:pt x="1484442" y="7507"/>
                </a:lnTo>
                <a:lnTo>
                  <a:pt x="1484630" y="7517"/>
                </a:lnTo>
                <a:lnTo>
                  <a:pt x="1481487" y="7437"/>
                </a:lnTo>
                <a:lnTo>
                  <a:pt x="1481576" y="7437"/>
                </a:lnTo>
                <a:lnTo>
                  <a:pt x="64882" y="7437"/>
                </a:lnTo>
                <a:lnTo>
                  <a:pt x="64972" y="7437"/>
                </a:lnTo>
                <a:lnTo>
                  <a:pt x="61828" y="7517"/>
                </a:lnTo>
                <a:lnTo>
                  <a:pt x="62016" y="7507"/>
                </a:lnTo>
                <a:lnTo>
                  <a:pt x="58903" y="7745"/>
                </a:lnTo>
                <a:lnTo>
                  <a:pt x="59091" y="7725"/>
                </a:lnTo>
                <a:lnTo>
                  <a:pt x="56037" y="8111"/>
                </a:lnTo>
                <a:lnTo>
                  <a:pt x="56216" y="8082"/>
                </a:lnTo>
                <a:lnTo>
                  <a:pt x="53211" y="8617"/>
                </a:lnTo>
                <a:lnTo>
                  <a:pt x="53389" y="8588"/>
                </a:lnTo>
                <a:lnTo>
                  <a:pt x="50434" y="9272"/>
                </a:lnTo>
                <a:lnTo>
                  <a:pt x="50613" y="9222"/>
                </a:lnTo>
                <a:lnTo>
                  <a:pt x="47707" y="10045"/>
                </a:lnTo>
                <a:lnTo>
                  <a:pt x="47885" y="9986"/>
                </a:lnTo>
                <a:lnTo>
                  <a:pt x="45040" y="10948"/>
                </a:lnTo>
                <a:lnTo>
                  <a:pt x="45218" y="10888"/>
                </a:lnTo>
                <a:lnTo>
                  <a:pt x="42432" y="11989"/>
                </a:lnTo>
                <a:lnTo>
                  <a:pt x="42600" y="11909"/>
                </a:lnTo>
                <a:lnTo>
                  <a:pt x="39893" y="13139"/>
                </a:lnTo>
                <a:lnTo>
                  <a:pt x="40062" y="13060"/>
                </a:lnTo>
                <a:lnTo>
                  <a:pt x="37424" y="14408"/>
                </a:lnTo>
                <a:lnTo>
                  <a:pt x="37582" y="14319"/>
                </a:lnTo>
                <a:lnTo>
                  <a:pt x="35014" y="15797"/>
                </a:lnTo>
                <a:lnTo>
                  <a:pt x="35173" y="15707"/>
                </a:lnTo>
                <a:lnTo>
                  <a:pt x="32694" y="17294"/>
                </a:lnTo>
                <a:lnTo>
                  <a:pt x="32843" y="17195"/>
                </a:lnTo>
                <a:lnTo>
                  <a:pt x="30443" y="18901"/>
                </a:lnTo>
                <a:lnTo>
                  <a:pt x="30582" y="18791"/>
                </a:lnTo>
                <a:lnTo>
                  <a:pt x="28272" y="20606"/>
                </a:lnTo>
                <a:lnTo>
                  <a:pt x="28410" y="20497"/>
                </a:lnTo>
                <a:lnTo>
                  <a:pt x="26189" y="22421"/>
                </a:lnTo>
                <a:lnTo>
                  <a:pt x="26317" y="22302"/>
                </a:lnTo>
                <a:lnTo>
                  <a:pt x="24196" y="24325"/>
                </a:lnTo>
                <a:lnTo>
                  <a:pt x="24325" y="24196"/>
                </a:lnTo>
                <a:lnTo>
                  <a:pt x="22302" y="26318"/>
                </a:lnTo>
                <a:lnTo>
                  <a:pt x="22420" y="26189"/>
                </a:lnTo>
                <a:lnTo>
                  <a:pt x="20497" y="28410"/>
                </a:lnTo>
                <a:lnTo>
                  <a:pt x="20606" y="28272"/>
                </a:lnTo>
                <a:lnTo>
                  <a:pt x="18791" y="30582"/>
                </a:lnTo>
                <a:lnTo>
                  <a:pt x="18901" y="30443"/>
                </a:lnTo>
                <a:lnTo>
                  <a:pt x="17195" y="32843"/>
                </a:lnTo>
                <a:lnTo>
                  <a:pt x="17293" y="32694"/>
                </a:lnTo>
                <a:lnTo>
                  <a:pt x="15707" y="35173"/>
                </a:lnTo>
                <a:lnTo>
                  <a:pt x="15797" y="35015"/>
                </a:lnTo>
                <a:lnTo>
                  <a:pt x="14319" y="37583"/>
                </a:lnTo>
                <a:lnTo>
                  <a:pt x="14408" y="37424"/>
                </a:lnTo>
                <a:lnTo>
                  <a:pt x="13060" y="40062"/>
                </a:lnTo>
                <a:lnTo>
                  <a:pt x="13139" y="39893"/>
                </a:lnTo>
                <a:lnTo>
                  <a:pt x="11909" y="42601"/>
                </a:lnTo>
                <a:lnTo>
                  <a:pt x="11988" y="42432"/>
                </a:lnTo>
                <a:lnTo>
                  <a:pt x="10887" y="45219"/>
                </a:lnTo>
                <a:lnTo>
                  <a:pt x="10948" y="45040"/>
                </a:lnTo>
                <a:lnTo>
                  <a:pt x="9985" y="47886"/>
                </a:lnTo>
                <a:lnTo>
                  <a:pt x="10045" y="47708"/>
                </a:lnTo>
                <a:lnTo>
                  <a:pt x="9222" y="50613"/>
                </a:lnTo>
                <a:lnTo>
                  <a:pt x="9272" y="50435"/>
                </a:lnTo>
                <a:lnTo>
                  <a:pt x="8587" y="53390"/>
                </a:lnTo>
                <a:lnTo>
                  <a:pt x="8617" y="53211"/>
                </a:lnTo>
                <a:lnTo>
                  <a:pt x="8081" y="56216"/>
                </a:lnTo>
                <a:lnTo>
                  <a:pt x="8111" y="56037"/>
                </a:lnTo>
                <a:lnTo>
                  <a:pt x="7725" y="59092"/>
                </a:lnTo>
                <a:lnTo>
                  <a:pt x="7745" y="58903"/>
                </a:lnTo>
                <a:lnTo>
                  <a:pt x="7506" y="62017"/>
                </a:lnTo>
                <a:lnTo>
                  <a:pt x="7516" y="61828"/>
                </a:lnTo>
                <a:lnTo>
                  <a:pt x="7437" y="64972"/>
                </a:lnTo>
              </a:path>
            </a:pathLst>
          </a:custGeom>
          <a:solidFill xmlns:a="http://schemas.openxmlformats.org/drawingml/2006/main">
            <a:srgbClr val="588E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5412BEF1-138E-4C29-9BFE-9946AA26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5221" y="819174"/>
            <a:ext cx="501908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1: </a:t>
            </a:r>
          </a:p>
        </p:txBody>
      </p:sp>
      <p:sp>
        <p:nvSpPr>
          <p:cNvPr id="102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CBDB8C19-83A3-4D55-9454-DB1FF99F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7736" y="935711"/>
            <a:ext cx="1213600" cy="89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sampling grasps on the </a:t>
            </a:r>
          </a:p>
        </p:txBody>
      </p:sp>
      <p:sp>
        <p:nvSpPr>
          <p:cNvPr id="103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5C6EE009-83D6-4784-8517-60049674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9205" y="1042808"/>
            <a:ext cx="818948" cy="89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affordance peak</a:t>
            </a:r>
          </a:p>
        </p:txBody>
      </p:sp>
      <p:sp>
        <p:nvSpPr>
          <p:cNvPr id="104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A91EE91B-83A8-4BEB-B41C-1AA15326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1920" y="831073"/>
            <a:ext cx="501909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 2: </a:t>
            </a:r>
          </a:p>
        </p:txBody>
      </p:sp>
      <p:sp>
        <p:nvSpPr>
          <p:cNvPr id="105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CDBEDB22-6423-494F-B916-F4813CF4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6913" y="947611"/>
            <a:ext cx="1177495" cy="89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motion-planner scoring</a:t>
            </a:r>
          </a:p>
        </p:txBody>
      </p:sp>
      <p:sp>
        <p:nvSpPr>
          <p:cNvPr id="106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DDF21AC1-CC5F-471B-A2D2-1F9383AD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5184" y="1447902"/>
            <a:ext cx="241463" cy="150729"/>
          </a:xfrm>
          <a:custGeom xmlns:a="http://schemas.openxmlformats.org/drawingml/2006/main">
            <a:pathLst>
              <a:path w="241463" h="150729">
                <a:moveTo>
                  <a:pt x="0" y="0"/>
                </a:moveTo>
                <a:lnTo>
                  <a:pt x="241463" y="0"/>
                </a:lnTo>
                <a:lnTo>
                  <a:pt x="241463" y="150729"/>
                </a:lnTo>
                <a:lnTo>
                  <a:pt x="231547" y="150729"/>
                </a:lnTo>
                <a:lnTo>
                  <a:pt x="231547" y="4958"/>
                </a:lnTo>
                <a:lnTo>
                  <a:pt x="236506" y="9916"/>
                </a:lnTo>
                <a:lnTo>
                  <a:pt x="0" y="991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C01C3806-D4F8-453C-8207-7CEBFA59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9979" y="2203530"/>
            <a:ext cx="276668" cy="201798"/>
          </a:xfrm>
          <a:custGeom xmlns:a="http://schemas.openxmlformats.org/drawingml/2006/main">
            <a:pathLst>
              <a:path w="276668" h="201798">
                <a:moveTo>
                  <a:pt x="59499" y="142300"/>
                </a:moveTo>
                <a:lnTo>
                  <a:pt x="59499" y="172049"/>
                </a:lnTo>
                <a:lnTo>
                  <a:pt x="59499" y="201798"/>
                </a:lnTo>
                <a:lnTo>
                  <a:pt x="0" y="172049"/>
                </a:lnTo>
                <a:lnTo>
                  <a:pt x="59499" y="142300"/>
                </a:lnTo>
                <a:moveTo>
                  <a:pt x="276668" y="0"/>
                </a:moveTo>
                <a:lnTo>
                  <a:pt x="276668" y="177007"/>
                </a:lnTo>
                <a:lnTo>
                  <a:pt x="44624" y="177007"/>
                </a:lnTo>
                <a:lnTo>
                  <a:pt x="44624" y="167091"/>
                </a:lnTo>
                <a:lnTo>
                  <a:pt x="271710" y="167091"/>
                </a:lnTo>
                <a:lnTo>
                  <a:pt x="266752" y="172049"/>
                </a:lnTo>
                <a:lnTo>
                  <a:pt x="266752" y="0"/>
                </a:lnTo>
                <a:lnTo>
                  <a:pt x="27666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FB031878-F233-49CF-B39C-399B1D0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6744" y="1523221"/>
            <a:ext cx="455156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Affordance </a:t>
            </a:r>
          </a:p>
        </p:txBody>
      </p:sp>
      <p:sp>
        <p:nvSpPr>
          <p:cNvPr id="109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E90C7774-CD22-46A8-A7BD-116B2033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0782" y="1618418"/>
            <a:ext cx="199756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sp>
        <p:nvSpPr>
          <p:cNvPr id="110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57736FE1-F36B-47EE-B607-559A7FC6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5359" y="2400866"/>
            <a:ext cx="612337" cy="307111"/>
          </a:xfrm>
          <a:custGeom xmlns:a="http://schemas.openxmlformats.org/drawingml/2006/main">
            <a:pathLst>
              <a:path w="612337" h="307111">
                <a:moveTo>
                  <a:pt x="495" y="11999"/>
                </a:moveTo>
                <a:cubicBezTo>
                  <a:pt x="0" y="5464"/>
                  <a:pt x="5464" y="0"/>
                  <a:pt x="12395" y="99"/>
                </a:cubicBezTo>
                <a:lnTo>
                  <a:pt x="600239" y="99"/>
                </a:lnTo>
                <a:cubicBezTo>
                  <a:pt x="606873" y="0"/>
                  <a:pt x="612337" y="5464"/>
                  <a:pt x="612138" y="11999"/>
                </a:cubicBezTo>
                <a:lnTo>
                  <a:pt x="612138" y="295211"/>
                </a:lnTo>
                <a:cubicBezTo>
                  <a:pt x="612337" y="301448"/>
                  <a:pt x="606873" y="306912"/>
                  <a:pt x="600239" y="307111"/>
                </a:cubicBezTo>
                <a:lnTo>
                  <a:pt x="12395" y="307111"/>
                </a:lnTo>
                <a:cubicBezTo>
                  <a:pt x="5464" y="306912"/>
                  <a:pt x="0" y="301448"/>
                  <a:pt x="495" y="295211"/>
                </a:cubicBezTo>
                <a:lnTo>
                  <a:pt x="495" y="11999"/>
                </a:lnTo>
              </a:path>
            </a:pathLst>
          </a:cu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7EAEDC26-C8E5-4A90-8C62-17860C69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1641" y="2397148"/>
            <a:ext cx="619774" cy="314349"/>
          </a:xfrm>
          <a:custGeom xmlns:a="http://schemas.openxmlformats.org/drawingml/2006/main">
            <a:pathLst>
              <a:path w="619774" h="314349">
                <a:moveTo>
                  <a:pt x="79" y="14289"/>
                </a:moveTo>
                <a:lnTo>
                  <a:pt x="317" y="12713"/>
                </a:lnTo>
                <a:lnTo>
                  <a:pt x="714" y="11186"/>
                </a:lnTo>
                <a:lnTo>
                  <a:pt x="1279" y="9639"/>
                </a:lnTo>
                <a:lnTo>
                  <a:pt x="2707" y="7011"/>
                </a:lnTo>
                <a:lnTo>
                  <a:pt x="4651" y="4651"/>
                </a:lnTo>
                <a:lnTo>
                  <a:pt x="7010" y="2707"/>
                </a:lnTo>
                <a:lnTo>
                  <a:pt x="9628" y="1279"/>
                </a:lnTo>
                <a:lnTo>
                  <a:pt x="11186" y="714"/>
                </a:lnTo>
                <a:lnTo>
                  <a:pt x="12713" y="317"/>
                </a:lnTo>
                <a:lnTo>
                  <a:pt x="14289" y="79"/>
                </a:lnTo>
                <a:lnTo>
                  <a:pt x="15827" y="0"/>
                </a:lnTo>
                <a:lnTo>
                  <a:pt x="603947" y="0"/>
                </a:lnTo>
                <a:lnTo>
                  <a:pt x="605484" y="79"/>
                </a:lnTo>
                <a:lnTo>
                  <a:pt x="607061" y="317"/>
                </a:lnTo>
                <a:lnTo>
                  <a:pt x="608588" y="714"/>
                </a:lnTo>
                <a:lnTo>
                  <a:pt x="610144" y="1279"/>
                </a:lnTo>
                <a:lnTo>
                  <a:pt x="612763" y="2707"/>
                </a:lnTo>
                <a:lnTo>
                  <a:pt x="615123" y="4651"/>
                </a:lnTo>
                <a:lnTo>
                  <a:pt x="617067" y="7011"/>
                </a:lnTo>
                <a:lnTo>
                  <a:pt x="618494" y="9639"/>
                </a:lnTo>
                <a:lnTo>
                  <a:pt x="619059" y="11186"/>
                </a:lnTo>
                <a:lnTo>
                  <a:pt x="619456" y="12713"/>
                </a:lnTo>
                <a:lnTo>
                  <a:pt x="619694" y="14289"/>
                </a:lnTo>
                <a:lnTo>
                  <a:pt x="619774" y="15817"/>
                </a:lnTo>
                <a:lnTo>
                  <a:pt x="619774" y="298523"/>
                </a:lnTo>
                <a:lnTo>
                  <a:pt x="619694" y="300060"/>
                </a:lnTo>
                <a:lnTo>
                  <a:pt x="619456" y="301636"/>
                </a:lnTo>
                <a:lnTo>
                  <a:pt x="619059" y="303163"/>
                </a:lnTo>
                <a:lnTo>
                  <a:pt x="618494" y="304720"/>
                </a:lnTo>
                <a:lnTo>
                  <a:pt x="617067" y="307338"/>
                </a:lnTo>
                <a:lnTo>
                  <a:pt x="615123" y="309698"/>
                </a:lnTo>
                <a:lnTo>
                  <a:pt x="612763" y="311642"/>
                </a:lnTo>
                <a:lnTo>
                  <a:pt x="610144" y="313070"/>
                </a:lnTo>
                <a:lnTo>
                  <a:pt x="608588" y="313635"/>
                </a:lnTo>
                <a:lnTo>
                  <a:pt x="607061" y="314032"/>
                </a:lnTo>
                <a:lnTo>
                  <a:pt x="605484" y="314270"/>
                </a:lnTo>
                <a:lnTo>
                  <a:pt x="603947" y="314349"/>
                </a:lnTo>
                <a:lnTo>
                  <a:pt x="15827" y="314349"/>
                </a:lnTo>
                <a:lnTo>
                  <a:pt x="14289" y="314270"/>
                </a:lnTo>
                <a:lnTo>
                  <a:pt x="12713" y="314032"/>
                </a:lnTo>
                <a:lnTo>
                  <a:pt x="11186" y="313635"/>
                </a:lnTo>
                <a:lnTo>
                  <a:pt x="9628" y="313070"/>
                </a:lnTo>
                <a:lnTo>
                  <a:pt x="7010" y="311642"/>
                </a:lnTo>
                <a:lnTo>
                  <a:pt x="4651" y="309698"/>
                </a:lnTo>
                <a:lnTo>
                  <a:pt x="2707" y="307338"/>
                </a:lnTo>
                <a:lnTo>
                  <a:pt x="1279" y="304720"/>
                </a:lnTo>
                <a:lnTo>
                  <a:pt x="714" y="303163"/>
                </a:lnTo>
                <a:lnTo>
                  <a:pt x="317" y="301636"/>
                </a:lnTo>
                <a:lnTo>
                  <a:pt x="79" y="300060"/>
                </a:lnTo>
                <a:lnTo>
                  <a:pt x="0" y="298523"/>
                </a:lnTo>
                <a:lnTo>
                  <a:pt x="0" y="15817"/>
                </a:lnTo>
                <a:lnTo>
                  <a:pt x="79" y="14289"/>
                </a:lnTo>
                <a:moveTo>
                  <a:pt x="7437" y="16104"/>
                </a:moveTo>
                <a:lnTo>
                  <a:pt x="7437" y="15916"/>
                </a:lnTo>
                <a:lnTo>
                  <a:pt x="7437" y="298433"/>
                </a:lnTo>
                <a:lnTo>
                  <a:pt x="7437" y="298245"/>
                </a:lnTo>
                <a:lnTo>
                  <a:pt x="7496" y="299495"/>
                </a:lnTo>
                <a:lnTo>
                  <a:pt x="7457" y="299117"/>
                </a:lnTo>
                <a:lnTo>
                  <a:pt x="7645" y="300327"/>
                </a:lnTo>
                <a:lnTo>
                  <a:pt x="7566" y="299970"/>
                </a:lnTo>
                <a:lnTo>
                  <a:pt x="7864" y="301131"/>
                </a:lnTo>
                <a:lnTo>
                  <a:pt x="7754" y="300784"/>
                </a:lnTo>
                <a:lnTo>
                  <a:pt x="8170" y="301904"/>
                </a:lnTo>
                <a:lnTo>
                  <a:pt x="7943" y="301408"/>
                </a:lnTo>
                <a:lnTo>
                  <a:pt x="9073" y="303481"/>
                </a:lnTo>
                <a:lnTo>
                  <a:pt x="8667" y="302886"/>
                </a:lnTo>
                <a:lnTo>
                  <a:pt x="10154" y="304691"/>
                </a:lnTo>
                <a:lnTo>
                  <a:pt x="9658" y="304195"/>
                </a:lnTo>
                <a:lnTo>
                  <a:pt x="11463" y="305682"/>
                </a:lnTo>
                <a:lnTo>
                  <a:pt x="10868" y="305276"/>
                </a:lnTo>
                <a:lnTo>
                  <a:pt x="12940" y="306406"/>
                </a:lnTo>
                <a:lnTo>
                  <a:pt x="12445" y="306178"/>
                </a:lnTo>
                <a:lnTo>
                  <a:pt x="13565" y="306595"/>
                </a:lnTo>
                <a:lnTo>
                  <a:pt x="13218" y="306485"/>
                </a:lnTo>
                <a:lnTo>
                  <a:pt x="14378" y="306783"/>
                </a:lnTo>
                <a:lnTo>
                  <a:pt x="14022" y="306703"/>
                </a:lnTo>
                <a:lnTo>
                  <a:pt x="15231" y="306892"/>
                </a:lnTo>
                <a:lnTo>
                  <a:pt x="14854" y="306852"/>
                </a:lnTo>
                <a:lnTo>
                  <a:pt x="16104" y="306912"/>
                </a:lnTo>
                <a:lnTo>
                  <a:pt x="15916" y="306912"/>
                </a:lnTo>
                <a:lnTo>
                  <a:pt x="603858" y="306912"/>
                </a:lnTo>
                <a:lnTo>
                  <a:pt x="603670" y="306912"/>
                </a:lnTo>
                <a:lnTo>
                  <a:pt x="604919" y="306852"/>
                </a:lnTo>
                <a:lnTo>
                  <a:pt x="604542" y="306892"/>
                </a:lnTo>
                <a:lnTo>
                  <a:pt x="605752" y="306703"/>
                </a:lnTo>
                <a:lnTo>
                  <a:pt x="605394" y="306783"/>
                </a:lnTo>
                <a:lnTo>
                  <a:pt x="606555" y="306485"/>
                </a:lnTo>
                <a:lnTo>
                  <a:pt x="606208" y="306595"/>
                </a:lnTo>
                <a:lnTo>
                  <a:pt x="607329" y="306178"/>
                </a:lnTo>
                <a:lnTo>
                  <a:pt x="606832" y="306406"/>
                </a:lnTo>
                <a:lnTo>
                  <a:pt x="608905" y="305276"/>
                </a:lnTo>
                <a:lnTo>
                  <a:pt x="608311" y="305682"/>
                </a:lnTo>
                <a:lnTo>
                  <a:pt x="610115" y="304195"/>
                </a:lnTo>
                <a:lnTo>
                  <a:pt x="609619" y="304691"/>
                </a:lnTo>
                <a:lnTo>
                  <a:pt x="611106" y="302886"/>
                </a:lnTo>
                <a:lnTo>
                  <a:pt x="610700" y="303481"/>
                </a:lnTo>
                <a:lnTo>
                  <a:pt x="611830" y="301408"/>
                </a:lnTo>
                <a:lnTo>
                  <a:pt x="611602" y="301904"/>
                </a:lnTo>
                <a:lnTo>
                  <a:pt x="612019" y="300784"/>
                </a:lnTo>
                <a:lnTo>
                  <a:pt x="611909" y="301131"/>
                </a:lnTo>
                <a:lnTo>
                  <a:pt x="612208" y="299970"/>
                </a:lnTo>
                <a:lnTo>
                  <a:pt x="612128" y="300327"/>
                </a:lnTo>
                <a:lnTo>
                  <a:pt x="612317" y="299117"/>
                </a:lnTo>
                <a:lnTo>
                  <a:pt x="612277" y="299495"/>
                </a:lnTo>
                <a:lnTo>
                  <a:pt x="612337" y="298245"/>
                </a:lnTo>
                <a:lnTo>
                  <a:pt x="612337" y="298433"/>
                </a:lnTo>
                <a:lnTo>
                  <a:pt x="612337" y="15916"/>
                </a:lnTo>
                <a:lnTo>
                  <a:pt x="612337" y="16104"/>
                </a:lnTo>
                <a:lnTo>
                  <a:pt x="612277" y="14854"/>
                </a:lnTo>
                <a:lnTo>
                  <a:pt x="612317" y="15231"/>
                </a:lnTo>
                <a:lnTo>
                  <a:pt x="612128" y="14022"/>
                </a:lnTo>
                <a:lnTo>
                  <a:pt x="612208" y="14379"/>
                </a:lnTo>
                <a:lnTo>
                  <a:pt x="611909" y="13218"/>
                </a:lnTo>
                <a:lnTo>
                  <a:pt x="612019" y="13565"/>
                </a:lnTo>
                <a:lnTo>
                  <a:pt x="611602" y="12445"/>
                </a:lnTo>
                <a:lnTo>
                  <a:pt x="611830" y="12941"/>
                </a:lnTo>
                <a:lnTo>
                  <a:pt x="610700" y="10868"/>
                </a:lnTo>
                <a:lnTo>
                  <a:pt x="611106" y="11463"/>
                </a:lnTo>
                <a:lnTo>
                  <a:pt x="609619" y="9658"/>
                </a:lnTo>
                <a:lnTo>
                  <a:pt x="610115" y="10164"/>
                </a:lnTo>
                <a:lnTo>
                  <a:pt x="608311" y="8667"/>
                </a:lnTo>
                <a:lnTo>
                  <a:pt x="608905" y="9074"/>
                </a:lnTo>
                <a:lnTo>
                  <a:pt x="606832" y="7943"/>
                </a:lnTo>
                <a:lnTo>
                  <a:pt x="607329" y="8171"/>
                </a:lnTo>
                <a:lnTo>
                  <a:pt x="606208" y="7754"/>
                </a:lnTo>
                <a:lnTo>
                  <a:pt x="606555" y="7864"/>
                </a:lnTo>
                <a:lnTo>
                  <a:pt x="605394" y="7566"/>
                </a:lnTo>
                <a:lnTo>
                  <a:pt x="605752" y="7646"/>
                </a:lnTo>
                <a:lnTo>
                  <a:pt x="604542" y="7457"/>
                </a:lnTo>
                <a:lnTo>
                  <a:pt x="604919" y="7496"/>
                </a:lnTo>
                <a:lnTo>
                  <a:pt x="603670" y="7437"/>
                </a:lnTo>
                <a:lnTo>
                  <a:pt x="603858" y="7437"/>
                </a:lnTo>
                <a:lnTo>
                  <a:pt x="15916" y="7437"/>
                </a:lnTo>
                <a:lnTo>
                  <a:pt x="16104" y="7437"/>
                </a:lnTo>
                <a:lnTo>
                  <a:pt x="14854" y="7496"/>
                </a:lnTo>
                <a:lnTo>
                  <a:pt x="15231" y="7457"/>
                </a:lnTo>
                <a:lnTo>
                  <a:pt x="14022" y="7646"/>
                </a:lnTo>
                <a:lnTo>
                  <a:pt x="14378" y="7566"/>
                </a:lnTo>
                <a:lnTo>
                  <a:pt x="13218" y="7864"/>
                </a:lnTo>
                <a:lnTo>
                  <a:pt x="13565" y="7754"/>
                </a:lnTo>
                <a:lnTo>
                  <a:pt x="12445" y="8171"/>
                </a:lnTo>
                <a:lnTo>
                  <a:pt x="12940" y="7943"/>
                </a:lnTo>
                <a:lnTo>
                  <a:pt x="10868" y="9074"/>
                </a:lnTo>
                <a:lnTo>
                  <a:pt x="11463" y="8667"/>
                </a:lnTo>
                <a:lnTo>
                  <a:pt x="9658" y="10164"/>
                </a:lnTo>
                <a:lnTo>
                  <a:pt x="10154" y="9658"/>
                </a:lnTo>
                <a:lnTo>
                  <a:pt x="8667" y="11463"/>
                </a:lnTo>
                <a:lnTo>
                  <a:pt x="9073" y="10868"/>
                </a:lnTo>
                <a:lnTo>
                  <a:pt x="7943" y="12941"/>
                </a:lnTo>
                <a:lnTo>
                  <a:pt x="8170" y="12445"/>
                </a:lnTo>
                <a:lnTo>
                  <a:pt x="7754" y="13565"/>
                </a:lnTo>
                <a:lnTo>
                  <a:pt x="7864" y="13218"/>
                </a:lnTo>
                <a:lnTo>
                  <a:pt x="7566" y="14379"/>
                </a:lnTo>
                <a:lnTo>
                  <a:pt x="7645" y="14022"/>
                </a:lnTo>
                <a:lnTo>
                  <a:pt x="7457" y="15231"/>
                </a:lnTo>
                <a:lnTo>
                  <a:pt x="7496" y="14854"/>
                </a:lnTo>
                <a:lnTo>
                  <a:pt x="7437" y="16104"/>
                </a:lnTo>
              </a:path>
            </a:pathLst>
          </a:custGeom>
          <a:solidFill xmlns:a="http://schemas.openxmlformats.org/drawingml/2006/main">
            <a:srgbClr val="249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4C70FF43-D8E7-46F0-8336-508B1DF4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0059" y="1876190"/>
            <a:ext cx="634648" cy="307011"/>
          </a:xfrm>
          <a:custGeom xmlns:a="http://schemas.openxmlformats.org/drawingml/2006/main">
            <a:pathLst>
              <a:path w="634648" h="307011">
                <a:moveTo>
                  <a:pt x="397" y="11900"/>
                </a:moveTo>
                <a:cubicBezTo>
                  <a:pt x="0" y="5563"/>
                  <a:pt x="5464" y="99"/>
                  <a:pt x="12296" y="0"/>
                </a:cubicBezTo>
                <a:lnTo>
                  <a:pt x="621559" y="0"/>
                </a:lnTo>
                <a:cubicBezTo>
                  <a:pt x="628688" y="99"/>
                  <a:pt x="634153" y="5563"/>
                  <a:pt x="634648" y="11900"/>
                </a:cubicBezTo>
                <a:lnTo>
                  <a:pt x="634648" y="295112"/>
                </a:lnTo>
                <a:cubicBezTo>
                  <a:pt x="634153" y="301547"/>
                  <a:pt x="628688" y="307011"/>
                  <a:pt x="621559" y="307011"/>
                </a:cubicBezTo>
                <a:lnTo>
                  <a:pt x="12296" y="307011"/>
                </a:lnTo>
                <a:cubicBezTo>
                  <a:pt x="5464" y="307011"/>
                  <a:pt x="0" y="301547"/>
                  <a:pt x="397" y="295112"/>
                </a:cubicBezTo>
                <a:lnTo>
                  <a:pt x="397" y="11900"/>
                </a:lnTo>
              </a:path>
            </a:pathLst>
          </a:cu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97D7D66F-E4A3-43E9-9572-B6B2AAFE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6340" y="1872571"/>
            <a:ext cx="641590" cy="314349"/>
          </a:xfrm>
          <a:custGeom xmlns:a="http://schemas.openxmlformats.org/drawingml/2006/main">
            <a:pathLst>
              <a:path w="641590" h="314349">
                <a:moveTo>
                  <a:pt x="79" y="14290"/>
                </a:moveTo>
                <a:lnTo>
                  <a:pt x="318" y="12713"/>
                </a:lnTo>
                <a:lnTo>
                  <a:pt x="714" y="11186"/>
                </a:lnTo>
                <a:lnTo>
                  <a:pt x="1279" y="9629"/>
                </a:lnTo>
                <a:lnTo>
                  <a:pt x="2708" y="7011"/>
                </a:lnTo>
                <a:lnTo>
                  <a:pt x="4651" y="4651"/>
                </a:lnTo>
                <a:lnTo>
                  <a:pt x="7011" y="2707"/>
                </a:lnTo>
                <a:lnTo>
                  <a:pt x="9629" y="1279"/>
                </a:lnTo>
                <a:lnTo>
                  <a:pt x="11187" y="714"/>
                </a:lnTo>
                <a:lnTo>
                  <a:pt x="12713" y="317"/>
                </a:lnTo>
                <a:lnTo>
                  <a:pt x="14290" y="79"/>
                </a:lnTo>
                <a:lnTo>
                  <a:pt x="15817" y="0"/>
                </a:lnTo>
                <a:lnTo>
                  <a:pt x="625764" y="0"/>
                </a:lnTo>
                <a:lnTo>
                  <a:pt x="627301" y="79"/>
                </a:lnTo>
                <a:lnTo>
                  <a:pt x="628878" y="317"/>
                </a:lnTo>
                <a:lnTo>
                  <a:pt x="630405" y="714"/>
                </a:lnTo>
                <a:lnTo>
                  <a:pt x="631952" y="1279"/>
                </a:lnTo>
                <a:lnTo>
                  <a:pt x="634580" y="2707"/>
                </a:lnTo>
                <a:lnTo>
                  <a:pt x="636940" y="4651"/>
                </a:lnTo>
                <a:lnTo>
                  <a:pt x="638883" y="7011"/>
                </a:lnTo>
                <a:lnTo>
                  <a:pt x="640311" y="9629"/>
                </a:lnTo>
                <a:lnTo>
                  <a:pt x="640877" y="11186"/>
                </a:lnTo>
                <a:lnTo>
                  <a:pt x="641273" y="12713"/>
                </a:lnTo>
                <a:lnTo>
                  <a:pt x="641511" y="14290"/>
                </a:lnTo>
                <a:lnTo>
                  <a:pt x="641590" y="15817"/>
                </a:lnTo>
                <a:lnTo>
                  <a:pt x="641590" y="298523"/>
                </a:lnTo>
                <a:lnTo>
                  <a:pt x="641511" y="300060"/>
                </a:lnTo>
                <a:lnTo>
                  <a:pt x="641273" y="301637"/>
                </a:lnTo>
                <a:lnTo>
                  <a:pt x="640877" y="303164"/>
                </a:lnTo>
                <a:lnTo>
                  <a:pt x="640311" y="304711"/>
                </a:lnTo>
                <a:lnTo>
                  <a:pt x="638883" y="307339"/>
                </a:lnTo>
                <a:lnTo>
                  <a:pt x="636940" y="309699"/>
                </a:lnTo>
                <a:lnTo>
                  <a:pt x="634580" y="311642"/>
                </a:lnTo>
                <a:lnTo>
                  <a:pt x="631952" y="313070"/>
                </a:lnTo>
                <a:lnTo>
                  <a:pt x="630405" y="313636"/>
                </a:lnTo>
                <a:lnTo>
                  <a:pt x="628878" y="314032"/>
                </a:lnTo>
                <a:lnTo>
                  <a:pt x="627301" y="314270"/>
                </a:lnTo>
                <a:lnTo>
                  <a:pt x="625764" y="314349"/>
                </a:lnTo>
                <a:lnTo>
                  <a:pt x="15817" y="314349"/>
                </a:lnTo>
                <a:lnTo>
                  <a:pt x="14290" y="314270"/>
                </a:lnTo>
                <a:lnTo>
                  <a:pt x="12713" y="314032"/>
                </a:lnTo>
                <a:lnTo>
                  <a:pt x="11187" y="313636"/>
                </a:lnTo>
                <a:lnTo>
                  <a:pt x="9629" y="313070"/>
                </a:lnTo>
                <a:lnTo>
                  <a:pt x="7011" y="311642"/>
                </a:lnTo>
                <a:lnTo>
                  <a:pt x="4651" y="309699"/>
                </a:lnTo>
                <a:lnTo>
                  <a:pt x="2708" y="307339"/>
                </a:lnTo>
                <a:lnTo>
                  <a:pt x="1279" y="304711"/>
                </a:lnTo>
                <a:lnTo>
                  <a:pt x="714" y="303164"/>
                </a:lnTo>
                <a:lnTo>
                  <a:pt x="318" y="301637"/>
                </a:lnTo>
                <a:lnTo>
                  <a:pt x="79" y="300060"/>
                </a:lnTo>
                <a:lnTo>
                  <a:pt x="0" y="298523"/>
                </a:lnTo>
                <a:lnTo>
                  <a:pt x="0" y="15817"/>
                </a:lnTo>
                <a:lnTo>
                  <a:pt x="79" y="14290"/>
                </a:lnTo>
                <a:moveTo>
                  <a:pt x="7427" y="16104"/>
                </a:moveTo>
                <a:lnTo>
                  <a:pt x="7438" y="15916"/>
                </a:lnTo>
                <a:lnTo>
                  <a:pt x="7438" y="298434"/>
                </a:lnTo>
                <a:lnTo>
                  <a:pt x="7427" y="298245"/>
                </a:lnTo>
                <a:lnTo>
                  <a:pt x="7497" y="299495"/>
                </a:lnTo>
                <a:lnTo>
                  <a:pt x="7457" y="299118"/>
                </a:lnTo>
                <a:lnTo>
                  <a:pt x="7645" y="300327"/>
                </a:lnTo>
                <a:lnTo>
                  <a:pt x="7567" y="299971"/>
                </a:lnTo>
                <a:lnTo>
                  <a:pt x="7864" y="301131"/>
                </a:lnTo>
                <a:lnTo>
                  <a:pt x="7755" y="300784"/>
                </a:lnTo>
                <a:lnTo>
                  <a:pt x="8172" y="301904"/>
                </a:lnTo>
                <a:lnTo>
                  <a:pt x="7943" y="301408"/>
                </a:lnTo>
                <a:lnTo>
                  <a:pt x="9074" y="303481"/>
                </a:lnTo>
                <a:lnTo>
                  <a:pt x="8667" y="302886"/>
                </a:lnTo>
                <a:lnTo>
                  <a:pt x="10155" y="304691"/>
                </a:lnTo>
                <a:lnTo>
                  <a:pt x="9659" y="304185"/>
                </a:lnTo>
                <a:lnTo>
                  <a:pt x="11463" y="305683"/>
                </a:lnTo>
                <a:lnTo>
                  <a:pt x="10868" y="305276"/>
                </a:lnTo>
                <a:lnTo>
                  <a:pt x="12942" y="306406"/>
                </a:lnTo>
                <a:lnTo>
                  <a:pt x="12445" y="306178"/>
                </a:lnTo>
                <a:lnTo>
                  <a:pt x="13566" y="306595"/>
                </a:lnTo>
                <a:lnTo>
                  <a:pt x="13219" y="306486"/>
                </a:lnTo>
                <a:lnTo>
                  <a:pt x="14379" y="306783"/>
                </a:lnTo>
                <a:lnTo>
                  <a:pt x="14022" y="306704"/>
                </a:lnTo>
                <a:lnTo>
                  <a:pt x="15232" y="306893"/>
                </a:lnTo>
                <a:lnTo>
                  <a:pt x="14855" y="306853"/>
                </a:lnTo>
                <a:lnTo>
                  <a:pt x="16104" y="306912"/>
                </a:lnTo>
                <a:lnTo>
                  <a:pt x="15916" y="306912"/>
                </a:lnTo>
                <a:lnTo>
                  <a:pt x="625675" y="306912"/>
                </a:lnTo>
                <a:lnTo>
                  <a:pt x="625486" y="306912"/>
                </a:lnTo>
                <a:lnTo>
                  <a:pt x="626736" y="306853"/>
                </a:lnTo>
                <a:lnTo>
                  <a:pt x="626358" y="306893"/>
                </a:lnTo>
                <a:lnTo>
                  <a:pt x="627569" y="306704"/>
                </a:lnTo>
                <a:lnTo>
                  <a:pt x="627202" y="306783"/>
                </a:lnTo>
                <a:lnTo>
                  <a:pt x="628372" y="306486"/>
                </a:lnTo>
                <a:lnTo>
                  <a:pt x="628025" y="306595"/>
                </a:lnTo>
                <a:lnTo>
                  <a:pt x="629145" y="306178"/>
                </a:lnTo>
                <a:lnTo>
                  <a:pt x="628649" y="306406"/>
                </a:lnTo>
                <a:lnTo>
                  <a:pt x="630722" y="305276"/>
                </a:lnTo>
                <a:lnTo>
                  <a:pt x="630127" y="305683"/>
                </a:lnTo>
                <a:lnTo>
                  <a:pt x="631931" y="304185"/>
                </a:lnTo>
                <a:lnTo>
                  <a:pt x="631427" y="304691"/>
                </a:lnTo>
                <a:lnTo>
                  <a:pt x="632924" y="302886"/>
                </a:lnTo>
                <a:lnTo>
                  <a:pt x="632517" y="303481"/>
                </a:lnTo>
                <a:lnTo>
                  <a:pt x="633648" y="301408"/>
                </a:lnTo>
                <a:lnTo>
                  <a:pt x="633419" y="301904"/>
                </a:lnTo>
                <a:lnTo>
                  <a:pt x="633836" y="300784"/>
                </a:lnTo>
                <a:lnTo>
                  <a:pt x="633717" y="301131"/>
                </a:lnTo>
                <a:lnTo>
                  <a:pt x="634024" y="299971"/>
                </a:lnTo>
                <a:lnTo>
                  <a:pt x="633945" y="300327"/>
                </a:lnTo>
                <a:lnTo>
                  <a:pt x="634133" y="299118"/>
                </a:lnTo>
                <a:lnTo>
                  <a:pt x="634093" y="299495"/>
                </a:lnTo>
                <a:lnTo>
                  <a:pt x="634153" y="298245"/>
                </a:lnTo>
                <a:lnTo>
                  <a:pt x="634153" y="298434"/>
                </a:lnTo>
                <a:lnTo>
                  <a:pt x="634153" y="15916"/>
                </a:lnTo>
                <a:lnTo>
                  <a:pt x="634153" y="16104"/>
                </a:lnTo>
                <a:lnTo>
                  <a:pt x="634093" y="14855"/>
                </a:lnTo>
                <a:lnTo>
                  <a:pt x="634133" y="15231"/>
                </a:lnTo>
                <a:lnTo>
                  <a:pt x="633945" y="14022"/>
                </a:lnTo>
                <a:lnTo>
                  <a:pt x="634024" y="14379"/>
                </a:lnTo>
                <a:lnTo>
                  <a:pt x="633717" y="13218"/>
                </a:lnTo>
                <a:lnTo>
                  <a:pt x="633836" y="13565"/>
                </a:lnTo>
                <a:lnTo>
                  <a:pt x="633419" y="12445"/>
                </a:lnTo>
                <a:lnTo>
                  <a:pt x="633648" y="12941"/>
                </a:lnTo>
                <a:lnTo>
                  <a:pt x="632517" y="10868"/>
                </a:lnTo>
                <a:lnTo>
                  <a:pt x="632924" y="11463"/>
                </a:lnTo>
                <a:lnTo>
                  <a:pt x="631427" y="9659"/>
                </a:lnTo>
                <a:lnTo>
                  <a:pt x="631931" y="10154"/>
                </a:lnTo>
                <a:lnTo>
                  <a:pt x="630127" y="8667"/>
                </a:lnTo>
                <a:lnTo>
                  <a:pt x="630722" y="9074"/>
                </a:lnTo>
                <a:lnTo>
                  <a:pt x="628649" y="7943"/>
                </a:lnTo>
                <a:lnTo>
                  <a:pt x="629145" y="8171"/>
                </a:lnTo>
                <a:lnTo>
                  <a:pt x="628025" y="7755"/>
                </a:lnTo>
                <a:lnTo>
                  <a:pt x="628372" y="7864"/>
                </a:lnTo>
                <a:lnTo>
                  <a:pt x="627202" y="7566"/>
                </a:lnTo>
                <a:lnTo>
                  <a:pt x="627569" y="7646"/>
                </a:lnTo>
                <a:lnTo>
                  <a:pt x="626358" y="7457"/>
                </a:lnTo>
                <a:lnTo>
                  <a:pt x="626736" y="7497"/>
                </a:lnTo>
                <a:lnTo>
                  <a:pt x="625486" y="7428"/>
                </a:lnTo>
                <a:lnTo>
                  <a:pt x="625675" y="7438"/>
                </a:lnTo>
                <a:lnTo>
                  <a:pt x="15916" y="7438"/>
                </a:lnTo>
                <a:lnTo>
                  <a:pt x="16104" y="7428"/>
                </a:lnTo>
                <a:lnTo>
                  <a:pt x="14855" y="7497"/>
                </a:lnTo>
                <a:lnTo>
                  <a:pt x="15232" y="7457"/>
                </a:lnTo>
                <a:lnTo>
                  <a:pt x="14022" y="7646"/>
                </a:lnTo>
                <a:lnTo>
                  <a:pt x="14379" y="7566"/>
                </a:lnTo>
                <a:lnTo>
                  <a:pt x="13219" y="7864"/>
                </a:lnTo>
                <a:lnTo>
                  <a:pt x="13566" y="7755"/>
                </a:lnTo>
                <a:lnTo>
                  <a:pt x="12445" y="8171"/>
                </a:lnTo>
                <a:lnTo>
                  <a:pt x="12942" y="7943"/>
                </a:lnTo>
                <a:lnTo>
                  <a:pt x="10868" y="9074"/>
                </a:lnTo>
                <a:lnTo>
                  <a:pt x="11463" y="8667"/>
                </a:lnTo>
                <a:lnTo>
                  <a:pt x="9659" y="10154"/>
                </a:lnTo>
                <a:lnTo>
                  <a:pt x="10155" y="9659"/>
                </a:lnTo>
                <a:lnTo>
                  <a:pt x="8667" y="11463"/>
                </a:lnTo>
                <a:lnTo>
                  <a:pt x="9074" y="10868"/>
                </a:lnTo>
                <a:lnTo>
                  <a:pt x="7943" y="12941"/>
                </a:lnTo>
                <a:lnTo>
                  <a:pt x="8172" y="12445"/>
                </a:lnTo>
                <a:lnTo>
                  <a:pt x="7755" y="13565"/>
                </a:lnTo>
                <a:lnTo>
                  <a:pt x="7864" y="13218"/>
                </a:lnTo>
                <a:lnTo>
                  <a:pt x="7567" y="14379"/>
                </a:lnTo>
                <a:lnTo>
                  <a:pt x="7645" y="14022"/>
                </a:lnTo>
                <a:lnTo>
                  <a:pt x="7457" y="15231"/>
                </a:lnTo>
                <a:lnTo>
                  <a:pt x="7497" y="14855"/>
                </a:lnTo>
                <a:lnTo>
                  <a:pt x="7427" y="16104"/>
                </a:lnTo>
              </a:path>
            </a:pathLst>
          </a:custGeom>
          <a:solidFill xmlns:a="http://schemas.openxmlformats.org/drawingml/2006/main">
            <a:srgbClr val="249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3B80C8B9-D1C8-477F-B95A-005FE025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266" y="2400866"/>
            <a:ext cx="612833" cy="307111"/>
          </a:xfrm>
          <a:custGeom xmlns:a="http://schemas.openxmlformats.org/drawingml/2006/main">
            <a:pathLst>
              <a:path w="612833" h="307111">
                <a:moveTo>
                  <a:pt x="0" y="11999"/>
                </a:moveTo>
                <a:cubicBezTo>
                  <a:pt x="297" y="5464"/>
                  <a:pt x="5762" y="0"/>
                  <a:pt x="11900" y="99"/>
                </a:cubicBezTo>
                <a:lnTo>
                  <a:pt x="600933" y="99"/>
                </a:lnTo>
                <a:cubicBezTo>
                  <a:pt x="607171" y="0"/>
                  <a:pt x="612634" y="5464"/>
                  <a:pt x="612833" y="11999"/>
                </a:cubicBezTo>
                <a:lnTo>
                  <a:pt x="612833" y="295211"/>
                </a:lnTo>
                <a:cubicBezTo>
                  <a:pt x="612634" y="301448"/>
                  <a:pt x="607171" y="306912"/>
                  <a:pt x="600933" y="307111"/>
                </a:cubicBezTo>
                <a:lnTo>
                  <a:pt x="11900" y="307111"/>
                </a:lnTo>
                <a:cubicBezTo>
                  <a:pt x="5762" y="306912"/>
                  <a:pt x="297" y="301448"/>
                  <a:pt x="0" y="295211"/>
                </a:cubicBezTo>
                <a:lnTo>
                  <a:pt x="0" y="11999"/>
                </a:lnTo>
              </a:path>
            </a:pathLst>
          </a:cu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0A1F3E9A-2A2C-433E-A900-2E26330D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5844" y="2397148"/>
            <a:ext cx="619774" cy="314349"/>
          </a:xfrm>
          <a:custGeom xmlns:a="http://schemas.openxmlformats.org/drawingml/2006/main">
            <a:pathLst>
              <a:path w="619774" h="314349">
                <a:moveTo>
                  <a:pt x="80" y="14289"/>
                </a:moveTo>
                <a:lnTo>
                  <a:pt x="317" y="12713"/>
                </a:lnTo>
                <a:lnTo>
                  <a:pt x="715" y="11186"/>
                </a:lnTo>
                <a:lnTo>
                  <a:pt x="1280" y="9639"/>
                </a:lnTo>
                <a:lnTo>
                  <a:pt x="2709" y="7011"/>
                </a:lnTo>
                <a:lnTo>
                  <a:pt x="4651" y="4651"/>
                </a:lnTo>
                <a:lnTo>
                  <a:pt x="7011" y="2707"/>
                </a:lnTo>
                <a:lnTo>
                  <a:pt x="9629" y="1279"/>
                </a:lnTo>
                <a:lnTo>
                  <a:pt x="11187" y="714"/>
                </a:lnTo>
                <a:lnTo>
                  <a:pt x="12713" y="317"/>
                </a:lnTo>
                <a:lnTo>
                  <a:pt x="14291" y="79"/>
                </a:lnTo>
                <a:lnTo>
                  <a:pt x="15828" y="0"/>
                </a:lnTo>
                <a:lnTo>
                  <a:pt x="603948" y="0"/>
                </a:lnTo>
                <a:lnTo>
                  <a:pt x="605485" y="79"/>
                </a:lnTo>
                <a:lnTo>
                  <a:pt x="607062" y="317"/>
                </a:lnTo>
                <a:lnTo>
                  <a:pt x="608589" y="714"/>
                </a:lnTo>
                <a:lnTo>
                  <a:pt x="610136" y="1279"/>
                </a:lnTo>
                <a:lnTo>
                  <a:pt x="612764" y="2707"/>
                </a:lnTo>
                <a:lnTo>
                  <a:pt x="615124" y="4651"/>
                </a:lnTo>
                <a:lnTo>
                  <a:pt x="617068" y="7011"/>
                </a:lnTo>
                <a:lnTo>
                  <a:pt x="618496" y="9639"/>
                </a:lnTo>
                <a:lnTo>
                  <a:pt x="619061" y="11186"/>
                </a:lnTo>
                <a:lnTo>
                  <a:pt x="619458" y="12713"/>
                </a:lnTo>
                <a:lnTo>
                  <a:pt x="619695" y="14289"/>
                </a:lnTo>
                <a:lnTo>
                  <a:pt x="619774" y="15817"/>
                </a:lnTo>
                <a:lnTo>
                  <a:pt x="619774" y="298523"/>
                </a:lnTo>
                <a:lnTo>
                  <a:pt x="619695" y="300060"/>
                </a:lnTo>
                <a:lnTo>
                  <a:pt x="619458" y="301636"/>
                </a:lnTo>
                <a:lnTo>
                  <a:pt x="619061" y="303163"/>
                </a:lnTo>
                <a:lnTo>
                  <a:pt x="618496" y="304720"/>
                </a:lnTo>
                <a:lnTo>
                  <a:pt x="617068" y="307338"/>
                </a:lnTo>
                <a:lnTo>
                  <a:pt x="615124" y="309698"/>
                </a:lnTo>
                <a:lnTo>
                  <a:pt x="612764" y="311642"/>
                </a:lnTo>
                <a:lnTo>
                  <a:pt x="610136" y="313070"/>
                </a:lnTo>
                <a:lnTo>
                  <a:pt x="608589" y="313635"/>
                </a:lnTo>
                <a:lnTo>
                  <a:pt x="607062" y="314032"/>
                </a:lnTo>
                <a:lnTo>
                  <a:pt x="605485" y="314270"/>
                </a:lnTo>
                <a:lnTo>
                  <a:pt x="603948" y="314349"/>
                </a:lnTo>
                <a:lnTo>
                  <a:pt x="15828" y="314349"/>
                </a:lnTo>
                <a:lnTo>
                  <a:pt x="14291" y="314270"/>
                </a:lnTo>
                <a:lnTo>
                  <a:pt x="12713" y="314032"/>
                </a:lnTo>
                <a:lnTo>
                  <a:pt x="11187" y="313635"/>
                </a:lnTo>
                <a:lnTo>
                  <a:pt x="9629" y="313070"/>
                </a:lnTo>
                <a:lnTo>
                  <a:pt x="7011" y="311642"/>
                </a:lnTo>
                <a:lnTo>
                  <a:pt x="4651" y="309698"/>
                </a:lnTo>
                <a:lnTo>
                  <a:pt x="2709" y="307338"/>
                </a:lnTo>
                <a:lnTo>
                  <a:pt x="1280" y="304720"/>
                </a:lnTo>
                <a:lnTo>
                  <a:pt x="715" y="303163"/>
                </a:lnTo>
                <a:lnTo>
                  <a:pt x="317" y="301636"/>
                </a:lnTo>
                <a:lnTo>
                  <a:pt x="80" y="300060"/>
                </a:lnTo>
                <a:lnTo>
                  <a:pt x="0" y="298523"/>
                </a:lnTo>
                <a:lnTo>
                  <a:pt x="0" y="15817"/>
                </a:lnTo>
                <a:lnTo>
                  <a:pt x="80" y="14289"/>
                </a:lnTo>
                <a:moveTo>
                  <a:pt x="7428" y="16104"/>
                </a:moveTo>
                <a:lnTo>
                  <a:pt x="7438" y="15916"/>
                </a:lnTo>
                <a:lnTo>
                  <a:pt x="7438" y="298433"/>
                </a:lnTo>
                <a:lnTo>
                  <a:pt x="7428" y="298245"/>
                </a:lnTo>
                <a:lnTo>
                  <a:pt x="7498" y="299495"/>
                </a:lnTo>
                <a:lnTo>
                  <a:pt x="7458" y="299117"/>
                </a:lnTo>
                <a:lnTo>
                  <a:pt x="7646" y="300327"/>
                </a:lnTo>
                <a:lnTo>
                  <a:pt x="7567" y="299970"/>
                </a:lnTo>
                <a:lnTo>
                  <a:pt x="7864" y="301131"/>
                </a:lnTo>
                <a:lnTo>
                  <a:pt x="7755" y="300784"/>
                </a:lnTo>
                <a:lnTo>
                  <a:pt x="8173" y="301904"/>
                </a:lnTo>
                <a:lnTo>
                  <a:pt x="7944" y="301408"/>
                </a:lnTo>
                <a:lnTo>
                  <a:pt x="9074" y="303481"/>
                </a:lnTo>
                <a:lnTo>
                  <a:pt x="8668" y="302886"/>
                </a:lnTo>
                <a:lnTo>
                  <a:pt x="10155" y="304691"/>
                </a:lnTo>
                <a:lnTo>
                  <a:pt x="9659" y="304195"/>
                </a:lnTo>
                <a:lnTo>
                  <a:pt x="11464" y="305682"/>
                </a:lnTo>
                <a:lnTo>
                  <a:pt x="10869" y="305276"/>
                </a:lnTo>
                <a:lnTo>
                  <a:pt x="12941" y="306406"/>
                </a:lnTo>
                <a:lnTo>
                  <a:pt x="12446" y="306178"/>
                </a:lnTo>
                <a:lnTo>
                  <a:pt x="13567" y="306595"/>
                </a:lnTo>
                <a:lnTo>
                  <a:pt x="13219" y="306485"/>
                </a:lnTo>
                <a:lnTo>
                  <a:pt x="14380" y="306783"/>
                </a:lnTo>
                <a:lnTo>
                  <a:pt x="14022" y="306703"/>
                </a:lnTo>
                <a:lnTo>
                  <a:pt x="15233" y="306892"/>
                </a:lnTo>
                <a:lnTo>
                  <a:pt x="14855" y="306852"/>
                </a:lnTo>
                <a:lnTo>
                  <a:pt x="16105" y="306912"/>
                </a:lnTo>
                <a:lnTo>
                  <a:pt x="15916" y="306912"/>
                </a:lnTo>
                <a:lnTo>
                  <a:pt x="603859" y="306912"/>
                </a:lnTo>
                <a:lnTo>
                  <a:pt x="603670" y="306912"/>
                </a:lnTo>
                <a:lnTo>
                  <a:pt x="604920" y="306852"/>
                </a:lnTo>
                <a:lnTo>
                  <a:pt x="604543" y="306892"/>
                </a:lnTo>
                <a:lnTo>
                  <a:pt x="605753" y="306703"/>
                </a:lnTo>
                <a:lnTo>
                  <a:pt x="605395" y="306783"/>
                </a:lnTo>
                <a:lnTo>
                  <a:pt x="606556" y="306485"/>
                </a:lnTo>
                <a:lnTo>
                  <a:pt x="606209" y="306595"/>
                </a:lnTo>
                <a:lnTo>
                  <a:pt x="607329" y="306178"/>
                </a:lnTo>
                <a:lnTo>
                  <a:pt x="606834" y="306406"/>
                </a:lnTo>
                <a:lnTo>
                  <a:pt x="608906" y="305276"/>
                </a:lnTo>
                <a:lnTo>
                  <a:pt x="608311" y="305682"/>
                </a:lnTo>
                <a:lnTo>
                  <a:pt x="610116" y="304195"/>
                </a:lnTo>
                <a:lnTo>
                  <a:pt x="609620" y="304691"/>
                </a:lnTo>
                <a:lnTo>
                  <a:pt x="611108" y="302886"/>
                </a:lnTo>
                <a:lnTo>
                  <a:pt x="610702" y="303481"/>
                </a:lnTo>
                <a:lnTo>
                  <a:pt x="611832" y="301408"/>
                </a:lnTo>
                <a:lnTo>
                  <a:pt x="611603" y="301904"/>
                </a:lnTo>
                <a:lnTo>
                  <a:pt x="612020" y="300784"/>
                </a:lnTo>
                <a:lnTo>
                  <a:pt x="611911" y="301131"/>
                </a:lnTo>
                <a:lnTo>
                  <a:pt x="612209" y="299970"/>
                </a:lnTo>
                <a:lnTo>
                  <a:pt x="612129" y="300327"/>
                </a:lnTo>
                <a:lnTo>
                  <a:pt x="612318" y="299117"/>
                </a:lnTo>
                <a:lnTo>
                  <a:pt x="612278" y="299495"/>
                </a:lnTo>
                <a:lnTo>
                  <a:pt x="612338" y="298245"/>
                </a:lnTo>
                <a:lnTo>
                  <a:pt x="612338" y="298433"/>
                </a:lnTo>
                <a:lnTo>
                  <a:pt x="612338" y="15916"/>
                </a:lnTo>
                <a:lnTo>
                  <a:pt x="612338" y="16104"/>
                </a:lnTo>
                <a:lnTo>
                  <a:pt x="612278" y="14854"/>
                </a:lnTo>
                <a:lnTo>
                  <a:pt x="612318" y="15231"/>
                </a:lnTo>
                <a:lnTo>
                  <a:pt x="612129" y="14022"/>
                </a:lnTo>
                <a:lnTo>
                  <a:pt x="612209" y="14379"/>
                </a:lnTo>
                <a:lnTo>
                  <a:pt x="611911" y="13218"/>
                </a:lnTo>
                <a:lnTo>
                  <a:pt x="612020" y="13565"/>
                </a:lnTo>
                <a:lnTo>
                  <a:pt x="611603" y="12445"/>
                </a:lnTo>
                <a:lnTo>
                  <a:pt x="611832" y="12941"/>
                </a:lnTo>
                <a:lnTo>
                  <a:pt x="610702" y="10868"/>
                </a:lnTo>
                <a:lnTo>
                  <a:pt x="611108" y="11463"/>
                </a:lnTo>
                <a:lnTo>
                  <a:pt x="609620" y="9658"/>
                </a:lnTo>
                <a:lnTo>
                  <a:pt x="610116" y="10164"/>
                </a:lnTo>
                <a:lnTo>
                  <a:pt x="608311" y="8667"/>
                </a:lnTo>
                <a:lnTo>
                  <a:pt x="608906" y="9074"/>
                </a:lnTo>
                <a:lnTo>
                  <a:pt x="606834" y="7943"/>
                </a:lnTo>
                <a:lnTo>
                  <a:pt x="607329" y="8171"/>
                </a:lnTo>
                <a:lnTo>
                  <a:pt x="606209" y="7754"/>
                </a:lnTo>
                <a:lnTo>
                  <a:pt x="606556" y="7864"/>
                </a:lnTo>
                <a:lnTo>
                  <a:pt x="605395" y="7566"/>
                </a:lnTo>
                <a:lnTo>
                  <a:pt x="605753" y="7646"/>
                </a:lnTo>
                <a:lnTo>
                  <a:pt x="604543" y="7457"/>
                </a:lnTo>
                <a:lnTo>
                  <a:pt x="604920" y="7496"/>
                </a:lnTo>
                <a:lnTo>
                  <a:pt x="603670" y="7437"/>
                </a:lnTo>
                <a:lnTo>
                  <a:pt x="603859" y="7437"/>
                </a:lnTo>
                <a:lnTo>
                  <a:pt x="15916" y="7437"/>
                </a:lnTo>
                <a:lnTo>
                  <a:pt x="16105" y="7437"/>
                </a:lnTo>
                <a:lnTo>
                  <a:pt x="14855" y="7496"/>
                </a:lnTo>
                <a:lnTo>
                  <a:pt x="15233" y="7457"/>
                </a:lnTo>
                <a:lnTo>
                  <a:pt x="14022" y="7646"/>
                </a:lnTo>
                <a:lnTo>
                  <a:pt x="14380" y="7566"/>
                </a:lnTo>
                <a:lnTo>
                  <a:pt x="13219" y="7864"/>
                </a:lnTo>
                <a:lnTo>
                  <a:pt x="13567" y="7754"/>
                </a:lnTo>
                <a:lnTo>
                  <a:pt x="12446" y="8171"/>
                </a:lnTo>
                <a:lnTo>
                  <a:pt x="12941" y="7943"/>
                </a:lnTo>
                <a:lnTo>
                  <a:pt x="10869" y="9074"/>
                </a:lnTo>
                <a:lnTo>
                  <a:pt x="11464" y="8667"/>
                </a:lnTo>
                <a:lnTo>
                  <a:pt x="9659" y="10164"/>
                </a:lnTo>
                <a:lnTo>
                  <a:pt x="10155" y="9658"/>
                </a:lnTo>
                <a:lnTo>
                  <a:pt x="8668" y="11463"/>
                </a:lnTo>
                <a:lnTo>
                  <a:pt x="9074" y="10868"/>
                </a:lnTo>
                <a:lnTo>
                  <a:pt x="7944" y="12941"/>
                </a:lnTo>
                <a:lnTo>
                  <a:pt x="8173" y="12445"/>
                </a:lnTo>
                <a:lnTo>
                  <a:pt x="7755" y="13565"/>
                </a:lnTo>
                <a:lnTo>
                  <a:pt x="7864" y="13218"/>
                </a:lnTo>
                <a:lnTo>
                  <a:pt x="7567" y="14379"/>
                </a:lnTo>
                <a:lnTo>
                  <a:pt x="7646" y="14022"/>
                </a:lnTo>
                <a:lnTo>
                  <a:pt x="7458" y="15231"/>
                </a:lnTo>
                <a:lnTo>
                  <a:pt x="7498" y="14854"/>
                </a:lnTo>
                <a:lnTo>
                  <a:pt x="7428" y="16104"/>
                </a:lnTo>
              </a:path>
            </a:pathLst>
          </a:custGeom>
          <a:solidFill xmlns:a="http://schemas.openxmlformats.org/drawingml/2006/main">
            <a:srgbClr val="249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C20F35DF-9463-4952-8153-F3F81973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320" y="2484119"/>
            <a:ext cx="498788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K approach </a:t>
            </a:r>
          </a:p>
        </p:txBody>
      </p:sp>
      <p:sp>
        <p:nvSpPr>
          <p:cNvPr id="117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4FC74C30-564A-4344-9729-86DB3DB7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456" y="2579316"/>
            <a:ext cx="386477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directions</a:t>
            </a:r>
          </a:p>
        </p:txBody>
      </p:sp>
      <p:sp>
        <p:nvSpPr>
          <p:cNvPr id="118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FD365E4B-97AE-4810-96AE-84F103CD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507" y="2220090"/>
            <a:ext cx="60688" cy="135656"/>
          </a:xfrm>
          <a:custGeom xmlns:a="http://schemas.openxmlformats.org/drawingml/2006/main">
            <a:pathLst>
              <a:path w="60688" h="135656">
                <a:moveTo>
                  <a:pt x="15469" y="135656"/>
                </a:moveTo>
                <a:lnTo>
                  <a:pt x="15469" y="47599"/>
                </a:lnTo>
                <a:lnTo>
                  <a:pt x="0" y="47599"/>
                </a:lnTo>
                <a:lnTo>
                  <a:pt x="29749" y="0"/>
                </a:lnTo>
                <a:lnTo>
                  <a:pt x="60688" y="47599"/>
                </a:lnTo>
                <a:lnTo>
                  <a:pt x="45219" y="47599"/>
                </a:lnTo>
                <a:lnTo>
                  <a:pt x="45219" y="135656"/>
                </a:lnTo>
                <a:lnTo>
                  <a:pt x="15469" y="135656"/>
                </a:lnTo>
              </a:path>
            </a:pathLst>
          </a:cu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7E2C86ED-EBC0-4B09-BB43-11E09DB6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672" y="2211156"/>
            <a:ext cx="78062" cy="149549"/>
          </a:xfrm>
          <a:custGeom xmlns:a="http://schemas.openxmlformats.org/drawingml/2006/main">
            <a:pathLst>
              <a:path w="78062" h="149549">
                <a:moveTo>
                  <a:pt x="19070" y="56335"/>
                </a:moveTo>
                <a:lnTo>
                  <a:pt x="24028" y="61293"/>
                </a:lnTo>
                <a:lnTo>
                  <a:pt x="0" y="61293"/>
                </a:lnTo>
                <a:lnTo>
                  <a:pt x="39032" y="0"/>
                </a:lnTo>
                <a:lnTo>
                  <a:pt x="78062" y="61293"/>
                </a:lnTo>
                <a:lnTo>
                  <a:pt x="54025" y="61293"/>
                </a:lnTo>
                <a:lnTo>
                  <a:pt x="58983" y="56335"/>
                </a:lnTo>
                <a:lnTo>
                  <a:pt x="58983" y="149549"/>
                </a:lnTo>
                <a:lnTo>
                  <a:pt x="19070" y="149549"/>
                </a:lnTo>
                <a:lnTo>
                  <a:pt x="19070" y="56335"/>
                </a:lnTo>
                <a:close/>
              </a:path>
            </a:pathLst>
          </a:custGeom>
          <a:solidFill xmlns:a="http://schemas.openxmlformats.org/drawingml/2006/main">
            <a:srgbClr val="F0DA71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sp>
        <p:nvSpPr>
          <p:cNvPr id="120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0C7CB2A3-580B-488D-AE2A-52B648C0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5338" y="2220090"/>
            <a:ext cx="60688" cy="135656"/>
          </a:xfrm>
          <a:custGeom xmlns:a="http://schemas.openxmlformats.org/drawingml/2006/main">
            <a:pathLst>
              <a:path w="60688" h="135656">
                <a:moveTo>
                  <a:pt x="45219" y="0"/>
                </a:moveTo>
                <a:lnTo>
                  <a:pt x="45219" y="88058"/>
                </a:lnTo>
                <a:lnTo>
                  <a:pt x="60688" y="88058"/>
                </a:lnTo>
                <a:lnTo>
                  <a:pt x="30939" y="135656"/>
                </a:lnTo>
                <a:lnTo>
                  <a:pt x="0" y="88058"/>
                </a:lnTo>
                <a:lnTo>
                  <a:pt x="15469" y="88058"/>
                </a:lnTo>
                <a:lnTo>
                  <a:pt x="15469" y="0"/>
                </a:lnTo>
                <a:lnTo>
                  <a:pt x="45219" y="0"/>
                </a:lnTo>
              </a:path>
            </a:pathLst>
          </a:cu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5F7489CB-097D-4FB0-A7D5-189155CB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701" y="2215430"/>
            <a:ext cx="78062" cy="149549"/>
          </a:xfrm>
          <a:custGeom xmlns:a="http://schemas.openxmlformats.org/drawingml/2006/main">
            <a:pathLst>
              <a:path w="78062" h="149549">
                <a:moveTo>
                  <a:pt x="58992" y="93214"/>
                </a:moveTo>
                <a:lnTo>
                  <a:pt x="54034" y="88256"/>
                </a:lnTo>
                <a:lnTo>
                  <a:pt x="78062" y="88256"/>
                </a:lnTo>
                <a:lnTo>
                  <a:pt x="39030" y="149549"/>
                </a:lnTo>
                <a:lnTo>
                  <a:pt x="0" y="88256"/>
                </a:lnTo>
                <a:lnTo>
                  <a:pt x="24037" y="88256"/>
                </a:lnTo>
                <a:lnTo>
                  <a:pt x="19078" y="93214"/>
                </a:lnTo>
                <a:lnTo>
                  <a:pt x="19078" y="0"/>
                </a:lnTo>
                <a:lnTo>
                  <a:pt x="58992" y="0"/>
                </a:lnTo>
                <a:lnTo>
                  <a:pt x="58992" y="93214"/>
                </a:lnTo>
                <a:close/>
              </a:path>
            </a:pathLst>
          </a:custGeom>
          <a:solidFill xmlns:a="http://schemas.openxmlformats.org/drawingml/2006/main">
            <a:srgbClr val="F0DA71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sp>
        <p:nvSpPr>
          <p:cNvPr id="122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563F04F2-FD3A-42BD-8090-CDC5BC5A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0199" y="2527102"/>
            <a:ext cx="135655" cy="60688"/>
          </a:xfrm>
          <a:custGeom xmlns:a="http://schemas.openxmlformats.org/drawingml/2006/main">
            <a:pathLst>
              <a:path w="135655" h="60688">
                <a:moveTo>
                  <a:pt x="0" y="15470"/>
                </a:moveTo>
                <a:lnTo>
                  <a:pt x="88057" y="15470"/>
                </a:lnTo>
                <a:lnTo>
                  <a:pt x="88057" y="0"/>
                </a:lnTo>
                <a:lnTo>
                  <a:pt x="135655" y="29749"/>
                </a:lnTo>
                <a:lnTo>
                  <a:pt x="88057" y="60688"/>
                </a:lnTo>
                <a:lnTo>
                  <a:pt x="88057" y="45219"/>
                </a:lnTo>
                <a:lnTo>
                  <a:pt x="0" y="45219"/>
                </a:lnTo>
                <a:lnTo>
                  <a:pt x="0" y="15470"/>
                </a:lnTo>
              </a:path>
            </a:pathLst>
          </a:cu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739F7850-1FED-412B-BB6F-DEB18ED2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5042" y="2518266"/>
            <a:ext cx="149550" cy="78062"/>
          </a:xfrm>
          <a:custGeom xmlns:a="http://schemas.openxmlformats.org/drawingml/2006/main">
            <a:pathLst>
              <a:path w="149550" h="78062">
                <a:moveTo>
                  <a:pt x="93214" y="19079"/>
                </a:moveTo>
                <a:lnTo>
                  <a:pt x="88257" y="24037"/>
                </a:lnTo>
                <a:lnTo>
                  <a:pt x="88257" y="0"/>
                </a:lnTo>
                <a:lnTo>
                  <a:pt x="149550" y="39031"/>
                </a:lnTo>
                <a:lnTo>
                  <a:pt x="88257" y="78062"/>
                </a:lnTo>
                <a:lnTo>
                  <a:pt x="88257" y="54035"/>
                </a:lnTo>
                <a:lnTo>
                  <a:pt x="93214" y="58993"/>
                </a:lnTo>
                <a:lnTo>
                  <a:pt x="0" y="58993"/>
                </a:lnTo>
                <a:lnTo>
                  <a:pt x="0" y="19079"/>
                </a:lnTo>
                <a:lnTo>
                  <a:pt x="93214" y="19079"/>
                </a:lnTo>
                <a:close/>
              </a:path>
            </a:pathLst>
          </a:custGeom>
          <a:solidFill xmlns:a="http://schemas.openxmlformats.org/drawingml/2006/main">
            <a:srgbClr val="F0DA71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sp>
        <p:nvSpPr>
          <p:cNvPr id="124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C51156B1-EBA0-4085-B7BB-6CD6F32A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6977" y="1493021"/>
            <a:ext cx="159455" cy="121377"/>
          </a:xfrm>
          <a:custGeom xmlns:a="http://schemas.openxmlformats.org/drawingml/2006/main">
            <a:pathLst>
              <a:path w="159455" h="121377">
                <a:moveTo>
                  <a:pt x="0" y="30940"/>
                </a:moveTo>
                <a:lnTo>
                  <a:pt x="98766" y="30940"/>
                </a:lnTo>
                <a:lnTo>
                  <a:pt x="98766" y="0"/>
                </a:lnTo>
                <a:lnTo>
                  <a:pt x="159455" y="60689"/>
                </a:lnTo>
                <a:lnTo>
                  <a:pt x="98766" y="121377"/>
                </a:lnTo>
                <a:lnTo>
                  <a:pt x="98766" y="91628"/>
                </a:lnTo>
                <a:lnTo>
                  <a:pt x="0" y="91628"/>
                </a:lnTo>
                <a:lnTo>
                  <a:pt x="0" y="30940"/>
                </a:lnTo>
              </a:path>
            </a:pathLst>
          </a:cu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2845778E-CB60-4489-818E-E052037E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2315" y="1481052"/>
            <a:ext cx="170631" cy="145414"/>
          </a:xfrm>
          <a:custGeom xmlns:a="http://schemas.openxmlformats.org/drawingml/2006/main">
            <a:pathLst>
              <a:path w="170631" h="145414">
                <a:moveTo>
                  <a:pt x="102882" y="37375"/>
                </a:moveTo>
                <a:lnTo>
                  <a:pt x="97924" y="42333"/>
                </a:lnTo>
                <a:lnTo>
                  <a:pt x="97924" y="0"/>
                </a:lnTo>
                <a:lnTo>
                  <a:pt x="170631" y="72707"/>
                </a:lnTo>
                <a:lnTo>
                  <a:pt x="97924" y="145414"/>
                </a:lnTo>
                <a:lnTo>
                  <a:pt x="97924" y="103071"/>
                </a:lnTo>
                <a:lnTo>
                  <a:pt x="102882" y="108029"/>
                </a:lnTo>
                <a:lnTo>
                  <a:pt x="0" y="108029"/>
                </a:lnTo>
                <a:lnTo>
                  <a:pt x="0" y="37375"/>
                </a:lnTo>
                <a:lnTo>
                  <a:pt x="102882" y="37375"/>
                </a:ln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sp>
        <p:nvSpPr>
          <p:cNvPr id="126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646FB084-097C-4572-B8FE-9D74F6D5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5359" y="1876190"/>
            <a:ext cx="612337" cy="307011"/>
          </a:xfrm>
          <a:custGeom xmlns:a="http://schemas.openxmlformats.org/drawingml/2006/main">
            <a:pathLst>
              <a:path w="612337" h="307011">
                <a:moveTo>
                  <a:pt x="495" y="11900"/>
                </a:moveTo>
                <a:cubicBezTo>
                  <a:pt x="0" y="5563"/>
                  <a:pt x="5464" y="99"/>
                  <a:pt x="12395" y="0"/>
                </a:cubicBezTo>
                <a:lnTo>
                  <a:pt x="600239" y="0"/>
                </a:lnTo>
                <a:cubicBezTo>
                  <a:pt x="606873" y="99"/>
                  <a:pt x="612337" y="5563"/>
                  <a:pt x="612138" y="11900"/>
                </a:cubicBezTo>
                <a:lnTo>
                  <a:pt x="612138" y="295112"/>
                </a:lnTo>
                <a:cubicBezTo>
                  <a:pt x="612337" y="301547"/>
                  <a:pt x="606873" y="307011"/>
                  <a:pt x="600239" y="307011"/>
                </a:cubicBezTo>
                <a:lnTo>
                  <a:pt x="12395" y="307011"/>
                </a:lnTo>
                <a:cubicBezTo>
                  <a:pt x="5464" y="307011"/>
                  <a:pt x="0" y="301547"/>
                  <a:pt x="495" y="295112"/>
                </a:cubicBezTo>
                <a:lnTo>
                  <a:pt x="495" y="11900"/>
                </a:lnTo>
              </a:path>
            </a:pathLst>
          </a:cu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B8F3F661-0112-4B29-8E51-ADF14461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1641" y="1872571"/>
            <a:ext cx="619774" cy="314349"/>
          </a:xfrm>
          <a:custGeom xmlns:a="http://schemas.openxmlformats.org/drawingml/2006/main">
            <a:pathLst>
              <a:path w="619774" h="314349">
                <a:moveTo>
                  <a:pt x="79" y="14290"/>
                </a:moveTo>
                <a:lnTo>
                  <a:pt x="317" y="12713"/>
                </a:lnTo>
                <a:lnTo>
                  <a:pt x="714" y="11186"/>
                </a:lnTo>
                <a:lnTo>
                  <a:pt x="1279" y="9629"/>
                </a:lnTo>
                <a:lnTo>
                  <a:pt x="2707" y="7011"/>
                </a:lnTo>
                <a:lnTo>
                  <a:pt x="4651" y="4651"/>
                </a:lnTo>
                <a:lnTo>
                  <a:pt x="7010" y="2707"/>
                </a:lnTo>
                <a:lnTo>
                  <a:pt x="9628" y="1279"/>
                </a:lnTo>
                <a:lnTo>
                  <a:pt x="11186" y="714"/>
                </a:lnTo>
                <a:lnTo>
                  <a:pt x="12713" y="317"/>
                </a:lnTo>
                <a:lnTo>
                  <a:pt x="14289" y="79"/>
                </a:lnTo>
                <a:lnTo>
                  <a:pt x="15827" y="0"/>
                </a:lnTo>
                <a:lnTo>
                  <a:pt x="603947" y="0"/>
                </a:lnTo>
                <a:lnTo>
                  <a:pt x="605484" y="79"/>
                </a:lnTo>
                <a:lnTo>
                  <a:pt x="607061" y="317"/>
                </a:lnTo>
                <a:lnTo>
                  <a:pt x="608588" y="714"/>
                </a:lnTo>
                <a:lnTo>
                  <a:pt x="610144" y="1279"/>
                </a:lnTo>
                <a:lnTo>
                  <a:pt x="612763" y="2707"/>
                </a:lnTo>
                <a:lnTo>
                  <a:pt x="615123" y="4651"/>
                </a:lnTo>
                <a:lnTo>
                  <a:pt x="617067" y="7011"/>
                </a:lnTo>
                <a:lnTo>
                  <a:pt x="618494" y="9629"/>
                </a:lnTo>
                <a:lnTo>
                  <a:pt x="619059" y="11186"/>
                </a:lnTo>
                <a:lnTo>
                  <a:pt x="619456" y="12713"/>
                </a:lnTo>
                <a:lnTo>
                  <a:pt x="619694" y="14290"/>
                </a:lnTo>
                <a:lnTo>
                  <a:pt x="619774" y="15817"/>
                </a:lnTo>
                <a:lnTo>
                  <a:pt x="619774" y="298523"/>
                </a:lnTo>
                <a:lnTo>
                  <a:pt x="619694" y="300060"/>
                </a:lnTo>
                <a:lnTo>
                  <a:pt x="619456" y="301637"/>
                </a:lnTo>
                <a:lnTo>
                  <a:pt x="619059" y="303164"/>
                </a:lnTo>
                <a:lnTo>
                  <a:pt x="618494" y="304711"/>
                </a:lnTo>
                <a:lnTo>
                  <a:pt x="617067" y="307339"/>
                </a:lnTo>
                <a:lnTo>
                  <a:pt x="615123" y="309699"/>
                </a:lnTo>
                <a:lnTo>
                  <a:pt x="612763" y="311642"/>
                </a:lnTo>
                <a:lnTo>
                  <a:pt x="610144" y="313070"/>
                </a:lnTo>
                <a:lnTo>
                  <a:pt x="608588" y="313636"/>
                </a:lnTo>
                <a:lnTo>
                  <a:pt x="607061" y="314032"/>
                </a:lnTo>
                <a:lnTo>
                  <a:pt x="605484" y="314270"/>
                </a:lnTo>
                <a:lnTo>
                  <a:pt x="603947" y="314349"/>
                </a:lnTo>
                <a:lnTo>
                  <a:pt x="15827" y="314349"/>
                </a:lnTo>
                <a:lnTo>
                  <a:pt x="14289" y="314270"/>
                </a:lnTo>
                <a:lnTo>
                  <a:pt x="12713" y="314032"/>
                </a:lnTo>
                <a:lnTo>
                  <a:pt x="11186" y="313636"/>
                </a:lnTo>
                <a:lnTo>
                  <a:pt x="9628" y="313070"/>
                </a:lnTo>
                <a:lnTo>
                  <a:pt x="7010" y="311642"/>
                </a:lnTo>
                <a:lnTo>
                  <a:pt x="4651" y="309699"/>
                </a:lnTo>
                <a:lnTo>
                  <a:pt x="2707" y="307339"/>
                </a:lnTo>
                <a:lnTo>
                  <a:pt x="1279" y="304711"/>
                </a:lnTo>
                <a:lnTo>
                  <a:pt x="714" y="303164"/>
                </a:lnTo>
                <a:lnTo>
                  <a:pt x="317" y="301637"/>
                </a:lnTo>
                <a:lnTo>
                  <a:pt x="79" y="300060"/>
                </a:lnTo>
                <a:lnTo>
                  <a:pt x="0" y="298523"/>
                </a:lnTo>
                <a:lnTo>
                  <a:pt x="0" y="15817"/>
                </a:lnTo>
                <a:lnTo>
                  <a:pt x="79" y="14290"/>
                </a:lnTo>
                <a:moveTo>
                  <a:pt x="7437" y="16104"/>
                </a:moveTo>
                <a:lnTo>
                  <a:pt x="7437" y="15916"/>
                </a:lnTo>
                <a:lnTo>
                  <a:pt x="7437" y="298434"/>
                </a:lnTo>
                <a:lnTo>
                  <a:pt x="7437" y="298245"/>
                </a:lnTo>
                <a:lnTo>
                  <a:pt x="7496" y="299495"/>
                </a:lnTo>
                <a:lnTo>
                  <a:pt x="7457" y="299118"/>
                </a:lnTo>
                <a:lnTo>
                  <a:pt x="7645" y="300327"/>
                </a:lnTo>
                <a:lnTo>
                  <a:pt x="7566" y="299971"/>
                </a:lnTo>
                <a:lnTo>
                  <a:pt x="7864" y="301131"/>
                </a:lnTo>
                <a:lnTo>
                  <a:pt x="7754" y="300784"/>
                </a:lnTo>
                <a:lnTo>
                  <a:pt x="8170" y="301904"/>
                </a:lnTo>
                <a:lnTo>
                  <a:pt x="7943" y="301408"/>
                </a:lnTo>
                <a:lnTo>
                  <a:pt x="9073" y="303481"/>
                </a:lnTo>
                <a:lnTo>
                  <a:pt x="8667" y="302886"/>
                </a:lnTo>
                <a:lnTo>
                  <a:pt x="10154" y="304691"/>
                </a:lnTo>
                <a:lnTo>
                  <a:pt x="9658" y="304185"/>
                </a:lnTo>
                <a:lnTo>
                  <a:pt x="11463" y="305683"/>
                </a:lnTo>
                <a:lnTo>
                  <a:pt x="10868" y="305276"/>
                </a:lnTo>
                <a:lnTo>
                  <a:pt x="12940" y="306406"/>
                </a:lnTo>
                <a:lnTo>
                  <a:pt x="12445" y="306178"/>
                </a:lnTo>
                <a:lnTo>
                  <a:pt x="13565" y="306595"/>
                </a:lnTo>
                <a:lnTo>
                  <a:pt x="13218" y="306486"/>
                </a:lnTo>
                <a:lnTo>
                  <a:pt x="14378" y="306783"/>
                </a:lnTo>
                <a:lnTo>
                  <a:pt x="14022" y="306704"/>
                </a:lnTo>
                <a:lnTo>
                  <a:pt x="15231" y="306893"/>
                </a:lnTo>
                <a:lnTo>
                  <a:pt x="14854" y="306853"/>
                </a:lnTo>
                <a:lnTo>
                  <a:pt x="16104" y="306912"/>
                </a:lnTo>
                <a:lnTo>
                  <a:pt x="15916" y="306912"/>
                </a:lnTo>
                <a:lnTo>
                  <a:pt x="603858" y="306912"/>
                </a:lnTo>
                <a:lnTo>
                  <a:pt x="603670" y="306912"/>
                </a:lnTo>
                <a:lnTo>
                  <a:pt x="604919" y="306853"/>
                </a:lnTo>
                <a:lnTo>
                  <a:pt x="604542" y="306893"/>
                </a:lnTo>
                <a:lnTo>
                  <a:pt x="605752" y="306704"/>
                </a:lnTo>
                <a:lnTo>
                  <a:pt x="605394" y="306783"/>
                </a:lnTo>
                <a:lnTo>
                  <a:pt x="606555" y="306486"/>
                </a:lnTo>
                <a:lnTo>
                  <a:pt x="606208" y="306595"/>
                </a:lnTo>
                <a:lnTo>
                  <a:pt x="607329" y="306178"/>
                </a:lnTo>
                <a:lnTo>
                  <a:pt x="606832" y="306406"/>
                </a:lnTo>
                <a:lnTo>
                  <a:pt x="608905" y="305276"/>
                </a:lnTo>
                <a:lnTo>
                  <a:pt x="608311" y="305683"/>
                </a:lnTo>
                <a:lnTo>
                  <a:pt x="610115" y="304185"/>
                </a:lnTo>
                <a:lnTo>
                  <a:pt x="609619" y="304691"/>
                </a:lnTo>
                <a:lnTo>
                  <a:pt x="611106" y="302886"/>
                </a:lnTo>
                <a:lnTo>
                  <a:pt x="610700" y="303481"/>
                </a:lnTo>
                <a:lnTo>
                  <a:pt x="611830" y="301408"/>
                </a:lnTo>
                <a:lnTo>
                  <a:pt x="611602" y="301904"/>
                </a:lnTo>
                <a:lnTo>
                  <a:pt x="612019" y="300784"/>
                </a:lnTo>
                <a:lnTo>
                  <a:pt x="611909" y="301131"/>
                </a:lnTo>
                <a:lnTo>
                  <a:pt x="612208" y="299971"/>
                </a:lnTo>
                <a:lnTo>
                  <a:pt x="612128" y="300327"/>
                </a:lnTo>
                <a:lnTo>
                  <a:pt x="612317" y="299118"/>
                </a:lnTo>
                <a:lnTo>
                  <a:pt x="612277" y="299495"/>
                </a:lnTo>
                <a:lnTo>
                  <a:pt x="612337" y="298245"/>
                </a:lnTo>
                <a:lnTo>
                  <a:pt x="612337" y="298434"/>
                </a:lnTo>
                <a:lnTo>
                  <a:pt x="612337" y="15916"/>
                </a:lnTo>
                <a:lnTo>
                  <a:pt x="612337" y="16104"/>
                </a:lnTo>
                <a:lnTo>
                  <a:pt x="612277" y="14855"/>
                </a:lnTo>
                <a:lnTo>
                  <a:pt x="612317" y="15231"/>
                </a:lnTo>
                <a:lnTo>
                  <a:pt x="612128" y="14022"/>
                </a:lnTo>
                <a:lnTo>
                  <a:pt x="612208" y="14379"/>
                </a:lnTo>
                <a:lnTo>
                  <a:pt x="611909" y="13218"/>
                </a:lnTo>
                <a:lnTo>
                  <a:pt x="612019" y="13565"/>
                </a:lnTo>
                <a:lnTo>
                  <a:pt x="611602" y="12445"/>
                </a:lnTo>
                <a:lnTo>
                  <a:pt x="611830" y="12941"/>
                </a:lnTo>
                <a:lnTo>
                  <a:pt x="610700" y="10868"/>
                </a:lnTo>
                <a:lnTo>
                  <a:pt x="611106" y="11463"/>
                </a:lnTo>
                <a:lnTo>
                  <a:pt x="609619" y="9659"/>
                </a:lnTo>
                <a:lnTo>
                  <a:pt x="610115" y="10154"/>
                </a:lnTo>
                <a:lnTo>
                  <a:pt x="608311" y="8667"/>
                </a:lnTo>
                <a:lnTo>
                  <a:pt x="608905" y="9074"/>
                </a:lnTo>
                <a:lnTo>
                  <a:pt x="606832" y="7943"/>
                </a:lnTo>
                <a:lnTo>
                  <a:pt x="607329" y="8171"/>
                </a:lnTo>
                <a:lnTo>
                  <a:pt x="606208" y="7755"/>
                </a:lnTo>
                <a:lnTo>
                  <a:pt x="606555" y="7864"/>
                </a:lnTo>
                <a:lnTo>
                  <a:pt x="605394" y="7566"/>
                </a:lnTo>
                <a:lnTo>
                  <a:pt x="605752" y="7646"/>
                </a:lnTo>
                <a:lnTo>
                  <a:pt x="604542" y="7457"/>
                </a:lnTo>
                <a:lnTo>
                  <a:pt x="604919" y="7497"/>
                </a:lnTo>
                <a:lnTo>
                  <a:pt x="603670" y="7428"/>
                </a:lnTo>
                <a:lnTo>
                  <a:pt x="603858" y="7438"/>
                </a:lnTo>
                <a:lnTo>
                  <a:pt x="15916" y="7438"/>
                </a:lnTo>
                <a:lnTo>
                  <a:pt x="16104" y="7428"/>
                </a:lnTo>
                <a:lnTo>
                  <a:pt x="14854" y="7497"/>
                </a:lnTo>
                <a:lnTo>
                  <a:pt x="15231" y="7457"/>
                </a:lnTo>
                <a:lnTo>
                  <a:pt x="14022" y="7646"/>
                </a:lnTo>
                <a:lnTo>
                  <a:pt x="14378" y="7566"/>
                </a:lnTo>
                <a:lnTo>
                  <a:pt x="13218" y="7864"/>
                </a:lnTo>
                <a:lnTo>
                  <a:pt x="13565" y="7755"/>
                </a:lnTo>
                <a:lnTo>
                  <a:pt x="12445" y="8171"/>
                </a:lnTo>
                <a:lnTo>
                  <a:pt x="12940" y="7943"/>
                </a:lnTo>
                <a:lnTo>
                  <a:pt x="10868" y="9074"/>
                </a:lnTo>
                <a:lnTo>
                  <a:pt x="11463" y="8667"/>
                </a:lnTo>
                <a:lnTo>
                  <a:pt x="9658" y="10154"/>
                </a:lnTo>
                <a:lnTo>
                  <a:pt x="10154" y="9659"/>
                </a:lnTo>
                <a:lnTo>
                  <a:pt x="8667" y="11463"/>
                </a:lnTo>
                <a:lnTo>
                  <a:pt x="9073" y="10868"/>
                </a:lnTo>
                <a:lnTo>
                  <a:pt x="7943" y="12941"/>
                </a:lnTo>
                <a:lnTo>
                  <a:pt x="8170" y="12445"/>
                </a:lnTo>
                <a:lnTo>
                  <a:pt x="7754" y="13565"/>
                </a:lnTo>
                <a:lnTo>
                  <a:pt x="7864" y="13218"/>
                </a:lnTo>
                <a:lnTo>
                  <a:pt x="7566" y="14379"/>
                </a:lnTo>
                <a:lnTo>
                  <a:pt x="7645" y="14022"/>
                </a:lnTo>
                <a:lnTo>
                  <a:pt x="7457" y="15231"/>
                </a:lnTo>
                <a:lnTo>
                  <a:pt x="7496" y="14855"/>
                </a:lnTo>
                <a:lnTo>
                  <a:pt x="7437" y="16104"/>
                </a:lnTo>
              </a:path>
            </a:pathLst>
          </a:custGeom>
          <a:solidFill xmlns:a="http://schemas.openxmlformats.org/drawingml/2006/main">
            <a:srgbClr val="249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0FF1497D-553F-484A-A870-5AED4F4E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1960" y="1964500"/>
            <a:ext cx="414004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Wrist yaw </a:t>
            </a:r>
          </a:p>
        </p:txBody>
      </p:sp>
      <p:sp>
        <p:nvSpPr>
          <p:cNvPr id="129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9452E2A7-80AF-4416-9681-DB1EF373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6996" y="2059697"/>
            <a:ext cx="276161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solving</a:t>
            </a:r>
          </a:p>
        </p:txBody>
      </p:sp>
      <p:sp>
        <p:nvSpPr>
          <p:cNvPr id="130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570C719A-C963-4C19-859C-BA97E05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6666" y="2439495"/>
            <a:ext cx="547380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 surface </a:t>
            </a:r>
          </a:p>
        </p:txBody>
      </p:sp>
      <p:sp>
        <p:nvSpPr>
          <p:cNvPr id="131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49240E12-E3B7-4B6E-AC2F-BD9BBDB1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9629" y="2534692"/>
            <a:ext cx="301949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 </a:t>
            </a:r>
          </a:p>
        </p:txBody>
      </p:sp>
      <p:sp>
        <p:nvSpPr>
          <p:cNvPr id="132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B4B93641-53C0-47AC-B8B7-62F55AB2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8727" y="2629889"/>
            <a:ext cx="415905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estimation</a:t>
            </a:r>
          </a:p>
        </p:txBody>
      </p:sp>
      <p:sp>
        <p:nvSpPr>
          <p:cNvPr id="133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759AE8F2-D5A8-46EF-AD7D-2DBB353B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8315" y="1910456"/>
            <a:ext cx="464578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Mean-shift </a:t>
            </a:r>
          </a:p>
        </p:txBody>
      </p:sp>
      <p:sp>
        <p:nvSpPr>
          <p:cNvPr id="134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5DD63323-0519-4C22-A2F5-DA2EA8FC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1129" y="2005653"/>
            <a:ext cx="538455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clustering on </a:t>
            </a:r>
          </a:p>
        </p:txBody>
      </p:sp>
      <p:sp>
        <p:nvSpPr>
          <p:cNvPr id="135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1B8A351F-DAF7-405B-AA09-30CC49E1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404" y="2100850"/>
            <a:ext cx="577367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masked points</a:t>
            </a:r>
          </a:p>
        </p:txBody>
      </p:sp>
      <p:sp>
        <p:nvSpPr>
          <p:cNvPr id="136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D45230B7-CAFA-4461-B514-2852568A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507" y="1721495"/>
            <a:ext cx="60688" cy="135656"/>
          </a:xfrm>
          <a:custGeom xmlns:a="http://schemas.openxmlformats.org/drawingml/2006/main">
            <a:pathLst>
              <a:path w="60688" h="135656">
                <a:moveTo>
                  <a:pt x="15469" y="135656"/>
                </a:moveTo>
                <a:lnTo>
                  <a:pt x="15469" y="47599"/>
                </a:lnTo>
                <a:lnTo>
                  <a:pt x="0" y="47599"/>
                </a:lnTo>
                <a:lnTo>
                  <a:pt x="29749" y="0"/>
                </a:lnTo>
                <a:lnTo>
                  <a:pt x="60688" y="47599"/>
                </a:lnTo>
                <a:lnTo>
                  <a:pt x="45219" y="47599"/>
                </a:lnTo>
                <a:lnTo>
                  <a:pt x="45219" y="135656"/>
                </a:lnTo>
                <a:lnTo>
                  <a:pt x="15469" y="135656"/>
                </a:lnTo>
              </a:path>
            </a:pathLst>
          </a:cu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43BCAC24-91D3-4332-ABA7-16D51FA0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672" y="1712362"/>
            <a:ext cx="78062" cy="149549"/>
          </a:xfrm>
          <a:custGeom xmlns:a="http://schemas.openxmlformats.org/drawingml/2006/main">
            <a:pathLst>
              <a:path w="78062" h="149549">
                <a:moveTo>
                  <a:pt x="19070" y="56335"/>
                </a:moveTo>
                <a:lnTo>
                  <a:pt x="24028" y="61293"/>
                </a:lnTo>
                <a:lnTo>
                  <a:pt x="0" y="61293"/>
                </a:lnTo>
                <a:lnTo>
                  <a:pt x="39032" y="0"/>
                </a:lnTo>
                <a:lnTo>
                  <a:pt x="78062" y="61293"/>
                </a:lnTo>
                <a:lnTo>
                  <a:pt x="54025" y="61293"/>
                </a:lnTo>
                <a:lnTo>
                  <a:pt x="58983" y="56335"/>
                </a:lnTo>
                <a:lnTo>
                  <a:pt x="58983" y="149549"/>
                </a:lnTo>
                <a:lnTo>
                  <a:pt x="19070" y="149549"/>
                </a:lnTo>
                <a:lnTo>
                  <a:pt x="19070" y="56335"/>
                </a:lnTo>
                <a:close/>
              </a:path>
            </a:pathLst>
          </a:custGeom>
          <a:solidFill xmlns:a="http://schemas.openxmlformats.org/drawingml/2006/main">
            <a:srgbClr val="F0DA71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sp>
        <p:nvSpPr>
          <p:cNvPr id="138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FE22C4D6-07DF-4393-B5E6-FCCF8440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5338" y="1721495"/>
            <a:ext cx="60688" cy="135656"/>
          </a:xfrm>
          <a:custGeom xmlns:a="http://schemas.openxmlformats.org/drawingml/2006/main">
            <a:pathLst>
              <a:path w="60688" h="135656">
                <a:moveTo>
                  <a:pt x="45219" y="0"/>
                </a:moveTo>
                <a:lnTo>
                  <a:pt x="45219" y="88058"/>
                </a:lnTo>
                <a:lnTo>
                  <a:pt x="60688" y="88058"/>
                </a:lnTo>
                <a:lnTo>
                  <a:pt x="30939" y="135656"/>
                </a:lnTo>
                <a:lnTo>
                  <a:pt x="0" y="88058"/>
                </a:lnTo>
                <a:lnTo>
                  <a:pt x="15469" y="88058"/>
                </a:lnTo>
                <a:lnTo>
                  <a:pt x="15469" y="0"/>
                </a:lnTo>
                <a:lnTo>
                  <a:pt x="45219" y="0"/>
                </a:lnTo>
              </a:path>
            </a:pathLst>
          </a:cu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D42064A1-2DD3-47F7-80B9-6DC19F04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701" y="1716636"/>
            <a:ext cx="78062" cy="149549"/>
          </a:xfrm>
          <a:custGeom xmlns:a="http://schemas.openxmlformats.org/drawingml/2006/main">
            <a:pathLst>
              <a:path w="78062" h="149549">
                <a:moveTo>
                  <a:pt x="58992" y="93214"/>
                </a:moveTo>
                <a:lnTo>
                  <a:pt x="54034" y="88256"/>
                </a:lnTo>
                <a:lnTo>
                  <a:pt x="78062" y="88256"/>
                </a:lnTo>
                <a:lnTo>
                  <a:pt x="39030" y="149549"/>
                </a:lnTo>
                <a:lnTo>
                  <a:pt x="0" y="88256"/>
                </a:lnTo>
                <a:lnTo>
                  <a:pt x="24037" y="88256"/>
                </a:lnTo>
                <a:lnTo>
                  <a:pt x="19078" y="93214"/>
                </a:lnTo>
                <a:lnTo>
                  <a:pt x="19078" y="0"/>
                </a:lnTo>
                <a:lnTo>
                  <a:pt x="58992" y="0"/>
                </a:lnTo>
                <a:lnTo>
                  <a:pt x="58992" y="93214"/>
                </a:lnTo>
                <a:close/>
              </a:path>
            </a:pathLst>
          </a:custGeom>
          <a:solidFill xmlns:a="http://schemas.openxmlformats.org/drawingml/2006/main">
            <a:srgbClr val="F0DA71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sp>
        <p:nvSpPr>
          <p:cNvPr id="140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952E51F3-D747-448A-B070-6FDA4234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9439" y="1370455"/>
            <a:ext cx="554525" cy="59498"/>
          </a:xfrm>
          <a:custGeom xmlns:a="http://schemas.openxmlformats.org/drawingml/2006/main">
            <a:pathLst>
              <a:path w="554525" h="59498">
                <a:moveTo>
                  <a:pt x="0" y="14280"/>
                </a:moveTo>
                <a:lnTo>
                  <a:pt x="506925" y="14280"/>
                </a:lnTo>
                <a:lnTo>
                  <a:pt x="506925" y="0"/>
                </a:lnTo>
                <a:lnTo>
                  <a:pt x="554525" y="29749"/>
                </a:lnTo>
                <a:lnTo>
                  <a:pt x="506925" y="59498"/>
                </a:lnTo>
                <a:lnTo>
                  <a:pt x="506925" y="44029"/>
                </a:lnTo>
                <a:lnTo>
                  <a:pt x="0" y="44029"/>
                </a:lnTo>
                <a:lnTo>
                  <a:pt x="0" y="14280"/>
                </a:lnTo>
              </a:path>
            </a:pathLst>
          </a:cu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77567B26-96C8-4984-A59F-F985D566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4978" y="1361024"/>
            <a:ext cx="568021" cy="78062"/>
          </a:xfrm>
          <a:custGeom xmlns:a="http://schemas.openxmlformats.org/drawingml/2006/main">
            <a:pathLst>
              <a:path w="568021" h="78062">
                <a:moveTo>
                  <a:pt x="511685" y="19079"/>
                </a:moveTo>
                <a:lnTo>
                  <a:pt x="506727" y="24037"/>
                </a:lnTo>
                <a:lnTo>
                  <a:pt x="506727" y="0"/>
                </a:lnTo>
                <a:lnTo>
                  <a:pt x="568021" y="39031"/>
                </a:lnTo>
                <a:lnTo>
                  <a:pt x="506727" y="78062"/>
                </a:lnTo>
                <a:lnTo>
                  <a:pt x="506727" y="54034"/>
                </a:lnTo>
                <a:lnTo>
                  <a:pt x="511685" y="58992"/>
                </a:lnTo>
                <a:lnTo>
                  <a:pt x="0" y="58992"/>
                </a:lnTo>
                <a:lnTo>
                  <a:pt x="0" y="19079"/>
                </a:lnTo>
                <a:lnTo>
                  <a:pt x="511685" y="19079"/>
                </a:lnTo>
                <a:close/>
              </a:path>
            </a:pathLst>
          </a:custGeom>
          <a:solidFill xmlns:a="http://schemas.openxmlformats.org/drawingml/2006/main">
            <a:srgbClr val="F0DA71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sp>
        <p:nvSpPr>
          <p:cNvPr id="142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2C9974F7-4C4E-4893-ACF4-E47377C9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5576" y="1297867"/>
            <a:ext cx="324861" cy="195154"/>
          </a:xfrm>
          <a:custGeom xmlns:a="http://schemas.openxmlformats.org/drawingml/2006/main">
            <a:pathLst>
              <a:path w="324861" h="195154">
                <a:moveTo>
                  <a:pt x="0" y="97577"/>
                </a:moveTo>
                <a:lnTo>
                  <a:pt x="48788" y="0"/>
                </a:lnTo>
                <a:lnTo>
                  <a:pt x="276072" y="0"/>
                </a:lnTo>
                <a:lnTo>
                  <a:pt x="324861" y="97577"/>
                </a:lnTo>
                <a:lnTo>
                  <a:pt x="276072" y="195154"/>
                </a:lnTo>
                <a:lnTo>
                  <a:pt x="48788" y="195154"/>
                </a:lnTo>
                <a:lnTo>
                  <a:pt x="0" y="97577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DEE9D475-C6E5-4A07-B0D1-9C9CEEB6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9547" y="1292710"/>
            <a:ext cx="336721" cy="205378"/>
          </a:xfrm>
          <a:custGeom xmlns:a="http://schemas.openxmlformats.org/drawingml/2006/main">
            <a:pathLst>
              <a:path w="336721" h="205378">
                <a:moveTo>
                  <a:pt x="51347" y="0"/>
                </a:moveTo>
                <a:lnTo>
                  <a:pt x="285384" y="0"/>
                </a:lnTo>
                <a:lnTo>
                  <a:pt x="336721" y="102694"/>
                </a:lnTo>
                <a:lnTo>
                  <a:pt x="285384" y="205378"/>
                </a:lnTo>
                <a:lnTo>
                  <a:pt x="51347" y="205378"/>
                </a:lnTo>
                <a:lnTo>
                  <a:pt x="0" y="102694"/>
                </a:lnTo>
                <a:lnTo>
                  <a:pt x="51347" y="0"/>
                </a:lnTo>
                <a:moveTo>
                  <a:pt x="9976" y="104905"/>
                </a:moveTo>
                <a:lnTo>
                  <a:pt x="9976" y="100473"/>
                </a:lnTo>
                <a:lnTo>
                  <a:pt x="58844" y="198209"/>
                </a:lnTo>
                <a:lnTo>
                  <a:pt x="54411" y="195462"/>
                </a:lnTo>
                <a:lnTo>
                  <a:pt x="282319" y="195462"/>
                </a:lnTo>
                <a:lnTo>
                  <a:pt x="277877" y="198209"/>
                </a:lnTo>
                <a:lnTo>
                  <a:pt x="326745" y="100473"/>
                </a:lnTo>
                <a:lnTo>
                  <a:pt x="326745" y="104905"/>
                </a:lnTo>
                <a:lnTo>
                  <a:pt x="277877" y="7179"/>
                </a:lnTo>
                <a:lnTo>
                  <a:pt x="282319" y="9916"/>
                </a:lnTo>
                <a:lnTo>
                  <a:pt x="54411" y="9916"/>
                </a:lnTo>
                <a:lnTo>
                  <a:pt x="58844" y="7179"/>
                </a:lnTo>
                <a:lnTo>
                  <a:pt x="9976" y="104905"/>
                </a:lnTo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AEE561DD-7598-4F77-961D-21E77CCF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94" y="1426820"/>
            <a:ext cx="255565" cy="59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46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CuRobo</a:t>
            </a:r>
          </a:p>
        </p:txBody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73C48C3-2822-4DD9-9AE3-099C6909FB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fb392dae44e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1295400"/>
            <a:ext cx="180975" cy="123825"/>
          </a:xfrm>
          <a:prstGeom xmlns:a="http://schemas.openxmlformats.org/drawingml/2006/main" prst="rect">
            <a:avLst/>
          </a:prstGeom>
        </p:spPr>
      </p:pic>
      <p:sp>
        <p:nvSpPr>
          <p:cNvPr id="146" name="source-raster-11">
            <a:extLst xmlns:a="http://schemas.openxmlformats.org/drawingml/2006/main">
              <a:ext uri="{FF2B5EF4-FFF2-40B4-BE49-F238E27FC236}">
                <a16:creationId xmlns:a16="http://schemas.microsoft.com/office/drawing/2014/main" id="{E556B348-69F7-44C5-B747-3AAD6BB2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1295400"/>
            <a:ext cx="1809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44EC9A33-B321-4A78-AFD1-A52A6E02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9321" y="1958298"/>
            <a:ext cx="196542" cy="376029"/>
          </a:xfrm>
          <a:custGeom xmlns:a="http://schemas.openxmlformats.org/drawingml/2006/main">
            <a:pathLst>
              <a:path w="196542" h="376029">
                <a:moveTo>
                  <a:pt x="198" y="0"/>
                </a:moveTo>
                <a:cubicBezTo>
                  <a:pt x="0" y="145275"/>
                  <a:pt x="62552" y="267415"/>
                  <a:pt x="147754" y="302252"/>
                </a:cubicBezTo>
                <a:lnTo>
                  <a:pt x="147754" y="277262"/>
                </a:lnTo>
                <a:lnTo>
                  <a:pt x="196542" y="336760"/>
                </a:lnTo>
                <a:lnTo>
                  <a:pt x="147754" y="376029"/>
                </a:lnTo>
                <a:lnTo>
                  <a:pt x="147754" y="351040"/>
                </a:lnTo>
                <a:cubicBezTo>
                  <a:pt x="62572" y="316392"/>
                  <a:pt x="50" y="194272"/>
                  <a:pt x="198" y="48789"/>
                </a:cubicBezTo>
                <a:lnTo>
                  <a:pt x="198" y="0"/>
                </a:lnTo>
              </a:path>
            </a:pathLst>
          </a:cu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907A589-0E1A-457A-B669-931707ECD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190f5354343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0" y="1647825"/>
            <a:ext cx="200025" cy="333375"/>
          </a:xfrm>
          <a:prstGeom xmlns:a="http://schemas.openxmlformats.org/drawingml/2006/main" prst="rect">
            <a:avLst/>
          </a:prstGeom>
        </p:spPr>
      </p:pic>
      <p:sp>
        <p:nvSpPr>
          <p:cNvPr id="149" name="source-raster-12">
            <a:extLst xmlns:a="http://schemas.openxmlformats.org/drawingml/2006/main">
              <a:ext uri="{FF2B5EF4-FFF2-40B4-BE49-F238E27FC236}">
                <a16:creationId xmlns:a16="http://schemas.microsoft.com/office/drawing/2014/main" id="{1C04C4E5-8EAC-4C11-A534-5A33E0E0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1647825"/>
            <a:ext cx="200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DCAFBE76-0416-4AD1-8B09-D3660CBB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4362" y="1641172"/>
            <a:ext cx="208353" cy="703072"/>
          </a:xfrm>
          <a:custGeom xmlns:a="http://schemas.openxmlformats.org/drawingml/2006/main">
            <a:pathLst>
              <a:path w="208353" h="703072">
                <a:moveTo>
                  <a:pt x="9917" y="316987"/>
                </a:moveTo>
                <a:lnTo>
                  <a:pt x="10096" y="330543"/>
                </a:lnTo>
                <a:lnTo>
                  <a:pt x="10096" y="330404"/>
                </a:lnTo>
                <a:lnTo>
                  <a:pt x="10641" y="343821"/>
                </a:lnTo>
                <a:lnTo>
                  <a:pt x="10630" y="343682"/>
                </a:lnTo>
                <a:lnTo>
                  <a:pt x="11523" y="356930"/>
                </a:lnTo>
                <a:lnTo>
                  <a:pt x="11513" y="356802"/>
                </a:lnTo>
                <a:lnTo>
                  <a:pt x="12753" y="369881"/>
                </a:lnTo>
                <a:lnTo>
                  <a:pt x="12733" y="369742"/>
                </a:lnTo>
                <a:lnTo>
                  <a:pt x="14309" y="382644"/>
                </a:lnTo>
                <a:lnTo>
                  <a:pt x="14289" y="382505"/>
                </a:lnTo>
                <a:lnTo>
                  <a:pt x="16194" y="395208"/>
                </a:lnTo>
                <a:lnTo>
                  <a:pt x="16174" y="395068"/>
                </a:lnTo>
                <a:lnTo>
                  <a:pt x="18395" y="407563"/>
                </a:lnTo>
                <a:lnTo>
                  <a:pt x="18375" y="407424"/>
                </a:lnTo>
                <a:lnTo>
                  <a:pt x="20913" y="419701"/>
                </a:lnTo>
                <a:lnTo>
                  <a:pt x="20884" y="419572"/>
                </a:lnTo>
                <a:lnTo>
                  <a:pt x="23730" y="431611"/>
                </a:lnTo>
                <a:lnTo>
                  <a:pt x="23691" y="431472"/>
                </a:lnTo>
                <a:lnTo>
                  <a:pt x="26844" y="443282"/>
                </a:lnTo>
                <a:lnTo>
                  <a:pt x="26805" y="443144"/>
                </a:lnTo>
                <a:lnTo>
                  <a:pt x="30245" y="454686"/>
                </a:lnTo>
                <a:lnTo>
                  <a:pt x="30195" y="454547"/>
                </a:lnTo>
                <a:lnTo>
                  <a:pt x="33924" y="465832"/>
                </a:lnTo>
                <a:lnTo>
                  <a:pt x="33874" y="465693"/>
                </a:lnTo>
                <a:lnTo>
                  <a:pt x="37881" y="476701"/>
                </a:lnTo>
                <a:lnTo>
                  <a:pt x="37821" y="476561"/>
                </a:lnTo>
                <a:lnTo>
                  <a:pt x="42095" y="487281"/>
                </a:lnTo>
                <a:lnTo>
                  <a:pt x="42036" y="487133"/>
                </a:lnTo>
                <a:lnTo>
                  <a:pt x="46568" y="497555"/>
                </a:lnTo>
                <a:lnTo>
                  <a:pt x="46508" y="497406"/>
                </a:lnTo>
                <a:lnTo>
                  <a:pt x="51298" y="507511"/>
                </a:lnTo>
                <a:lnTo>
                  <a:pt x="51228" y="507362"/>
                </a:lnTo>
                <a:lnTo>
                  <a:pt x="56266" y="517140"/>
                </a:lnTo>
                <a:lnTo>
                  <a:pt x="56186" y="516991"/>
                </a:lnTo>
                <a:lnTo>
                  <a:pt x="61462" y="526441"/>
                </a:lnTo>
                <a:lnTo>
                  <a:pt x="61372" y="526292"/>
                </a:lnTo>
                <a:lnTo>
                  <a:pt x="66886" y="535386"/>
                </a:lnTo>
                <a:lnTo>
                  <a:pt x="66797" y="535237"/>
                </a:lnTo>
                <a:lnTo>
                  <a:pt x="72528" y="543973"/>
                </a:lnTo>
                <a:lnTo>
                  <a:pt x="72429" y="543814"/>
                </a:lnTo>
                <a:lnTo>
                  <a:pt x="78379" y="552184"/>
                </a:lnTo>
                <a:lnTo>
                  <a:pt x="78271" y="552025"/>
                </a:lnTo>
                <a:lnTo>
                  <a:pt x="84438" y="560008"/>
                </a:lnTo>
                <a:lnTo>
                  <a:pt x="84309" y="559849"/>
                </a:lnTo>
                <a:lnTo>
                  <a:pt x="90685" y="567435"/>
                </a:lnTo>
                <a:lnTo>
                  <a:pt x="90547" y="567277"/>
                </a:lnTo>
                <a:lnTo>
                  <a:pt x="97111" y="574456"/>
                </a:lnTo>
                <a:lnTo>
                  <a:pt x="96962" y="574298"/>
                </a:lnTo>
                <a:lnTo>
                  <a:pt x="103716" y="581061"/>
                </a:lnTo>
                <a:lnTo>
                  <a:pt x="103557" y="580902"/>
                </a:lnTo>
                <a:lnTo>
                  <a:pt x="110488" y="587239"/>
                </a:lnTo>
                <a:lnTo>
                  <a:pt x="110310" y="587079"/>
                </a:lnTo>
                <a:lnTo>
                  <a:pt x="117420" y="592970"/>
                </a:lnTo>
                <a:lnTo>
                  <a:pt x="117232" y="592821"/>
                </a:lnTo>
                <a:lnTo>
                  <a:pt x="124510" y="598255"/>
                </a:lnTo>
                <a:lnTo>
                  <a:pt x="124292" y="598107"/>
                </a:lnTo>
                <a:lnTo>
                  <a:pt x="131729" y="603075"/>
                </a:lnTo>
                <a:lnTo>
                  <a:pt x="131501" y="602926"/>
                </a:lnTo>
                <a:lnTo>
                  <a:pt x="139097" y="607428"/>
                </a:lnTo>
                <a:lnTo>
                  <a:pt x="138909" y="607319"/>
                </a:lnTo>
                <a:lnTo>
                  <a:pt x="142756" y="609381"/>
                </a:lnTo>
                <a:lnTo>
                  <a:pt x="142627" y="609322"/>
                </a:lnTo>
                <a:lnTo>
                  <a:pt x="146515" y="611256"/>
                </a:lnTo>
                <a:lnTo>
                  <a:pt x="146386" y="611197"/>
                </a:lnTo>
                <a:lnTo>
                  <a:pt x="150303" y="613011"/>
                </a:lnTo>
                <a:lnTo>
                  <a:pt x="150164" y="612952"/>
                </a:lnTo>
                <a:lnTo>
                  <a:pt x="154121" y="614637"/>
                </a:lnTo>
                <a:lnTo>
                  <a:pt x="147219" y="619189"/>
                </a:lnTo>
                <a:lnTo>
                  <a:pt x="147288" y="580912"/>
                </a:lnTo>
                <a:lnTo>
                  <a:pt x="208353" y="654303"/>
                </a:lnTo>
                <a:lnTo>
                  <a:pt x="147259" y="703072"/>
                </a:lnTo>
                <a:lnTo>
                  <a:pt x="147259" y="668225"/>
                </a:lnTo>
                <a:lnTo>
                  <a:pt x="150263" y="672787"/>
                </a:lnTo>
                <a:lnTo>
                  <a:pt x="146247" y="671061"/>
                </a:lnTo>
                <a:lnTo>
                  <a:pt x="142191" y="669187"/>
                </a:lnTo>
                <a:lnTo>
                  <a:pt x="138175" y="667174"/>
                </a:lnTo>
                <a:lnTo>
                  <a:pt x="134169" y="665032"/>
                </a:lnTo>
                <a:lnTo>
                  <a:pt x="126374" y="660411"/>
                </a:lnTo>
                <a:lnTo>
                  <a:pt x="118709" y="655285"/>
                </a:lnTo>
                <a:lnTo>
                  <a:pt x="111232" y="649691"/>
                </a:lnTo>
                <a:lnTo>
                  <a:pt x="103924" y="643643"/>
                </a:lnTo>
                <a:lnTo>
                  <a:pt x="96814" y="637158"/>
                </a:lnTo>
                <a:lnTo>
                  <a:pt x="89902" y="630236"/>
                </a:lnTo>
                <a:lnTo>
                  <a:pt x="83188" y="622898"/>
                </a:lnTo>
                <a:lnTo>
                  <a:pt x="76684" y="615143"/>
                </a:lnTo>
                <a:lnTo>
                  <a:pt x="70397" y="607012"/>
                </a:lnTo>
                <a:lnTo>
                  <a:pt x="64328" y="598484"/>
                </a:lnTo>
                <a:lnTo>
                  <a:pt x="58487" y="589598"/>
                </a:lnTo>
                <a:lnTo>
                  <a:pt x="52884" y="580346"/>
                </a:lnTo>
                <a:lnTo>
                  <a:pt x="47519" y="570757"/>
                </a:lnTo>
                <a:lnTo>
                  <a:pt x="42403" y="560831"/>
                </a:lnTo>
                <a:lnTo>
                  <a:pt x="37543" y="550578"/>
                </a:lnTo>
                <a:lnTo>
                  <a:pt x="32953" y="540016"/>
                </a:lnTo>
                <a:lnTo>
                  <a:pt x="28619" y="529158"/>
                </a:lnTo>
                <a:lnTo>
                  <a:pt x="24573" y="518012"/>
                </a:lnTo>
                <a:lnTo>
                  <a:pt x="20795" y="506588"/>
                </a:lnTo>
                <a:lnTo>
                  <a:pt x="17314" y="494907"/>
                </a:lnTo>
                <a:lnTo>
                  <a:pt x="14131" y="482967"/>
                </a:lnTo>
                <a:lnTo>
                  <a:pt x="11255" y="470790"/>
                </a:lnTo>
                <a:lnTo>
                  <a:pt x="8687" y="458375"/>
                </a:lnTo>
                <a:lnTo>
                  <a:pt x="6436" y="445751"/>
                </a:lnTo>
                <a:lnTo>
                  <a:pt x="4512" y="432920"/>
                </a:lnTo>
                <a:lnTo>
                  <a:pt x="2926" y="419890"/>
                </a:lnTo>
                <a:lnTo>
                  <a:pt x="1676" y="406681"/>
                </a:lnTo>
                <a:lnTo>
                  <a:pt x="773" y="393304"/>
                </a:lnTo>
                <a:lnTo>
                  <a:pt x="228" y="379768"/>
                </a:lnTo>
                <a:lnTo>
                  <a:pt x="50" y="366113"/>
                </a:lnTo>
                <a:lnTo>
                  <a:pt x="0" y="317037"/>
                </a:lnTo>
                <a:lnTo>
                  <a:pt x="70" y="308915"/>
                </a:lnTo>
                <a:lnTo>
                  <a:pt x="258" y="300843"/>
                </a:lnTo>
                <a:lnTo>
                  <a:pt x="576" y="292811"/>
                </a:lnTo>
                <a:lnTo>
                  <a:pt x="1021" y="284838"/>
                </a:lnTo>
                <a:lnTo>
                  <a:pt x="1597" y="276915"/>
                </a:lnTo>
                <a:lnTo>
                  <a:pt x="2281" y="269061"/>
                </a:lnTo>
                <a:lnTo>
                  <a:pt x="3094" y="261267"/>
                </a:lnTo>
                <a:lnTo>
                  <a:pt x="4026" y="253543"/>
                </a:lnTo>
                <a:lnTo>
                  <a:pt x="5077" y="245877"/>
                </a:lnTo>
                <a:lnTo>
                  <a:pt x="6247" y="238291"/>
                </a:lnTo>
                <a:lnTo>
                  <a:pt x="7527" y="230764"/>
                </a:lnTo>
                <a:lnTo>
                  <a:pt x="8915" y="223317"/>
                </a:lnTo>
                <a:lnTo>
                  <a:pt x="10422" y="215949"/>
                </a:lnTo>
                <a:lnTo>
                  <a:pt x="12039" y="208661"/>
                </a:lnTo>
                <a:lnTo>
                  <a:pt x="13764" y="201461"/>
                </a:lnTo>
                <a:lnTo>
                  <a:pt x="15599" y="194331"/>
                </a:lnTo>
                <a:lnTo>
                  <a:pt x="17532" y="187301"/>
                </a:lnTo>
                <a:lnTo>
                  <a:pt x="19576" y="180349"/>
                </a:lnTo>
                <a:lnTo>
                  <a:pt x="21717" y="173497"/>
                </a:lnTo>
                <a:lnTo>
                  <a:pt x="23968" y="166734"/>
                </a:lnTo>
                <a:lnTo>
                  <a:pt x="26308" y="160070"/>
                </a:lnTo>
                <a:lnTo>
                  <a:pt x="28748" y="153496"/>
                </a:lnTo>
                <a:lnTo>
                  <a:pt x="31297" y="147030"/>
                </a:lnTo>
                <a:lnTo>
                  <a:pt x="33924" y="140674"/>
                </a:lnTo>
                <a:lnTo>
                  <a:pt x="36661" y="134417"/>
                </a:lnTo>
                <a:lnTo>
                  <a:pt x="39477" y="128268"/>
                </a:lnTo>
                <a:lnTo>
                  <a:pt x="42392" y="122229"/>
                </a:lnTo>
                <a:lnTo>
                  <a:pt x="45398" y="116309"/>
                </a:lnTo>
                <a:lnTo>
                  <a:pt x="48481" y="110498"/>
                </a:lnTo>
                <a:lnTo>
                  <a:pt x="51664" y="104817"/>
                </a:lnTo>
                <a:lnTo>
                  <a:pt x="54927" y="99243"/>
                </a:lnTo>
                <a:lnTo>
                  <a:pt x="58269" y="93799"/>
                </a:lnTo>
                <a:lnTo>
                  <a:pt x="61700" y="88474"/>
                </a:lnTo>
                <a:lnTo>
                  <a:pt x="65210" y="83288"/>
                </a:lnTo>
                <a:lnTo>
                  <a:pt x="68800" y="78220"/>
                </a:lnTo>
                <a:lnTo>
                  <a:pt x="72469" y="73292"/>
                </a:lnTo>
                <a:lnTo>
                  <a:pt x="76208" y="68503"/>
                </a:lnTo>
                <a:lnTo>
                  <a:pt x="80035" y="63842"/>
                </a:lnTo>
                <a:lnTo>
                  <a:pt x="83932" y="59330"/>
                </a:lnTo>
                <a:lnTo>
                  <a:pt x="87899" y="54957"/>
                </a:lnTo>
                <a:lnTo>
                  <a:pt x="91935" y="50732"/>
                </a:lnTo>
                <a:lnTo>
                  <a:pt x="96050" y="46657"/>
                </a:lnTo>
                <a:lnTo>
                  <a:pt x="100225" y="42730"/>
                </a:lnTo>
                <a:lnTo>
                  <a:pt x="104469" y="38962"/>
                </a:lnTo>
                <a:lnTo>
                  <a:pt x="108783" y="35342"/>
                </a:lnTo>
                <a:lnTo>
                  <a:pt x="113166" y="31881"/>
                </a:lnTo>
                <a:lnTo>
                  <a:pt x="117609" y="28589"/>
                </a:lnTo>
                <a:lnTo>
                  <a:pt x="122110" y="25456"/>
                </a:lnTo>
                <a:lnTo>
                  <a:pt x="126673" y="22500"/>
                </a:lnTo>
                <a:lnTo>
                  <a:pt x="131303" y="19704"/>
                </a:lnTo>
                <a:lnTo>
                  <a:pt x="135983" y="17086"/>
                </a:lnTo>
                <a:lnTo>
                  <a:pt x="140724" y="14637"/>
                </a:lnTo>
                <a:lnTo>
                  <a:pt x="145513" y="12376"/>
                </a:lnTo>
                <a:lnTo>
                  <a:pt x="150353" y="10294"/>
                </a:lnTo>
                <a:lnTo>
                  <a:pt x="155251" y="8389"/>
                </a:lnTo>
                <a:lnTo>
                  <a:pt x="160199" y="6684"/>
                </a:lnTo>
                <a:lnTo>
                  <a:pt x="165197" y="5157"/>
                </a:lnTo>
                <a:lnTo>
                  <a:pt x="170234" y="3838"/>
                </a:lnTo>
                <a:lnTo>
                  <a:pt x="175311" y="2707"/>
                </a:lnTo>
                <a:lnTo>
                  <a:pt x="180439" y="1775"/>
                </a:lnTo>
                <a:lnTo>
                  <a:pt x="185605" y="1041"/>
                </a:lnTo>
                <a:lnTo>
                  <a:pt x="190801" y="516"/>
                </a:lnTo>
                <a:lnTo>
                  <a:pt x="196037" y="208"/>
                </a:lnTo>
                <a:lnTo>
                  <a:pt x="206261" y="0"/>
                </a:lnTo>
                <a:lnTo>
                  <a:pt x="206261" y="59013"/>
                </a:lnTo>
                <a:lnTo>
                  <a:pt x="196573" y="59191"/>
                </a:lnTo>
                <a:lnTo>
                  <a:pt x="196761" y="59181"/>
                </a:lnTo>
                <a:lnTo>
                  <a:pt x="191961" y="59459"/>
                </a:lnTo>
                <a:lnTo>
                  <a:pt x="192150" y="59449"/>
                </a:lnTo>
                <a:lnTo>
                  <a:pt x="187390" y="59905"/>
                </a:lnTo>
                <a:lnTo>
                  <a:pt x="187578" y="59885"/>
                </a:lnTo>
                <a:lnTo>
                  <a:pt x="182839" y="60520"/>
                </a:lnTo>
                <a:lnTo>
                  <a:pt x="183026" y="60490"/>
                </a:lnTo>
                <a:lnTo>
                  <a:pt x="178316" y="61303"/>
                </a:lnTo>
                <a:lnTo>
                  <a:pt x="178505" y="61263"/>
                </a:lnTo>
                <a:lnTo>
                  <a:pt x="173834" y="62255"/>
                </a:lnTo>
                <a:lnTo>
                  <a:pt x="174013" y="62216"/>
                </a:lnTo>
                <a:lnTo>
                  <a:pt x="169382" y="63376"/>
                </a:lnTo>
                <a:lnTo>
                  <a:pt x="169551" y="63326"/>
                </a:lnTo>
                <a:lnTo>
                  <a:pt x="164959" y="64665"/>
                </a:lnTo>
                <a:lnTo>
                  <a:pt x="165128" y="64605"/>
                </a:lnTo>
                <a:lnTo>
                  <a:pt x="160566" y="66103"/>
                </a:lnTo>
                <a:lnTo>
                  <a:pt x="160735" y="66053"/>
                </a:lnTo>
                <a:lnTo>
                  <a:pt x="156213" y="67719"/>
                </a:lnTo>
                <a:lnTo>
                  <a:pt x="156372" y="67650"/>
                </a:lnTo>
                <a:lnTo>
                  <a:pt x="151889" y="69484"/>
                </a:lnTo>
                <a:lnTo>
                  <a:pt x="152048" y="69414"/>
                </a:lnTo>
                <a:lnTo>
                  <a:pt x="147605" y="71408"/>
                </a:lnTo>
                <a:lnTo>
                  <a:pt x="147765" y="71339"/>
                </a:lnTo>
                <a:lnTo>
                  <a:pt x="143362" y="73490"/>
                </a:lnTo>
                <a:lnTo>
                  <a:pt x="143510" y="73421"/>
                </a:lnTo>
                <a:lnTo>
                  <a:pt x="139157" y="75731"/>
                </a:lnTo>
                <a:lnTo>
                  <a:pt x="139296" y="75652"/>
                </a:lnTo>
                <a:lnTo>
                  <a:pt x="134992" y="78122"/>
                </a:lnTo>
                <a:lnTo>
                  <a:pt x="135130" y="78042"/>
                </a:lnTo>
                <a:lnTo>
                  <a:pt x="130877" y="80660"/>
                </a:lnTo>
                <a:lnTo>
                  <a:pt x="131006" y="80581"/>
                </a:lnTo>
                <a:lnTo>
                  <a:pt x="126791" y="83347"/>
                </a:lnTo>
                <a:lnTo>
                  <a:pt x="126919" y="83268"/>
                </a:lnTo>
                <a:lnTo>
                  <a:pt x="122755" y="86193"/>
                </a:lnTo>
                <a:lnTo>
                  <a:pt x="122874" y="86104"/>
                </a:lnTo>
                <a:lnTo>
                  <a:pt x="118768" y="89168"/>
                </a:lnTo>
                <a:lnTo>
                  <a:pt x="118877" y="89089"/>
                </a:lnTo>
                <a:lnTo>
                  <a:pt x="114822" y="92302"/>
                </a:lnTo>
                <a:lnTo>
                  <a:pt x="114930" y="92213"/>
                </a:lnTo>
                <a:lnTo>
                  <a:pt x="110935" y="95574"/>
                </a:lnTo>
                <a:lnTo>
                  <a:pt x="111033" y="95485"/>
                </a:lnTo>
                <a:lnTo>
                  <a:pt x="107086" y="98985"/>
                </a:lnTo>
                <a:lnTo>
                  <a:pt x="107186" y="98896"/>
                </a:lnTo>
                <a:lnTo>
                  <a:pt x="103299" y="102526"/>
                </a:lnTo>
                <a:lnTo>
                  <a:pt x="103388" y="102436"/>
                </a:lnTo>
                <a:lnTo>
                  <a:pt x="99561" y="106214"/>
                </a:lnTo>
                <a:lnTo>
                  <a:pt x="99650" y="106125"/>
                </a:lnTo>
                <a:lnTo>
                  <a:pt x="95871" y="110032"/>
                </a:lnTo>
                <a:lnTo>
                  <a:pt x="95961" y="109943"/>
                </a:lnTo>
                <a:lnTo>
                  <a:pt x="92252" y="113989"/>
                </a:lnTo>
                <a:lnTo>
                  <a:pt x="92332" y="113900"/>
                </a:lnTo>
                <a:lnTo>
                  <a:pt x="88682" y="118074"/>
                </a:lnTo>
                <a:lnTo>
                  <a:pt x="88752" y="117985"/>
                </a:lnTo>
                <a:lnTo>
                  <a:pt x="85172" y="122279"/>
                </a:lnTo>
                <a:lnTo>
                  <a:pt x="85272" y="122150"/>
                </a:lnTo>
                <a:lnTo>
                  <a:pt x="78300" y="131125"/>
                </a:lnTo>
                <a:lnTo>
                  <a:pt x="78429" y="130946"/>
                </a:lnTo>
                <a:lnTo>
                  <a:pt x="71716" y="140416"/>
                </a:lnTo>
                <a:lnTo>
                  <a:pt x="71834" y="140248"/>
                </a:lnTo>
                <a:lnTo>
                  <a:pt x="65408" y="150184"/>
                </a:lnTo>
                <a:lnTo>
                  <a:pt x="65508" y="150005"/>
                </a:lnTo>
                <a:lnTo>
                  <a:pt x="59369" y="160398"/>
                </a:lnTo>
                <a:lnTo>
                  <a:pt x="59469" y="160229"/>
                </a:lnTo>
                <a:lnTo>
                  <a:pt x="53628" y="171058"/>
                </a:lnTo>
                <a:lnTo>
                  <a:pt x="53718" y="170889"/>
                </a:lnTo>
                <a:lnTo>
                  <a:pt x="48184" y="182144"/>
                </a:lnTo>
                <a:lnTo>
                  <a:pt x="48263" y="181976"/>
                </a:lnTo>
                <a:lnTo>
                  <a:pt x="43057" y="193627"/>
                </a:lnTo>
                <a:lnTo>
                  <a:pt x="43127" y="193469"/>
                </a:lnTo>
                <a:lnTo>
                  <a:pt x="38257" y="205507"/>
                </a:lnTo>
                <a:lnTo>
                  <a:pt x="38317" y="205348"/>
                </a:lnTo>
                <a:lnTo>
                  <a:pt x="33785" y="217754"/>
                </a:lnTo>
                <a:lnTo>
                  <a:pt x="33835" y="217595"/>
                </a:lnTo>
                <a:lnTo>
                  <a:pt x="29660" y="230358"/>
                </a:lnTo>
                <a:lnTo>
                  <a:pt x="29710" y="230199"/>
                </a:lnTo>
                <a:lnTo>
                  <a:pt x="25902" y="243299"/>
                </a:lnTo>
                <a:lnTo>
                  <a:pt x="25941" y="243140"/>
                </a:lnTo>
                <a:lnTo>
                  <a:pt x="22510" y="256557"/>
                </a:lnTo>
                <a:lnTo>
                  <a:pt x="22530" y="256448"/>
                </a:lnTo>
                <a:lnTo>
                  <a:pt x="20963" y="263270"/>
                </a:lnTo>
                <a:lnTo>
                  <a:pt x="20973" y="263191"/>
                </a:lnTo>
                <a:lnTo>
                  <a:pt x="19496" y="270083"/>
                </a:lnTo>
                <a:lnTo>
                  <a:pt x="19515" y="270013"/>
                </a:lnTo>
                <a:lnTo>
                  <a:pt x="18138" y="276975"/>
                </a:lnTo>
                <a:lnTo>
                  <a:pt x="18157" y="276895"/>
                </a:lnTo>
                <a:lnTo>
                  <a:pt x="16877" y="283936"/>
                </a:lnTo>
                <a:lnTo>
                  <a:pt x="16888" y="283856"/>
                </a:lnTo>
                <a:lnTo>
                  <a:pt x="15718" y="290967"/>
                </a:lnTo>
                <a:lnTo>
                  <a:pt x="15728" y="290887"/>
                </a:lnTo>
                <a:lnTo>
                  <a:pt x="14656" y="298057"/>
                </a:lnTo>
                <a:lnTo>
                  <a:pt x="14667" y="297977"/>
                </a:lnTo>
                <a:lnTo>
                  <a:pt x="13695" y="305207"/>
                </a:lnTo>
                <a:lnTo>
                  <a:pt x="13704" y="305137"/>
                </a:lnTo>
                <a:lnTo>
                  <a:pt x="12842" y="312426"/>
                </a:lnTo>
                <a:lnTo>
                  <a:pt x="12851" y="312346"/>
                </a:lnTo>
                <a:lnTo>
                  <a:pt x="12098" y="319704"/>
                </a:lnTo>
                <a:lnTo>
                  <a:pt x="12107" y="319625"/>
                </a:lnTo>
                <a:lnTo>
                  <a:pt x="11464" y="327032"/>
                </a:lnTo>
                <a:lnTo>
                  <a:pt x="11464" y="326953"/>
                </a:lnTo>
                <a:lnTo>
                  <a:pt x="10928" y="334420"/>
                </a:lnTo>
                <a:lnTo>
                  <a:pt x="10938" y="334341"/>
                </a:lnTo>
                <a:lnTo>
                  <a:pt x="10512" y="341857"/>
                </a:lnTo>
                <a:lnTo>
                  <a:pt x="605" y="341292"/>
                </a:lnTo>
                <a:lnTo>
                  <a:pt x="1032" y="333746"/>
                </a:lnTo>
                <a:lnTo>
                  <a:pt x="1577" y="326209"/>
                </a:lnTo>
                <a:lnTo>
                  <a:pt x="2232" y="318723"/>
                </a:lnTo>
                <a:lnTo>
                  <a:pt x="2995" y="311305"/>
                </a:lnTo>
                <a:lnTo>
                  <a:pt x="3867" y="303937"/>
                </a:lnTo>
                <a:lnTo>
                  <a:pt x="4839" y="296629"/>
                </a:lnTo>
                <a:lnTo>
                  <a:pt x="5920" y="289380"/>
                </a:lnTo>
                <a:lnTo>
                  <a:pt x="7111" y="282200"/>
                </a:lnTo>
                <a:lnTo>
                  <a:pt x="8399" y="275090"/>
                </a:lnTo>
                <a:lnTo>
                  <a:pt x="9797" y="268050"/>
                </a:lnTo>
                <a:lnTo>
                  <a:pt x="11285" y="261079"/>
                </a:lnTo>
                <a:lnTo>
                  <a:pt x="12881" y="254157"/>
                </a:lnTo>
                <a:lnTo>
                  <a:pt x="16352" y="240601"/>
                </a:lnTo>
                <a:lnTo>
                  <a:pt x="20210" y="227353"/>
                </a:lnTo>
                <a:lnTo>
                  <a:pt x="24444" y="214432"/>
                </a:lnTo>
                <a:lnTo>
                  <a:pt x="29026" y="201868"/>
                </a:lnTo>
                <a:lnTo>
                  <a:pt x="33964" y="189661"/>
                </a:lnTo>
                <a:lnTo>
                  <a:pt x="39249" y="177850"/>
                </a:lnTo>
                <a:lnTo>
                  <a:pt x="44852" y="166437"/>
                </a:lnTo>
                <a:lnTo>
                  <a:pt x="50781" y="155439"/>
                </a:lnTo>
                <a:lnTo>
                  <a:pt x="57029" y="144879"/>
                </a:lnTo>
                <a:lnTo>
                  <a:pt x="63564" y="134764"/>
                </a:lnTo>
                <a:lnTo>
                  <a:pt x="70397" y="125125"/>
                </a:lnTo>
                <a:lnTo>
                  <a:pt x="77497" y="115992"/>
                </a:lnTo>
                <a:lnTo>
                  <a:pt x="81176" y="111589"/>
                </a:lnTo>
                <a:lnTo>
                  <a:pt x="84904" y="107325"/>
                </a:lnTo>
                <a:lnTo>
                  <a:pt x="88693" y="103190"/>
                </a:lnTo>
                <a:lnTo>
                  <a:pt x="92550" y="99194"/>
                </a:lnTo>
                <a:lnTo>
                  <a:pt x="96477" y="95336"/>
                </a:lnTo>
                <a:lnTo>
                  <a:pt x="100463" y="91608"/>
                </a:lnTo>
                <a:lnTo>
                  <a:pt x="104509" y="88018"/>
                </a:lnTo>
                <a:lnTo>
                  <a:pt x="108614" y="84577"/>
                </a:lnTo>
                <a:lnTo>
                  <a:pt x="112779" y="81275"/>
                </a:lnTo>
                <a:lnTo>
                  <a:pt x="116994" y="78122"/>
                </a:lnTo>
                <a:lnTo>
                  <a:pt x="121277" y="75107"/>
                </a:lnTo>
                <a:lnTo>
                  <a:pt x="125611" y="72261"/>
                </a:lnTo>
                <a:lnTo>
                  <a:pt x="129994" y="69554"/>
                </a:lnTo>
                <a:lnTo>
                  <a:pt x="134436" y="67005"/>
                </a:lnTo>
                <a:lnTo>
                  <a:pt x="138928" y="64625"/>
                </a:lnTo>
                <a:lnTo>
                  <a:pt x="143470" y="62394"/>
                </a:lnTo>
                <a:lnTo>
                  <a:pt x="148062" y="60342"/>
                </a:lnTo>
                <a:lnTo>
                  <a:pt x="152703" y="58437"/>
                </a:lnTo>
                <a:lnTo>
                  <a:pt x="157383" y="56712"/>
                </a:lnTo>
                <a:lnTo>
                  <a:pt x="162113" y="55155"/>
                </a:lnTo>
                <a:lnTo>
                  <a:pt x="166883" y="53777"/>
                </a:lnTo>
                <a:lnTo>
                  <a:pt x="171692" y="52577"/>
                </a:lnTo>
                <a:lnTo>
                  <a:pt x="176542" y="51545"/>
                </a:lnTo>
                <a:lnTo>
                  <a:pt x="181430" y="50703"/>
                </a:lnTo>
                <a:lnTo>
                  <a:pt x="186349" y="50039"/>
                </a:lnTo>
                <a:lnTo>
                  <a:pt x="191297" y="49562"/>
                </a:lnTo>
                <a:lnTo>
                  <a:pt x="196285" y="49284"/>
                </a:lnTo>
                <a:lnTo>
                  <a:pt x="201203" y="49186"/>
                </a:lnTo>
                <a:lnTo>
                  <a:pt x="196345" y="54144"/>
                </a:lnTo>
                <a:lnTo>
                  <a:pt x="196345" y="5057"/>
                </a:lnTo>
                <a:lnTo>
                  <a:pt x="201402" y="10016"/>
                </a:lnTo>
                <a:lnTo>
                  <a:pt x="196335" y="10115"/>
                </a:lnTo>
                <a:lnTo>
                  <a:pt x="196532" y="10105"/>
                </a:lnTo>
                <a:lnTo>
                  <a:pt x="191496" y="10412"/>
                </a:lnTo>
                <a:lnTo>
                  <a:pt x="191694" y="10392"/>
                </a:lnTo>
                <a:lnTo>
                  <a:pt x="186696" y="10898"/>
                </a:lnTo>
                <a:lnTo>
                  <a:pt x="186884" y="10878"/>
                </a:lnTo>
                <a:lnTo>
                  <a:pt x="181916" y="11582"/>
                </a:lnTo>
                <a:lnTo>
                  <a:pt x="182114" y="11543"/>
                </a:lnTo>
                <a:lnTo>
                  <a:pt x="177186" y="12445"/>
                </a:lnTo>
                <a:lnTo>
                  <a:pt x="177375" y="12405"/>
                </a:lnTo>
                <a:lnTo>
                  <a:pt x="172476" y="13496"/>
                </a:lnTo>
                <a:lnTo>
                  <a:pt x="172664" y="13447"/>
                </a:lnTo>
                <a:lnTo>
                  <a:pt x="167806" y="14726"/>
                </a:lnTo>
                <a:lnTo>
                  <a:pt x="167993" y="14676"/>
                </a:lnTo>
                <a:lnTo>
                  <a:pt x="163174" y="16144"/>
                </a:lnTo>
                <a:lnTo>
                  <a:pt x="163352" y="16085"/>
                </a:lnTo>
                <a:lnTo>
                  <a:pt x="158583" y="17731"/>
                </a:lnTo>
                <a:lnTo>
                  <a:pt x="158751" y="17671"/>
                </a:lnTo>
                <a:lnTo>
                  <a:pt x="154021" y="19506"/>
                </a:lnTo>
                <a:lnTo>
                  <a:pt x="154190" y="19436"/>
                </a:lnTo>
                <a:lnTo>
                  <a:pt x="149509" y="21450"/>
                </a:lnTo>
                <a:lnTo>
                  <a:pt x="149668" y="21380"/>
                </a:lnTo>
                <a:lnTo>
                  <a:pt x="145037" y="23571"/>
                </a:lnTo>
                <a:lnTo>
                  <a:pt x="145186" y="23492"/>
                </a:lnTo>
                <a:lnTo>
                  <a:pt x="140604" y="25852"/>
                </a:lnTo>
                <a:lnTo>
                  <a:pt x="140753" y="25773"/>
                </a:lnTo>
                <a:lnTo>
                  <a:pt x="136212" y="28312"/>
                </a:lnTo>
                <a:lnTo>
                  <a:pt x="136360" y="28232"/>
                </a:lnTo>
                <a:lnTo>
                  <a:pt x="131868" y="30939"/>
                </a:lnTo>
                <a:lnTo>
                  <a:pt x="132007" y="30860"/>
                </a:lnTo>
                <a:lnTo>
                  <a:pt x="127574" y="33736"/>
                </a:lnTo>
                <a:lnTo>
                  <a:pt x="127703" y="33646"/>
                </a:lnTo>
                <a:lnTo>
                  <a:pt x="123330" y="36691"/>
                </a:lnTo>
                <a:lnTo>
                  <a:pt x="123449" y="36601"/>
                </a:lnTo>
                <a:lnTo>
                  <a:pt x="119135" y="39804"/>
                </a:lnTo>
                <a:lnTo>
                  <a:pt x="119255" y="39715"/>
                </a:lnTo>
                <a:lnTo>
                  <a:pt x="114990" y="43077"/>
                </a:lnTo>
                <a:lnTo>
                  <a:pt x="115100" y="42988"/>
                </a:lnTo>
                <a:lnTo>
                  <a:pt x="110895" y="46518"/>
                </a:lnTo>
                <a:lnTo>
                  <a:pt x="111004" y="46419"/>
                </a:lnTo>
                <a:lnTo>
                  <a:pt x="106869" y="50098"/>
                </a:lnTo>
                <a:lnTo>
                  <a:pt x="106968" y="50008"/>
                </a:lnTo>
                <a:lnTo>
                  <a:pt x="102882" y="53836"/>
                </a:lnTo>
                <a:lnTo>
                  <a:pt x="102982" y="53747"/>
                </a:lnTo>
                <a:lnTo>
                  <a:pt x="98966" y="57733"/>
                </a:lnTo>
                <a:lnTo>
                  <a:pt x="99055" y="57634"/>
                </a:lnTo>
                <a:lnTo>
                  <a:pt x="95108" y="61769"/>
                </a:lnTo>
                <a:lnTo>
                  <a:pt x="95197" y="61670"/>
                </a:lnTo>
                <a:lnTo>
                  <a:pt x="91310" y="65954"/>
                </a:lnTo>
                <a:lnTo>
                  <a:pt x="91399" y="65855"/>
                </a:lnTo>
                <a:lnTo>
                  <a:pt x="87582" y="70278"/>
                </a:lnTo>
                <a:lnTo>
                  <a:pt x="87661" y="70188"/>
                </a:lnTo>
                <a:lnTo>
                  <a:pt x="83913" y="74750"/>
                </a:lnTo>
                <a:lnTo>
                  <a:pt x="83991" y="74651"/>
                </a:lnTo>
                <a:lnTo>
                  <a:pt x="80313" y="79351"/>
                </a:lnTo>
                <a:lnTo>
                  <a:pt x="80382" y="79261"/>
                </a:lnTo>
                <a:lnTo>
                  <a:pt x="76783" y="84101"/>
                </a:lnTo>
                <a:lnTo>
                  <a:pt x="76852" y="84002"/>
                </a:lnTo>
                <a:lnTo>
                  <a:pt x="73332" y="88980"/>
                </a:lnTo>
                <a:lnTo>
                  <a:pt x="73392" y="88881"/>
                </a:lnTo>
                <a:lnTo>
                  <a:pt x="69940" y="93988"/>
                </a:lnTo>
                <a:lnTo>
                  <a:pt x="70000" y="93899"/>
                </a:lnTo>
                <a:lnTo>
                  <a:pt x="66638" y="99124"/>
                </a:lnTo>
                <a:lnTo>
                  <a:pt x="66687" y="99035"/>
                </a:lnTo>
                <a:lnTo>
                  <a:pt x="63396" y="104390"/>
                </a:lnTo>
                <a:lnTo>
                  <a:pt x="63455" y="104300"/>
                </a:lnTo>
                <a:lnTo>
                  <a:pt x="60242" y="109785"/>
                </a:lnTo>
                <a:lnTo>
                  <a:pt x="60291" y="109695"/>
                </a:lnTo>
                <a:lnTo>
                  <a:pt x="57167" y="115288"/>
                </a:lnTo>
                <a:lnTo>
                  <a:pt x="57217" y="115209"/>
                </a:lnTo>
                <a:lnTo>
                  <a:pt x="54173" y="120921"/>
                </a:lnTo>
                <a:lnTo>
                  <a:pt x="54213" y="120831"/>
                </a:lnTo>
                <a:lnTo>
                  <a:pt x="51258" y="126672"/>
                </a:lnTo>
                <a:lnTo>
                  <a:pt x="51298" y="126583"/>
                </a:lnTo>
                <a:lnTo>
                  <a:pt x="48431" y="132533"/>
                </a:lnTo>
                <a:lnTo>
                  <a:pt x="48471" y="132453"/>
                </a:lnTo>
                <a:lnTo>
                  <a:pt x="45685" y="138512"/>
                </a:lnTo>
                <a:lnTo>
                  <a:pt x="45725" y="138423"/>
                </a:lnTo>
                <a:lnTo>
                  <a:pt x="43037" y="144591"/>
                </a:lnTo>
                <a:lnTo>
                  <a:pt x="43067" y="144511"/>
                </a:lnTo>
                <a:lnTo>
                  <a:pt x="40469" y="150789"/>
                </a:lnTo>
                <a:lnTo>
                  <a:pt x="40508" y="150699"/>
                </a:lnTo>
                <a:lnTo>
                  <a:pt x="38000" y="157085"/>
                </a:lnTo>
                <a:lnTo>
                  <a:pt x="38030" y="156996"/>
                </a:lnTo>
                <a:lnTo>
                  <a:pt x="35620" y="163482"/>
                </a:lnTo>
                <a:lnTo>
                  <a:pt x="35650" y="163402"/>
                </a:lnTo>
                <a:lnTo>
                  <a:pt x="33328" y="169987"/>
                </a:lnTo>
                <a:lnTo>
                  <a:pt x="33359" y="169897"/>
                </a:lnTo>
                <a:lnTo>
                  <a:pt x="31148" y="176581"/>
                </a:lnTo>
                <a:lnTo>
                  <a:pt x="31168" y="176492"/>
                </a:lnTo>
                <a:lnTo>
                  <a:pt x="29055" y="183265"/>
                </a:lnTo>
                <a:lnTo>
                  <a:pt x="29075" y="183185"/>
                </a:lnTo>
                <a:lnTo>
                  <a:pt x="27062" y="190048"/>
                </a:lnTo>
                <a:lnTo>
                  <a:pt x="27081" y="189968"/>
                </a:lnTo>
                <a:lnTo>
                  <a:pt x="25168" y="196930"/>
                </a:lnTo>
                <a:lnTo>
                  <a:pt x="25188" y="196840"/>
                </a:lnTo>
                <a:lnTo>
                  <a:pt x="23383" y="203891"/>
                </a:lnTo>
                <a:lnTo>
                  <a:pt x="23403" y="203801"/>
                </a:lnTo>
                <a:lnTo>
                  <a:pt x="21697" y="210931"/>
                </a:lnTo>
                <a:lnTo>
                  <a:pt x="21717" y="210852"/>
                </a:lnTo>
                <a:lnTo>
                  <a:pt x="20121" y="218061"/>
                </a:lnTo>
                <a:lnTo>
                  <a:pt x="20130" y="217982"/>
                </a:lnTo>
                <a:lnTo>
                  <a:pt x="18643" y="225271"/>
                </a:lnTo>
                <a:lnTo>
                  <a:pt x="18663" y="225191"/>
                </a:lnTo>
                <a:lnTo>
                  <a:pt x="17285" y="232549"/>
                </a:lnTo>
                <a:lnTo>
                  <a:pt x="17294" y="232470"/>
                </a:lnTo>
                <a:lnTo>
                  <a:pt x="16025" y="239907"/>
                </a:lnTo>
                <a:lnTo>
                  <a:pt x="16045" y="239828"/>
                </a:lnTo>
                <a:lnTo>
                  <a:pt x="14885" y="247344"/>
                </a:lnTo>
                <a:lnTo>
                  <a:pt x="14894" y="247265"/>
                </a:lnTo>
                <a:lnTo>
                  <a:pt x="13863" y="254851"/>
                </a:lnTo>
                <a:lnTo>
                  <a:pt x="13873" y="254772"/>
                </a:lnTo>
                <a:lnTo>
                  <a:pt x="12951" y="262417"/>
                </a:lnTo>
                <a:lnTo>
                  <a:pt x="12960" y="262338"/>
                </a:lnTo>
                <a:lnTo>
                  <a:pt x="12148" y="270053"/>
                </a:lnTo>
                <a:lnTo>
                  <a:pt x="12157" y="269973"/>
                </a:lnTo>
                <a:lnTo>
                  <a:pt x="11473" y="277748"/>
                </a:lnTo>
                <a:lnTo>
                  <a:pt x="11483" y="277669"/>
                </a:lnTo>
                <a:lnTo>
                  <a:pt x="10918" y="285513"/>
                </a:lnTo>
                <a:lnTo>
                  <a:pt x="10918" y="285433"/>
                </a:lnTo>
                <a:lnTo>
                  <a:pt x="10481" y="293327"/>
                </a:lnTo>
                <a:lnTo>
                  <a:pt x="10481" y="293247"/>
                </a:lnTo>
                <a:lnTo>
                  <a:pt x="10164" y="301190"/>
                </a:lnTo>
                <a:lnTo>
                  <a:pt x="10175" y="301111"/>
                </a:lnTo>
                <a:lnTo>
                  <a:pt x="9976" y="309113"/>
                </a:lnTo>
                <a:lnTo>
                  <a:pt x="9976" y="309034"/>
                </a:lnTo>
                <a:lnTo>
                  <a:pt x="9917" y="317086"/>
                </a:lnTo>
                <a:lnTo>
                  <a:pt x="9917" y="317047"/>
                </a:lnTo>
                <a:lnTo>
                  <a:pt x="9967" y="366073"/>
                </a:lnTo>
                <a:lnTo>
                  <a:pt x="9956" y="366014"/>
                </a:lnTo>
                <a:lnTo>
                  <a:pt x="10144" y="379569"/>
                </a:lnTo>
                <a:lnTo>
                  <a:pt x="10135" y="379431"/>
                </a:lnTo>
                <a:lnTo>
                  <a:pt x="10680" y="392838"/>
                </a:lnTo>
                <a:lnTo>
                  <a:pt x="10670" y="392709"/>
                </a:lnTo>
                <a:lnTo>
                  <a:pt x="11562" y="405947"/>
                </a:lnTo>
                <a:lnTo>
                  <a:pt x="11553" y="405818"/>
                </a:lnTo>
                <a:lnTo>
                  <a:pt x="12792" y="418898"/>
                </a:lnTo>
                <a:lnTo>
                  <a:pt x="12772" y="418759"/>
                </a:lnTo>
                <a:lnTo>
                  <a:pt x="14349" y="431651"/>
                </a:lnTo>
                <a:lnTo>
                  <a:pt x="14329" y="431521"/>
                </a:lnTo>
                <a:lnTo>
                  <a:pt x="16233" y="444214"/>
                </a:lnTo>
                <a:lnTo>
                  <a:pt x="16213" y="444085"/>
                </a:lnTo>
                <a:lnTo>
                  <a:pt x="18434" y="456570"/>
                </a:lnTo>
                <a:lnTo>
                  <a:pt x="18415" y="456441"/>
                </a:lnTo>
                <a:lnTo>
                  <a:pt x="20953" y="468708"/>
                </a:lnTo>
                <a:lnTo>
                  <a:pt x="20924" y="468579"/>
                </a:lnTo>
                <a:lnTo>
                  <a:pt x="23770" y="480617"/>
                </a:lnTo>
                <a:lnTo>
                  <a:pt x="23730" y="480479"/>
                </a:lnTo>
                <a:lnTo>
                  <a:pt x="26883" y="492279"/>
                </a:lnTo>
                <a:lnTo>
                  <a:pt x="26844" y="492140"/>
                </a:lnTo>
                <a:lnTo>
                  <a:pt x="30284" y="503693"/>
                </a:lnTo>
                <a:lnTo>
                  <a:pt x="30234" y="503554"/>
                </a:lnTo>
                <a:lnTo>
                  <a:pt x="33964" y="514839"/>
                </a:lnTo>
                <a:lnTo>
                  <a:pt x="33914" y="514690"/>
                </a:lnTo>
                <a:lnTo>
                  <a:pt x="37911" y="525697"/>
                </a:lnTo>
                <a:lnTo>
                  <a:pt x="37861" y="525559"/>
                </a:lnTo>
                <a:lnTo>
                  <a:pt x="42134" y="536278"/>
                </a:lnTo>
                <a:lnTo>
                  <a:pt x="42075" y="536129"/>
                </a:lnTo>
                <a:lnTo>
                  <a:pt x="46607" y="546551"/>
                </a:lnTo>
                <a:lnTo>
                  <a:pt x="46538" y="546403"/>
                </a:lnTo>
                <a:lnTo>
                  <a:pt x="51338" y="556507"/>
                </a:lnTo>
                <a:lnTo>
                  <a:pt x="51258" y="556359"/>
                </a:lnTo>
                <a:lnTo>
                  <a:pt x="56295" y="566136"/>
                </a:lnTo>
                <a:lnTo>
                  <a:pt x="56216" y="565988"/>
                </a:lnTo>
                <a:lnTo>
                  <a:pt x="61501" y="575438"/>
                </a:lnTo>
                <a:lnTo>
                  <a:pt x="61413" y="575289"/>
                </a:lnTo>
                <a:lnTo>
                  <a:pt x="66926" y="584382"/>
                </a:lnTo>
                <a:lnTo>
                  <a:pt x="66826" y="584234"/>
                </a:lnTo>
                <a:lnTo>
                  <a:pt x="72569" y="592970"/>
                </a:lnTo>
                <a:lnTo>
                  <a:pt x="72459" y="592811"/>
                </a:lnTo>
                <a:lnTo>
                  <a:pt x="78419" y="601181"/>
                </a:lnTo>
                <a:lnTo>
                  <a:pt x="78300" y="601022"/>
                </a:lnTo>
                <a:lnTo>
                  <a:pt x="84468" y="609005"/>
                </a:lnTo>
                <a:lnTo>
                  <a:pt x="84349" y="608846"/>
                </a:lnTo>
                <a:lnTo>
                  <a:pt x="90715" y="616432"/>
                </a:lnTo>
                <a:lnTo>
                  <a:pt x="90576" y="616284"/>
                </a:lnTo>
                <a:lnTo>
                  <a:pt x="97151" y="623463"/>
                </a:lnTo>
                <a:lnTo>
                  <a:pt x="96993" y="623304"/>
                </a:lnTo>
                <a:lnTo>
                  <a:pt x="103755" y="630068"/>
                </a:lnTo>
                <a:lnTo>
                  <a:pt x="103587" y="629908"/>
                </a:lnTo>
                <a:lnTo>
                  <a:pt x="110528" y="636245"/>
                </a:lnTo>
                <a:lnTo>
                  <a:pt x="110350" y="636087"/>
                </a:lnTo>
                <a:lnTo>
                  <a:pt x="117459" y="641977"/>
                </a:lnTo>
                <a:lnTo>
                  <a:pt x="117261" y="641828"/>
                </a:lnTo>
                <a:lnTo>
                  <a:pt x="124539" y="647262"/>
                </a:lnTo>
                <a:lnTo>
                  <a:pt x="124332" y="647114"/>
                </a:lnTo>
                <a:lnTo>
                  <a:pt x="131769" y="652091"/>
                </a:lnTo>
                <a:lnTo>
                  <a:pt x="131541" y="651943"/>
                </a:lnTo>
                <a:lnTo>
                  <a:pt x="139137" y="656445"/>
                </a:lnTo>
                <a:lnTo>
                  <a:pt x="138948" y="656336"/>
                </a:lnTo>
                <a:lnTo>
                  <a:pt x="142806" y="658408"/>
                </a:lnTo>
                <a:lnTo>
                  <a:pt x="142677" y="658339"/>
                </a:lnTo>
                <a:lnTo>
                  <a:pt x="146564" y="660282"/>
                </a:lnTo>
                <a:lnTo>
                  <a:pt x="146426" y="660223"/>
                </a:lnTo>
                <a:lnTo>
                  <a:pt x="150353" y="662038"/>
                </a:lnTo>
                <a:lnTo>
                  <a:pt x="150213" y="661978"/>
                </a:lnTo>
                <a:lnTo>
                  <a:pt x="157175" y="664953"/>
                </a:lnTo>
                <a:lnTo>
                  <a:pt x="157175" y="692768"/>
                </a:lnTo>
                <a:lnTo>
                  <a:pt x="149122" y="688891"/>
                </a:lnTo>
                <a:lnTo>
                  <a:pt x="198209" y="649712"/>
                </a:lnTo>
                <a:lnTo>
                  <a:pt x="197494" y="656762"/>
                </a:lnTo>
                <a:lnTo>
                  <a:pt x="148409" y="597769"/>
                </a:lnTo>
                <a:lnTo>
                  <a:pt x="157175" y="594606"/>
                </a:lnTo>
                <a:lnTo>
                  <a:pt x="157115" y="626705"/>
                </a:lnTo>
                <a:lnTo>
                  <a:pt x="146207" y="622045"/>
                </a:lnTo>
                <a:lnTo>
                  <a:pt x="142151" y="620161"/>
                </a:lnTo>
                <a:lnTo>
                  <a:pt x="138135" y="618158"/>
                </a:lnTo>
                <a:lnTo>
                  <a:pt x="134129" y="616006"/>
                </a:lnTo>
                <a:lnTo>
                  <a:pt x="126335" y="611395"/>
                </a:lnTo>
                <a:lnTo>
                  <a:pt x="118679" y="606278"/>
                </a:lnTo>
                <a:lnTo>
                  <a:pt x="111192" y="600685"/>
                </a:lnTo>
                <a:lnTo>
                  <a:pt x="103894" y="594646"/>
                </a:lnTo>
                <a:lnTo>
                  <a:pt x="96783" y="588151"/>
                </a:lnTo>
                <a:lnTo>
                  <a:pt x="89872" y="581229"/>
                </a:lnTo>
                <a:lnTo>
                  <a:pt x="83159" y="573891"/>
                </a:lnTo>
                <a:lnTo>
                  <a:pt x="76654" y="566146"/>
                </a:lnTo>
                <a:lnTo>
                  <a:pt x="70367" y="558015"/>
                </a:lnTo>
                <a:lnTo>
                  <a:pt x="64297" y="549487"/>
                </a:lnTo>
                <a:lnTo>
                  <a:pt x="58457" y="540602"/>
                </a:lnTo>
                <a:lnTo>
                  <a:pt x="52854" y="531350"/>
                </a:lnTo>
                <a:lnTo>
                  <a:pt x="47490" y="521760"/>
                </a:lnTo>
                <a:lnTo>
                  <a:pt x="42372" y="511834"/>
                </a:lnTo>
                <a:lnTo>
                  <a:pt x="37513" y="501581"/>
                </a:lnTo>
                <a:lnTo>
                  <a:pt x="32913" y="491020"/>
                </a:lnTo>
                <a:lnTo>
                  <a:pt x="28579" y="480161"/>
                </a:lnTo>
                <a:lnTo>
                  <a:pt x="24533" y="469015"/>
                </a:lnTo>
                <a:lnTo>
                  <a:pt x="20755" y="457592"/>
                </a:lnTo>
                <a:lnTo>
                  <a:pt x="17275" y="445900"/>
                </a:lnTo>
                <a:lnTo>
                  <a:pt x="14091" y="433961"/>
                </a:lnTo>
                <a:lnTo>
                  <a:pt x="11215" y="421783"/>
                </a:lnTo>
                <a:lnTo>
                  <a:pt x="8647" y="409368"/>
                </a:lnTo>
                <a:lnTo>
                  <a:pt x="6396" y="396745"/>
                </a:lnTo>
                <a:lnTo>
                  <a:pt x="4473" y="383903"/>
                </a:lnTo>
                <a:lnTo>
                  <a:pt x="2886" y="370882"/>
                </a:lnTo>
                <a:lnTo>
                  <a:pt x="1636" y="357665"/>
                </a:lnTo>
                <a:lnTo>
                  <a:pt x="734" y="344287"/>
                </a:lnTo>
                <a:lnTo>
                  <a:pt x="188" y="330741"/>
                </a:lnTo>
                <a:lnTo>
                  <a:pt x="0" y="317116"/>
                </a:lnTo>
                <a:lnTo>
                  <a:pt x="9917" y="316987"/>
                </a:lnTo>
              </a:path>
            </a:pathLst>
          </a:custGeom>
          <a:solidFill xmlns:a="http://schemas.openxmlformats.org/drawingml/2006/main">
            <a:srgbClr val="72BF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5F6797CD-79EC-4E9F-8660-DF0ABF7A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5096" y="1885710"/>
            <a:ext cx="326050" cy="195155"/>
          </a:xfrm>
          <a:custGeom xmlns:a="http://schemas.openxmlformats.org/drawingml/2006/main">
            <a:pathLst>
              <a:path w="326050" h="195155">
                <a:moveTo>
                  <a:pt x="0" y="97577"/>
                </a:moveTo>
                <a:lnTo>
                  <a:pt x="48788" y="0"/>
                </a:lnTo>
                <a:lnTo>
                  <a:pt x="277262" y="0"/>
                </a:lnTo>
                <a:lnTo>
                  <a:pt x="326050" y="97577"/>
                </a:lnTo>
                <a:lnTo>
                  <a:pt x="277262" y="195155"/>
                </a:lnTo>
                <a:lnTo>
                  <a:pt x="48788" y="195155"/>
                </a:lnTo>
                <a:lnTo>
                  <a:pt x="0" y="97577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CD301202-7B97-4FAC-8CB3-980C1FB0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9751" y="1880256"/>
            <a:ext cx="336839" cy="205269"/>
          </a:xfrm>
          <a:custGeom xmlns:a="http://schemas.openxmlformats.org/drawingml/2006/main">
            <a:pathLst>
              <a:path w="336839" h="205269">
                <a:moveTo>
                  <a:pt x="51317" y="0"/>
                </a:moveTo>
                <a:lnTo>
                  <a:pt x="285522" y="0"/>
                </a:lnTo>
                <a:lnTo>
                  <a:pt x="336839" y="102635"/>
                </a:lnTo>
                <a:lnTo>
                  <a:pt x="285522" y="205269"/>
                </a:lnTo>
                <a:lnTo>
                  <a:pt x="51317" y="205269"/>
                </a:lnTo>
                <a:lnTo>
                  <a:pt x="0" y="102635"/>
                </a:lnTo>
                <a:lnTo>
                  <a:pt x="51317" y="0"/>
                </a:lnTo>
                <a:moveTo>
                  <a:pt x="9975" y="104856"/>
                </a:moveTo>
                <a:lnTo>
                  <a:pt x="9975" y="100413"/>
                </a:lnTo>
                <a:lnTo>
                  <a:pt x="58813" y="198090"/>
                </a:lnTo>
                <a:lnTo>
                  <a:pt x="54380" y="195353"/>
                </a:lnTo>
                <a:lnTo>
                  <a:pt x="282457" y="195353"/>
                </a:lnTo>
                <a:lnTo>
                  <a:pt x="278025" y="198090"/>
                </a:lnTo>
                <a:lnTo>
                  <a:pt x="326863" y="100413"/>
                </a:lnTo>
                <a:lnTo>
                  <a:pt x="326863" y="104856"/>
                </a:lnTo>
                <a:lnTo>
                  <a:pt x="278025" y="7180"/>
                </a:lnTo>
                <a:lnTo>
                  <a:pt x="282457" y="9916"/>
                </a:lnTo>
                <a:lnTo>
                  <a:pt x="54380" y="9916"/>
                </a:lnTo>
                <a:lnTo>
                  <a:pt x="58813" y="7180"/>
                </a:lnTo>
                <a:lnTo>
                  <a:pt x="9975" y="104856"/>
                </a:lnTo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6A54421-1988-4AAE-81E4-C5CEBA3769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27ab48e1241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1895475"/>
            <a:ext cx="228600" cy="85725"/>
          </a:xfrm>
          <a:prstGeom xmlns:a="http://schemas.openxmlformats.org/drawingml/2006/main" prst="rect">
            <a:avLst/>
          </a:prstGeom>
        </p:spPr>
      </p:pic>
      <p:sp>
        <p:nvSpPr>
          <p:cNvPr id="154" name="source-raster-13">
            <a:extLst xmlns:a="http://schemas.openxmlformats.org/drawingml/2006/main">
              <a:ext uri="{FF2B5EF4-FFF2-40B4-BE49-F238E27FC236}">
                <a16:creationId xmlns:a16="http://schemas.microsoft.com/office/drawing/2014/main" id="{E98016B8-F61D-4E73-B97A-DC73E866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1895475"/>
            <a:ext cx="2286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00F059B1-9268-42D4-A00D-749C1939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7934" y="2001395"/>
            <a:ext cx="245380" cy="59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46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scoring</a:t>
            </a:r>
          </a:p>
        </p:txBody>
      </p:sp>
      <p:sp>
        <p:nvSpPr>
          <p:cNvPr id="156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D9053301-F2D8-4422-B36C-686F81AC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9727" y="1959488"/>
            <a:ext cx="97578" cy="59498"/>
          </a:xfrm>
          <a:custGeom xmlns:a="http://schemas.openxmlformats.org/drawingml/2006/main">
            <a:pathLst>
              <a:path w="97578" h="59498">
                <a:moveTo>
                  <a:pt x="97578" y="44029"/>
                </a:moveTo>
                <a:lnTo>
                  <a:pt x="46409" y="44029"/>
                </a:lnTo>
                <a:lnTo>
                  <a:pt x="46409" y="59498"/>
                </a:lnTo>
                <a:lnTo>
                  <a:pt x="0" y="29749"/>
                </a:lnTo>
                <a:lnTo>
                  <a:pt x="46409" y="0"/>
                </a:lnTo>
                <a:lnTo>
                  <a:pt x="46409" y="14280"/>
                </a:lnTo>
                <a:lnTo>
                  <a:pt x="97578" y="14280"/>
                </a:lnTo>
                <a:lnTo>
                  <a:pt x="97578" y="44029"/>
                </a:lnTo>
              </a:path>
            </a:pathLst>
          </a:cu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D3FE776D-8009-4D7A-B20D-1F8370D9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9999" y="1950058"/>
            <a:ext cx="112362" cy="78062"/>
          </a:xfrm>
          <a:custGeom xmlns:a="http://schemas.openxmlformats.org/drawingml/2006/main">
            <a:pathLst>
              <a:path w="112362" h="78062">
                <a:moveTo>
                  <a:pt x="56335" y="58983"/>
                </a:moveTo>
                <a:lnTo>
                  <a:pt x="61293" y="54024"/>
                </a:lnTo>
                <a:lnTo>
                  <a:pt x="61293" y="78062"/>
                </a:lnTo>
                <a:lnTo>
                  <a:pt x="0" y="39031"/>
                </a:lnTo>
                <a:lnTo>
                  <a:pt x="61293" y="0"/>
                </a:lnTo>
                <a:lnTo>
                  <a:pt x="61293" y="24027"/>
                </a:lnTo>
                <a:lnTo>
                  <a:pt x="56335" y="19069"/>
                </a:lnTo>
                <a:lnTo>
                  <a:pt x="112362" y="19069"/>
                </a:lnTo>
                <a:lnTo>
                  <a:pt x="112362" y="58983"/>
                </a:lnTo>
                <a:lnTo>
                  <a:pt x="56335" y="58983"/>
                </a:lnTo>
                <a:close/>
              </a:path>
            </a:pathLst>
          </a:custGeom>
          <a:solidFill xmlns:a="http://schemas.openxmlformats.org/drawingml/2006/main">
            <a:srgbClr val="F0DA71"/>
          </a:solidFill>
          <a:ln xmlns:a="http://schemas.openxmlformats.org/drawingml/2006/main" w="4763">
            <a:solidFill>
              <a:srgbClr val="72BFC5">
                <a:alpha val="0"/>
              </a:srgbClr>
            </a:solidFill>
            <a:prstDash val="solid"/>
          </a:ln>
        </p:spPr>
      </p:sp>
      <p:pic>
        <p:nvPic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3C64294-B406-4F8C-95E0-C1D4073E67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22d8e8b7443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2425" y="2143125"/>
            <a:ext cx="1304925" cy="666750"/>
          </a:xfrm>
          <a:prstGeom xmlns:a="http://schemas.openxmlformats.org/drawingml/2006/main" prst="rect">
            <a:avLst/>
          </a:prstGeom>
        </p:spPr>
      </p:pic>
      <p:sp>
        <p:nvSpPr>
          <p:cNvPr id="159" name="source-raster-14">
            <a:extLst xmlns:a="http://schemas.openxmlformats.org/drawingml/2006/main">
              <a:ext uri="{FF2B5EF4-FFF2-40B4-BE49-F238E27FC236}">
                <a16:creationId xmlns:a16="http://schemas.microsoft.com/office/drawing/2014/main" id="{D96029BE-AEAC-43CF-A9F1-41684CAE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2143125"/>
            <a:ext cx="130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B6E702C-0F73-48A1-87F3-9B67E633DA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1a25b0a3748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34525" y="2066925"/>
            <a:ext cx="1466850" cy="790575"/>
          </a:xfrm>
          <a:prstGeom xmlns:a="http://schemas.openxmlformats.org/drawingml/2006/main" prst="rect">
            <a:avLst/>
          </a:prstGeom>
        </p:spPr>
      </p:pic>
      <p:sp>
        <p:nvSpPr>
          <p:cNvPr id="161" name="source-raster-15">
            <a:extLst xmlns:a="http://schemas.openxmlformats.org/drawingml/2006/main">
              <a:ext uri="{FF2B5EF4-FFF2-40B4-BE49-F238E27FC236}">
                <a16:creationId xmlns:a16="http://schemas.microsoft.com/office/drawing/2014/main" id="{82AD708D-5A69-4981-A9DB-8ECFCEC3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2066925"/>
            <a:ext cx="1466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6CA227E-C5BD-4DAA-A805-0537E1EBB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134b6198d4b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2625" y="2266950"/>
            <a:ext cx="647700" cy="514350"/>
          </a:xfrm>
          <a:prstGeom xmlns:a="http://schemas.openxmlformats.org/drawingml/2006/main" prst="rect">
            <a:avLst/>
          </a:prstGeom>
        </p:spPr>
      </p:pic>
      <p:sp>
        <p:nvSpPr>
          <p:cNvPr id="163" name="source-raster-16">
            <a:extLst xmlns:a="http://schemas.openxmlformats.org/drawingml/2006/main">
              <a:ext uri="{FF2B5EF4-FFF2-40B4-BE49-F238E27FC236}">
                <a16:creationId xmlns:a16="http://schemas.microsoft.com/office/drawing/2014/main" id="{3903031C-A751-499B-9EA1-B2081397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226695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448A48C-3D9F-4EA7-BB15-DD640372AA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0e87424b248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7475" y="2266950"/>
            <a:ext cx="676275" cy="514350"/>
          </a:xfrm>
          <a:prstGeom xmlns:a="http://schemas.openxmlformats.org/drawingml/2006/main" prst="rect">
            <a:avLst/>
          </a:prstGeom>
        </p:spPr>
      </p:pic>
      <p:sp>
        <p:nvSpPr>
          <p:cNvPr id="165" name="source-raster-17">
            <a:extLst xmlns:a="http://schemas.openxmlformats.org/drawingml/2006/main">
              <a:ext uri="{FF2B5EF4-FFF2-40B4-BE49-F238E27FC236}">
                <a16:creationId xmlns:a16="http://schemas.microsoft.com/office/drawing/2014/main" id="{5C222B2D-4000-4642-B6CB-C36A1BEA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7475" y="2266950"/>
            <a:ext cx="676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6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D75DFD16-7E35-42DE-86D1-F5958C0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8726" y="2172760"/>
            <a:ext cx="361672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Grasp</a:t>
            </a:r>
          </a:p>
        </p:txBody>
      </p:sp>
      <p:sp>
        <p:nvSpPr>
          <p:cNvPr id="167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CC628425-0869-4DBE-8AAF-DFE87C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0549" y="2166810"/>
            <a:ext cx="259878" cy="9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Pour</a:t>
            </a:r>
          </a:p>
        </p:txBody>
      </p:sp>
      <p:sp>
        <p:nvSpPr>
          <p:cNvPr id="168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481FFAD6-467A-4A40-BA6A-5F1BE7C7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9227" y="2012595"/>
            <a:ext cx="383343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otherwise</a:t>
            </a:r>
          </a:p>
        </p:txBody>
      </p:sp>
      <p:sp>
        <p:nvSpPr>
          <p:cNvPr id="169" name="pdf-text-84-0">
            <a:extLst xmlns:a="http://schemas.openxmlformats.org/drawingml/2006/main">
              <a:ext uri="{FF2B5EF4-FFF2-40B4-BE49-F238E27FC236}">
                <a16:creationId xmlns:a16="http://schemas.microsoft.com/office/drawing/2014/main" id="{FBEEB160-86BD-49F3-87E0-44D1309C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0224" y="1913926"/>
            <a:ext cx="501348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collision-free</a:t>
            </a:r>
          </a:p>
        </p:txBody>
      </p:sp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D066040-C60C-4AE8-BAE8-3510C00C46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144dab46f48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96425" y="752475"/>
            <a:ext cx="1504950" cy="981075"/>
          </a:xfrm>
          <a:prstGeom xmlns:a="http://schemas.openxmlformats.org/drawingml/2006/main" prst="rect">
            <a:avLst/>
          </a:prstGeom>
        </p:spPr>
      </p:pic>
      <p:sp>
        <p:nvSpPr>
          <p:cNvPr id="171" name="source-raster-18">
            <a:extLst xmlns:a="http://schemas.openxmlformats.org/drawingml/2006/main">
              <a:ext uri="{FF2B5EF4-FFF2-40B4-BE49-F238E27FC236}">
                <a16:creationId xmlns:a16="http://schemas.microsoft.com/office/drawing/2014/main" id="{7DD38764-9BDE-4ACB-B838-98797AF2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425" y="752475"/>
            <a:ext cx="1504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6FA75D5-B20D-4350-8FF9-6576DF6D5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35b561b044f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39100" y="1038225"/>
            <a:ext cx="1181100" cy="781050"/>
          </a:xfrm>
          <a:prstGeom xmlns:a="http://schemas.openxmlformats.org/drawingml/2006/main" prst="rect">
            <a:avLst/>
          </a:prstGeom>
        </p:spPr>
      </p:pic>
      <p:sp>
        <p:nvSpPr>
          <p:cNvPr id="173" name="source-raster-19">
            <a:extLst xmlns:a="http://schemas.openxmlformats.org/drawingml/2006/main">
              <a:ext uri="{FF2B5EF4-FFF2-40B4-BE49-F238E27FC236}">
                <a16:creationId xmlns:a16="http://schemas.microsoft.com/office/drawing/2014/main" id="{9A52CDDD-8EF7-4E5E-9017-BAE38D52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1038225"/>
            <a:ext cx="118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4" name="pdf-text-86-0">
            <a:extLst xmlns:a="http://schemas.openxmlformats.org/drawingml/2006/main">
              <a:ext uri="{FF2B5EF4-FFF2-40B4-BE49-F238E27FC236}">
                <a16:creationId xmlns:a16="http://schemas.microsoft.com/office/drawing/2014/main" id="{B8FC3CC9-2089-419D-910F-1FB866DD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1550" y="1734992"/>
            <a:ext cx="407588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629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Collision </a:t>
            </a:r>
          </a:p>
        </p:txBody>
      </p:sp>
      <p:sp>
        <p:nvSpPr>
          <p:cNvPr id="175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B7207647-FC35-4480-8964-2504D561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9114" y="1743434"/>
            <a:ext cx="159158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629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！！</a:t>
            </a:r>
          </a:p>
        </p:txBody>
      </p:sp>
      <p:sp>
        <p:nvSpPr>
          <p:cNvPr id="176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3DE24A2A-1056-4960-848A-044C2273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0296" y="1633338"/>
            <a:ext cx="96347" cy="103041"/>
          </a:xfrm>
          <a:custGeom xmlns:a="http://schemas.openxmlformats.org/drawingml/2006/main">
            <a:pathLst>
              <a:path w="96347" h="103041">
                <a:moveTo>
                  <a:pt x="62305" y="23294"/>
                </a:moveTo>
                <a:lnTo>
                  <a:pt x="40529" y="43563"/>
                </a:lnTo>
                <a:lnTo>
                  <a:pt x="18742" y="63821"/>
                </a:lnTo>
                <a:lnTo>
                  <a:pt x="0" y="0"/>
                </a:lnTo>
                <a:lnTo>
                  <a:pt x="62305" y="23294"/>
                </a:lnTo>
                <a:moveTo>
                  <a:pt x="89088" y="103041"/>
                </a:moveTo>
                <a:lnTo>
                  <a:pt x="26765" y="36046"/>
                </a:lnTo>
                <a:lnTo>
                  <a:pt x="34024" y="29293"/>
                </a:lnTo>
                <a:lnTo>
                  <a:pt x="96347" y="96278"/>
                </a:lnTo>
                <a:lnTo>
                  <a:pt x="89088" y="103041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698079B0-F8DB-4E2D-8B53-9EA74A57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553" y="1074302"/>
            <a:ext cx="942056" cy="174528"/>
          </a:xfrm>
          <a:custGeom xmlns:a="http://schemas.openxmlformats.org/drawingml/2006/main">
            <a:pathLst>
              <a:path w="942056" h="174528">
                <a:moveTo>
                  <a:pt x="938337" y="0"/>
                </a:moveTo>
                <a:lnTo>
                  <a:pt x="939488" y="178"/>
                </a:lnTo>
                <a:lnTo>
                  <a:pt x="940518" y="714"/>
                </a:lnTo>
                <a:lnTo>
                  <a:pt x="941342" y="1537"/>
                </a:lnTo>
                <a:lnTo>
                  <a:pt x="941877" y="2568"/>
                </a:lnTo>
                <a:lnTo>
                  <a:pt x="942056" y="3719"/>
                </a:lnTo>
                <a:lnTo>
                  <a:pt x="942056" y="170809"/>
                </a:lnTo>
                <a:lnTo>
                  <a:pt x="941877" y="171960"/>
                </a:lnTo>
                <a:lnTo>
                  <a:pt x="941342" y="172991"/>
                </a:lnTo>
                <a:lnTo>
                  <a:pt x="940518" y="173814"/>
                </a:lnTo>
                <a:lnTo>
                  <a:pt x="939488" y="174350"/>
                </a:lnTo>
                <a:lnTo>
                  <a:pt x="938337" y="174528"/>
                </a:lnTo>
                <a:lnTo>
                  <a:pt x="3718" y="174528"/>
                </a:lnTo>
                <a:lnTo>
                  <a:pt x="2567" y="174350"/>
                </a:lnTo>
                <a:lnTo>
                  <a:pt x="1526" y="173814"/>
                </a:lnTo>
                <a:lnTo>
                  <a:pt x="712" y="172991"/>
                </a:lnTo>
                <a:lnTo>
                  <a:pt x="178" y="171960"/>
                </a:lnTo>
                <a:lnTo>
                  <a:pt x="0" y="170809"/>
                </a:lnTo>
                <a:lnTo>
                  <a:pt x="0" y="3719"/>
                </a:lnTo>
                <a:lnTo>
                  <a:pt x="178" y="2568"/>
                </a:lnTo>
                <a:lnTo>
                  <a:pt x="712" y="1537"/>
                </a:lnTo>
                <a:lnTo>
                  <a:pt x="1526" y="714"/>
                </a:lnTo>
                <a:lnTo>
                  <a:pt x="2567" y="178"/>
                </a:lnTo>
                <a:lnTo>
                  <a:pt x="3718" y="0"/>
                </a:lnTo>
                <a:lnTo>
                  <a:pt x="938337" y="0"/>
                </a:lnTo>
                <a:moveTo>
                  <a:pt x="3718" y="7437"/>
                </a:moveTo>
                <a:lnTo>
                  <a:pt x="7437" y="3719"/>
                </a:lnTo>
                <a:lnTo>
                  <a:pt x="7437" y="170809"/>
                </a:lnTo>
                <a:lnTo>
                  <a:pt x="3718" y="167091"/>
                </a:lnTo>
                <a:lnTo>
                  <a:pt x="938337" y="167091"/>
                </a:lnTo>
                <a:lnTo>
                  <a:pt x="934619" y="170809"/>
                </a:lnTo>
                <a:lnTo>
                  <a:pt x="934619" y="3719"/>
                </a:lnTo>
                <a:lnTo>
                  <a:pt x="938337" y="7437"/>
                </a:lnTo>
                <a:lnTo>
                  <a:pt x="3718" y="7437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text-88-0">
            <a:extLst xmlns:a="http://schemas.openxmlformats.org/drawingml/2006/main">
              <a:ext uri="{FF2B5EF4-FFF2-40B4-BE49-F238E27FC236}">
                <a16:creationId xmlns:a16="http://schemas.microsoft.com/office/drawing/2014/main" id="{4B237863-A283-4FB4-8B06-16E40360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2669" y="1130588"/>
            <a:ext cx="669973" cy="7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9" b="1" i="0">
                <a:solidFill>
                  <a:srgbClr val="00B0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9" b="1" i="0">
                <a:solidFill>
                  <a:srgbClr val="00B050"/>
                </a:solidFill>
                <a:latin typeface="Arial"/>
                <a:ea typeface="Arial"/>
                <a:cs typeface="Arial"/>
              </a:defRPr>
            </a:pPr>
            <a:r>
              <a:rPr sz="629" b="1" i="0">
                <a:solidFill>
                  <a:srgbClr val="00B050"/>
                </a:solidFill>
                <a:latin typeface="Arial"/>
                <a:ea typeface="Arial"/>
                <a:cs typeface="Arial"/>
              </a:rPr>
              <a:t>Selected grasp</a:t>
            </a:r>
          </a:p>
        </p:txBody>
      </p:sp>
      <p:sp>
        <p:nvSpPr>
          <p:cNvPr id="179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E0AF3AA7-BB60-4AA2-970B-31A00D16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7668" y="1240292"/>
            <a:ext cx="274357" cy="85717"/>
          </a:xfrm>
          <a:custGeom xmlns:a="http://schemas.openxmlformats.org/drawingml/2006/main">
            <a:pathLst>
              <a:path w="274357" h="85717">
                <a:moveTo>
                  <a:pt x="209543" y="85717"/>
                </a:moveTo>
                <a:lnTo>
                  <a:pt x="216524" y="56801"/>
                </a:lnTo>
                <a:lnTo>
                  <a:pt x="223495" y="27885"/>
                </a:lnTo>
                <a:lnTo>
                  <a:pt x="274357" y="70763"/>
                </a:lnTo>
                <a:lnTo>
                  <a:pt x="209543" y="85717"/>
                </a:lnTo>
                <a:moveTo>
                  <a:pt x="2320" y="0"/>
                </a:moveTo>
                <a:lnTo>
                  <a:pt x="232143" y="55472"/>
                </a:lnTo>
                <a:lnTo>
                  <a:pt x="229813" y="65111"/>
                </a:lnTo>
                <a:lnTo>
                  <a:pt x="0" y="9639"/>
                </a:lnTo>
                <a:lnTo>
                  <a:pt x="2320" y="0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97815C2-B7C9-4211-940C-BE27AA4E0B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0edab26b245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1181100"/>
            <a:ext cx="866775" cy="495300"/>
          </a:xfrm>
          <a:prstGeom xmlns:a="http://schemas.openxmlformats.org/drawingml/2006/main" prst="rect">
            <a:avLst/>
          </a:prstGeom>
        </p:spPr>
      </p:pic>
      <p:sp>
        <p:nvSpPr>
          <p:cNvPr id="181" name="source-raster-20">
            <a:extLst xmlns:a="http://schemas.openxmlformats.org/drawingml/2006/main">
              <a:ext uri="{FF2B5EF4-FFF2-40B4-BE49-F238E27FC236}">
                <a16:creationId xmlns:a16="http://schemas.microsoft.com/office/drawing/2014/main" id="{1B7C10E9-CFE1-4591-81E3-CF2816FE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1181100"/>
            <a:ext cx="86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8058848-A5C3-4D78-B69B-BD7C3D1200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3781ad2764a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6275" y="2095500"/>
            <a:ext cx="866775" cy="495300"/>
          </a:xfrm>
          <a:prstGeom xmlns:a="http://schemas.openxmlformats.org/drawingml/2006/main" prst="rect">
            <a:avLst/>
          </a:prstGeom>
        </p:spPr>
      </p:pic>
      <p:sp>
        <p:nvSpPr>
          <p:cNvPr id="183" name="source-raster-21">
            <a:extLst xmlns:a="http://schemas.openxmlformats.org/drawingml/2006/main">
              <a:ext uri="{FF2B5EF4-FFF2-40B4-BE49-F238E27FC236}">
                <a16:creationId xmlns:a16="http://schemas.microsoft.com/office/drawing/2014/main" id="{C4B70D27-A010-48F7-803B-5AD81882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2095500"/>
            <a:ext cx="86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6370C3F-3B33-4A91-8485-C10FB55560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376ac7f194f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1143000"/>
            <a:ext cx="628650" cy="371475"/>
          </a:xfrm>
          <a:prstGeom xmlns:a="http://schemas.openxmlformats.org/drawingml/2006/main" prst="rect">
            <a:avLst/>
          </a:prstGeom>
        </p:spPr>
      </p:pic>
      <p:sp>
        <p:nvSpPr>
          <p:cNvPr id="185" name="source-raster-23">
            <a:extLst xmlns:a="http://schemas.openxmlformats.org/drawingml/2006/main">
              <a:ext uri="{FF2B5EF4-FFF2-40B4-BE49-F238E27FC236}">
                <a16:creationId xmlns:a16="http://schemas.microsoft.com/office/drawing/2014/main" id="{0C028DA7-7179-422D-A258-FE43CCE2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300" y="1143000"/>
            <a:ext cx="628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D1534EE-B9A4-4441-92C3-41F131C14C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acfe129b44cab"/>
          <a:srcRect xmlns:a="http://schemas.openxmlformats.org/drawingml/2006/main" l="33" t="0" r="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2427" y="1745932"/>
            <a:ext cx="800100" cy="508635"/>
          </a:xfrm>
          <a:prstGeom xmlns:a="http://schemas.openxmlformats.org/drawingml/2006/main" prst="rect">
            <a:avLst/>
          </a:prstGeom>
        </p:spPr>
      </p:pic>
      <p:sp>
        <p:nvSpPr>
          <p:cNvPr id="187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26B24C38-5295-4737-A180-3996AB7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2427" y="1745932"/>
            <a:ext cx="800100" cy="50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6670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2026-10-09T21:36:24.4950000Z</dcterms:created>
  <dcterms:modified xsi:type="dcterms:W3CDTF">2026-10-09T21:36:24.4950000Z</dcterms:modified>
</coreProperties>
</file>