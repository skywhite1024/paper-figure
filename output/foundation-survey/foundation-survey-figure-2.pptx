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5e55664e714621" /><Relationship Type="http://schemas.openxmlformats.org/officeDocument/2006/relationships/extended-properties" Target="/docProps/app.xml" Id="R0f54db63486d4197" /><Relationship Type="http://schemas.openxmlformats.org/officeDocument/2006/relationships/officeDocument" Target="/ppt/presentation.xml" Id="R1f1d0c6863814e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33c2d0632944ea"/>
  </p:sldMasterIdLst>
  <p:notesMasterIdLst>
    <p:notesMasterId xmlns:r="http://schemas.openxmlformats.org/officeDocument/2006/relationships" r:id="Rb9749056b2624060"/>
  </p:notesMasterIdLst>
  <p:sldIdLst>
    <p:sldId xmlns:r="http://schemas.openxmlformats.org/officeDocument/2006/relationships" id="256" r:id="Rcb878b1767bf4312"/>
  </p:sldIdLst>
  <p:sldSz cx="14087475" cy="101441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192c7c97ba4029" /><Relationship Type="http://schemas.openxmlformats.org/officeDocument/2006/relationships/slideMaster" Target="/ppt/slideMasters/slideMaster1.xml" Id="R5033c2d0632944ea" /><Relationship Type="http://schemas.openxmlformats.org/officeDocument/2006/relationships/notesMaster" Target="/ppt/notesMasters/notesMaster1.xml" Id="Rb9749056b2624060" /><Relationship Type="http://schemas.openxmlformats.org/officeDocument/2006/relationships/presProps" Target="/ppt/presProps.xml" Id="R038a18dca18a4bbe" /><Relationship Type="http://schemas.openxmlformats.org/officeDocument/2006/relationships/tableStyles" Target="/ppt/tableStyles.xml" Id="R2a58c07e5e7149ee" /><Relationship Type="http://schemas.openxmlformats.org/officeDocument/2006/relationships/slide" Target="/ppt/slides/slide1.xml" Id="Rcb878b1767bf43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9aadb0808640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ea9a0b89474c54" /><Relationship Type="http://schemas.openxmlformats.org/officeDocument/2006/relationships/notesMaster" Target="/ppt/notesMasters/notesMaster1.xml" Id="R16c0e909941f4b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"What Foundation Models Can Bring for Robot Learning in Manipulation: A Survey",</a:t>
            </a:r>
          </a:p>
          <a:p xmlns:a="http://schemas.openxmlformats.org/drawingml/2006/main">
            <a:r>
              <a:t>  "paper_url": "https://arxiv.org/abs/2404.18201v7",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"No reuse license found in inspected source landing page; retain attribution and review reuse terms",</a:t>
            </a:r>
          </a:p>
          <a:p xmlns:a="http://schemas.openxmlformats.org/drawingml/2006/main">
            <a:r>
              <a:t>  "notes": "Original vector geometry and editable text; source photo/plot/formula assets preserved separately with their transparency. Internal pixels of raster subassets are not editable. Freeform arrows lack semantic endpoint attachment. Independent cross-format QA pending. CID F1/F2 bold and F2/F4 italic mapping restored from source flags; invisible clipped white Transition label45 removed. Ordinary labels remain live text.",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"7511063b5630f9c3c2deb78944f7bd1cd40e7dbcbfb677fb364fc49eb665897a",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51,</a:t>
            </a:r>
          </a:p>
          <a:p xmlns:a="http://schemas.openxmlformats.org/drawingml/2006/main">
            <a:r>
              <a:t>    56,</a:t>
            </a:r>
          </a:p>
          <a:p xmlns:a="http://schemas.openxmlformats.org/drawingml/2006/main">
            <a:r>
              <a:t>    544,</a:t>
            </a:r>
          </a:p>
          <a:p xmlns:a="http://schemas.openxmlformats.org/drawingml/2006/main">
            <a:r>
              <a:t>    411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"27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2"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d07647cbb47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e262a863af44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486b79b85d42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c0621247b348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50d01ee771466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ef56b8e7b47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E3AECB-DB54-4E89-A1B2-828301D90D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08748" y="3832225"/>
            <a:ext cx="11269980" cy="1465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5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81A9D9-A120-49D7-B8D7-921B1E6465F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13121" y="5579269"/>
            <a:ext cx="9861233" cy="112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42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A48264B-3AE0-4F35-9090-DD37E49DAD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08748" y="4226719"/>
            <a:ext cx="11269980" cy="1690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D9EC52-2628-49B8-A43C-A9FD21DD90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2420" y="788988"/>
            <a:ext cx="12502634" cy="1239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9C0E5A-72F0-4661-92CA-C1930E7B08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92420" y="2817813"/>
            <a:ext cx="12502634" cy="631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4140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1pPr>
            <a:lvl2pPr marL="616327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2pPr>
            <a:lvl3pPr marL="968514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3pPr>
            <a:lvl4pPr marL="1320701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4pPr>
            <a:lvl5pPr marL="1672888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5pPr>
            <a:lvl6pPr marL="2025075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6pPr>
            <a:lvl7pPr marL="2377261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7pPr>
            <a:lvl8pPr marL="2729448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8pPr>
            <a:lvl9pPr marL="3081635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9FB6936-845F-4B24-88FF-22622C394E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2420" y="788988"/>
            <a:ext cx="12502634" cy="1239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E7E72A-8A22-4B8D-94DC-06BBAAE4DC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92420" y="2817813"/>
            <a:ext cx="5811083" cy="631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2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4140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1pPr>
            <a:lvl2pPr marL="616327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2pPr>
            <a:lvl3pPr marL="968514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3pPr>
            <a:lvl4pPr marL="1320701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4pPr>
            <a:lvl5pPr marL="1672888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5pPr>
            <a:lvl6pPr marL="2025075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6pPr>
            <a:lvl7pPr marL="2377261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7pPr>
            <a:lvl8pPr marL="2729448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8pPr>
            <a:lvl9pPr marL="3081635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7ACFA56-7681-497F-93C3-16C6BC490D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483971" y="2817813"/>
            <a:ext cx="5811083" cy="631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2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4140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1pPr>
            <a:lvl2pPr marL="616327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2pPr>
            <a:lvl3pPr marL="968514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3pPr>
            <a:lvl4pPr marL="1320701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4pPr>
            <a:lvl5pPr marL="1672888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5pPr>
            <a:lvl6pPr marL="2025075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6pPr>
            <a:lvl7pPr marL="2377261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7pPr>
            <a:lvl8pPr marL="2729448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8pPr>
            <a:lvl9pPr marL="3081635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2360F8-8AB2-474F-B09F-1BE77BF1A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2420" y="788988"/>
            <a:ext cx="12502634" cy="1239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8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AAB924-7E06-48F9-A297-35D0507A30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92420" y="2817813"/>
            <a:ext cx="5811083" cy="631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64140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1pPr>
            <a:lvl2pPr marL="616327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2pPr>
            <a:lvl3pPr marL="968514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3pPr>
            <a:lvl4pPr marL="1320701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4pPr>
            <a:lvl5pPr marL="1672888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5pPr>
            <a:lvl6pPr marL="2025075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6pPr>
            <a:lvl7pPr marL="2377261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7pPr>
            <a:lvl8pPr marL="2729448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8pPr>
            <a:lvl9pPr marL="3081635" indent="-264140">
              <a:lnSpc>
                <a:spcPct val="110000"/>
              </a:lnSpc>
              <a:spcBef>
                <a:spcPts val="0"/>
              </a:spcBef>
              <a:spcAft>
                <a:spcPts val="138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d7f4c8813e46d9" /><Relationship Type="http://schemas.openxmlformats.org/officeDocument/2006/relationships/slideLayout" Target="/ppt/slideLayouts/slideLayout1.xml" Id="R0623d40f09a94547" /><Relationship Type="http://schemas.openxmlformats.org/officeDocument/2006/relationships/slideLayout" Target="/ppt/slideLayouts/slideLayout2.xml" Id="R866caed1a9ea4277" /><Relationship Type="http://schemas.openxmlformats.org/officeDocument/2006/relationships/slideLayout" Target="/ppt/slideLayouts/slideLayout3.xml" Id="Reb9a4afb6a9f4337" /><Relationship Type="http://schemas.openxmlformats.org/officeDocument/2006/relationships/slideLayout" Target="/ppt/slideLayouts/slideLayout4.xml" Id="R725b4e0b8dfa4eca" /><Relationship Type="http://schemas.openxmlformats.org/officeDocument/2006/relationships/slideLayout" Target="/ppt/slideLayouts/slideLayout5.xml" Id="R36d6d2f20c8c4a36" /><Relationship Type="http://schemas.openxmlformats.org/officeDocument/2006/relationships/slideLayout" Target="/ppt/slideLayouts/slideLayout6.xml" Id="R6a62ac80697541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23d40f09a94547"/>
    <p:sldLayoutId xmlns:r="http://schemas.openxmlformats.org/officeDocument/2006/relationships" id="2147483650" r:id="R866caed1a9ea4277"/>
    <p:sldLayoutId xmlns:r="http://schemas.openxmlformats.org/officeDocument/2006/relationships" id="2147483651" r:id="Reb9a4afb6a9f4337"/>
    <p:sldLayoutId xmlns:r="http://schemas.openxmlformats.org/officeDocument/2006/relationships" id="2147483652" r:id="R725b4e0b8dfa4eca"/>
    <p:sldLayoutId xmlns:r="http://schemas.openxmlformats.org/officeDocument/2006/relationships" id="2147483653" r:id="R36d6d2f20c8c4a36"/>
    <p:sldLayoutId xmlns:r="http://schemas.openxmlformats.org/officeDocument/2006/relationships" id="2147483654" r:id="R6a62ac80697541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3fd6e58a054050" /><Relationship Type="http://schemas.openxmlformats.org/officeDocument/2006/relationships/image" Target="/ppt/media/image.png" Id="R2101f7b7a1a44df6" /><Relationship Type="http://schemas.openxmlformats.org/officeDocument/2006/relationships/image" Target="/ppt/media/image2.png" Id="R59937e5f9d6443b8" /><Relationship Type="http://schemas.openxmlformats.org/officeDocument/2006/relationships/notesSlide" Target="/ppt/notesSlides/notesSlide1.xml" Id="Rf386e887ac4b4a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2" name="pdf-path-3">
            <a:extLst xmlns:a="http://schemas.openxmlformats.org/drawingml/2006/main">
              <a:ext uri="{FF2B5EF4-FFF2-40B4-BE49-F238E27FC236}">
                <a16:creationId xmlns:a16="http://schemas.microsoft.com/office/drawing/2014/main" id="{8A00C82A-8539-408C-835D-958E09D7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329" y="5838779"/>
            <a:ext cx="385389" cy="139396"/>
          </a:xfrm>
          <a:custGeom xmlns:a="http://schemas.openxmlformats.org/drawingml/2006/main">
            <a:pathLst>
              <a:path w="385389" h="139396">
                <a:moveTo>
                  <a:pt x="0" y="65598"/>
                </a:moveTo>
                <a:lnTo>
                  <a:pt x="266493" y="65598"/>
                </a:lnTo>
                <a:lnTo>
                  <a:pt x="266493" y="73798"/>
                </a:lnTo>
                <a:lnTo>
                  <a:pt x="0" y="73798"/>
                </a:lnTo>
                <a:lnTo>
                  <a:pt x="0" y="65598"/>
                </a:lnTo>
                <a:moveTo>
                  <a:pt x="241893" y="0"/>
                </a:moveTo>
                <a:lnTo>
                  <a:pt x="385389" y="69698"/>
                </a:lnTo>
                <a:lnTo>
                  <a:pt x="241893" y="139396"/>
                </a:lnTo>
                <a:lnTo>
                  <a:pt x="24189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4">
            <a:extLst xmlns:a="http://schemas.openxmlformats.org/drawingml/2006/main">
              <a:ext uri="{FF2B5EF4-FFF2-40B4-BE49-F238E27FC236}">
                <a16:creationId xmlns:a16="http://schemas.microsoft.com/office/drawing/2014/main" id="{1B1A0767-2CDC-4B3D-BC74-51B5CF36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433" y="353135"/>
            <a:ext cx="8043972" cy="1455459"/>
          </a:xfrm>
          <a:custGeom xmlns:a="http://schemas.openxmlformats.org/drawingml/2006/main">
            <a:pathLst>
              <a:path w="8043972" h="1455459">
                <a:moveTo>
                  <a:pt x="0" y="1270964"/>
                </a:moveTo>
                <a:lnTo>
                  <a:pt x="0" y="1217665"/>
                </a:lnTo>
                <a:lnTo>
                  <a:pt x="53299" y="1217665"/>
                </a:lnTo>
                <a:lnTo>
                  <a:pt x="53299" y="1270964"/>
                </a:lnTo>
                <a:lnTo>
                  <a:pt x="0" y="1270964"/>
                </a:lnTo>
                <a:moveTo>
                  <a:pt x="0" y="1164367"/>
                </a:moveTo>
                <a:lnTo>
                  <a:pt x="0" y="1111069"/>
                </a:lnTo>
                <a:lnTo>
                  <a:pt x="53299" y="1111069"/>
                </a:lnTo>
                <a:lnTo>
                  <a:pt x="53299" y="1164367"/>
                </a:lnTo>
                <a:lnTo>
                  <a:pt x="0" y="1164367"/>
                </a:lnTo>
                <a:moveTo>
                  <a:pt x="0" y="1053670"/>
                </a:moveTo>
                <a:lnTo>
                  <a:pt x="0" y="1000372"/>
                </a:lnTo>
                <a:lnTo>
                  <a:pt x="53299" y="1000372"/>
                </a:lnTo>
                <a:lnTo>
                  <a:pt x="53299" y="1053670"/>
                </a:lnTo>
                <a:lnTo>
                  <a:pt x="0" y="1053670"/>
                </a:lnTo>
                <a:moveTo>
                  <a:pt x="0" y="947073"/>
                </a:moveTo>
                <a:lnTo>
                  <a:pt x="0" y="893775"/>
                </a:lnTo>
                <a:lnTo>
                  <a:pt x="53299" y="893775"/>
                </a:lnTo>
                <a:lnTo>
                  <a:pt x="53299" y="947073"/>
                </a:lnTo>
                <a:lnTo>
                  <a:pt x="0" y="947073"/>
                </a:lnTo>
                <a:moveTo>
                  <a:pt x="0" y="840476"/>
                </a:moveTo>
                <a:lnTo>
                  <a:pt x="0" y="787178"/>
                </a:lnTo>
                <a:lnTo>
                  <a:pt x="53299" y="787178"/>
                </a:lnTo>
                <a:lnTo>
                  <a:pt x="53299" y="840476"/>
                </a:lnTo>
                <a:lnTo>
                  <a:pt x="0" y="840476"/>
                </a:lnTo>
                <a:moveTo>
                  <a:pt x="0" y="733879"/>
                </a:moveTo>
                <a:lnTo>
                  <a:pt x="0" y="680580"/>
                </a:lnTo>
                <a:lnTo>
                  <a:pt x="53299" y="680580"/>
                </a:lnTo>
                <a:lnTo>
                  <a:pt x="53299" y="733879"/>
                </a:lnTo>
                <a:lnTo>
                  <a:pt x="0" y="733879"/>
                </a:lnTo>
                <a:moveTo>
                  <a:pt x="0" y="627282"/>
                </a:moveTo>
                <a:lnTo>
                  <a:pt x="0" y="573984"/>
                </a:lnTo>
                <a:lnTo>
                  <a:pt x="53299" y="573984"/>
                </a:lnTo>
                <a:lnTo>
                  <a:pt x="53299" y="627282"/>
                </a:lnTo>
                <a:lnTo>
                  <a:pt x="0" y="627282"/>
                </a:lnTo>
                <a:moveTo>
                  <a:pt x="0" y="516585"/>
                </a:moveTo>
                <a:lnTo>
                  <a:pt x="0" y="463287"/>
                </a:lnTo>
                <a:lnTo>
                  <a:pt x="53299" y="463287"/>
                </a:lnTo>
                <a:lnTo>
                  <a:pt x="53299" y="516585"/>
                </a:lnTo>
                <a:lnTo>
                  <a:pt x="0" y="516585"/>
                </a:lnTo>
                <a:moveTo>
                  <a:pt x="0" y="409988"/>
                </a:moveTo>
                <a:lnTo>
                  <a:pt x="0" y="356690"/>
                </a:lnTo>
                <a:lnTo>
                  <a:pt x="53299" y="356690"/>
                </a:lnTo>
                <a:lnTo>
                  <a:pt x="53299" y="409988"/>
                </a:lnTo>
                <a:lnTo>
                  <a:pt x="0" y="409988"/>
                </a:lnTo>
                <a:moveTo>
                  <a:pt x="0" y="303392"/>
                </a:moveTo>
                <a:lnTo>
                  <a:pt x="0" y="250093"/>
                </a:lnTo>
                <a:lnTo>
                  <a:pt x="53299" y="250093"/>
                </a:lnTo>
                <a:lnTo>
                  <a:pt x="53299" y="303392"/>
                </a:lnTo>
                <a:lnTo>
                  <a:pt x="0" y="303392"/>
                </a:lnTo>
                <a:moveTo>
                  <a:pt x="0" y="196795"/>
                </a:moveTo>
                <a:lnTo>
                  <a:pt x="0" y="184494"/>
                </a:lnTo>
                <a:lnTo>
                  <a:pt x="0" y="163995"/>
                </a:lnTo>
                <a:lnTo>
                  <a:pt x="4099" y="147596"/>
                </a:lnTo>
                <a:lnTo>
                  <a:pt x="8200" y="135296"/>
                </a:lnTo>
                <a:lnTo>
                  <a:pt x="57397" y="151696"/>
                </a:lnTo>
                <a:lnTo>
                  <a:pt x="57397" y="159895"/>
                </a:lnTo>
                <a:lnTo>
                  <a:pt x="57397" y="155796"/>
                </a:lnTo>
                <a:lnTo>
                  <a:pt x="53299" y="172195"/>
                </a:lnTo>
                <a:lnTo>
                  <a:pt x="53299" y="168095"/>
                </a:lnTo>
                <a:lnTo>
                  <a:pt x="53299" y="184494"/>
                </a:lnTo>
                <a:lnTo>
                  <a:pt x="53299" y="196795"/>
                </a:lnTo>
                <a:lnTo>
                  <a:pt x="0" y="196795"/>
                </a:lnTo>
                <a:moveTo>
                  <a:pt x="32798" y="77898"/>
                </a:moveTo>
                <a:lnTo>
                  <a:pt x="53299" y="53299"/>
                </a:lnTo>
                <a:lnTo>
                  <a:pt x="73799" y="36899"/>
                </a:lnTo>
                <a:lnTo>
                  <a:pt x="110696" y="77898"/>
                </a:lnTo>
                <a:lnTo>
                  <a:pt x="90198" y="94298"/>
                </a:lnTo>
                <a:lnTo>
                  <a:pt x="94297" y="90198"/>
                </a:lnTo>
                <a:lnTo>
                  <a:pt x="73799" y="110697"/>
                </a:lnTo>
                <a:lnTo>
                  <a:pt x="32798" y="77898"/>
                </a:lnTo>
                <a:moveTo>
                  <a:pt x="131196" y="8200"/>
                </a:moveTo>
                <a:lnTo>
                  <a:pt x="147596" y="4100"/>
                </a:lnTo>
                <a:lnTo>
                  <a:pt x="163994" y="0"/>
                </a:lnTo>
                <a:lnTo>
                  <a:pt x="184495" y="0"/>
                </a:lnTo>
                <a:lnTo>
                  <a:pt x="192694" y="0"/>
                </a:lnTo>
                <a:lnTo>
                  <a:pt x="192694" y="53299"/>
                </a:lnTo>
                <a:lnTo>
                  <a:pt x="184495" y="53299"/>
                </a:lnTo>
                <a:lnTo>
                  <a:pt x="168096" y="53299"/>
                </a:lnTo>
                <a:lnTo>
                  <a:pt x="172194" y="53299"/>
                </a:lnTo>
                <a:lnTo>
                  <a:pt x="155796" y="53299"/>
                </a:lnTo>
                <a:lnTo>
                  <a:pt x="159895" y="53299"/>
                </a:lnTo>
                <a:lnTo>
                  <a:pt x="147596" y="57399"/>
                </a:lnTo>
                <a:lnTo>
                  <a:pt x="131196" y="8200"/>
                </a:lnTo>
                <a:moveTo>
                  <a:pt x="245992" y="0"/>
                </a:moveTo>
                <a:lnTo>
                  <a:pt x="299291" y="0"/>
                </a:lnTo>
                <a:lnTo>
                  <a:pt x="299291" y="53299"/>
                </a:lnTo>
                <a:lnTo>
                  <a:pt x="245992" y="53299"/>
                </a:lnTo>
                <a:lnTo>
                  <a:pt x="245992" y="0"/>
                </a:lnTo>
                <a:moveTo>
                  <a:pt x="352590" y="0"/>
                </a:moveTo>
                <a:lnTo>
                  <a:pt x="405887" y="0"/>
                </a:lnTo>
                <a:lnTo>
                  <a:pt x="405887" y="53299"/>
                </a:lnTo>
                <a:lnTo>
                  <a:pt x="352590" y="53299"/>
                </a:lnTo>
                <a:lnTo>
                  <a:pt x="352590" y="0"/>
                </a:lnTo>
                <a:moveTo>
                  <a:pt x="463286" y="0"/>
                </a:moveTo>
                <a:lnTo>
                  <a:pt x="516584" y="0"/>
                </a:lnTo>
                <a:lnTo>
                  <a:pt x="516584" y="53299"/>
                </a:lnTo>
                <a:lnTo>
                  <a:pt x="463286" y="53299"/>
                </a:lnTo>
                <a:lnTo>
                  <a:pt x="463286" y="0"/>
                </a:lnTo>
                <a:moveTo>
                  <a:pt x="569883" y="0"/>
                </a:moveTo>
                <a:lnTo>
                  <a:pt x="623182" y="0"/>
                </a:lnTo>
                <a:lnTo>
                  <a:pt x="623182" y="53299"/>
                </a:lnTo>
                <a:lnTo>
                  <a:pt x="569883" y="53299"/>
                </a:lnTo>
                <a:lnTo>
                  <a:pt x="569883" y="0"/>
                </a:lnTo>
                <a:moveTo>
                  <a:pt x="676479" y="0"/>
                </a:moveTo>
                <a:lnTo>
                  <a:pt x="729778" y="0"/>
                </a:lnTo>
                <a:lnTo>
                  <a:pt x="729778" y="53299"/>
                </a:lnTo>
                <a:lnTo>
                  <a:pt x="676479" y="53299"/>
                </a:lnTo>
                <a:lnTo>
                  <a:pt x="676479" y="0"/>
                </a:lnTo>
                <a:moveTo>
                  <a:pt x="783077" y="0"/>
                </a:moveTo>
                <a:lnTo>
                  <a:pt x="836376" y="0"/>
                </a:lnTo>
                <a:lnTo>
                  <a:pt x="836376" y="53299"/>
                </a:lnTo>
                <a:lnTo>
                  <a:pt x="783077" y="53299"/>
                </a:lnTo>
                <a:lnTo>
                  <a:pt x="783077" y="0"/>
                </a:lnTo>
                <a:moveTo>
                  <a:pt x="889674" y="0"/>
                </a:moveTo>
                <a:lnTo>
                  <a:pt x="947073" y="0"/>
                </a:lnTo>
                <a:lnTo>
                  <a:pt x="947073" y="53299"/>
                </a:lnTo>
                <a:lnTo>
                  <a:pt x="889674" y="53299"/>
                </a:lnTo>
                <a:lnTo>
                  <a:pt x="889674" y="0"/>
                </a:lnTo>
                <a:moveTo>
                  <a:pt x="1000370" y="0"/>
                </a:moveTo>
                <a:lnTo>
                  <a:pt x="1053670" y="0"/>
                </a:lnTo>
                <a:lnTo>
                  <a:pt x="1053670" y="53299"/>
                </a:lnTo>
                <a:lnTo>
                  <a:pt x="1000370" y="53299"/>
                </a:lnTo>
                <a:lnTo>
                  <a:pt x="1000370" y="0"/>
                </a:lnTo>
                <a:moveTo>
                  <a:pt x="1106969" y="0"/>
                </a:moveTo>
                <a:lnTo>
                  <a:pt x="1160266" y="0"/>
                </a:lnTo>
                <a:lnTo>
                  <a:pt x="1160266" y="53299"/>
                </a:lnTo>
                <a:lnTo>
                  <a:pt x="1106969" y="53299"/>
                </a:lnTo>
                <a:lnTo>
                  <a:pt x="1106969" y="0"/>
                </a:lnTo>
                <a:moveTo>
                  <a:pt x="1213565" y="0"/>
                </a:moveTo>
                <a:lnTo>
                  <a:pt x="1266864" y="0"/>
                </a:lnTo>
                <a:lnTo>
                  <a:pt x="1266864" y="53299"/>
                </a:lnTo>
                <a:lnTo>
                  <a:pt x="1213565" y="53299"/>
                </a:lnTo>
                <a:lnTo>
                  <a:pt x="1213565" y="0"/>
                </a:lnTo>
                <a:moveTo>
                  <a:pt x="1320163" y="0"/>
                </a:moveTo>
                <a:lnTo>
                  <a:pt x="1373460" y="0"/>
                </a:lnTo>
                <a:lnTo>
                  <a:pt x="1373460" y="53299"/>
                </a:lnTo>
                <a:lnTo>
                  <a:pt x="1320163" y="53299"/>
                </a:lnTo>
                <a:lnTo>
                  <a:pt x="1320163" y="0"/>
                </a:lnTo>
                <a:moveTo>
                  <a:pt x="1430858" y="0"/>
                </a:moveTo>
                <a:lnTo>
                  <a:pt x="1484157" y="0"/>
                </a:lnTo>
                <a:lnTo>
                  <a:pt x="1484157" y="53299"/>
                </a:lnTo>
                <a:lnTo>
                  <a:pt x="1430858" y="53299"/>
                </a:lnTo>
                <a:lnTo>
                  <a:pt x="1430858" y="0"/>
                </a:lnTo>
                <a:moveTo>
                  <a:pt x="1537456" y="0"/>
                </a:moveTo>
                <a:lnTo>
                  <a:pt x="1590755" y="0"/>
                </a:lnTo>
                <a:lnTo>
                  <a:pt x="1590755" y="53299"/>
                </a:lnTo>
                <a:lnTo>
                  <a:pt x="1537456" y="53299"/>
                </a:lnTo>
                <a:lnTo>
                  <a:pt x="1537456" y="0"/>
                </a:lnTo>
                <a:moveTo>
                  <a:pt x="1644053" y="0"/>
                </a:moveTo>
                <a:lnTo>
                  <a:pt x="1697352" y="0"/>
                </a:lnTo>
                <a:lnTo>
                  <a:pt x="1697352" y="53299"/>
                </a:lnTo>
                <a:lnTo>
                  <a:pt x="1644053" y="53299"/>
                </a:lnTo>
                <a:lnTo>
                  <a:pt x="1644053" y="0"/>
                </a:lnTo>
                <a:moveTo>
                  <a:pt x="1750651" y="0"/>
                </a:moveTo>
                <a:lnTo>
                  <a:pt x="1803948" y="0"/>
                </a:lnTo>
                <a:lnTo>
                  <a:pt x="1803948" y="53299"/>
                </a:lnTo>
                <a:lnTo>
                  <a:pt x="1750651" y="53299"/>
                </a:lnTo>
                <a:lnTo>
                  <a:pt x="1750651" y="0"/>
                </a:lnTo>
                <a:moveTo>
                  <a:pt x="1857247" y="0"/>
                </a:moveTo>
                <a:lnTo>
                  <a:pt x="1910546" y="0"/>
                </a:lnTo>
                <a:lnTo>
                  <a:pt x="1910546" y="53299"/>
                </a:lnTo>
                <a:lnTo>
                  <a:pt x="1857247" y="53299"/>
                </a:lnTo>
                <a:lnTo>
                  <a:pt x="1857247" y="0"/>
                </a:lnTo>
                <a:moveTo>
                  <a:pt x="1967944" y="0"/>
                </a:moveTo>
                <a:lnTo>
                  <a:pt x="2021243" y="0"/>
                </a:lnTo>
                <a:lnTo>
                  <a:pt x="2021243" y="53299"/>
                </a:lnTo>
                <a:lnTo>
                  <a:pt x="1967944" y="53299"/>
                </a:lnTo>
                <a:lnTo>
                  <a:pt x="1967944" y="0"/>
                </a:lnTo>
                <a:moveTo>
                  <a:pt x="2074540" y="0"/>
                </a:moveTo>
                <a:lnTo>
                  <a:pt x="2127839" y="0"/>
                </a:lnTo>
                <a:lnTo>
                  <a:pt x="2127839" y="53299"/>
                </a:lnTo>
                <a:lnTo>
                  <a:pt x="2074540" y="53299"/>
                </a:lnTo>
                <a:lnTo>
                  <a:pt x="2074540" y="0"/>
                </a:lnTo>
                <a:moveTo>
                  <a:pt x="2181139" y="0"/>
                </a:moveTo>
                <a:lnTo>
                  <a:pt x="2234438" y="0"/>
                </a:lnTo>
                <a:lnTo>
                  <a:pt x="2234438" y="53299"/>
                </a:lnTo>
                <a:lnTo>
                  <a:pt x="2181139" y="53299"/>
                </a:lnTo>
                <a:lnTo>
                  <a:pt x="2181139" y="0"/>
                </a:lnTo>
                <a:moveTo>
                  <a:pt x="2287735" y="0"/>
                </a:moveTo>
                <a:lnTo>
                  <a:pt x="2341034" y="0"/>
                </a:lnTo>
                <a:lnTo>
                  <a:pt x="2341034" y="53299"/>
                </a:lnTo>
                <a:lnTo>
                  <a:pt x="2287735" y="53299"/>
                </a:lnTo>
                <a:lnTo>
                  <a:pt x="2287735" y="0"/>
                </a:lnTo>
                <a:moveTo>
                  <a:pt x="2394333" y="0"/>
                </a:moveTo>
                <a:lnTo>
                  <a:pt x="2451731" y="0"/>
                </a:lnTo>
                <a:lnTo>
                  <a:pt x="2451731" y="53299"/>
                </a:lnTo>
                <a:lnTo>
                  <a:pt x="2394333" y="53299"/>
                </a:lnTo>
                <a:lnTo>
                  <a:pt x="2394333" y="0"/>
                </a:lnTo>
                <a:moveTo>
                  <a:pt x="2505030" y="0"/>
                </a:moveTo>
                <a:lnTo>
                  <a:pt x="2558327" y="0"/>
                </a:lnTo>
                <a:lnTo>
                  <a:pt x="2558327" y="53299"/>
                </a:lnTo>
                <a:lnTo>
                  <a:pt x="2505030" y="53299"/>
                </a:lnTo>
                <a:lnTo>
                  <a:pt x="2505030" y="0"/>
                </a:lnTo>
                <a:moveTo>
                  <a:pt x="2611626" y="0"/>
                </a:moveTo>
                <a:lnTo>
                  <a:pt x="2664925" y="0"/>
                </a:lnTo>
                <a:lnTo>
                  <a:pt x="2664925" y="53299"/>
                </a:lnTo>
                <a:lnTo>
                  <a:pt x="2611626" y="53299"/>
                </a:lnTo>
                <a:lnTo>
                  <a:pt x="2611626" y="0"/>
                </a:lnTo>
                <a:moveTo>
                  <a:pt x="2718224" y="0"/>
                </a:moveTo>
                <a:lnTo>
                  <a:pt x="2771522" y="0"/>
                </a:lnTo>
                <a:lnTo>
                  <a:pt x="2771522" y="53299"/>
                </a:lnTo>
                <a:lnTo>
                  <a:pt x="2718224" y="53299"/>
                </a:lnTo>
                <a:lnTo>
                  <a:pt x="2718224" y="0"/>
                </a:lnTo>
                <a:moveTo>
                  <a:pt x="2824821" y="0"/>
                </a:moveTo>
                <a:lnTo>
                  <a:pt x="2878118" y="0"/>
                </a:lnTo>
                <a:lnTo>
                  <a:pt x="2878118" y="53299"/>
                </a:lnTo>
                <a:lnTo>
                  <a:pt x="2824821" y="53299"/>
                </a:lnTo>
                <a:lnTo>
                  <a:pt x="2824821" y="0"/>
                </a:lnTo>
                <a:moveTo>
                  <a:pt x="2931415" y="0"/>
                </a:moveTo>
                <a:lnTo>
                  <a:pt x="2988817" y="0"/>
                </a:lnTo>
                <a:lnTo>
                  <a:pt x="2988817" y="53299"/>
                </a:lnTo>
                <a:lnTo>
                  <a:pt x="2931415" y="53299"/>
                </a:lnTo>
                <a:lnTo>
                  <a:pt x="2931415" y="0"/>
                </a:lnTo>
                <a:moveTo>
                  <a:pt x="3042114" y="0"/>
                </a:moveTo>
                <a:lnTo>
                  <a:pt x="3095413" y="0"/>
                </a:lnTo>
                <a:lnTo>
                  <a:pt x="3095413" y="53299"/>
                </a:lnTo>
                <a:lnTo>
                  <a:pt x="3042114" y="53299"/>
                </a:lnTo>
                <a:lnTo>
                  <a:pt x="3042114" y="0"/>
                </a:lnTo>
                <a:moveTo>
                  <a:pt x="3148710" y="0"/>
                </a:moveTo>
                <a:lnTo>
                  <a:pt x="3202008" y="0"/>
                </a:lnTo>
                <a:lnTo>
                  <a:pt x="3202008" y="53299"/>
                </a:lnTo>
                <a:lnTo>
                  <a:pt x="3148710" y="53299"/>
                </a:lnTo>
                <a:lnTo>
                  <a:pt x="3148710" y="0"/>
                </a:lnTo>
                <a:moveTo>
                  <a:pt x="3255307" y="0"/>
                </a:moveTo>
                <a:lnTo>
                  <a:pt x="3308606" y="0"/>
                </a:lnTo>
                <a:lnTo>
                  <a:pt x="3308606" y="53299"/>
                </a:lnTo>
                <a:lnTo>
                  <a:pt x="3255307" y="53299"/>
                </a:lnTo>
                <a:lnTo>
                  <a:pt x="3255307" y="0"/>
                </a:lnTo>
                <a:moveTo>
                  <a:pt x="3361905" y="0"/>
                </a:moveTo>
                <a:lnTo>
                  <a:pt x="3415202" y="0"/>
                </a:lnTo>
                <a:lnTo>
                  <a:pt x="3415202" y="53299"/>
                </a:lnTo>
                <a:lnTo>
                  <a:pt x="3361905" y="53299"/>
                </a:lnTo>
                <a:lnTo>
                  <a:pt x="3361905" y="0"/>
                </a:lnTo>
                <a:moveTo>
                  <a:pt x="3472602" y="0"/>
                </a:moveTo>
                <a:lnTo>
                  <a:pt x="3525899" y="0"/>
                </a:lnTo>
                <a:lnTo>
                  <a:pt x="3525899" y="53299"/>
                </a:lnTo>
                <a:lnTo>
                  <a:pt x="3472602" y="53299"/>
                </a:lnTo>
                <a:lnTo>
                  <a:pt x="3472602" y="0"/>
                </a:lnTo>
                <a:moveTo>
                  <a:pt x="3579198" y="0"/>
                </a:moveTo>
                <a:lnTo>
                  <a:pt x="3632497" y="0"/>
                </a:lnTo>
                <a:lnTo>
                  <a:pt x="3632497" y="53299"/>
                </a:lnTo>
                <a:lnTo>
                  <a:pt x="3579198" y="53299"/>
                </a:lnTo>
                <a:lnTo>
                  <a:pt x="3579198" y="0"/>
                </a:lnTo>
                <a:moveTo>
                  <a:pt x="3685794" y="0"/>
                </a:moveTo>
                <a:lnTo>
                  <a:pt x="3739093" y="0"/>
                </a:lnTo>
                <a:lnTo>
                  <a:pt x="3739093" y="53299"/>
                </a:lnTo>
                <a:lnTo>
                  <a:pt x="3685794" y="53299"/>
                </a:lnTo>
                <a:lnTo>
                  <a:pt x="3685794" y="0"/>
                </a:lnTo>
                <a:moveTo>
                  <a:pt x="3792392" y="0"/>
                </a:moveTo>
                <a:lnTo>
                  <a:pt x="3845692" y="0"/>
                </a:lnTo>
                <a:lnTo>
                  <a:pt x="3845692" y="53299"/>
                </a:lnTo>
                <a:lnTo>
                  <a:pt x="3792392" y="53299"/>
                </a:lnTo>
                <a:lnTo>
                  <a:pt x="3792392" y="0"/>
                </a:lnTo>
                <a:moveTo>
                  <a:pt x="3898989" y="0"/>
                </a:moveTo>
                <a:lnTo>
                  <a:pt x="3956387" y="0"/>
                </a:lnTo>
                <a:lnTo>
                  <a:pt x="3956387" y="53299"/>
                </a:lnTo>
                <a:lnTo>
                  <a:pt x="3898989" y="53299"/>
                </a:lnTo>
                <a:lnTo>
                  <a:pt x="3898989" y="0"/>
                </a:lnTo>
                <a:moveTo>
                  <a:pt x="4009686" y="0"/>
                </a:moveTo>
                <a:lnTo>
                  <a:pt x="4062985" y="0"/>
                </a:lnTo>
                <a:lnTo>
                  <a:pt x="4062985" y="53299"/>
                </a:lnTo>
                <a:lnTo>
                  <a:pt x="4009686" y="53299"/>
                </a:lnTo>
                <a:lnTo>
                  <a:pt x="4009686" y="0"/>
                </a:lnTo>
                <a:moveTo>
                  <a:pt x="4116284" y="0"/>
                </a:moveTo>
                <a:lnTo>
                  <a:pt x="4169581" y="0"/>
                </a:lnTo>
                <a:lnTo>
                  <a:pt x="4169581" y="53299"/>
                </a:lnTo>
                <a:lnTo>
                  <a:pt x="4116284" y="53299"/>
                </a:lnTo>
                <a:lnTo>
                  <a:pt x="4116284" y="0"/>
                </a:lnTo>
                <a:moveTo>
                  <a:pt x="4222880" y="0"/>
                </a:moveTo>
                <a:lnTo>
                  <a:pt x="4276179" y="0"/>
                </a:lnTo>
                <a:lnTo>
                  <a:pt x="4276179" y="53299"/>
                </a:lnTo>
                <a:lnTo>
                  <a:pt x="4222880" y="53299"/>
                </a:lnTo>
                <a:lnTo>
                  <a:pt x="4222880" y="0"/>
                </a:lnTo>
                <a:moveTo>
                  <a:pt x="4329477" y="0"/>
                </a:moveTo>
                <a:lnTo>
                  <a:pt x="4382776" y="0"/>
                </a:lnTo>
                <a:lnTo>
                  <a:pt x="4382776" y="53299"/>
                </a:lnTo>
                <a:lnTo>
                  <a:pt x="4329477" y="53299"/>
                </a:lnTo>
                <a:lnTo>
                  <a:pt x="4329477" y="0"/>
                </a:lnTo>
                <a:moveTo>
                  <a:pt x="4436075" y="0"/>
                </a:moveTo>
                <a:lnTo>
                  <a:pt x="4493472" y="0"/>
                </a:lnTo>
                <a:lnTo>
                  <a:pt x="4493472" y="53299"/>
                </a:lnTo>
                <a:lnTo>
                  <a:pt x="4436075" y="53299"/>
                </a:lnTo>
                <a:lnTo>
                  <a:pt x="4436075" y="0"/>
                </a:lnTo>
                <a:moveTo>
                  <a:pt x="4546771" y="0"/>
                </a:moveTo>
                <a:lnTo>
                  <a:pt x="4600071" y="0"/>
                </a:lnTo>
                <a:lnTo>
                  <a:pt x="4600071" y="53299"/>
                </a:lnTo>
                <a:lnTo>
                  <a:pt x="4546771" y="53299"/>
                </a:lnTo>
                <a:lnTo>
                  <a:pt x="4546771" y="0"/>
                </a:lnTo>
                <a:moveTo>
                  <a:pt x="4653368" y="0"/>
                </a:moveTo>
                <a:lnTo>
                  <a:pt x="4706667" y="0"/>
                </a:lnTo>
                <a:lnTo>
                  <a:pt x="4706667" y="53299"/>
                </a:lnTo>
                <a:lnTo>
                  <a:pt x="4653368" y="53299"/>
                </a:lnTo>
                <a:lnTo>
                  <a:pt x="4653368" y="0"/>
                </a:lnTo>
                <a:moveTo>
                  <a:pt x="4759966" y="0"/>
                </a:moveTo>
                <a:lnTo>
                  <a:pt x="4813263" y="0"/>
                </a:lnTo>
                <a:lnTo>
                  <a:pt x="4813263" y="53299"/>
                </a:lnTo>
                <a:lnTo>
                  <a:pt x="4759966" y="53299"/>
                </a:lnTo>
                <a:lnTo>
                  <a:pt x="4759966" y="0"/>
                </a:lnTo>
                <a:moveTo>
                  <a:pt x="4866562" y="0"/>
                </a:moveTo>
                <a:lnTo>
                  <a:pt x="4919861" y="0"/>
                </a:lnTo>
                <a:lnTo>
                  <a:pt x="4919861" y="53299"/>
                </a:lnTo>
                <a:lnTo>
                  <a:pt x="4866562" y="53299"/>
                </a:lnTo>
                <a:lnTo>
                  <a:pt x="4866562" y="0"/>
                </a:lnTo>
                <a:moveTo>
                  <a:pt x="4977259" y="0"/>
                </a:moveTo>
                <a:lnTo>
                  <a:pt x="5030558" y="0"/>
                </a:lnTo>
                <a:lnTo>
                  <a:pt x="5030558" y="53299"/>
                </a:lnTo>
                <a:lnTo>
                  <a:pt x="4977259" y="53299"/>
                </a:lnTo>
                <a:lnTo>
                  <a:pt x="4977259" y="0"/>
                </a:lnTo>
                <a:moveTo>
                  <a:pt x="5083856" y="0"/>
                </a:moveTo>
                <a:lnTo>
                  <a:pt x="5137155" y="0"/>
                </a:lnTo>
                <a:lnTo>
                  <a:pt x="5137155" y="53299"/>
                </a:lnTo>
                <a:lnTo>
                  <a:pt x="5083856" y="53299"/>
                </a:lnTo>
                <a:lnTo>
                  <a:pt x="5083856" y="0"/>
                </a:lnTo>
                <a:moveTo>
                  <a:pt x="5190454" y="0"/>
                </a:moveTo>
                <a:lnTo>
                  <a:pt x="5243751" y="0"/>
                </a:lnTo>
                <a:lnTo>
                  <a:pt x="5243751" y="53299"/>
                </a:lnTo>
                <a:lnTo>
                  <a:pt x="5190454" y="53299"/>
                </a:lnTo>
                <a:lnTo>
                  <a:pt x="5190454" y="0"/>
                </a:lnTo>
                <a:moveTo>
                  <a:pt x="5297050" y="0"/>
                </a:moveTo>
                <a:lnTo>
                  <a:pt x="5350347" y="0"/>
                </a:lnTo>
                <a:lnTo>
                  <a:pt x="5350347" y="53299"/>
                </a:lnTo>
                <a:lnTo>
                  <a:pt x="5297050" y="53299"/>
                </a:lnTo>
                <a:lnTo>
                  <a:pt x="5297050" y="0"/>
                </a:lnTo>
                <a:moveTo>
                  <a:pt x="5403646" y="0"/>
                </a:moveTo>
                <a:lnTo>
                  <a:pt x="5456944" y="0"/>
                </a:lnTo>
                <a:lnTo>
                  <a:pt x="5456944" y="53299"/>
                </a:lnTo>
                <a:lnTo>
                  <a:pt x="5403646" y="53299"/>
                </a:lnTo>
                <a:lnTo>
                  <a:pt x="5403646" y="0"/>
                </a:lnTo>
                <a:moveTo>
                  <a:pt x="5514345" y="0"/>
                </a:moveTo>
                <a:lnTo>
                  <a:pt x="5567642" y="0"/>
                </a:lnTo>
                <a:lnTo>
                  <a:pt x="5567642" y="53299"/>
                </a:lnTo>
                <a:lnTo>
                  <a:pt x="5514345" y="53299"/>
                </a:lnTo>
                <a:lnTo>
                  <a:pt x="5514345" y="0"/>
                </a:lnTo>
                <a:moveTo>
                  <a:pt x="5620940" y="0"/>
                </a:moveTo>
                <a:lnTo>
                  <a:pt x="5674239" y="0"/>
                </a:lnTo>
                <a:lnTo>
                  <a:pt x="5674239" y="53299"/>
                </a:lnTo>
                <a:lnTo>
                  <a:pt x="5620940" y="53299"/>
                </a:lnTo>
                <a:lnTo>
                  <a:pt x="5620940" y="0"/>
                </a:lnTo>
                <a:moveTo>
                  <a:pt x="5727538" y="0"/>
                </a:moveTo>
                <a:lnTo>
                  <a:pt x="5780835" y="0"/>
                </a:lnTo>
                <a:lnTo>
                  <a:pt x="5780835" y="53299"/>
                </a:lnTo>
                <a:lnTo>
                  <a:pt x="5727538" y="53299"/>
                </a:lnTo>
                <a:lnTo>
                  <a:pt x="5727538" y="0"/>
                </a:lnTo>
                <a:moveTo>
                  <a:pt x="5834134" y="0"/>
                </a:moveTo>
                <a:lnTo>
                  <a:pt x="5887433" y="0"/>
                </a:lnTo>
                <a:lnTo>
                  <a:pt x="5887433" y="53299"/>
                </a:lnTo>
                <a:lnTo>
                  <a:pt x="5834134" y="53299"/>
                </a:lnTo>
                <a:lnTo>
                  <a:pt x="5834134" y="0"/>
                </a:lnTo>
                <a:moveTo>
                  <a:pt x="5940731" y="0"/>
                </a:moveTo>
                <a:lnTo>
                  <a:pt x="5998130" y="0"/>
                </a:lnTo>
                <a:lnTo>
                  <a:pt x="5998130" y="53299"/>
                </a:lnTo>
                <a:lnTo>
                  <a:pt x="5940731" y="53299"/>
                </a:lnTo>
                <a:lnTo>
                  <a:pt x="5940731" y="0"/>
                </a:lnTo>
                <a:moveTo>
                  <a:pt x="6051427" y="0"/>
                </a:moveTo>
                <a:lnTo>
                  <a:pt x="6104726" y="0"/>
                </a:lnTo>
                <a:lnTo>
                  <a:pt x="6104726" y="53299"/>
                </a:lnTo>
                <a:lnTo>
                  <a:pt x="6051427" y="53299"/>
                </a:lnTo>
                <a:lnTo>
                  <a:pt x="6051427" y="0"/>
                </a:lnTo>
                <a:moveTo>
                  <a:pt x="6158025" y="0"/>
                </a:moveTo>
                <a:lnTo>
                  <a:pt x="6211323" y="0"/>
                </a:lnTo>
                <a:lnTo>
                  <a:pt x="6211323" y="53299"/>
                </a:lnTo>
                <a:lnTo>
                  <a:pt x="6158025" y="53299"/>
                </a:lnTo>
                <a:lnTo>
                  <a:pt x="6158025" y="0"/>
                </a:lnTo>
                <a:moveTo>
                  <a:pt x="6264622" y="0"/>
                </a:moveTo>
                <a:lnTo>
                  <a:pt x="6317921" y="0"/>
                </a:lnTo>
                <a:lnTo>
                  <a:pt x="6317921" y="53299"/>
                </a:lnTo>
                <a:lnTo>
                  <a:pt x="6264622" y="53299"/>
                </a:lnTo>
                <a:lnTo>
                  <a:pt x="6264622" y="0"/>
                </a:lnTo>
                <a:moveTo>
                  <a:pt x="6371220" y="0"/>
                </a:moveTo>
                <a:lnTo>
                  <a:pt x="6424517" y="0"/>
                </a:lnTo>
                <a:lnTo>
                  <a:pt x="6424517" y="53299"/>
                </a:lnTo>
                <a:lnTo>
                  <a:pt x="6371220" y="53299"/>
                </a:lnTo>
                <a:lnTo>
                  <a:pt x="6371220" y="0"/>
                </a:lnTo>
                <a:moveTo>
                  <a:pt x="6477816" y="0"/>
                </a:moveTo>
                <a:lnTo>
                  <a:pt x="6535214" y="0"/>
                </a:lnTo>
                <a:lnTo>
                  <a:pt x="6535214" y="53299"/>
                </a:lnTo>
                <a:lnTo>
                  <a:pt x="6477816" y="53299"/>
                </a:lnTo>
                <a:lnTo>
                  <a:pt x="6477816" y="0"/>
                </a:lnTo>
                <a:moveTo>
                  <a:pt x="6588513" y="0"/>
                </a:moveTo>
                <a:lnTo>
                  <a:pt x="6641812" y="0"/>
                </a:lnTo>
                <a:lnTo>
                  <a:pt x="6641812" y="53299"/>
                </a:lnTo>
                <a:lnTo>
                  <a:pt x="6588513" y="53299"/>
                </a:lnTo>
                <a:lnTo>
                  <a:pt x="6588513" y="0"/>
                </a:lnTo>
                <a:moveTo>
                  <a:pt x="6695110" y="0"/>
                </a:moveTo>
                <a:lnTo>
                  <a:pt x="6748409" y="0"/>
                </a:lnTo>
                <a:lnTo>
                  <a:pt x="6748409" y="53299"/>
                </a:lnTo>
                <a:lnTo>
                  <a:pt x="6695110" y="53299"/>
                </a:lnTo>
                <a:lnTo>
                  <a:pt x="6695110" y="0"/>
                </a:lnTo>
                <a:moveTo>
                  <a:pt x="6801708" y="0"/>
                </a:moveTo>
                <a:lnTo>
                  <a:pt x="6855007" y="0"/>
                </a:lnTo>
                <a:lnTo>
                  <a:pt x="6855007" y="53299"/>
                </a:lnTo>
                <a:lnTo>
                  <a:pt x="6801708" y="53299"/>
                </a:lnTo>
                <a:lnTo>
                  <a:pt x="6801708" y="0"/>
                </a:lnTo>
                <a:moveTo>
                  <a:pt x="6908304" y="0"/>
                </a:moveTo>
                <a:lnTo>
                  <a:pt x="6961603" y="0"/>
                </a:lnTo>
                <a:lnTo>
                  <a:pt x="6961603" y="53299"/>
                </a:lnTo>
                <a:lnTo>
                  <a:pt x="6908304" y="53299"/>
                </a:lnTo>
                <a:lnTo>
                  <a:pt x="6908304" y="0"/>
                </a:lnTo>
                <a:moveTo>
                  <a:pt x="7019001" y="0"/>
                </a:moveTo>
                <a:lnTo>
                  <a:pt x="7072300" y="0"/>
                </a:lnTo>
                <a:lnTo>
                  <a:pt x="7072300" y="53299"/>
                </a:lnTo>
                <a:lnTo>
                  <a:pt x="7019001" y="53299"/>
                </a:lnTo>
                <a:lnTo>
                  <a:pt x="7019001" y="0"/>
                </a:lnTo>
                <a:moveTo>
                  <a:pt x="7125599" y="0"/>
                </a:moveTo>
                <a:lnTo>
                  <a:pt x="7178896" y="0"/>
                </a:lnTo>
                <a:lnTo>
                  <a:pt x="7178896" y="53299"/>
                </a:lnTo>
                <a:lnTo>
                  <a:pt x="7125599" y="53299"/>
                </a:lnTo>
                <a:lnTo>
                  <a:pt x="7125599" y="0"/>
                </a:lnTo>
                <a:moveTo>
                  <a:pt x="7232195" y="0"/>
                </a:moveTo>
                <a:lnTo>
                  <a:pt x="7285494" y="0"/>
                </a:lnTo>
                <a:lnTo>
                  <a:pt x="7285494" y="53299"/>
                </a:lnTo>
                <a:lnTo>
                  <a:pt x="7232195" y="53299"/>
                </a:lnTo>
                <a:lnTo>
                  <a:pt x="7232195" y="0"/>
                </a:lnTo>
                <a:moveTo>
                  <a:pt x="7338792" y="0"/>
                </a:moveTo>
                <a:lnTo>
                  <a:pt x="7392091" y="0"/>
                </a:lnTo>
                <a:lnTo>
                  <a:pt x="7392091" y="53299"/>
                </a:lnTo>
                <a:lnTo>
                  <a:pt x="7338792" y="53299"/>
                </a:lnTo>
                <a:lnTo>
                  <a:pt x="7338792" y="0"/>
                </a:lnTo>
                <a:moveTo>
                  <a:pt x="7445388" y="0"/>
                </a:moveTo>
                <a:lnTo>
                  <a:pt x="7502788" y="0"/>
                </a:lnTo>
                <a:lnTo>
                  <a:pt x="7502788" y="53299"/>
                </a:lnTo>
                <a:lnTo>
                  <a:pt x="7445388" y="53299"/>
                </a:lnTo>
                <a:lnTo>
                  <a:pt x="7445388" y="0"/>
                </a:lnTo>
                <a:moveTo>
                  <a:pt x="7556087" y="0"/>
                </a:moveTo>
                <a:lnTo>
                  <a:pt x="7609384" y="0"/>
                </a:lnTo>
                <a:lnTo>
                  <a:pt x="7609384" y="53299"/>
                </a:lnTo>
                <a:lnTo>
                  <a:pt x="7556087" y="53299"/>
                </a:lnTo>
                <a:lnTo>
                  <a:pt x="7556087" y="0"/>
                </a:lnTo>
                <a:moveTo>
                  <a:pt x="7662683" y="0"/>
                </a:moveTo>
                <a:lnTo>
                  <a:pt x="7715982" y="0"/>
                </a:lnTo>
                <a:lnTo>
                  <a:pt x="7715982" y="53299"/>
                </a:lnTo>
                <a:lnTo>
                  <a:pt x="7662683" y="53299"/>
                </a:lnTo>
                <a:lnTo>
                  <a:pt x="7662683" y="0"/>
                </a:lnTo>
                <a:moveTo>
                  <a:pt x="7769279" y="0"/>
                </a:moveTo>
                <a:lnTo>
                  <a:pt x="7822577" y="0"/>
                </a:lnTo>
                <a:lnTo>
                  <a:pt x="7822577" y="53299"/>
                </a:lnTo>
                <a:lnTo>
                  <a:pt x="7769279" y="53299"/>
                </a:lnTo>
                <a:lnTo>
                  <a:pt x="7769279" y="0"/>
                </a:lnTo>
                <a:moveTo>
                  <a:pt x="7879978" y="0"/>
                </a:moveTo>
                <a:lnTo>
                  <a:pt x="7896376" y="4100"/>
                </a:lnTo>
                <a:lnTo>
                  <a:pt x="7933275" y="12300"/>
                </a:lnTo>
                <a:lnTo>
                  <a:pt x="7941474" y="16400"/>
                </a:lnTo>
                <a:lnTo>
                  <a:pt x="7916874" y="65598"/>
                </a:lnTo>
                <a:lnTo>
                  <a:pt x="7908677" y="61498"/>
                </a:lnTo>
                <a:lnTo>
                  <a:pt x="7912775" y="61498"/>
                </a:lnTo>
                <a:lnTo>
                  <a:pt x="7884076" y="53299"/>
                </a:lnTo>
                <a:lnTo>
                  <a:pt x="7888175" y="53299"/>
                </a:lnTo>
                <a:lnTo>
                  <a:pt x="7871777" y="53299"/>
                </a:lnTo>
                <a:lnTo>
                  <a:pt x="7879978" y="0"/>
                </a:lnTo>
                <a:moveTo>
                  <a:pt x="7994773" y="53299"/>
                </a:moveTo>
                <a:lnTo>
                  <a:pt x="8011173" y="81997"/>
                </a:lnTo>
                <a:lnTo>
                  <a:pt x="8027572" y="102497"/>
                </a:lnTo>
                <a:lnTo>
                  <a:pt x="7978374" y="127096"/>
                </a:lnTo>
                <a:lnTo>
                  <a:pt x="7966074" y="106597"/>
                </a:lnTo>
                <a:lnTo>
                  <a:pt x="7970173" y="110697"/>
                </a:lnTo>
                <a:lnTo>
                  <a:pt x="7949675" y="90198"/>
                </a:lnTo>
                <a:lnTo>
                  <a:pt x="7994773" y="53299"/>
                </a:lnTo>
                <a:moveTo>
                  <a:pt x="8043972" y="168095"/>
                </a:moveTo>
                <a:lnTo>
                  <a:pt x="8043972" y="184494"/>
                </a:lnTo>
                <a:lnTo>
                  <a:pt x="8043972" y="221393"/>
                </a:lnTo>
                <a:lnTo>
                  <a:pt x="7990673" y="221393"/>
                </a:lnTo>
                <a:lnTo>
                  <a:pt x="7990673" y="184494"/>
                </a:lnTo>
                <a:lnTo>
                  <a:pt x="7990673" y="168095"/>
                </a:lnTo>
                <a:lnTo>
                  <a:pt x="8043972" y="168095"/>
                </a:lnTo>
                <a:moveTo>
                  <a:pt x="8043972" y="274692"/>
                </a:moveTo>
                <a:lnTo>
                  <a:pt x="8043972" y="327991"/>
                </a:lnTo>
                <a:lnTo>
                  <a:pt x="7990673" y="327991"/>
                </a:lnTo>
                <a:lnTo>
                  <a:pt x="7990673" y="274692"/>
                </a:lnTo>
                <a:lnTo>
                  <a:pt x="8043972" y="274692"/>
                </a:lnTo>
                <a:moveTo>
                  <a:pt x="8043972" y="381289"/>
                </a:moveTo>
                <a:lnTo>
                  <a:pt x="8043972" y="434588"/>
                </a:lnTo>
                <a:lnTo>
                  <a:pt x="7990673" y="434588"/>
                </a:lnTo>
                <a:lnTo>
                  <a:pt x="7990673" y="381289"/>
                </a:lnTo>
                <a:lnTo>
                  <a:pt x="8043972" y="381289"/>
                </a:lnTo>
                <a:moveTo>
                  <a:pt x="8043972" y="491986"/>
                </a:moveTo>
                <a:lnTo>
                  <a:pt x="8043972" y="545284"/>
                </a:lnTo>
                <a:lnTo>
                  <a:pt x="7990673" y="545284"/>
                </a:lnTo>
                <a:lnTo>
                  <a:pt x="7990673" y="491986"/>
                </a:lnTo>
                <a:lnTo>
                  <a:pt x="8043972" y="491986"/>
                </a:lnTo>
                <a:moveTo>
                  <a:pt x="8043972" y="598583"/>
                </a:moveTo>
                <a:lnTo>
                  <a:pt x="8043972" y="651882"/>
                </a:lnTo>
                <a:lnTo>
                  <a:pt x="7990673" y="651882"/>
                </a:lnTo>
                <a:lnTo>
                  <a:pt x="7990673" y="598583"/>
                </a:lnTo>
                <a:lnTo>
                  <a:pt x="8043972" y="598583"/>
                </a:lnTo>
                <a:moveTo>
                  <a:pt x="8043972" y="705180"/>
                </a:moveTo>
                <a:lnTo>
                  <a:pt x="8043972" y="758478"/>
                </a:lnTo>
                <a:lnTo>
                  <a:pt x="7990673" y="758478"/>
                </a:lnTo>
                <a:lnTo>
                  <a:pt x="7990673" y="705180"/>
                </a:lnTo>
                <a:lnTo>
                  <a:pt x="8043972" y="705180"/>
                </a:lnTo>
                <a:moveTo>
                  <a:pt x="8043972" y="811777"/>
                </a:moveTo>
                <a:lnTo>
                  <a:pt x="8043972" y="865076"/>
                </a:lnTo>
                <a:lnTo>
                  <a:pt x="7990673" y="865076"/>
                </a:lnTo>
                <a:lnTo>
                  <a:pt x="7990673" y="811777"/>
                </a:lnTo>
                <a:lnTo>
                  <a:pt x="8043972" y="811777"/>
                </a:lnTo>
                <a:moveTo>
                  <a:pt x="8043972" y="918374"/>
                </a:moveTo>
                <a:lnTo>
                  <a:pt x="8043972" y="971673"/>
                </a:lnTo>
                <a:lnTo>
                  <a:pt x="7990673" y="971673"/>
                </a:lnTo>
                <a:lnTo>
                  <a:pt x="7990673" y="918374"/>
                </a:lnTo>
                <a:lnTo>
                  <a:pt x="8043972" y="918374"/>
                </a:lnTo>
                <a:moveTo>
                  <a:pt x="8043972" y="1029071"/>
                </a:moveTo>
                <a:lnTo>
                  <a:pt x="8043972" y="1082369"/>
                </a:lnTo>
                <a:lnTo>
                  <a:pt x="7990673" y="1082369"/>
                </a:lnTo>
                <a:lnTo>
                  <a:pt x="7990673" y="1029071"/>
                </a:lnTo>
                <a:lnTo>
                  <a:pt x="8043972" y="1029071"/>
                </a:lnTo>
                <a:moveTo>
                  <a:pt x="8043972" y="1135668"/>
                </a:moveTo>
                <a:lnTo>
                  <a:pt x="8043972" y="1188967"/>
                </a:lnTo>
                <a:lnTo>
                  <a:pt x="7990673" y="1188967"/>
                </a:lnTo>
                <a:lnTo>
                  <a:pt x="7990673" y="1135668"/>
                </a:lnTo>
                <a:lnTo>
                  <a:pt x="8043972" y="1135668"/>
                </a:lnTo>
                <a:moveTo>
                  <a:pt x="8043972" y="1242265"/>
                </a:moveTo>
                <a:lnTo>
                  <a:pt x="8043972" y="1270964"/>
                </a:lnTo>
                <a:lnTo>
                  <a:pt x="8043972" y="1291463"/>
                </a:lnTo>
                <a:lnTo>
                  <a:pt x="8043972" y="1299663"/>
                </a:lnTo>
                <a:lnTo>
                  <a:pt x="7990673" y="1291463"/>
                </a:lnTo>
                <a:lnTo>
                  <a:pt x="7990673" y="1283264"/>
                </a:lnTo>
                <a:lnTo>
                  <a:pt x="7990673" y="1287364"/>
                </a:lnTo>
                <a:lnTo>
                  <a:pt x="7990673" y="1270964"/>
                </a:lnTo>
                <a:lnTo>
                  <a:pt x="7990673" y="1242265"/>
                </a:lnTo>
                <a:lnTo>
                  <a:pt x="8043972" y="1242265"/>
                </a:lnTo>
                <a:moveTo>
                  <a:pt x="8019372" y="1357062"/>
                </a:moveTo>
                <a:lnTo>
                  <a:pt x="8011173" y="1373461"/>
                </a:lnTo>
                <a:lnTo>
                  <a:pt x="7990673" y="1402160"/>
                </a:lnTo>
                <a:lnTo>
                  <a:pt x="7982474" y="1410360"/>
                </a:lnTo>
                <a:lnTo>
                  <a:pt x="7949675" y="1365261"/>
                </a:lnTo>
                <a:lnTo>
                  <a:pt x="7953773" y="1361162"/>
                </a:lnTo>
                <a:lnTo>
                  <a:pt x="7949675" y="1365261"/>
                </a:lnTo>
                <a:lnTo>
                  <a:pt x="7970173" y="1340662"/>
                </a:lnTo>
                <a:lnTo>
                  <a:pt x="7966074" y="1344762"/>
                </a:lnTo>
                <a:lnTo>
                  <a:pt x="7974275" y="1332462"/>
                </a:lnTo>
                <a:lnTo>
                  <a:pt x="8019372" y="1357062"/>
                </a:lnTo>
                <a:moveTo>
                  <a:pt x="7929175" y="1443159"/>
                </a:moveTo>
                <a:lnTo>
                  <a:pt x="7896376" y="1451359"/>
                </a:lnTo>
                <a:lnTo>
                  <a:pt x="7879978" y="1455459"/>
                </a:lnTo>
                <a:lnTo>
                  <a:pt x="7867677" y="1455459"/>
                </a:lnTo>
                <a:lnTo>
                  <a:pt x="7867677" y="1402160"/>
                </a:lnTo>
                <a:lnTo>
                  <a:pt x="7875876" y="1402160"/>
                </a:lnTo>
                <a:lnTo>
                  <a:pt x="7871777" y="1402160"/>
                </a:lnTo>
                <a:lnTo>
                  <a:pt x="7888175" y="1398060"/>
                </a:lnTo>
                <a:lnTo>
                  <a:pt x="7884076" y="1398060"/>
                </a:lnTo>
                <a:lnTo>
                  <a:pt x="7912775" y="1389861"/>
                </a:lnTo>
                <a:lnTo>
                  <a:pt x="7929175" y="1443159"/>
                </a:lnTo>
                <a:moveTo>
                  <a:pt x="7814378" y="1455459"/>
                </a:moveTo>
                <a:lnTo>
                  <a:pt x="7761080" y="1455459"/>
                </a:lnTo>
                <a:lnTo>
                  <a:pt x="7761080" y="1402160"/>
                </a:lnTo>
                <a:lnTo>
                  <a:pt x="7814378" y="1402160"/>
                </a:lnTo>
                <a:lnTo>
                  <a:pt x="7814378" y="1455459"/>
                </a:lnTo>
                <a:moveTo>
                  <a:pt x="7707781" y="1455459"/>
                </a:moveTo>
                <a:lnTo>
                  <a:pt x="7654482" y="1455459"/>
                </a:lnTo>
                <a:lnTo>
                  <a:pt x="7654482" y="1402160"/>
                </a:lnTo>
                <a:lnTo>
                  <a:pt x="7707781" y="1402160"/>
                </a:lnTo>
                <a:lnTo>
                  <a:pt x="7707781" y="1455459"/>
                </a:lnTo>
                <a:moveTo>
                  <a:pt x="7597085" y="1455459"/>
                </a:moveTo>
                <a:lnTo>
                  <a:pt x="7543786" y="1455459"/>
                </a:lnTo>
                <a:lnTo>
                  <a:pt x="7543786" y="1402160"/>
                </a:lnTo>
                <a:lnTo>
                  <a:pt x="7597085" y="1402160"/>
                </a:lnTo>
                <a:lnTo>
                  <a:pt x="7597085" y="1455459"/>
                </a:lnTo>
                <a:moveTo>
                  <a:pt x="7490488" y="1455459"/>
                </a:moveTo>
                <a:lnTo>
                  <a:pt x="7437189" y="1455459"/>
                </a:lnTo>
                <a:lnTo>
                  <a:pt x="7437189" y="1402160"/>
                </a:lnTo>
                <a:lnTo>
                  <a:pt x="7490488" y="1402160"/>
                </a:lnTo>
                <a:lnTo>
                  <a:pt x="7490488" y="1455459"/>
                </a:lnTo>
                <a:moveTo>
                  <a:pt x="7383890" y="1455459"/>
                </a:moveTo>
                <a:lnTo>
                  <a:pt x="7330593" y="1455459"/>
                </a:lnTo>
                <a:lnTo>
                  <a:pt x="7330593" y="1402160"/>
                </a:lnTo>
                <a:lnTo>
                  <a:pt x="7383890" y="1402160"/>
                </a:lnTo>
                <a:lnTo>
                  <a:pt x="7383890" y="1455459"/>
                </a:lnTo>
                <a:moveTo>
                  <a:pt x="7277294" y="1455459"/>
                </a:moveTo>
                <a:lnTo>
                  <a:pt x="7223995" y="1455459"/>
                </a:lnTo>
                <a:lnTo>
                  <a:pt x="7223995" y="1402160"/>
                </a:lnTo>
                <a:lnTo>
                  <a:pt x="7277294" y="1402160"/>
                </a:lnTo>
                <a:lnTo>
                  <a:pt x="7277294" y="1455459"/>
                </a:lnTo>
                <a:moveTo>
                  <a:pt x="7170696" y="1455459"/>
                </a:moveTo>
                <a:lnTo>
                  <a:pt x="7113298" y="1455459"/>
                </a:lnTo>
                <a:lnTo>
                  <a:pt x="7113298" y="1402160"/>
                </a:lnTo>
                <a:lnTo>
                  <a:pt x="7170696" y="1402160"/>
                </a:lnTo>
                <a:lnTo>
                  <a:pt x="7170696" y="1455459"/>
                </a:lnTo>
                <a:moveTo>
                  <a:pt x="7060001" y="1455459"/>
                </a:moveTo>
                <a:lnTo>
                  <a:pt x="7006702" y="1455459"/>
                </a:lnTo>
                <a:lnTo>
                  <a:pt x="7006702" y="1402160"/>
                </a:lnTo>
                <a:lnTo>
                  <a:pt x="7060001" y="1402160"/>
                </a:lnTo>
                <a:lnTo>
                  <a:pt x="7060001" y="1455459"/>
                </a:lnTo>
                <a:moveTo>
                  <a:pt x="6953402" y="1455459"/>
                </a:moveTo>
                <a:lnTo>
                  <a:pt x="6900103" y="1455459"/>
                </a:lnTo>
                <a:lnTo>
                  <a:pt x="6900103" y="1402160"/>
                </a:lnTo>
                <a:lnTo>
                  <a:pt x="6953402" y="1402160"/>
                </a:lnTo>
                <a:lnTo>
                  <a:pt x="6953402" y="1455459"/>
                </a:lnTo>
                <a:moveTo>
                  <a:pt x="6846806" y="1455459"/>
                </a:moveTo>
                <a:lnTo>
                  <a:pt x="6793507" y="1455459"/>
                </a:lnTo>
                <a:lnTo>
                  <a:pt x="6793507" y="1402160"/>
                </a:lnTo>
                <a:lnTo>
                  <a:pt x="6846806" y="1402160"/>
                </a:lnTo>
                <a:lnTo>
                  <a:pt x="6846806" y="1455459"/>
                </a:lnTo>
                <a:moveTo>
                  <a:pt x="6740208" y="1455459"/>
                </a:moveTo>
                <a:lnTo>
                  <a:pt x="6686909" y="1455459"/>
                </a:lnTo>
                <a:lnTo>
                  <a:pt x="6686909" y="1402160"/>
                </a:lnTo>
                <a:lnTo>
                  <a:pt x="6740208" y="1402160"/>
                </a:lnTo>
                <a:lnTo>
                  <a:pt x="6740208" y="1455459"/>
                </a:lnTo>
                <a:moveTo>
                  <a:pt x="6633612" y="1455459"/>
                </a:moveTo>
                <a:lnTo>
                  <a:pt x="6576214" y="1455459"/>
                </a:lnTo>
                <a:lnTo>
                  <a:pt x="6576214" y="1402160"/>
                </a:lnTo>
                <a:lnTo>
                  <a:pt x="6633612" y="1402160"/>
                </a:lnTo>
                <a:lnTo>
                  <a:pt x="6633612" y="1455459"/>
                </a:lnTo>
                <a:moveTo>
                  <a:pt x="6522915" y="1455459"/>
                </a:moveTo>
                <a:lnTo>
                  <a:pt x="6469616" y="1455459"/>
                </a:lnTo>
                <a:lnTo>
                  <a:pt x="6469616" y="1402160"/>
                </a:lnTo>
                <a:lnTo>
                  <a:pt x="6522915" y="1402160"/>
                </a:lnTo>
                <a:lnTo>
                  <a:pt x="6522915" y="1455459"/>
                </a:lnTo>
                <a:moveTo>
                  <a:pt x="6416317" y="1455459"/>
                </a:moveTo>
                <a:lnTo>
                  <a:pt x="6363019" y="1455459"/>
                </a:lnTo>
                <a:lnTo>
                  <a:pt x="6363019" y="1402160"/>
                </a:lnTo>
                <a:lnTo>
                  <a:pt x="6416317" y="1402160"/>
                </a:lnTo>
                <a:lnTo>
                  <a:pt x="6416317" y="1455459"/>
                </a:lnTo>
                <a:moveTo>
                  <a:pt x="6309720" y="1455459"/>
                </a:moveTo>
                <a:lnTo>
                  <a:pt x="6256423" y="1455459"/>
                </a:lnTo>
                <a:lnTo>
                  <a:pt x="6256423" y="1402160"/>
                </a:lnTo>
                <a:lnTo>
                  <a:pt x="6309720" y="1402160"/>
                </a:lnTo>
                <a:lnTo>
                  <a:pt x="6309720" y="1455459"/>
                </a:lnTo>
                <a:moveTo>
                  <a:pt x="6203124" y="1455459"/>
                </a:moveTo>
                <a:lnTo>
                  <a:pt x="6149827" y="1455459"/>
                </a:lnTo>
                <a:lnTo>
                  <a:pt x="6149827" y="1402160"/>
                </a:lnTo>
                <a:lnTo>
                  <a:pt x="6203124" y="1402160"/>
                </a:lnTo>
                <a:lnTo>
                  <a:pt x="6203124" y="1455459"/>
                </a:lnTo>
                <a:moveTo>
                  <a:pt x="6092427" y="1455459"/>
                </a:moveTo>
                <a:lnTo>
                  <a:pt x="6039128" y="1455459"/>
                </a:lnTo>
                <a:lnTo>
                  <a:pt x="6039128" y="1402160"/>
                </a:lnTo>
                <a:lnTo>
                  <a:pt x="6092427" y="1402160"/>
                </a:lnTo>
                <a:lnTo>
                  <a:pt x="6092427" y="1455459"/>
                </a:lnTo>
                <a:moveTo>
                  <a:pt x="5985829" y="1455459"/>
                </a:moveTo>
                <a:lnTo>
                  <a:pt x="5932532" y="1455459"/>
                </a:lnTo>
                <a:lnTo>
                  <a:pt x="5932532" y="1402160"/>
                </a:lnTo>
                <a:lnTo>
                  <a:pt x="5985829" y="1402160"/>
                </a:lnTo>
                <a:lnTo>
                  <a:pt x="5985829" y="1455459"/>
                </a:lnTo>
                <a:moveTo>
                  <a:pt x="5879234" y="1455459"/>
                </a:moveTo>
                <a:lnTo>
                  <a:pt x="5825935" y="1455459"/>
                </a:lnTo>
                <a:lnTo>
                  <a:pt x="5825935" y="1402160"/>
                </a:lnTo>
                <a:lnTo>
                  <a:pt x="5879234" y="1402160"/>
                </a:lnTo>
                <a:lnTo>
                  <a:pt x="5879234" y="1455459"/>
                </a:lnTo>
                <a:moveTo>
                  <a:pt x="5772636" y="1455459"/>
                </a:moveTo>
                <a:lnTo>
                  <a:pt x="5719339" y="1455459"/>
                </a:lnTo>
                <a:lnTo>
                  <a:pt x="5719339" y="1402160"/>
                </a:lnTo>
                <a:lnTo>
                  <a:pt x="5772636" y="1402160"/>
                </a:lnTo>
                <a:lnTo>
                  <a:pt x="5772636" y="1455459"/>
                </a:lnTo>
                <a:moveTo>
                  <a:pt x="5666040" y="1455459"/>
                </a:moveTo>
                <a:lnTo>
                  <a:pt x="5612741" y="1455459"/>
                </a:lnTo>
                <a:lnTo>
                  <a:pt x="5612741" y="1402160"/>
                </a:lnTo>
                <a:lnTo>
                  <a:pt x="5666040" y="1402160"/>
                </a:lnTo>
                <a:lnTo>
                  <a:pt x="5666040" y="1455459"/>
                </a:lnTo>
                <a:moveTo>
                  <a:pt x="5555343" y="1455459"/>
                </a:moveTo>
                <a:lnTo>
                  <a:pt x="5502044" y="1455459"/>
                </a:lnTo>
                <a:lnTo>
                  <a:pt x="5502044" y="1402160"/>
                </a:lnTo>
                <a:lnTo>
                  <a:pt x="5555343" y="1402160"/>
                </a:lnTo>
                <a:lnTo>
                  <a:pt x="5555343" y="1455459"/>
                </a:lnTo>
                <a:moveTo>
                  <a:pt x="5448747" y="1455459"/>
                </a:moveTo>
                <a:lnTo>
                  <a:pt x="5395448" y="1455459"/>
                </a:lnTo>
                <a:lnTo>
                  <a:pt x="5395448" y="1402160"/>
                </a:lnTo>
                <a:lnTo>
                  <a:pt x="5448747" y="1402160"/>
                </a:lnTo>
                <a:lnTo>
                  <a:pt x="5448747" y="1455459"/>
                </a:lnTo>
                <a:moveTo>
                  <a:pt x="5342148" y="1455459"/>
                </a:moveTo>
                <a:lnTo>
                  <a:pt x="5288849" y="1455459"/>
                </a:lnTo>
                <a:lnTo>
                  <a:pt x="5288849" y="1402160"/>
                </a:lnTo>
                <a:lnTo>
                  <a:pt x="5342148" y="1402160"/>
                </a:lnTo>
                <a:lnTo>
                  <a:pt x="5342148" y="1455459"/>
                </a:lnTo>
                <a:moveTo>
                  <a:pt x="5235552" y="1455459"/>
                </a:moveTo>
                <a:lnTo>
                  <a:pt x="5182253" y="1455459"/>
                </a:lnTo>
                <a:lnTo>
                  <a:pt x="5182253" y="1402160"/>
                </a:lnTo>
                <a:lnTo>
                  <a:pt x="5235552" y="1402160"/>
                </a:lnTo>
                <a:lnTo>
                  <a:pt x="5235552" y="1455459"/>
                </a:lnTo>
                <a:moveTo>
                  <a:pt x="5128954" y="1455459"/>
                </a:moveTo>
                <a:lnTo>
                  <a:pt x="5071556" y="1455459"/>
                </a:lnTo>
                <a:lnTo>
                  <a:pt x="5071556" y="1402160"/>
                </a:lnTo>
                <a:lnTo>
                  <a:pt x="5128954" y="1402160"/>
                </a:lnTo>
                <a:lnTo>
                  <a:pt x="5128954" y="1455459"/>
                </a:lnTo>
                <a:moveTo>
                  <a:pt x="5018257" y="1455459"/>
                </a:moveTo>
                <a:lnTo>
                  <a:pt x="4964960" y="1455459"/>
                </a:lnTo>
                <a:lnTo>
                  <a:pt x="4964960" y="1402160"/>
                </a:lnTo>
                <a:lnTo>
                  <a:pt x="5018257" y="1402160"/>
                </a:lnTo>
                <a:lnTo>
                  <a:pt x="5018257" y="1455459"/>
                </a:lnTo>
                <a:moveTo>
                  <a:pt x="4911661" y="1455459"/>
                </a:moveTo>
                <a:lnTo>
                  <a:pt x="4858362" y="1455459"/>
                </a:lnTo>
                <a:lnTo>
                  <a:pt x="4858362" y="1402160"/>
                </a:lnTo>
                <a:lnTo>
                  <a:pt x="4911661" y="1402160"/>
                </a:lnTo>
                <a:lnTo>
                  <a:pt x="4911661" y="1455459"/>
                </a:lnTo>
                <a:moveTo>
                  <a:pt x="4805064" y="1455459"/>
                </a:moveTo>
                <a:lnTo>
                  <a:pt x="4751765" y="1455459"/>
                </a:lnTo>
                <a:lnTo>
                  <a:pt x="4751765" y="1402160"/>
                </a:lnTo>
                <a:lnTo>
                  <a:pt x="4805064" y="1402160"/>
                </a:lnTo>
                <a:lnTo>
                  <a:pt x="4805064" y="1455459"/>
                </a:lnTo>
                <a:moveTo>
                  <a:pt x="4698466" y="1455459"/>
                </a:moveTo>
                <a:lnTo>
                  <a:pt x="4645167" y="1455459"/>
                </a:lnTo>
                <a:lnTo>
                  <a:pt x="4645167" y="1402160"/>
                </a:lnTo>
                <a:lnTo>
                  <a:pt x="4698466" y="1402160"/>
                </a:lnTo>
                <a:lnTo>
                  <a:pt x="4698466" y="1455459"/>
                </a:lnTo>
                <a:moveTo>
                  <a:pt x="4587770" y="1455459"/>
                </a:moveTo>
                <a:lnTo>
                  <a:pt x="4534470" y="1455459"/>
                </a:lnTo>
                <a:lnTo>
                  <a:pt x="4534470" y="1402160"/>
                </a:lnTo>
                <a:lnTo>
                  <a:pt x="4587770" y="1402160"/>
                </a:lnTo>
                <a:lnTo>
                  <a:pt x="4587770" y="1455459"/>
                </a:lnTo>
                <a:moveTo>
                  <a:pt x="4481173" y="1455459"/>
                </a:moveTo>
                <a:lnTo>
                  <a:pt x="4427874" y="1455459"/>
                </a:lnTo>
                <a:lnTo>
                  <a:pt x="4427874" y="1402160"/>
                </a:lnTo>
                <a:lnTo>
                  <a:pt x="4481173" y="1402160"/>
                </a:lnTo>
                <a:lnTo>
                  <a:pt x="4481173" y="1455459"/>
                </a:lnTo>
                <a:moveTo>
                  <a:pt x="4374575" y="1455459"/>
                </a:moveTo>
                <a:lnTo>
                  <a:pt x="4321278" y="1455459"/>
                </a:lnTo>
                <a:lnTo>
                  <a:pt x="4321278" y="1402160"/>
                </a:lnTo>
                <a:lnTo>
                  <a:pt x="4374575" y="1402160"/>
                </a:lnTo>
                <a:lnTo>
                  <a:pt x="4374575" y="1455459"/>
                </a:lnTo>
                <a:moveTo>
                  <a:pt x="4267979" y="1455459"/>
                </a:moveTo>
                <a:lnTo>
                  <a:pt x="4214680" y="1455459"/>
                </a:lnTo>
                <a:lnTo>
                  <a:pt x="4214680" y="1402160"/>
                </a:lnTo>
                <a:lnTo>
                  <a:pt x="4267979" y="1402160"/>
                </a:lnTo>
                <a:lnTo>
                  <a:pt x="4267979" y="1455459"/>
                </a:lnTo>
                <a:moveTo>
                  <a:pt x="4161380" y="1455459"/>
                </a:moveTo>
                <a:lnTo>
                  <a:pt x="4108083" y="1455459"/>
                </a:lnTo>
                <a:lnTo>
                  <a:pt x="4108083" y="1402160"/>
                </a:lnTo>
                <a:lnTo>
                  <a:pt x="4161380" y="1402160"/>
                </a:lnTo>
                <a:lnTo>
                  <a:pt x="4161380" y="1455459"/>
                </a:lnTo>
                <a:moveTo>
                  <a:pt x="4050685" y="1455459"/>
                </a:moveTo>
                <a:lnTo>
                  <a:pt x="3997386" y="1455459"/>
                </a:lnTo>
                <a:lnTo>
                  <a:pt x="3997386" y="1402160"/>
                </a:lnTo>
                <a:lnTo>
                  <a:pt x="4050685" y="1402160"/>
                </a:lnTo>
                <a:lnTo>
                  <a:pt x="4050685" y="1455459"/>
                </a:lnTo>
                <a:moveTo>
                  <a:pt x="3944087" y="1455459"/>
                </a:moveTo>
                <a:lnTo>
                  <a:pt x="3890788" y="1455459"/>
                </a:lnTo>
                <a:lnTo>
                  <a:pt x="3890788" y="1402160"/>
                </a:lnTo>
                <a:lnTo>
                  <a:pt x="3944087" y="1402160"/>
                </a:lnTo>
                <a:lnTo>
                  <a:pt x="3944087" y="1455459"/>
                </a:lnTo>
                <a:moveTo>
                  <a:pt x="3837491" y="1455459"/>
                </a:moveTo>
                <a:lnTo>
                  <a:pt x="3784194" y="1455459"/>
                </a:lnTo>
                <a:lnTo>
                  <a:pt x="3784194" y="1402160"/>
                </a:lnTo>
                <a:lnTo>
                  <a:pt x="3837491" y="1402160"/>
                </a:lnTo>
                <a:lnTo>
                  <a:pt x="3837491" y="1455459"/>
                </a:lnTo>
                <a:moveTo>
                  <a:pt x="3730895" y="1455459"/>
                </a:moveTo>
                <a:lnTo>
                  <a:pt x="3677597" y="1455459"/>
                </a:lnTo>
                <a:lnTo>
                  <a:pt x="3677597" y="1402160"/>
                </a:lnTo>
                <a:lnTo>
                  <a:pt x="3730895" y="1402160"/>
                </a:lnTo>
                <a:lnTo>
                  <a:pt x="3730895" y="1455459"/>
                </a:lnTo>
                <a:moveTo>
                  <a:pt x="3624298" y="1455459"/>
                </a:moveTo>
                <a:lnTo>
                  <a:pt x="3566899" y="1455459"/>
                </a:lnTo>
                <a:lnTo>
                  <a:pt x="3566899" y="1402160"/>
                </a:lnTo>
                <a:lnTo>
                  <a:pt x="3624298" y="1402160"/>
                </a:lnTo>
                <a:lnTo>
                  <a:pt x="3624298" y="1455459"/>
                </a:lnTo>
                <a:moveTo>
                  <a:pt x="3513600" y="1455459"/>
                </a:moveTo>
                <a:lnTo>
                  <a:pt x="3460302" y="1455459"/>
                </a:lnTo>
                <a:lnTo>
                  <a:pt x="3460302" y="1402160"/>
                </a:lnTo>
                <a:lnTo>
                  <a:pt x="3513600" y="1402160"/>
                </a:lnTo>
                <a:lnTo>
                  <a:pt x="3513600" y="1455459"/>
                </a:lnTo>
                <a:moveTo>
                  <a:pt x="3407003" y="1455459"/>
                </a:moveTo>
                <a:lnTo>
                  <a:pt x="3353706" y="1455459"/>
                </a:lnTo>
                <a:lnTo>
                  <a:pt x="3353706" y="1402160"/>
                </a:lnTo>
                <a:lnTo>
                  <a:pt x="3407003" y="1402160"/>
                </a:lnTo>
                <a:lnTo>
                  <a:pt x="3407003" y="1455459"/>
                </a:lnTo>
                <a:moveTo>
                  <a:pt x="3300407" y="1455459"/>
                </a:moveTo>
                <a:lnTo>
                  <a:pt x="3247108" y="1455459"/>
                </a:lnTo>
                <a:lnTo>
                  <a:pt x="3247108" y="1402160"/>
                </a:lnTo>
                <a:lnTo>
                  <a:pt x="3300407" y="1402160"/>
                </a:lnTo>
                <a:lnTo>
                  <a:pt x="3300407" y="1455459"/>
                </a:lnTo>
                <a:moveTo>
                  <a:pt x="3193810" y="1455459"/>
                </a:moveTo>
                <a:lnTo>
                  <a:pt x="3140511" y="1455459"/>
                </a:lnTo>
                <a:lnTo>
                  <a:pt x="3140511" y="1402160"/>
                </a:lnTo>
                <a:lnTo>
                  <a:pt x="3193810" y="1402160"/>
                </a:lnTo>
                <a:lnTo>
                  <a:pt x="3193810" y="1455459"/>
                </a:lnTo>
                <a:moveTo>
                  <a:pt x="3087212" y="1455459"/>
                </a:moveTo>
                <a:lnTo>
                  <a:pt x="3029815" y="1455459"/>
                </a:lnTo>
                <a:lnTo>
                  <a:pt x="3029815" y="1402160"/>
                </a:lnTo>
                <a:lnTo>
                  <a:pt x="3087212" y="1402160"/>
                </a:lnTo>
                <a:lnTo>
                  <a:pt x="3087212" y="1455459"/>
                </a:lnTo>
                <a:moveTo>
                  <a:pt x="2976516" y="1455459"/>
                </a:moveTo>
                <a:lnTo>
                  <a:pt x="2923218" y="1455459"/>
                </a:lnTo>
                <a:lnTo>
                  <a:pt x="2923218" y="1402160"/>
                </a:lnTo>
                <a:lnTo>
                  <a:pt x="2976516" y="1402160"/>
                </a:lnTo>
                <a:lnTo>
                  <a:pt x="2976516" y="1455459"/>
                </a:lnTo>
                <a:moveTo>
                  <a:pt x="2869919" y="1455459"/>
                </a:moveTo>
                <a:lnTo>
                  <a:pt x="2816620" y="1455459"/>
                </a:lnTo>
                <a:lnTo>
                  <a:pt x="2816620" y="1402160"/>
                </a:lnTo>
                <a:lnTo>
                  <a:pt x="2869919" y="1402160"/>
                </a:lnTo>
                <a:lnTo>
                  <a:pt x="2869919" y="1455459"/>
                </a:lnTo>
                <a:moveTo>
                  <a:pt x="2763321" y="1455459"/>
                </a:moveTo>
                <a:lnTo>
                  <a:pt x="2710024" y="1455459"/>
                </a:lnTo>
                <a:lnTo>
                  <a:pt x="2710024" y="1402160"/>
                </a:lnTo>
                <a:lnTo>
                  <a:pt x="2763321" y="1402160"/>
                </a:lnTo>
                <a:lnTo>
                  <a:pt x="2763321" y="1455459"/>
                </a:lnTo>
                <a:moveTo>
                  <a:pt x="2656725" y="1455459"/>
                </a:moveTo>
                <a:lnTo>
                  <a:pt x="2603426" y="1455459"/>
                </a:lnTo>
                <a:lnTo>
                  <a:pt x="2603426" y="1402160"/>
                </a:lnTo>
                <a:lnTo>
                  <a:pt x="2656725" y="1402160"/>
                </a:lnTo>
                <a:lnTo>
                  <a:pt x="2656725" y="1455459"/>
                </a:lnTo>
                <a:moveTo>
                  <a:pt x="2546028" y="1455459"/>
                </a:moveTo>
                <a:lnTo>
                  <a:pt x="2492729" y="1455459"/>
                </a:lnTo>
                <a:lnTo>
                  <a:pt x="2492729" y="1402160"/>
                </a:lnTo>
                <a:lnTo>
                  <a:pt x="2546028" y="1402160"/>
                </a:lnTo>
                <a:lnTo>
                  <a:pt x="2546028" y="1455459"/>
                </a:lnTo>
                <a:moveTo>
                  <a:pt x="2439431" y="1455459"/>
                </a:moveTo>
                <a:lnTo>
                  <a:pt x="2386132" y="1455459"/>
                </a:lnTo>
                <a:lnTo>
                  <a:pt x="2386132" y="1402160"/>
                </a:lnTo>
                <a:lnTo>
                  <a:pt x="2439431" y="1402160"/>
                </a:lnTo>
                <a:lnTo>
                  <a:pt x="2439431" y="1455459"/>
                </a:lnTo>
                <a:moveTo>
                  <a:pt x="2332833" y="1455459"/>
                </a:moveTo>
                <a:lnTo>
                  <a:pt x="2279534" y="1455459"/>
                </a:lnTo>
                <a:lnTo>
                  <a:pt x="2279534" y="1402160"/>
                </a:lnTo>
                <a:lnTo>
                  <a:pt x="2332833" y="1402160"/>
                </a:lnTo>
                <a:lnTo>
                  <a:pt x="2332833" y="1455459"/>
                </a:lnTo>
                <a:moveTo>
                  <a:pt x="2226237" y="1455459"/>
                </a:moveTo>
                <a:lnTo>
                  <a:pt x="2172938" y="1455459"/>
                </a:lnTo>
                <a:lnTo>
                  <a:pt x="2172938" y="1402160"/>
                </a:lnTo>
                <a:lnTo>
                  <a:pt x="2226237" y="1402160"/>
                </a:lnTo>
                <a:lnTo>
                  <a:pt x="2226237" y="1455459"/>
                </a:lnTo>
                <a:moveTo>
                  <a:pt x="2119639" y="1455459"/>
                </a:moveTo>
                <a:lnTo>
                  <a:pt x="2062241" y="1455459"/>
                </a:lnTo>
                <a:lnTo>
                  <a:pt x="2062241" y="1402160"/>
                </a:lnTo>
                <a:lnTo>
                  <a:pt x="2119639" y="1402160"/>
                </a:lnTo>
                <a:lnTo>
                  <a:pt x="2119639" y="1455459"/>
                </a:lnTo>
                <a:moveTo>
                  <a:pt x="2008942" y="1455459"/>
                </a:moveTo>
                <a:lnTo>
                  <a:pt x="1955645" y="1455459"/>
                </a:lnTo>
                <a:lnTo>
                  <a:pt x="1955645" y="1402160"/>
                </a:lnTo>
                <a:lnTo>
                  <a:pt x="2008942" y="1402160"/>
                </a:lnTo>
                <a:lnTo>
                  <a:pt x="2008942" y="1455459"/>
                </a:lnTo>
                <a:moveTo>
                  <a:pt x="1902346" y="1455459"/>
                </a:moveTo>
                <a:lnTo>
                  <a:pt x="1849047" y="1455459"/>
                </a:lnTo>
                <a:lnTo>
                  <a:pt x="1849047" y="1402160"/>
                </a:lnTo>
                <a:lnTo>
                  <a:pt x="1902346" y="1402160"/>
                </a:lnTo>
                <a:lnTo>
                  <a:pt x="1902346" y="1455459"/>
                </a:lnTo>
                <a:moveTo>
                  <a:pt x="1795749" y="1455459"/>
                </a:moveTo>
                <a:lnTo>
                  <a:pt x="1742450" y="1455459"/>
                </a:lnTo>
                <a:lnTo>
                  <a:pt x="1742450" y="1402160"/>
                </a:lnTo>
                <a:lnTo>
                  <a:pt x="1795749" y="1402160"/>
                </a:lnTo>
                <a:lnTo>
                  <a:pt x="1795749" y="1455459"/>
                </a:lnTo>
                <a:moveTo>
                  <a:pt x="1689151" y="1455459"/>
                </a:moveTo>
                <a:lnTo>
                  <a:pt x="1635854" y="1455459"/>
                </a:lnTo>
                <a:lnTo>
                  <a:pt x="1635854" y="1402160"/>
                </a:lnTo>
                <a:lnTo>
                  <a:pt x="1689151" y="1402160"/>
                </a:lnTo>
                <a:lnTo>
                  <a:pt x="1689151" y="1455459"/>
                </a:lnTo>
                <a:moveTo>
                  <a:pt x="1582556" y="1455459"/>
                </a:moveTo>
                <a:lnTo>
                  <a:pt x="1525157" y="1455459"/>
                </a:lnTo>
                <a:lnTo>
                  <a:pt x="1525157" y="1402160"/>
                </a:lnTo>
                <a:lnTo>
                  <a:pt x="1582556" y="1402160"/>
                </a:lnTo>
                <a:lnTo>
                  <a:pt x="1582556" y="1455459"/>
                </a:lnTo>
                <a:moveTo>
                  <a:pt x="1471858" y="1455459"/>
                </a:moveTo>
                <a:lnTo>
                  <a:pt x="1418559" y="1455459"/>
                </a:lnTo>
                <a:lnTo>
                  <a:pt x="1418559" y="1402160"/>
                </a:lnTo>
                <a:lnTo>
                  <a:pt x="1471858" y="1402160"/>
                </a:lnTo>
                <a:lnTo>
                  <a:pt x="1471858" y="1455459"/>
                </a:lnTo>
                <a:moveTo>
                  <a:pt x="1365262" y="1455459"/>
                </a:moveTo>
                <a:lnTo>
                  <a:pt x="1311964" y="1455459"/>
                </a:lnTo>
                <a:lnTo>
                  <a:pt x="1311964" y="1402160"/>
                </a:lnTo>
                <a:lnTo>
                  <a:pt x="1365262" y="1402160"/>
                </a:lnTo>
                <a:lnTo>
                  <a:pt x="1365262" y="1455459"/>
                </a:lnTo>
                <a:moveTo>
                  <a:pt x="1258665" y="1455459"/>
                </a:moveTo>
                <a:lnTo>
                  <a:pt x="1205366" y="1455459"/>
                </a:lnTo>
                <a:lnTo>
                  <a:pt x="1205366" y="1402160"/>
                </a:lnTo>
                <a:lnTo>
                  <a:pt x="1258665" y="1402160"/>
                </a:lnTo>
                <a:lnTo>
                  <a:pt x="1258665" y="1455459"/>
                </a:lnTo>
                <a:moveTo>
                  <a:pt x="1152067" y="1455459"/>
                </a:moveTo>
                <a:lnTo>
                  <a:pt x="1098770" y="1455459"/>
                </a:lnTo>
                <a:lnTo>
                  <a:pt x="1098770" y="1402160"/>
                </a:lnTo>
                <a:lnTo>
                  <a:pt x="1152067" y="1402160"/>
                </a:lnTo>
                <a:lnTo>
                  <a:pt x="1152067" y="1455459"/>
                </a:lnTo>
                <a:moveTo>
                  <a:pt x="1041370" y="1455459"/>
                </a:moveTo>
                <a:lnTo>
                  <a:pt x="988073" y="1455459"/>
                </a:lnTo>
                <a:lnTo>
                  <a:pt x="988073" y="1402160"/>
                </a:lnTo>
                <a:lnTo>
                  <a:pt x="1041370" y="1402160"/>
                </a:lnTo>
                <a:lnTo>
                  <a:pt x="1041370" y="1455459"/>
                </a:lnTo>
                <a:moveTo>
                  <a:pt x="934774" y="1455459"/>
                </a:moveTo>
                <a:lnTo>
                  <a:pt x="881475" y="1455459"/>
                </a:lnTo>
                <a:lnTo>
                  <a:pt x="881475" y="1402160"/>
                </a:lnTo>
                <a:lnTo>
                  <a:pt x="934774" y="1402160"/>
                </a:lnTo>
                <a:lnTo>
                  <a:pt x="934774" y="1455459"/>
                </a:lnTo>
                <a:moveTo>
                  <a:pt x="828178" y="1455459"/>
                </a:moveTo>
                <a:lnTo>
                  <a:pt x="774878" y="1455459"/>
                </a:lnTo>
                <a:lnTo>
                  <a:pt x="774878" y="1402160"/>
                </a:lnTo>
                <a:lnTo>
                  <a:pt x="828178" y="1402160"/>
                </a:lnTo>
                <a:lnTo>
                  <a:pt x="828178" y="1455459"/>
                </a:lnTo>
                <a:moveTo>
                  <a:pt x="721579" y="1455459"/>
                </a:moveTo>
                <a:lnTo>
                  <a:pt x="668282" y="1455459"/>
                </a:lnTo>
                <a:lnTo>
                  <a:pt x="668282" y="1402160"/>
                </a:lnTo>
                <a:lnTo>
                  <a:pt x="721579" y="1402160"/>
                </a:lnTo>
                <a:lnTo>
                  <a:pt x="721579" y="1455459"/>
                </a:lnTo>
                <a:moveTo>
                  <a:pt x="614983" y="1455459"/>
                </a:moveTo>
                <a:lnTo>
                  <a:pt x="561684" y="1455459"/>
                </a:lnTo>
                <a:lnTo>
                  <a:pt x="561684" y="1402160"/>
                </a:lnTo>
                <a:lnTo>
                  <a:pt x="614983" y="1402160"/>
                </a:lnTo>
                <a:lnTo>
                  <a:pt x="614983" y="1455459"/>
                </a:lnTo>
                <a:moveTo>
                  <a:pt x="504286" y="1455459"/>
                </a:moveTo>
                <a:lnTo>
                  <a:pt x="450987" y="1455459"/>
                </a:lnTo>
                <a:lnTo>
                  <a:pt x="450987" y="1402160"/>
                </a:lnTo>
                <a:lnTo>
                  <a:pt x="504286" y="1402160"/>
                </a:lnTo>
                <a:lnTo>
                  <a:pt x="504286" y="1455459"/>
                </a:lnTo>
                <a:moveTo>
                  <a:pt x="397690" y="1455459"/>
                </a:moveTo>
                <a:lnTo>
                  <a:pt x="344391" y="1455459"/>
                </a:lnTo>
                <a:lnTo>
                  <a:pt x="344391" y="1402160"/>
                </a:lnTo>
                <a:lnTo>
                  <a:pt x="397690" y="1402160"/>
                </a:lnTo>
                <a:lnTo>
                  <a:pt x="397690" y="1455459"/>
                </a:lnTo>
                <a:moveTo>
                  <a:pt x="291092" y="1455459"/>
                </a:moveTo>
                <a:lnTo>
                  <a:pt x="237793" y="1455459"/>
                </a:lnTo>
                <a:lnTo>
                  <a:pt x="237793" y="1402160"/>
                </a:lnTo>
                <a:lnTo>
                  <a:pt x="291092" y="1402160"/>
                </a:lnTo>
                <a:lnTo>
                  <a:pt x="291092" y="1455459"/>
                </a:lnTo>
                <a:moveTo>
                  <a:pt x="180395" y="1455459"/>
                </a:moveTo>
                <a:lnTo>
                  <a:pt x="163994" y="1455459"/>
                </a:lnTo>
                <a:lnTo>
                  <a:pt x="147596" y="1451359"/>
                </a:lnTo>
                <a:lnTo>
                  <a:pt x="122996" y="1443159"/>
                </a:lnTo>
                <a:lnTo>
                  <a:pt x="139395" y="1393960"/>
                </a:lnTo>
                <a:lnTo>
                  <a:pt x="159895" y="1398060"/>
                </a:lnTo>
                <a:lnTo>
                  <a:pt x="155796" y="1398060"/>
                </a:lnTo>
                <a:lnTo>
                  <a:pt x="172194" y="1402160"/>
                </a:lnTo>
                <a:lnTo>
                  <a:pt x="168096" y="1402160"/>
                </a:lnTo>
                <a:lnTo>
                  <a:pt x="184495" y="1402160"/>
                </a:lnTo>
                <a:lnTo>
                  <a:pt x="180395" y="1455459"/>
                </a:lnTo>
                <a:moveTo>
                  <a:pt x="69696" y="1414460"/>
                </a:moveTo>
                <a:lnTo>
                  <a:pt x="53299" y="1402160"/>
                </a:lnTo>
                <a:lnTo>
                  <a:pt x="32798" y="1373461"/>
                </a:lnTo>
                <a:lnTo>
                  <a:pt x="24598" y="1365261"/>
                </a:lnTo>
                <a:lnTo>
                  <a:pt x="73799" y="1340662"/>
                </a:lnTo>
                <a:lnTo>
                  <a:pt x="77897" y="1344762"/>
                </a:lnTo>
                <a:lnTo>
                  <a:pt x="73799" y="1340662"/>
                </a:lnTo>
                <a:lnTo>
                  <a:pt x="94297" y="1365261"/>
                </a:lnTo>
                <a:lnTo>
                  <a:pt x="90198" y="1361162"/>
                </a:lnTo>
                <a:lnTo>
                  <a:pt x="102497" y="1373461"/>
                </a:lnTo>
                <a:lnTo>
                  <a:pt x="69696" y="1414460"/>
                </a:lnTo>
                <a:moveTo>
                  <a:pt x="4099" y="1311963"/>
                </a:moveTo>
                <a:lnTo>
                  <a:pt x="4099" y="1307863"/>
                </a:lnTo>
                <a:lnTo>
                  <a:pt x="0" y="1291463"/>
                </a:lnTo>
                <a:lnTo>
                  <a:pt x="0" y="1270964"/>
                </a:lnTo>
                <a:lnTo>
                  <a:pt x="53299" y="1270964"/>
                </a:lnTo>
                <a:lnTo>
                  <a:pt x="53299" y="1287364"/>
                </a:lnTo>
                <a:lnTo>
                  <a:pt x="53299" y="1283264"/>
                </a:lnTo>
                <a:lnTo>
                  <a:pt x="57397" y="1299663"/>
                </a:lnTo>
                <a:lnTo>
                  <a:pt x="57397" y="1295563"/>
                </a:lnTo>
                <a:lnTo>
                  <a:pt x="4099" y="1311963"/>
                </a:lnTo>
              </a:path>
            </a:pathLst>
          </a:custGeom>
          <a:solidFill xmlns:a="http://schemas.openxmlformats.org/drawingml/2006/main">
            <a:srgbClr val="3A37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B2D3A3FF-1DC3-4F69-931A-52BD39F1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9203" y="522186"/>
            <a:ext cx="2007861" cy="286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8" b="1" i="0">
                <a:solidFill>
                  <a:srgbClr val="3A37A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8" b="1" i="0">
                <a:solidFill>
                  <a:srgbClr val="3A37A2"/>
                </a:solidFill>
                <a:latin typeface="Arial"/>
                <a:ea typeface="Arial"/>
                <a:cs typeface="Arial"/>
              </a:defRPr>
            </a:pPr>
            <a:r>
              <a:rPr sz="2258" b="1" i="0">
                <a:solidFill>
                  <a:srgbClr val="3A37A2"/>
                </a:solidFill>
                <a:latin typeface="Arial"/>
                <a:ea typeface="Arial"/>
                <a:cs typeface="Arial"/>
              </a:rPr>
              <a:t>Pre-conditions</a:t>
            </a:r>
          </a:p>
        </p:txBody>
      </p:sp>
      <p:sp>
        <p:nvSpPr>
          <p:cNvPr id="4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DF28494D-ADBA-480E-ACAA-B04569EA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63" y="522186"/>
            <a:ext cx="1388430" cy="286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6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6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6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Detection </a:t>
            </a:r>
          </a:p>
        </p:txBody>
      </p:sp>
      <p:sp>
        <p:nvSpPr>
          <p:cNvPr id="5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FE17916D-769B-4A6B-AD62-9929EE75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812" y="522186"/>
            <a:ext cx="260541" cy="286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71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1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1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 </a:t>
            </a:r>
          </a:p>
        </p:txBody>
      </p:sp>
      <p:sp>
        <p:nvSpPr>
          <p:cNvPr id="6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314FA12E-D955-49A8-9136-CBE71B34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098" y="522186"/>
            <a:ext cx="1022558" cy="286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60" b="1" i="1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60" b="1" i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260" b="1" i="1">
                <a:solidFill>
                  <a:srgbClr val="FF0000"/>
                </a:solidFill>
                <a:latin typeface="Arial"/>
                <a:ea typeface="Arial"/>
                <a:cs typeface="Arial"/>
              </a:rPr>
              <a:t>(Sec. 4)</a:t>
            </a:r>
          </a:p>
        </p:txBody>
      </p:sp>
      <p:sp>
        <p:nvSpPr>
          <p:cNvPr id="7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9CA8E9B8-9829-4376-A1E4-B315D2C0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859" y="1029452"/>
            <a:ext cx="2025454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4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4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 Detection: </a:t>
            </a:r>
          </a:p>
        </p:txBody>
      </p:sp>
      <p:sp>
        <p:nvSpPr>
          <p:cNvPr id="8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D5471F69-60F5-4B66-98CE-880E9C2C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422" y="1029452"/>
            <a:ext cx="1590299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kettle, cup, etc.</a:t>
            </a:r>
          </a:p>
        </p:txBody>
      </p:sp>
      <p:sp>
        <p:nvSpPr>
          <p:cNvPr id="9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C7BFF8FC-D10B-48CB-97B0-9898F989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859" y="1312293"/>
            <a:ext cx="2546215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Affordance Detection: </a:t>
            </a:r>
          </a:p>
        </p:txBody>
      </p:sp>
      <p:sp>
        <p:nvSpPr>
          <p:cNvPr id="10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00D5F9EB-14AF-495E-9DC8-0101F690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034" y="1312293"/>
            <a:ext cx="5007333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kettle affords pouring, cup affords grasping, etc.</a:t>
            </a:r>
          </a:p>
        </p:txBody>
      </p:sp>
      <p:sp>
        <p:nvSpPr>
          <p:cNvPr id="11" name="pdf-path-13">
            <a:extLst xmlns:a="http://schemas.openxmlformats.org/drawingml/2006/main">
              <a:ext uri="{FF2B5EF4-FFF2-40B4-BE49-F238E27FC236}">
                <a16:creationId xmlns:a16="http://schemas.microsoft.com/office/drawing/2014/main" id="{51EF4D0C-6541-41ED-9F52-685489BD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020" y="1767595"/>
            <a:ext cx="143496" cy="442787"/>
          </a:xfrm>
          <a:custGeom xmlns:a="http://schemas.openxmlformats.org/drawingml/2006/main">
            <a:pathLst>
              <a:path w="143496" h="442787">
                <a:moveTo>
                  <a:pt x="65598" y="0"/>
                </a:moveTo>
                <a:lnTo>
                  <a:pt x="65598" y="323891"/>
                </a:lnTo>
                <a:lnTo>
                  <a:pt x="73798" y="323891"/>
                </a:lnTo>
                <a:lnTo>
                  <a:pt x="77898" y="0"/>
                </a:lnTo>
                <a:lnTo>
                  <a:pt x="65598" y="0"/>
                </a:lnTo>
                <a:moveTo>
                  <a:pt x="0" y="299291"/>
                </a:moveTo>
                <a:lnTo>
                  <a:pt x="69698" y="442787"/>
                </a:lnTo>
                <a:lnTo>
                  <a:pt x="143496" y="303391"/>
                </a:lnTo>
                <a:lnTo>
                  <a:pt x="0" y="29929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4688B3EE-6F8B-461C-8366-CED46648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0945" y="1890398"/>
            <a:ext cx="2379361" cy="23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Perception Information</a:t>
            </a:r>
          </a:p>
        </p:txBody>
      </p:sp>
      <p:sp>
        <p:nvSpPr>
          <p:cNvPr id="13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CF0BE8FE-394B-4143-8E04-CC20DD01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8999" y="2804609"/>
            <a:ext cx="2788759" cy="23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Fill the kettle with water </a:t>
            </a:r>
          </a:p>
        </p:txBody>
      </p:sp>
      <p:sp>
        <p:nvSpPr>
          <p:cNvPr id="14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51C53FB4-3959-4CC9-8C44-9DBA6DB7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8999" y="3087478"/>
            <a:ext cx="1820953" cy="23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heat the water </a:t>
            </a:r>
          </a:p>
        </p:txBody>
      </p:sp>
      <p:sp>
        <p:nvSpPr>
          <p:cNvPr id="15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ED01D7F6-7D58-43CE-AD09-6BF66EE5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8999" y="3374485"/>
            <a:ext cx="2194284" cy="23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get the tea leaves </a:t>
            </a:r>
          </a:p>
        </p:txBody>
      </p:sp>
      <p:sp>
        <p:nvSpPr>
          <p:cNvPr id="16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6F701133-44DF-4ACB-B21E-A49745FE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8999" y="3661491"/>
            <a:ext cx="3628153" cy="23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pour the tea leaves into the cup </a:t>
            </a:r>
          </a:p>
        </p:txBody>
      </p:sp>
      <p:sp>
        <p:nvSpPr>
          <p:cNvPr id="17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3ADB81A0-BFD7-421C-9D1C-753216F2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295" y="2395918"/>
            <a:ext cx="1744303" cy="286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47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47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Hierarchy of </a:t>
            </a:r>
          </a:p>
        </p:txBody>
      </p:sp>
      <p:sp>
        <p:nvSpPr>
          <p:cNvPr id="18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1255F604-5000-4921-83BE-5AD96DE0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8978" y="2395918"/>
            <a:ext cx="745083" cy="286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5" b="1" i="0">
                <a:solidFill>
                  <a:srgbClr val="6DAD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45" b="1" i="0">
                <a:solidFill>
                  <a:srgbClr val="6DADC7"/>
                </a:solidFill>
                <a:latin typeface="Arial"/>
                <a:ea typeface="Arial"/>
                <a:cs typeface="Arial"/>
              </a:defRPr>
            </a:pPr>
            <a:r>
              <a:rPr sz="2245" b="1" i="0">
                <a:solidFill>
                  <a:srgbClr val="6DADC7"/>
                </a:solidFill>
                <a:latin typeface="Arial"/>
                <a:ea typeface="Arial"/>
                <a:cs typeface="Arial"/>
              </a:rPr>
              <a:t>Skills</a:t>
            </a:r>
          </a:p>
        </p:txBody>
      </p:sp>
      <p:sp>
        <p:nvSpPr>
          <p:cNvPr id="19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9135D3DF-B808-45D9-A2B0-79B1DDC5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170" y="2395918"/>
            <a:ext cx="289243" cy="286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60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60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6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 </a:t>
            </a:r>
          </a:p>
        </p:txBody>
      </p:sp>
      <p:sp>
        <p:nvSpPr>
          <p:cNvPr id="20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63B84B11-3A96-47D7-BB74-22E60FB1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4183" y="2395918"/>
            <a:ext cx="1022558" cy="286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60" b="1" i="1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60" b="1" i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260" b="1" i="1">
                <a:solidFill>
                  <a:srgbClr val="FF0000"/>
                </a:solidFill>
                <a:latin typeface="Arial"/>
                <a:ea typeface="Arial"/>
                <a:cs typeface="Arial"/>
              </a:rPr>
              <a:t>(Sec. 5)</a:t>
            </a:r>
          </a:p>
        </p:txBody>
      </p:sp>
      <p:sp>
        <p:nvSpPr>
          <p:cNvPr id="21" name="pdf-path-23">
            <a:extLst xmlns:a="http://schemas.openxmlformats.org/drawingml/2006/main">
              <a:ext uri="{FF2B5EF4-FFF2-40B4-BE49-F238E27FC236}">
                <a16:creationId xmlns:a16="http://schemas.microsoft.com/office/drawing/2014/main" id="{E33C3BDC-8E7A-44DD-A602-BBEADB71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3433" y="2222682"/>
            <a:ext cx="8043972" cy="1836748"/>
          </a:xfrm>
          <a:custGeom xmlns:a="http://schemas.openxmlformats.org/drawingml/2006/main">
            <a:pathLst>
              <a:path w="8043972" h="1836748">
                <a:moveTo>
                  <a:pt x="0" y="1607155"/>
                </a:moveTo>
                <a:lnTo>
                  <a:pt x="0" y="1553855"/>
                </a:lnTo>
                <a:lnTo>
                  <a:pt x="53299" y="1553855"/>
                </a:lnTo>
                <a:lnTo>
                  <a:pt x="53299" y="1607155"/>
                </a:lnTo>
                <a:lnTo>
                  <a:pt x="0" y="1607155"/>
                </a:lnTo>
                <a:moveTo>
                  <a:pt x="0" y="1500557"/>
                </a:moveTo>
                <a:lnTo>
                  <a:pt x="0" y="1447259"/>
                </a:lnTo>
                <a:lnTo>
                  <a:pt x="53299" y="1447259"/>
                </a:lnTo>
                <a:lnTo>
                  <a:pt x="53299" y="1500557"/>
                </a:lnTo>
                <a:lnTo>
                  <a:pt x="0" y="1500557"/>
                </a:lnTo>
                <a:moveTo>
                  <a:pt x="0" y="1393960"/>
                </a:moveTo>
                <a:lnTo>
                  <a:pt x="0" y="1340663"/>
                </a:lnTo>
                <a:lnTo>
                  <a:pt x="53299" y="1340663"/>
                </a:lnTo>
                <a:lnTo>
                  <a:pt x="53299" y="1393960"/>
                </a:lnTo>
                <a:lnTo>
                  <a:pt x="0" y="1393960"/>
                </a:lnTo>
                <a:moveTo>
                  <a:pt x="0" y="1287364"/>
                </a:moveTo>
                <a:lnTo>
                  <a:pt x="0" y="1234065"/>
                </a:lnTo>
                <a:lnTo>
                  <a:pt x="53299" y="1234065"/>
                </a:lnTo>
                <a:lnTo>
                  <a:pt x="53299" y="1287364"/>
                </a:lnTo>
                <a:lnTo>
                  <a:pt x="0" y="1287364"/>
                </a:lnTo>
                <a:moveTo>
                  <a:pt x="0" y="1180766"/>
                </a:moveTo>
                <a:lnTo>
                  <a:pt x="0" y="1123368"/>
                </a:lnTo>
                <a:lnTo>
                  <a:pt x="53299" y="1123368"/>
                </a:lnTo>
                <a:lnTo>
                  <a:pt x="53299" y="1180766"/>
                </a:lnTo>
                <a:lnTo>
                  <a:pt x="0" y="1180766"/>
                </a:lnTo>
                <a:moveTo>
                  <a:pt x="0" y="1070070"/>
                </a:moveTo>
                <a:lnTo>
                  <a:pt x="0" y="1016771"/>
                </a:lnTo>
                <a:lnTo>
                  <a:pt x="53299" y="1016771"/>
                </a:lnTo>
                <a:lnTo>
                  <a:pt x="53299" y="1070070"/>
                </a:lnTo>
                <a:lnTo>
                  <a:pt x="0" y="1070070"/>
                </a:lnTo>
                <a:moveTo>
                  <a:pt x="0" y="963473"/>
                </a:moveTo>
                <a:lnTo>
                  <a:pt x="0" y="910174"/>
                </a:lnTo>
                <a:lnTo>
                  <a:pt x="53299" y="910174"/>
                </a:lnTo>
                <a:lnTo>
                  <a:pt x="53299" y="963473"/>
                </a:lnTo>
                <a:lnTo>
                  <a:pt x="0" y="963473"/>
                </a:lnTo>
                <a:moveTo>
                  <a:pt x="0" y="856876"/>
                </a:moveTo>
                <a:lnTo>
                  <a:pt x="0" y="803577"/>
                </a:lnTo>
                <a:lnTo>
                  <a:pt x="53299" y="803577"/>
                </a:lnTo>
                <a:lnTo>
                  <a:pt x="53299" y="856876"/>
                </a:lnTo>
                <a:lnTo>
                  <a:pt x="0" y="856876"/>
                </a:lnTo>
                <a:moveTo>
                  <a:pt x="0" y="750279"/>
                </a:moveTo>
                <a:lnTo>
                  <a:pt x="0" y="696980"/>
                </a:lnTo>
                <a:lnTo>
                  <a:pt x="53299" y="696980"/>
                </a:lnTo>
                <a:lnTo>
                  <a:pt x="53299" y="750279"/>
                </a:lnTo>
                <a:lnTo>
                  <a:pt x="0" y="750279"/>
                </a:lnTo>
                <a:moveTo>
                  <a:pt x="0" y="639582"/>
                </a:moveTo>
                <a:lnTo>
                  <a:pt x="0" y="586284"/>
                </a:lnTo>
                <a:lnTo>
                  <a:pt x="53299" y="586284"/>
                </a:lnTo>
                <a:lnTo>
                  <a:pt x="53299" y="639582"/>
                </a:lnTo>
                <a:lnTo>
                  <a:pt x="0" y="639582"/>
                </a:lnTo>
                <a:moveTo>
                  <a:pt x="0" y="532985"/>
                </a:moveTo>
                <a:lnTo>
                  <a:pt x="0" y="479686"/>
                </a:lnTo>
                <a:lnTo>
                  <a:pt x="53299" y="479686"/>
                </a:lnTo>
                <a:lnTo>
                  <a:pt x="53299" y="532985"/>
                </a:lnTo>
                <a:lnTo>
                  <a:pt x="0" y="532985"/>
                </a:lnTo>
                <a:moveTo>
                  <a:pt x="0" y="426387"/>
                </a:moveTo>
                <a:lnTo>
                  <a:pt x="0" y="373089"/>
                </a:lnTo>
                <a:lnTo>
                  <a:pt x="53299" y="373089"/>
                </a:lnTo>
                <a:lnTo>
                  <a:pt x="53299" y="426387"/>
                </a:lnTo>
                <a:lnTo>
                  <a:pt x="0" y="426387"/>
                </a:lnTo>
                <a:moveTo>
                  <a:pt x="0" y="319791"/>
                </a:moveTo>
                <a:lnTo>
                  <a:pt x="0" y="266492"/>
                </a:lnTo>
                <a:lnTo>
                  <a:pt x="53299" y="266492"/>
                </a:lnTo>
                <a:lnTo>
                  <a:pt x="53299" y="319791"/>
                </a:lnTo>
                <a:lnTo>
                  <a:pt x="0" y="319791"/>
                </a:lnTo>
                <a:moveTo>
                  <a:pt x="0" y="209094"/>
                </a:moveTo>
                <a:lnTo>
                  <a:pt x="0" y="204994"/>
                </a:lnTo>
                <a:lnTo>
                  <a:pt x="4099" y="184495"/>
                </a:lnTo>
                <a:lnTo>
                  <a:pt x="8200" y="159895"/>
                </a:lnTo>
                <a:lnTo>
                  <a:pt x="12299" y="151695"/>
                </a:lnTo>
                <a:lnTo>
                  <a:pt x="65598" y="168095"/>
                </a:lnTo>
                <a:lnTo>
                  <a:pt x="61498" y="180395"/>
                </a:lnTo>
                <a:lnTo>
                  <a:pt x="61498" y="176295"/>
                </a:lnTo>
                <a:lnTo>
                  <a:pt x="57397" y="196795"/>
                </a:lnTo>
                <a:lnTo>
                  <a:pt x="57397" y="192694"/>
                </a:lnTo>
                <a:lnTo>
                  <a:pt x="53299" y="213194"/>
                </a:lnTo>
                <a:lnTo>
                  <a:pt x="53299" y="209094"/>
                </a:lnTo>
                <a:lnTo>
                  <a:pt x="53299" y="213194"/>
                </a:lnTo>
                <a:lnTo>
                  <a:pt x="0" y="209094"/>
                </a:lnTo>
                <a:moveTo>
                  <a:pt x="45098" y="94297"/>
                </a:moveTo>
                <a:lnTo>
                  <a:pt x="65598" y="69698"/>
                </a:lnTo>
                <a:lnTo>
                  <a:pt x="86098" y="53298"/>
                </a:lnTo>
                <a:lnTo>
                  <a:pt x="118897" y="94297"/>
                </a:lnTo>
                <a:lnTo>
                  <a:pt x="102497" y="106597"/>
                </a:lnTo>
                <a:lnTo>
                  <a:pt x="106596" y="106597"/>
                </a:lnTo>
                <a:lnTo>
                  <a:pt x="86098" y="131196"/>
                </a:lnTo>
                <a:lnTo>
                  <a:pt x="45098" y="94297"/>
                </a:lnTo>
                <a:moveTo>
                  <a:pt x="135295" y="20499"/>
                </a:moveTo>
                <a:lnTo>
                  <a:pt x="139395" y="20499"/>
                </a:lnTo>
                <a:lnTo>
                  <a:pt x="159895" y="12300"/>
                </a:lnTo>
                <a:lnTo>
                  <a:pt x="180395" y="8200"/>
                </a:lnTo>
                <a:lnTo>
                  <a:pt x="192694" y="4100"/>
                </a:lnTo>
                <a:lnTo>
                  <a:pt x="200893" y="57398"/>
                </a:lnTo>
                <a:lnTo>
                  <a:pt x="192694" y="57398"/>
                </a:lnTo>
                <a:lnTo>
                  <a:pt x="176295" y="65598"/>
                </a:lnTo>
                <a:lnTo>
                  <a:pt x="176295" y="61498"/>
                </a:lnTo>
                <a:lnTo>
                  <a:pt x="159895" y="69698"/>
                </a:lnTo>
                <a:lnTo>
                  <a:pt x="135295" y="20499"/>
                </a:lnTo>
                <a:moveTo>
                  <a:pt x="254192" y="0"/>
                </a:moveTo>
                <a:lnTo>
                  <a:pt x="307491" y="0"/>
                </a:lnTo>
                <a:lnTo>
                  <a:pt x="307491" y="57398"/>
                </a:lnTo>
                <a:lnTo>
                  <a:pt x="254192" y="57398"/>
                </a:lnTo>
                <a:lnTo>
                  <a:pt x="254192" y="0"/>
                </a:lnTo>
                <a:moveTo>
                  <a:pt x="360790" y="0"/>
                </a:moveTo>
                <a:lnTo>
                  <a:pt x="414088" y="0"/>
                </a:lnTo>
                <a:lnTo>
                  <a:pt x="414088" y="57398"/>
                </a:lnTo>
                <a:lnTo>
                  <a:pt x="360790" y="57398"/>
                </a:lnTo>
                <a:lnTo>
                  <a:pt x="360790" y="0"/>
                </a:lnTo>
                <a:moveTo>
                  <a:pt x="467387" y="0"/>
                </a:moveTo>
                <a:lnTo>
                  <a:pt x="520686" y="0"/>
                </a:lnTo>
                <a:lnTo>
                  <a:pt x="520686" y="57398"/>
                </a:lnTo>
                <a:lnTo>
                  <a:pt x="467387" y="57398"/>
                </a:lnTo>
                <a:lnTo>
                  <a:pt x="467387" y="0"/>
                </a:lnTo>
                <a:moveTo>
                  <a:pt x="573983" y="0"/>
                </a:moveTo>
                <a:lnTo>
                  <a:pt x="627282" y="0"/>
                </a:lnTo>
                <a:lnTo>
                  <a:pt x="627282" y="57398"/>
                </a:lnTo>
                <a:lnTo>
                  <a:pt x="573983" y="57398"/>
                </a:lnTo>
                <a:lnTo>
                  <a:pt x="573983" y="0"/>
                </a:lnTo>
                <a:moveTo>
                  <a:pt x="680581" y="0"/>
                </a:moveTo>
                <a:lnTo>
                  <a:pt x="733879" y="0"/>
                </a:lnTo>
                <a:lnTo>
                  <a:pt x="733879" y="57398"/>
                </a:lnTo>
                <a:lnTo>
                  <a:pt x="680581" y="57398"/>
                </a:lnTo>
                <a:lnTo>
                  <a:pt x="680581" y="0"/>
                </a:lnTo>
                <a:moveTo>
                  <a:pt x="791278" y="0"/>
                </a:moveTo>
                <a:lnTo>
                  <a:pt x="844575" y="0"/>
                </a:lnTo>
                <a:lnTo>
                  <a:pt x="844575" y="57398"/>
                </a:lnTo>
                <a:lnTo>
                  <a:pt x="791278" y="57398"/>
                </a:lnTo>
                <a:lnTo>
                  <a:pt x="791278" y="0"/>
                </a:lnTo>
                <a:moveTo>
                  <a:pt x="897874" y="0"/>
                </a:moveTo>
                <a:lnTo>
                  <a:pt x="951173" y="0"/>
                </a:lnTo>
                <a:lnTo>
                  <a:pt x="951173" y="57398"/>
                </a:lnTo>
                <a:lnTo>
                  <a:pt x="897874" y="57398"/>
                </a:lnTo>
                <a:lnTo>
                  <a:pt x="897874" y="0"/>
                </a:lnTo>
                <a:moveTo>
                  <a:pt x="1004473" y="0"/>
                </a:moveTo>
                <a:lnTo>
                  <a:pt x="1057770" y="0"/>
                </a:lnTo>
                <a:lnTo>
                  <a:pt x="1057770" y="57398"/>
                </a:lnTo>
                <a:lnTo>
                  <a:pt x="1004473" y="57398"/>
                </a:lnTo>
                <a:lnTo>
                  <a:pt x="1004473" y="0"/>
                </a:lnTo>
                <a:moveTo>
                  <a:pt x="1111069" y="0"/>
                </a:moveTo>
                <a:lnTo>
                  <a:pt x="1164368" y="0"/>
                </a:lnTo>
                <a:lnTo>
                  <a:pt x="1164368" y="57398"/>
                </a:lnTo>
                <a:lnTo>
                  <a:pt x="1111069" y="57398"/>
                </a:lnTo>
                <a:lnTo>
                  <a:pt x="1111069" y="0"/>
                </a:lnTo>
                <a:moveTo>
                  <a:pt x="1217667" y="0"/>
                </a:moveTo>
                <a:lnTo>
                  <a:pt x="1275065" y="0"/>
                </a:lnTo>
                <a:lnTo>
                  <a:pt x="1275065" y="57398"/>
                </a:lnTo>
                <a:lnTo>
                  <a:pt x="1217667" y="57398"/>
                </a:lnTo>
                <a:lnTo>
                  <a:pt x="1217667" y="0"/>
                </a:lnTo>
                <a:moveTo>
                  <a:pt x="1328362" y="0"/>
                </a:moveTo>
                <a:lnTo>
                  <a:pt x="1381661" y="0"/>
                </a:lnTo>
                <a:lnTo>
                  <a:pt x="1381661" y="57398"/>
                </a:lnTo>
                <a:lnTo>
                  <a:pt x="1328362" y="57398"/>
                </a:lnTo>
                <a:lnTo>
                  <a:pt x="1328362" y="0"/>
                </a:lnTo>
                <a:moveTo>
                  <a:pt x="1434960" y="0"/>
                </a:moveTo>
                <a:lnTo>
                  <a:pt x="1488259" y="0"/>
                </a:lnTo>
                <a:lnTo>
                  <a:pt x="1488259" y="57398"/>
                </a:lnTo>
                <a:lnTo>
                  <a:pt x="1434960" y="57398"/>
                </a:lnTo>
                <a:lnTo>
                  <a:pt x="1434960" y="0"/>
                </a:lnTo>
                <a:moveTo>
                  <a:pt x="1541557" y="0"/>
                </a:moveTo>
                <a:lnTo>
                  <a:pt x="1594854" y="0"/>
                </a:lnTo>
                <a:lnTo>
                  <a:pt x="1594854" y="57398"/>
                </a:lnTo>
                <a:lnTo>
                  <a:pt x="1541557" y="57398"/>
                </a:lnTo>
                <a:lnTo>
                  <a:pt x="1541557" y="0"/>
                </a:lnTo>
                <a:moveTo>
                  <a:pt x="1648153" y="0"/>
                </a:moveTo>
                <a:lnTo>
                  <a:pt x="1701450" y="0"/>
                </a:lnTo>
                <a:lnTo>
                  <a:pt x="1701450" y="57398"/>
                </a:lnTo>
                <a:lnTo>
                  <a:pt x="1648153" y="57398"/>
                </a:lnTo>
                <a:lnTo>
                  <a:pt x="1648153" y="0"/>
                </a:lnTo>
                <a:moveTo>
                  <a:pt x="1754749" y="0"/>
                </a:moveTo>
                <a:lnTo>
                  <a:pt x="1812149" y="0"/>
                </a:lnTo>
                <a:lnTo>
                  <a:pt x="1812149" y="57398"/>
                </a:lnTo>
                <a:lnTo>
                  <a:pt x="1754749" y="57398"/>
                </a:lnTo>
                <a:lnTo>
                  <a:pt x="1754749" y="0"/>
                </a:lnTo>
                <a:moveTo>
                  <a:pt x="1865448" y="0"/>
                </a:moveTo>
                <a:lnTo>
                  <a:pt x="1918745" y="0"/>
                </a:lnTo>
                <a:lnTo>
                  <a:pt x="1918745" y="57398"/>
                </a:lnTo>
                <a:lnTo>
                  <a:pt x="1865448" y="57398"/>
                </a:lnTo>
                <a:lnTo>
                  <a:pt x="1865448" y="0"/>
                </a:lnTo>
                <a:moveTo>
                  <a:pt x="1972043" y="0"/>
                </a:moveTo>
                <a:lnTo>
                  <a:pt x="2025342" y="0"/>
                </a:lnTo>
                <a:lnTo>
                  <a:pt x="2025342" y="57398"/>
                </a:lnTo>
                <a:lnTo>
                  <a:pt x="1972043" y="57398"/>
                </a:lnTo>
                <a:lnTo>
                  <a:pt x="1972043" y="0"/>
                </a:lnTo>
                <a:moveTo>
                  <a:pt x="2078641" y="0"/>
                </a:moveTo>
                <a:lnTo>
                  <a:pt x="2131940" y="0"/>
                </a:lnTo>
                <a:lnTo>
                  <a:pt x="2131940" y="57398"/>
                </a:lnTo>
                <a:lnTo>
                  <a:pt x="2078641" y="57398"/>
                </a:lnTo>
                <a:lnTo>
                  <a:pt x="2078641" y="0"/>
                </a:lnTo>
                <a:moveTo>
                  <a:pt x="2185237" y="0"/>
                </a:moveTo>
                <a:lnTo>
                  <a:pt x="2238536" y="0"/>
                </a:lnTo>
                <a:lnTo>
                  <a:pt x="2238536" y="57398"/>
                </a:lnTo>
                <a:lnTo>
                  <a:pt x="2185237" y="57398"/>
                </a:lnTo>
                <a:lnTo>
                  <a:pt x="2185237" y="0"/>
                </a:lnTo>
                <a:moveTo>
                  <a:pt x="2295934" y="0"/>
                </a:moveTo>
                <a:lnTo>
                  <a:pt x="2349233" y="0"/>
                </a:lnTo>
                <a:lnTo>
                  <a:pt x="2349233" y="57398"/>
                </a:lnTo>
                <a:lnTo>
                  <a:pt x="2295934" y="57398"/>
                </a:lnTo>
                <a:lnTo>
                  <a:pt x="2295934" y="0"/>
                </a:lnTo>
                <a:moveTo>
                  <a:pt x="2402532" y="0"/>
                </a:moveTo>
                <a:lnTo>
                  <a:pt x="2455829" y="0"/>
                </a:lnTo>
                <a:lnTo>
                  <a:pt x="2455829" y="57398"/>
                </a:lnTo>
                <a:lnTo>
                  <a:pt x="2402532" y="57398"/>
                </a:lnTo>
                <a:lnTo>
                  <a:pt x="2402532" y="0"/>
                </a:lnTo>
                <a:moveTo>
                  <a:pt x="2509128" y="0"/>
                </a:moveTo>
                <a:lnTo>
                  <a:pt x="2562427" y="0"/>
                </a:lnTo>
                <a:lnTo>
                  <a:pt x="2562427" y="57398"/>
                </a:lnTo>
                <a:lnTo>
                  <a:pt x="2509128" y="57398"/>
                </a:lnTo>
                <a:lnTo>
                  <a:pt x="2509128" y="0"/>
                </a:lnTo>
                <a:moveTo>
                  <a:pt x="2615727" y="0"/>
                </a:moveTo>
                <a:lnTo>
                  <a:pt x="2669024" y="0"/>
                </a:lnTo>
                <a:lnTo>
                  <a:pt x="2669024" y="57398"/>
                </a:lnTo>
                <a:lnTo>
                  <a:pt x="2615727" y="57398"/>
                </a:lnTo>
                <a:lnTo>
                  <a:pt x="2615727" y="0"/>
                </a:lnTo>
                <a:moveTo>
                  <a:pt x="2722323" y="0"/>
                </a:moveTo>
                <a:lnTo>
                  <a:pt x="2779721" y="0"/>
                </a:lnTo>
                <a:lnTo>
                  <a:pt x="2779721" y="57398"/>
                </a:lnTo>
                <a:lnTo>
                  <a:pt x="2722323" y="57398"/>
                </a:lnTo>
                <a:lnTo>
                  <a:pt x="2722323" y="0"/>
                </a:lnTo>
                <a:moveTo>
                  <a:pt x="2833020" y="0"/>
                </a:moveTo>
                <a:lnTo>
                  <a:pt x="2886319" y="0"/>
                </a:lnTo>
                <a:lnTo>
                  <a:pt x="2886319" y="57398"/>
                </a:lnTo>
                <a:lnTo>
                  <a:pt x="2833020" y="57398"/>
                </a:lnTo>
                <a:lnTo>
                  <a:pt x="2833020" y="0"/>
                </a:lnTo>
                <a:moveTo>
                  <a:pt x="2939616" y="0"/>
                </a:moveTo>
                <a:lnTo>
                  <a:pt x="2992915" y="0"/>
                </a:lnTo>
                <a:lnTo>
                  <a:pt x="2992915" y="57398"/>
                </a:lnTo>
                <a:lnTo>
                  <a:pt x="2939616" y="57398"/>
                </a:lnTo>
                <a:lnTo>
                  <a:pt x="2939616" y="0"/>
                </a:lnTo>
                <a:moveTo>
                  <a:pt x="3046214" y="0"/>
                </a:moveTo>
                <a:lnTo>
                  <a:pt x="3099512" y="0"/>
                </a:lnTo>
                <a:lnTo>
                  <a:pt x="3099512" y="57398"/>
                </a:lnTo>
                <a:lnTo>
                  <a:pt x="3046214" y="57398"/>
                </a:lnTo>
                <a:lnTo>
                  <a:pt x="3046214" y="0"/>
                </a:lnTo>
                <a:moveTo>
                  <a:pt x="3152811" y="0"/>
                </a:moveTo>
                <a:lnTo>
                  <a:pt x="3206110" y="0"/>
                </a:lnTo>
                <a:lnTo>
                  <a:pt x="3206110" y="57398"/>
                </a:lnTo>
                <a:lnTo>
                  <a:pt x="3152811" y="57398"/>
                </a:lnTo>
                <a:lnTo>
                  <a:pt x="3152811" y="0"/>
                </a:lnTo>
                <a:moveTo>
                  <a:pt x="3259409" y="0"/>
                </a:moveTo>
                <a:lnTo>
                  <a:pt x="3316806" y="0"/>
                </a:lnTo>
                <a:lnTo>
                  <a:pt x="3316806" y="57398"/>
                </a:lnTo>
                <a:lnTo>
                  <a:pt x="3259409" y="57398"/>
                </a:lnTo>
                <a:lnTo>
                  <a:pt x="3259409" y="0"/>
                </a:lnTo>
                <a:moveTo>
                  <a:pt x="3370105" y="0"/>
                </a:moveTo>
                <a:lnTo>
                  <a:pt x="3423403" y="0"/>
                </a:lnTo>
                <a:lnTo>
                  <a:pt x="3423403" y="57398"/>
                </a:lnTo>
                <a:lnTo>
                  <a:pt x="3370105" y="57398"/>
                </a:lnTo>
                <a:lnTo>
                  <a:pt x="3370105" y="0"/>
                </a:lnTo>
                <a:moveTo>
                  <a:pt x="3476702" y="0"/>
                </a:moveTo>
                <a:lnTo>
                  <a:pt x="3530001" y="0"/>
                </a:lnTo>
                <a:lnTo>
                  <a:pt x="3530001" y="57398"/>
                </a:lnTo>
                <a:lnTo>
                  <a:pt x="3476702" y="57398"/>
                </a:lnTo>
                <a:lnTo>
                  <a:pt x="3476702" y="0"/>
                </a:lnTo>
                <a:moveTo>
                  <a:pt x="3583298" y="0"/>
                </a:moveTo>
                <a:lnTo>
                  <a:pt x="3636597" y="0"/>
                </a:lnTo>
                <a:lnTo>
                  <a:pt x="3636597" y="57398"/>
                </a:lnTo>
                <a:lnTo>
                  <a:pt x="3583298" y="57398"/>
                </a:lnTo>
                <a:lnTo>
                  <a:pt x="3583298" y="0"/>
                </a:lnTo>
                <a:moveTo>
                  <a:pt x="3689896" y="0"/>
                </a:moveTo>
                <a:lnTo>
                  <a:pt x="3743194" y="0"/>
                </a:lnTo>
                <a:lnTo>
                  <a:pt x="3743194" y="57398"/>
                </a:lnTo>
                <a:lnTo>
                  <a:pt x="3689896" y="57398"/>
                </a:lnTo>
                <a:lnTo>
                  <a:pt x="3689896" y="0"/>
                </a:lnTo>
                <a:moveTo>
                  <a:pt x="3800593" y="0"/>
                </a:moveTo>
                <a:lnTo>
                  <a:pt x="3853890" y="0"/>
                </a:lnTo>
                <a:lnTo>
                  <a:pt x="3853890" y="57398"/>
                </a:lnTo>
                <a:lnTo>
                  <a:pt x="3800593" y="57398"/>
                </a:lnTo>
                <a:lnTo>
                  <a:pt x="3800593" y="0"/>
                </a:lnTo>
                <a:moveTo>
                  <a:pt x="3907190" y="0"/>
                </a:moveTo>
                <a:lnTo>
                  <a:pt x="3960489" y="0"/>
                </a:lnTo>
                <a:lnTo>
                  <a:pt x="3960489" y="57398"/>
                </a:lnTo>
                <a:lnTo>
                  <a:pt x="3907190" y="57398"/>
                </a:lnTo>
                <a:lnTo>
                  <a:pt x="3907190" y="0"/>
                </a:lnTo>
                <a:moveTo>
                  <a:pt x="4013786" y="0"/>
                </a:moveTo>
                <a:lnTo>
                  <a:pt x="4067083" y="0"/>
                </a:lnTo>
                <a:lnTo>
                  <a:pt x="4067083" y="57398"/>
                </a:lnTo>
                <a:lnTo>
                  <a:pt x="4013786" y="57398"/>
                </a:lnTo>
                <a:lnTo>
                  <a:pt x="4013786" y="0"/>
                </a:lnTo>
                <a:moveTo>
                  <a:pt x="4120382" y="0"/>
                </a:moveTo>
                <a:lnTo>
                  <a:pt x="4173681" y="0"/>
                </a:lnTo>
                <a:lnTo>
                  <a:pt x="4173681" y="57398"/>
                </a:lnTo>
                <a:lnTo>
                  <a:pt x="4120382" y="57398"/>
                </a:lnTo>
                <a:lnTo>
                  <a:pt x="4120382" y="0"/>
                </a:lnTo>
                <a:moveTo>
                  <a:pt x="4226979" y="0"/>
                </a:moveTo>
                <a:lnTo>
                  <a:pt x="4280278" y="0"/>
                </a:lnTo>
                <a:lnTo>
                  <a:pt x="4280278" y="57398"/>
                </a:lnTo>
                <a:lnTo>
                  <a:pt x="4226979" y="57398"/>
                </a:lnTo>
                <a:lnTo>
                  <a:pt x="4226979" y="0"/>
                </a:lnTo>
                <a:moveTo>
                  <a:pt x="4337677" y="0"/>
                </a:moveTo>
                <a:lnTo>
                  <a:pt x="4390975" y="0"/>
                </a:lnTo>
                <a:lnTo>
                  <a:pt x="4390975" y="57398"/>
                </a:lnTo>
                <a:lnTo>
                  <a:pt x="4337677" y="57398"/>
                </a:lnTo>
                <a:lnTo>
                  <a:pt x="4337677" y="0"/>
                </a:lnTo>
                <a:moveTo>
                  <a:pt x="4444274" y="0"/>
                </a:moveTo>
                <a:lnTo>
                  <a:pt x="4497573" y="0"/>
                </a:lnTo>
                <a:lnTo>
                  <a:pt x="4497573" y="57398"/>
                </a:lnTo>
                <a:lnTo>
                  <a:pt x="4444274" y="57398"/>
                </a:lnTo>
                <a:lnTo>
                  <a:pt x="4444274" y="0"/>
                </a:lnTo>
                <a:moveTo>
                  <a:pt x="4550870" y="0"/>
                </a:moveTo>
                <a:lnTo>
                  <a:pt x="4604169" y="0"/>
                </a:lnTo>
                <a:lnTo>
                  <a:pt x="4604169" y="57398"/>
                </a:lnTo>
                <a:lnTo>
                  <a:pt x="4550870" y="57398"/>
                </a:lnTo>
                <a:lnTo>
                  <a:pt x="4550870" y="0"/>
                </a:lnTo>
                <a:moveTo>
                  <a:pt x="4657468" y="0"/>
                </a:moveTo>
                <a:lnTo>
                  <a:pt x="4710766" y="0"/>
                </a:lnTo>
                <a:lnTo>
                  <a:pt x="4710766" y="57398"/>
                </a:lnTo>
                <a:lnTo>
                  <a:pt x="4657468" y="57398"/>
                </a:lnTo>
                <a:lnTo>
                  <a:pt x="4657468" y="0"/>
                </a:lnTo>
                <a:moveTo>
                  <a:pt x="4764065" y="0"/>
                </a:moveTo>
                <a:lnTo>
                  <a:pt x="4821462" y="0"/>
                </a:lnTo>
                <a:lnTo>
                  <a:pt x="4821462" y="57398"/>
                </a:lnTo>
                <a:lnTo>
                  <a:pt x="4764065" y="57398"/>
                </a:lnTo>
                <a:lnTo>
                  <a:pt x="4764065" y="0"/>
                </a:lnTo>
                <a:moveTo>
                  <a:pt x="4874761" y="0"/>
                </a:moveTo>
                <a:lnTo>
                  <a:pt x="4928060" y="0"/>
                </a:lnTo>
                <a:lnTo>
                  <a:pt x="4928060" y="57398"/>
                </a:lnTo>
                <a:lnTo>
                  <a:pt x="4874761" y="57398"/>
                </a:lnTo>
                <a:lnTo>
                  <a:pt x="4874761" y="0"/>
                </a:lnTo>
                <a:moveTo>
                  <a:pt x="4981358" y="0"/>
                </a:moveTo>
                <a:lnTo>
                  <a:pt x="5034657" y="0"/>
                </a:lnTo>
                <a:lnTo>
                  <a:pt x="5034657" y="57398"/>
                </a:lnTo>
                <a:lnTo>
                  <a:pt x="4981358" y="57398"/>
                </a:lnTo>
                <a:lnTo>
                  <a:pt x="4981358" y="0"/>
                </a:lnTo>
                <a:moveTo>
                  <a:pt x="5087956" y="0"/>
                </a:moveTo>
                <a:lnTo>
                  <a:pt x="5141255" y="0"/>
                </a:lnTo>
                <a:lnTo>
                  <a:pt x="5141255" y="57398"/>
                </a:lnTo>
                <a:lnTo>
                  <a:pt x="5087956" y="57398"/>
                </a:lnTo>
                <a:lnTo>
                  <a:pt x="5087956" y="0"/>
                </a:lnTo>
                <a:moveTo>
                  <a:pt x="5194552" y="0"/>
                </a:moveTo>
                <a:lnTo>
                  <a:pt x="5247851" y="0"/>
                </a:lnTo>
                <a:lnTo>
                  <a:pt x="5247851" y="57398"/>
                </a:lnTo>
                <a:lnTo>
                  <a:pt x="5194552" y="57398"/>
                </a:lnTo>
                <a:lnTo>
                  <a:pt x="5194552" y="0"/>
                </a:lnTo>
                <a:moveTo>
                  <a:pt x="5305249" y="0"/>
                </a:moveTo>
                <a:lnTo>
                  <a:pt x="5358548" y="0"/>
                </a:lnTo>
                <a:lnTo>
                  <a:pt x="5358548" y="57398"/>
                </a:lnTo>
                <a:lnTo>
                  <a:pt x="5305249" y="57398"/>
                </a:lnTo>
                <a:lnTo>
                  <a:pt x="5305249" y="0"/>
                </a:lnTo>
                <a:moveTo>
                  <a:pt x="5411847" y="0"/>
                </a:moveTo>
                <a:lnTo>
                  <a:pt x="5465144" y="0"/>
                </a:lnTo>
                <a:lnTo>
                  <a:pt x="5465144" y="57398"/>
                </a:lnTo>
                <a:lnTo>
                  <a:pt x="5411847" y="57398"/>
                </a:lnTo>
                <a:lnTo>
                  <a:pt x="5411847" y="0"/>
                </a:lnTo>
                <a:moveTo>
                  <a:pt x="5518444" y="0"/>
                </a:moveTo>
                <a:lnTo>
                  <a:pt x="5571743" y="0"/>
                </a:lnTo>
                <a:lnTo>
                  <a:pt x="5571743" y="57398"/>
                </a:lnTo>
                <a:lnTo>
                  <a:pt x="5518444" y="57398"/>
                </a:lnTo>
                <a:lnTo>
                  <a:pt x="5518444" y="0"/>
                </a:lnTo>
                <a:moveTo>
                  <a:pt x="5625042" y="0"/>
                </a:moveTo>
                <a:lnTo>
                  <a:pt x="5678339" y="0"/>
                </a:lnTo>
                <a:lnTo>
                  <a:pt x="5678339" y="57398"/>
                </a:lnTo>
                <a:lnTo>
                  <a:pt x="5625042" y="57398"/>
                </a:lnTo>
                <a:lnTo>
                  <a:pt x="5625042" y="0"/>
                </a:lnTo>
                <a:moveTo>
                  <a:pt x="5731638" y="0"/>
                </a:moveTo>
                <a:lnTo>
                  <a:pt x="5784937" y="0"/>
                </a:lnTo>
                <a:lnTo>
                  <a:pt x="5784937" y="57398"/>
                </a:lnTo>
                <a:lnTo>
                  <a:pt x="5731638" y="57398"/>
                </a:lnTo>
                <a:lnTo>
                  <a:pt x="5731638" y="0"/>
                </a:lnTo>
                <a:moveTo>
                  <a:pt x="5842335" y="0"/>
                </a:moveTo>
                <a:lnTo>
                  <a:pt x="5895634" y="0"/>
                </a:lnTo>
                <a:lnTo>
                  <a:pt x="5895634" y="57398"/>
                </a:lnTo>
                <a:lnTo>
                  <a:pt x="5842335" y="57398"/>
                </a:lnTo>
                <a:lnTo>
                  <a:pt x="5842335" y="0"/>
                </a:lnTo>
                <a:moveTo>
                  <a:pt x="5948931" y="0"/>
                </a:moveTo>
                <a:lnTo>
                  <a:pt x="6002230" y="0"/>
                </a:lnTo>
                <a:lnTo>
                  <a:pt x="6002230" y="57398"/>
                </a:lnTo>
                <a:lnTo>
                  <a:pt x="5948931" y="57398"/>
                </a:lnTo>
                <a:lnTo>
                  <a:pt x="5948931" y="0"/>
                </a:lnTo>
                <a:moveTo>
                  <a:pt x="6055529" y="0"/>
                </a:moveTo>
                <a:lnTo>
                  <a:pt x="6108827" y="0"/>
                </a:lnTo>
                <a:lnTo>
                  <a:pt x="6108827" y="57398"/>
                </a:lnTo>
                <a:lnTo>
                  <a:pt x="6055529" y="57398"/>
                </a:lnTo>
                <a:lnTo>
                  <a:pt x="6055529" y="0"/>
                </a:lnTo>
                <a:moveTo>
                  <a:pt x="6162126" y="0"/>
                </a:moveTo>
                <a:lnTo>
                  <a:pt x="6215423" y="0"/>
                </a:lnTo>
                <a:lnTo>
                  <a:pt x="6215423" y="57398"/>
                </a:lnTo>
                <a:lnTo>
                  <a:pt x="6162126" y="57398"/>
                </a:lnTo>
                <a:lnTo>
                  <a:pt x="6162126" y="0"/>
                </a:lnTo>
                <a:moveTo>
                  <a:pt x="6268722" y="0"/>
                </a:moveTo>
                <a:lnTo>
                  <a:pt x="6326122" y="0"/>
                </a:lnTo>
                <a:lnTo>
                  <a:pt x="6326122" y="57398"/>
                </a:lnTo>
                <a:lnTo>
                  <a:pt x="6268722" y="57398"/>
                </a:lnTo>
                <a:lnTo>
                  <a:pt x="6268722" y="0"/>
                </a:lnTo>
                <a:moveTo>
                  <a:pt x="6379419" y="0"/>
                </a:moveTo>
                <a:lnTo>
                  <a:pt x="6432718" y="0"/>
                </a:lnTo>
                <a:lnTo>
                  <a:pt x="6432718" y="57398"/>
                </a:lnTo>
                <a:lnTo>
                  <a:pt x="6379419" y="57398"/>
                </a:lnTo>
                <a:lnTo>
                  <a:pt x="6379419" y="0"/>
                </a:lnTo>
                <a:moveTo>
                  <a:pt x="6486015" y="0"/>
                </a:moveTo>
                <a:lnTo>
                  <a:pt x="6539314" y="0"/>
                </a:lnTo>
                <a:lnTo>
                  <a:pt x="6539314" y="57398"/>
                </a:lnTo>
                <a:lnTo>
                  <a:pt x="6486015" y="57398"/>
                </a:lnTo>
                <a:lnTo>
                  <a:pt x="6486015" y="0"/>
                </a:lnTo>
                <a:moveTo>
                  <a:pt x="6592612" y="0"/>
                </a:moveTo>
                <a:lnTo>
                  <a:pt x="6645911" y="0"/>
                </a:lnTo>
                <a:lnTo>
                  <a:pt x="6645911" y="57398"/>
                </a:lnTo>
                <a:lnTo>
                  <a:pt x="6592612" y="57398"/>
                </a:lnTo>
                <a:lnTo>
                  <a:pt x="6592612" y="0"/>
                </a:lnTo>
                <a:moveTo>
                  <a:pt x="6699210" y="0"/>
                </a:moveTo>
                <a:lnTo>
                  <a:pt x="6752509" y="0"/>
                </a:lnTo>
                <a:lnTo>
                  <a:pt x="6752509" y="57398"/>
                </a:lnTo>
                <a:lnTo>
                  <a:pt x="6699210" y="57398"/>
                </a:lnTo>
                <a:lnTo>
                  <a:pt x="6699210" y="0"/>
                </a:lnTo>
                <a:moveTo>
                  <a:pt x="6805806" y="0"/>
                </a:moveTo>
                <a:lnTo>
                  <a:pt x="6863204" y="0"/>
                </a:lnTo>
                <a:lnTo>
                  <a:pt x="6863204" y="57398"/>
                </a:lnTo>
                <a:lnTo>
                  <a:pt x="6805806" y="57398"/>
                </a:lnTo>
                <a:lnTo>
                  <a:pt x="6805806" y="0"/>
                </a:lnTo>
                <a:moveTo>
                  <a:pt x="6916503" y="0"/>
                </a:moveTo>
                <a:lnTo>
                  <a:pt x="6969802" y="0"/>
                </a:lnTo>
                <a:lnTo>
                  <a:pt x="6969802" y="57398"/>
                </a:lnTo>
                <a:lnTo>
                  <a:pt x="6916503" y="57398"/>
                </a:lnTo>
                <a:lnTo>
                  <a:pt x="6916503" y="0"/>
                </a:lnTo>
                <a:moveTo>
                  <a:pt x="7023101" y="0"/>
                </a:moveTo>
                <a:lnTo>
                  <a:pt x="7076398" y="0"/>
                </a:lnTo>
                <a:lnTo>
                  <a:pt x="7076398" y="57398"/>
                </a:lnTo>
                <a:lnTo>
                  <a:pt x="7023101" y="57398"/>
                </a:lnTo>
                <a:lnTo>
                  <a:pt x="7023101" y="0"/>
                </a:lnTo>
                <a:moveTo>
                  <a:pt x="7129698" y="0"/>
                </a:moveTo>
                <a:lnTo>
                  <a:pt x="7182997" y="0"/>
                </a:lnTo>
                <a:lnTo>
                  <a:pt x="7182997" y="57398"/>
                </a:lnTo>
                <a:lnTo>
                  <a:pt x="7129698" y="57398"/>
                </a:lnTo>
                <a:lnTo>
                  <a:pt x="7129698" y="0"/>
                </a:lnTo>
                <a:moveTo>
                  <a:pt x="7236294" y="0"/>
                </a:moveTo>
                <a:lnTo>
                  <a:pt x="7289593" y="0"/>
                </a:lnTo>
                <a:lnTo>
                  <a:pt x="7289593" y="57398"/>
                </a:lnTo>
                <a:lnTo>
                  <a:pt x="7236294" y="57398"/>
                </a:lnTo>
                <a:lnTo>
                  <a:pt x="7236294" y="0"/>
                </a:lnTo>
                <a:moveTo>
                  <a:pt x="7346991" y="0"/>
                </a:moveTo>
                <a:lnTo>
                  <a:pt x="7400290" y="0"/>
                </a:lnTo>
                <a:lnTo>
                  <a:pt x="7400290" y="57398"/>
                </a:lnTo>
                <a:lnTo>
                  <a:pt x="7346991" y="57398"/>
                </a:lnTo>
                <a:lnTo>
                  <a:pt x="7346991" y="0"/>
                </a:lnTo>
                <a:moveTo>
                  <a:pt x="7453589" y="0"/>
                </a:moveTo>
                <a:lnTo>
                  <a:pt x="7506886" y="0"/>
                </a:lnTo>
                <a:lnTo>
                  <a:pt x="7506886" y="57398"/>
                </a:lnTo>
                <a:lnTo>
                  <a:pt x="7453589" y="57398"/>
                </a:lnTo>
                <a:lnTo>
                  <a:pt x="7453589" y="0"/>
                </a:lnTo>
                <a:moveTo>
                  <a:pt x="7560185" y="0"/>
                </a:moveTo>
                <a:lnTo>
                  <a:pt x="7613484" y="0"/>
                </a:lnTo>
                <a:lnTo>
                  <a:pt x="7613484" y="57398"/>
                </a:lnTo>
                <a:lnTo>
                  <a:pt x="7560185" y="57398"/>
                </a:lnTo>
                <a:lnTo>
                  <a:pt x="7560185" y="0"/>
                </a:lnTo>
                <a:moveTo>
                  <a:pt x="7666783" y="0"/>
                </a:moveTo>
                <a:lnTo>
                  <a:pt x="7720081" y="0"/>
                </a:lnTo>
                <a:lnTo>
                  <a:pt x="7720081" y="57398"/>
                </a:lnTo>
                <a:lnTo>
                  <a:pt x="7666783" y="57398"/>
                </a:lnTo>
                <a:lnTo>
                  <a:pt x="7666783" y="0"/>
                </a:lnTo>
                <a:moveTo>
                  <a:pt x="7773380" y="0"/>
                </a:moveTo>
                <a:lnTo>
                  <a:pt x="7818478" y="0"/>
                </a:lnTo>
                <a:lnTo>
                  <a:pt x="7830777" y="4100"/>
                </a:lnTo>
                <a:lnTo>
                  <a:pt x="7826679" y="57398"/>
                </a:lnTo>
                <a:lnTo>
                  <a:pt x="7814378" y="57398"/>
                </a:lnTo>
                <a:lnTo>
                  <a:pt x="7818478" y="57398"/>
                </a:lnTo>
                <a:lnTo>
                  <a:pt x="7773380" y="57398"/>
                </a:lnTo>
                <a:lnTo>
                  <a:pt x="7773380" y="0"/>
                </a:lnTo>
                <a:moveTo>
                  <a:pt x="7892277" y="12300"/>
                </a:moveTo>
                <a:lnTo>
                  <a:pt x="7904575" y="20499"/>
                </a:lnTo>
                <a:lnTo>
                  <a:pt x="7925075" y="28699"/>
                </a:lnTo>
                <a:lnTo>
                  <a:pt x="7945574" y="40999"/>
                </a:lnTo>
                <a:lnTo>
                  <a:pt x="7912775" y="81998"/>
                </a:lnTo>
                <a:lnTo>
                  <a:pt x="7916874" y="86097"/>
                </a:lnTo>
                <a:lnTo>
                  <a:pt x="7900476" y="77898"/>
                </a:lnTo>
                <a:lnTo>
                  <a:pt x="7884076" y="69698"/>
                </a:lnTo>
                <a:lnTo>
                  <a:pt x="7871777" y="65598"/>
                </a:lnTo>
                <a:lnTo>
                  <a:pt x="7892277" y="12300"/>
                </a:lnTo>
                <a:moveTo>
                  <a:pt x="7990673" y="81998"/>
                </a:moveTo>
                <a:lnTo>
                  <a:pt x="8007072" y="102497"/>
                </a:lnTo>
                <a:lnTo>
                  <a:pt x="8015273" y="118897"/>
                </a:lnTo>
                <a:lnTo>
                  <a:pt x="8023472" y="131196"/>
                </a:lnTo>
                <a:lnTo>
                  <a:pt x="7974275" y="155795"/>
                </a:lnTo>
                <a:lnTo>
                  <a:pt x="7970173" y="143496"/>
                </a:lnTo>
                <a:lnTo>
                  <a:pt x="7970173" y="147596"/>
                </a:lnTo>
                <a:lnTo>
                  <a:pt x="7961974" y="131196"/>
                </a:lnTo>
                <a:lnTo>
                  <a:pt x="7961974" y="135296"/>
                </a:lnTo>
                <a:lnTo>
                  <a:pt x="7949675" y="114797"/>
                </a:lnTo>
                <a:lnTo>
                  <a:pt x="7990673" y="81998"/>
                </a:lnTo>
                <a:moveTo>
                  <a:pt x="8039872" y="188594"/>
                </a:moveTo>
                <a:lnTo>
                  <a:pt x="8043972" y="204994"/>
                </a:lnTo>
                <a:lnTo>
                  <a:pt x="8043972" y="229593"/>
                </a:lnTo>
                <a:lnTo>
                  <a:pt x="8043972" y="250093"/>
                </a:lnTo>
                <a:lnTo>
                  <a:pt x="7990673" y="250093"/>
                </a:lnTo>
                <a:lnTo>
                  <a:pt x="7990673" y="229593"/>
                </a:lnTo>
                <a:lnTo>
                  <a:pt x="7990673" y="209094"/>
                </a:lnTo>
                <a:lnTo>
                  <a:pt x="7990673" y="213194"/>
                </a:lnTo>
                <a:lnTo>
                  <a:pt x="7986574" y="196795"/>
                </a:lnTo>
                <a:lnTo>
                  <a:pt x="8039872" y="188594"/>
                </a:lnTo>
                <a:moveTo>
                  <a:pt x="8043972" y="303391"/>
                </a:moveTo>
                <a:lnTo>
                  <a:pt x="8043972" y="356690"/>
                </a:lnTo>
                <a:lnTo>
                  <a:pt x="7990673" y="356690"/>
                </a:lnTo>
                <a:lnTo>
                  <a:pt x="7990673" y="303391"/>
                </a:lnTo>
                <a:lnTo>
                  <a:pt x="8043972" y="303391"/>
                </a:lnTo>
                <a:moveTo>
                  <a:pt x="8043972" y="409989"/>
                </a:moveTo>
                <a:lnTo>
                  <a:pt x="8043972" y="463287"/>
                </a:lnTo>
                <a:lnTo>
                  <a:pt x="7990673" y="463287"/>
                </a:lnTo>
                <a:lnTo>
                  <a:pt x="7990673" y="409989"/>
                </a:lnTo>
                <a:lnTo>
                  <a:pt x="8043972" y="409989"/>
                </a:lnTo>
                <a:moveTo>
                  <a:pt x="8043972" y="516586"/>
                </a:moveTo>
                <a:lnTo>
                  <a:pt x="8043972" y="569884"/>
                </a:lnTo>
                <a:lnTo>
                  <a:pt x="7990673" y="569884"/>
                </a:lnTo>
                <a:lnTo>
                  <a:pt x="7990673" y="516586"/>
                </a:lnTo>
                <a:lnTo>
                  <a:pt x="8043972" y="516586"/>
                </a:lnTo>
                <a:moveTo>
                  <a:pt x="8043972" y="623182"/>
                </a:moveTo>
                <a:lnTo>
                  <a:pt x="8043972" y="676481"/>
                </a:lnTo>
                <a:lnTo>
                  <a:pt x="7990673" y="676481"/>
                </a:lnTo>
                <a:lnTo>
                  <a:pt x="7990673" y="623182"/>
                </a:lnTo>
                <a:lnTo>
                  <a:pt x="8043972" y="623182"/>
                </a:lnTo>
                <a:moveTo>
                  <a:pt x="8043972" y="733879"/>
                </a:moveTo>
                <a:lnTo>
                  <a:pt x="8043972" y="787178"/>
                </a:lnTo>
                <a:lnTo>
                  <a:pt x="7990673" y="787178"/>
                </a:lnTo>
                <a:lnTo>
                  <a:pt x="7990673" y="733879"/>
                </a:lnTo>
                <a:lnTo>
                  <a:pt x="8043972" y="733879"/>
                </a:lnTo>
                <a:moveTo>
                  <a:pt x="8043972" y="840476"/>
                </a:moveTo>
                <a:lnTo>
                  <a:pt x="8043972" y="893775"/>
                </a:lnTo>
                <a:lnTo>
                  <a:pt x="7990673" y="893775"/>
                </a:lnTo>
                <a:lnTo>
                  <a:pt x="7990673" y="840476"/>
                </a:lnTo>
                <a:lnTo>
                  <a:pt x="8043972" y="840476"/>
                </a:lnTo>
                <a:moveTo>
                  <a:pt x="8043972" y="947073"/>
                </a:moveTo>
                <a:lnTo>
                  <a:pt x="8043972" y="1000372"/>
                </a:lnTo>
                <a:lnTo>
                  <a:pt x="7990673" y="1000372"/>
                </a:lnTo>
                <a:lnTo>
                  <a:pt x="7990673" y="947073"/>
                </a:lnTo>
                <a:lnTo>
                  <a:pt x="8043972" y="947073"/>
                </a:lnTo>
                <a:moveTo>
                  <a:pt x="8043972" y="1053670"/>
                </a:moveTo>
                <a:lnTo>
                  <a:pt x="8043972" y="1106969"/>
                </a:lnTo>
                <a:lnTo>
                  <a:pt x="7990673" y="1106969"/>
                </a:lnTo>
                <a:lnTo>
                  <a:pt x="7990673" y="1053670"/>
                </a:lnTo>
                <a:lnTo>
                  <a:pt x="8043972" y="1053670"/>
                </a:lnTo>
                <a:moveTo>
                  <a:pt x="8043972" y="1160267"/>
                </a:moveTo>
                <a:lnTo>
                  <a:pt x="8043972" y="1213565"/>
                </a:lnTo>
                <a:lnTo>
                  <a:pt x="7990673" y="1213565"/>
                </a:lnTo>
                <a:lnTo>
                  <a:pt x="7990673" y="1160267"/>
                </a:lnTo>
                <a:lnTo>
                  <a:pt x="8043972" y="1160267"/>
                </a:lnTo>
                <a:moveTo>
                  <a:pt x="8043972" y="1270964"/>
                </a:moveTo>
                <a:lnTo>
                  <a:pt x="8043972" y="1324262"/>
                </a:lnTo>
                <a:lnTo>
                  <a:pt x="7990673" y="1324262"/>
                </a:lnTo>
                <a:lnTo>
                  <a:pt x="7990673" y="1270964"/>
                </a:lnTo>
                <a:lnTo>
                  <a:pt x="8043972" y="1270964"/>
                </a:lnTo>
                <a:moveTo>
                  <a:pt x="8043972" y="1377561"/>
                </a:moveTo>
                <a:lnTo>
                  <a:pt x="8043972" y="1430859"/>
                </a:lnTo>
                <a:lnTo>
                  <a:pt x="7990673" y="1430859"/>
                </a:lnTo>
                <a:lnTo>
                  <a:pt x="7990673" y="1377561"/>
                </a:lnTo>
                <a:lnTo>
                  <a:pt x="8043972" y="1377561"/>
                </a:lnTo>
                <a:moveTo>
                  <a:pt x="8043972" y="1484158"/>
                </a:moveTo>
                <a:lnTo>
                  <a:pt x="8043972" y="1537457"/>
                </a:lnTo>
                <a:lnTo>
                  <a:pt x="7990673" y="1537457"/>
                </a:lnTo>
                <a:lnTo>
                  <a:pt x="7990673" y="1484158"/>
                </a:lnTo>
                <a:lnTo>
                  <a:pt x="8043972" y="1484158"/>
                </a:lnTo>
                <a:moveTo>
                  <a:pt x="8043972" y="1590755"/>
                </a:moveTo>
                <a:lnTo>
                  <a:pt x="8043972" y="1611255"/>
                </a:lnTo>
                <a:lnTo>
                  <a:pt x="8043972" y="1631754"/>
                </a:lnTo>
                <a:lnTo>
                  <a:pt x="8039872" y="1648153"/>
                </a:lnTo>
                <a:lnTo>
                  <a:pt x="7986574" y="1639954"/>
                </a:lnTo>
                <a:lnTo>
                  <a:pt x="7990673" y="1623554"/>
                </a:lnTo>
                <a:lnTo>
                  <a:pt x="7990673" y="1627654"/>
                </a:lnTo>
                <a:lnTo>
                  <a:pt x="7990673" y="1607155"/>
                </a:lnTo>
                <a:lnTo>
                  <a:pt x="7990673" y="1590755"/>
                </a:lnTo>
                <a:lnTo>
                  <a:pt x="8043972" y="1590755"/>
                </a:lnTo>
                <a:moveTo>
                  <a:pt x="8023472" y="1705552"/>
                </a:moveTo>
                <a:lnTo>
                  <a:pt x="8015273" y="1717851"/>
                </a:lnTo>
                <a:lnTo>
                  <a:pt x="8007072" y="1738350"/>
                </a:lnTo>
                <a:lnTo>
                  <a:pt x="7986574" y="1758850"/>
                </a:lnTo>
                <a:lnTo>
                  <a:pt x="7945574" y="1721952"/>
                </a:lnTo>
                <a:lnTo>
                  <a:pt x="7961974" y="1705552"/>
                </a:lnTo>
                <a:lnTo>
                  <a:pt x="7970173" y="1689152"/>
                </a:lnTo>
                <a:lnTo>
                  <a:pt x="7970173" y="1693252"/>
                </a:lnTo>
                <a:lnTo>
                  <a:pt x="7974275" y="1685053"/>
                </a:lnTo>
                <a:lnTo>
                  <a:pt x="8023472" y="1705552"/>
                </a:lnTo>
                <a:moveTo>
                  <a:pt x="7941474" y="1799849"/>
                </a:moveTo>
                <a:lnTo>
                  <a:pt x="7925075" y="1808049"/>
                </a:lnTo>
                <a:lnTo>
                  <a:pt x="7904575" y="1820349"/>
                </a:lnTo>
                <a:lnTo>
                  <a:pt x="7888175" y="1824449"/>
                </a:lnTo>
                <a:lnTo>
                  <a:pt x="7871777" y="1775250"/>
                </a:lnTo>
                <a:lnTo>
                  <a:pt x="7884076" y="1767050"/>
                </a:lnTo>
                <a:lnTo>
                  <a:pt x="7884076" y="1771149"/>
                </a:lnTo>
                <a:lnTo>
                  <a:pt x="7900476" y="1762950"/>
                </a:lnTo>
                <a:lnTo>
                  <a:pt x="7912775" y="1754751"/>
                </a:lnTo>
                <a:lnTo>
                  <a:pt x="7941474" y="1799849"/>
                </a:lnTo>
                <a:moveTo>
                  <a:pt x="7826679" y="1836748"/>
                </a:moveTo>
                <a:lnTo>
                  <a:pt x="7818478" y="1836748"/>
                </a:lnTo>
                <a:lnTo>
                  <a:pt x="7773380" y="1836748"/>
                </a:lnTo>
                <a:lnTo>
                  <a:pt x="7773380" y="1783450"/>
                </a:lnTo>
                <a:lnTo>
                  <a:pt x="7818478" y="1783450"/>
                </a:lnTo>
                <a:lnTo>
                  <a:pt x="7814378" y="1783450"/>
                </a:lnTo>
                <a:lnTo>
                  <a:pt x="7826679" y="1783450"/>
                </a:lnTo>
                <a:lnTo>
                  <a:pt x="7826679" y="1836748"/>
                </a:lnTo>
                <a:moveTo>
                  <a:pt x="7720081" y="1836748"/>
                </a:moveTo>
                <a:lnTo>
                  <a:pt x="7666783" y="1836748"/>
                </a:lnTo>
                <a:lnTo>
                  <a:pt x="7666783" y="1783450"/>
                </a:lnTo>
                <a:lnTo>
                  <a:pt x="7720081" y="1783450"/>
                </a:lnTo>
                <a:lnTo>
                  <a:pt x="7720081" y="1836748"/>
                </a:lnTo>
                <a:moveTo>
                  <a:pt x="7613484" y="1836748"/>
                </a:moveTo>
                <a:lnTo>
                  <a:pt x="7560185" y="1836748"/>
                </a:lnTo>
                <a:lnTo>
                  <a:pt x="7560185" y="1783450"/>
                </a:lnTo>
                <a:lnTo>
                  <a:pt x="7613484" y="1783450"/>
                </a:lnTo>
                <a:lnTo>
                  <a:pt x="7613484" y="1836748"/>
                </a:lnTo>
                <a:moveTo>
                  <a:pt x="7502788" y="1836748"/>
                </a:moveTo>
                <a:lnTo>
                  <a:pt x="7449488" y="1836748"/>
                </a:lnTo>
                <a:lnTo>
                  <a:pt x="7449488" y="1783450"/>
                </a:lnTo>
                <a:lnTo>
                  <a:pt x="7502788" y="1783450"/>
                </a:lnTo>
                <a:lnTo>
                  <a:pt x="7502788" y="1836748"/>
                </a:lnTo>
                <a:moveTo>
                  <a:pt x="7396191" y="1836748"/>
                </a:moveTo>
                <a:lnTo>
                  <a:pt x="7342892" y="1836748"/>
                </a:lnTo>
                <a:lnTo>
                  <a:pt x="7342892" y="1783450"/>
                </a:lnTo>
                <a:lnTo>
                  <a:pt x="7396191" y="1783450"/>
                </a:lnTo>
                <a:lnTo>
                  <a:pt x="7396191" y="1836748"/>
                </a:lnTo>
                <a:moveTo>
                  <a:pt x="7289593" y="1836748"/>
                </a:moveTo>
                <a:lnTo>
                  <a:pt x="7236294" y="1836748"/>
                </a:lnTo>
                <a:lnTo>
                  <a:pt x="7236294" y="1783450"/>
                </a:lnTo>
                <a:lnTo>
                  <a:pt x="7289593" y="1783450"/>
                </a:lnTo>
                <a:lnTo>
                  <a:pt x="7289593" y="1836748"/>
                </a:lnTo>
                <a:moveTo>
                  <a:pt x="7182997" y="1836748"/>
                </a:moveTo>
                <a:lnTo>
                  <a:pt x="7129698" y="1836748"/>
                </a:lnTo>
                <a:lnTo>
                  <a:pt x="7129698" y="1783450"/>
                </a:lnTo>
                <a:lnTo>
                  <a:pt x="7182997" y="1783450"/>
                </a:lnTo>
                <a:lnTo>
                  <a:pt x="7182997" y="1836748"/>
                </a:lnTo>
                <a:moveTo>
                  <a:pt x="7076398" y="1836748"/>
                </a:moveTo>
                <a:lnTo>
                  <a:pt x="7023101" y="1836748"/>
                </a:lnTo>
                <a:lnTo>
                  <a:pt x="7023101" y="1783450"/>
                </a:lnTo>
                <a:lnTo>
                  <a:pt x="7076398" y="1783450"/>
                </a:lnTo>
                <a:lnTo>
                  <a:pt x="7076398" y="1836748"/>
                </a:lnTo>
                <a:moveTo>
                  <a:pt x="6965702" y="1836748"/>
                </a:moveTo>
                <a:lnTo>
                  <a:pt x="6912404" y="1836748"/>
                </a:lnTo>
                <a:lnTo>
                  <a:pt x="6912404" y="1783450"/>
                </a:lnTo>
                <a:lnTo>
                  <a:pt x="6965702" y="1783450"/>
                </a:lnTo>
                <a:lnTo>
                  <a:pt x="6965702" y="1836748"/>
                </a:lnTo>
                <a:moveTo>
                  <a:pt x="6859105" y="1836748"/>
                </a:moveTo>
                <a:lnTo>
                  <a:pt x="6805806" y="1836748"/>
                </a:lnTo>
                <a:lnTo>
                  <a:pt x="6805806" y="1783450"/>
                </a:lnTo>
                <a:lnTo>
                  <a:pt x="6859105" y="1783450"/>
                </a:lnTo>
                <a:lnTo>
                  <a:pt x="6859105" y="1836748"/>
                </a:lnTo>
                <a:moveTo>
                  <a:pt x="6752509" y="1836748"/>
                </a:moveTo>
                <a:lnTo>
                  <a:pt x="6699210" y="1836748"/>
                </a:lnTo>
                <a:lnTo>
                  <a:pt x="6699210" y="1783450"/>
                </a:lnTo>
                <a:lnTo>
                  <a:pt x="6752509" y="1783450"/>
                </a:lnTo>
                <a:lnTo>
                  <a:pt x="6752509" y="1836748"/>
                </a:lnTo>
                <a:moveTo>
                  <a:pt x="6645911" y="1836748"/>
                </a:moveTo>
                <a:lnTo>
                  <a:pt x="6592612" y="1836748"/>
                </a:lnTo>
                <a:lnTo>
                  <a:pt x="6592612" y="1783450"/>
                </a:lnTo>
                <a:lnTo>
                  <a:pt x="6645911" y="1783450"/>
                </a:lnTo>
                <a:lnTo>
                  <a:pt x="6645911" y="1836748"/>
                </a:lnTo>
                <a:moveTo>
                  <a:pt x="6539314" y="1836748"/>
                </a:moveTo>
                <a:lnTo>
                  <a:pt x="6481915" y="1836748"/>
                </a:lnTo>
                <a:lnTo>
                  <a:pt x="6481915" y="1783450"/>
                </a:lnTo>
                <a:lnTo>
                  <a:pt x="6539314" y="1783450"/>
                </a:lnTo>
                <a:lnTo>
                  <a:pt x="6539314" y="1836748"/>
                </a:lnTo>
                <a:moveTo>
                  <a:pt x="6428618" y="1836748"/>
                </a:moveTo>
                <a:lnTo>
                  <a:pt x="6375319" y="1836748"/>
                </a:lnTo>
                <a:lnTo>
                  <a:pt x="6375319" y="1783450"/>
                </a:lnTo>
                <a:lnTo>
                  <a:pt x="6428618" y="1783450"/>
                </a:lnTo>
                <a:lnTo>
                  <a:pt x="6428618" y="1836748"/>
                </a:lnTo>
                <a:moveTo>
                  <a:pt x="6322019" y="1836748"/>
                </a:moveTo>
                <a:lnTo>
                  <a:pt x="6268722" y="1836748"/>
                </a:lnTo>
                <a:lnTo>
                  <a:pt x="6268722" y="1783450"/>
                </a:lnTo>
                <a:lnTo>
                  <a:pt x="6322019" y="1783450"/>
                </a:lnTo>
                <a:lnTo>
                  <a:pt x="6322019" y="1836748"/>
                </a:lnTo>
                <a:moveTo>
                  <a:pt x="6215423" y="1836748"/>
                </a:moveTo>
                <a:lnTo>
                  <a:pt x="6162126" y="1836748"/>
                </a:lnTo>
                <a:lnTo>
                  <a:pt x="6162126" y="1783450"/>
                </a:lnTo>
                <a:lnTo>
                  <a:pt x="6215423" y="1783450"/>
                </a:lnTo>
                <a:lnTo>
                  <a:pt x="6215423" y="1836748"/>
                </a:lnTo>
                <a:moveTo>
                  <a:pt x="6108827" y="1836748"/>
                </a:moveTo>
                <a:lnTo>
                  <a:pt x="6055529" y="1836748"/>
                </a:lnTo>
                <a:lnTo>
                  <a:pt x="6055529" y="1783450"/>
                </a:lnTo>
                <a:lnTo>
                  <a:pt x="6108827" y="1783450"/>
                </a:lnTo>
                <a:lnTo>
                  <a:pt x="6108827" y="1836748"/>
                </a:lnTo>
                <a:moveTo>
                  <a:pt x="6002230" y="1836748"/>
                </a:moveTo>
                <a:lnTo>
                  <a:pt x="5944831" y="1836748"/>
                </a:lnTo>
                <a:lnTo>
                  <a:pt x="5944831" y="1783450"/>
                </a:lnTo>
                <a:lnTo>
                  <a:pt x="6002230" y="1783450"/>
                </a:lnTo>
                <a:lnTo>
                  <a:pt x="6002230" y="1836748"/>
                </a:lnTo>
                <a:moveTo>
                  <a:pt x="5891532" y="1836748"/>
                </a:moveTo>
                <a:lnTo>
                  <a:pt x="5838234" y="1836748"/>
                </a:lnTo>
                <a:lnTo>
                  <a:pt x="5838234" y="1783450"/>
                </a:lnTo>
                <a:lnTo>
                  <a:pt x="5891532" y="1783450"/>
                </a:lnTo>
                <a:lnTo>
                  <a:pt x="5891532" y="1836748"/>
                </a:lnTo>
                <a:moveTo>
                  <a:pt x="5784937" y="1836748"/>
                </a:moveTo>
                <a:lnTo>
                  <a:pt x="5731638" y="1836748"/>
                </a:lnTo>
                <a:lnTo>
                  <a:pt x="5731638" y="1783450"/>
                </a:lnTo>
                <a:lnTo>
                  <a:pt x="5784937" y="1783450"/>
                </a:lnTo>
                <a:lnTo>
                  <a:pt x="5784937" y="1836748"/>
                </a:lnTo>
                <a:moveTo>
                  <a:pt x="5678339" y="1836748"/>
                </a:moveTo>
                <a:lnTo>
                  <a:pt x="5625042" y="1836748"/>
                </a:lnTo>
                <a:lnTo>
                  <a:pt x="5625042" y="1783450"/>
                </a:lnTo>
                <a:lnTo>
                  <a:pt x="5678339" y="1783450"/>
                </a:lnTo>
                <a:lnTo>
                  <a:pt x="5678339" y="1836748"/>
                </a:lnTo>
                <a:moveTo>
                  <a:pt x="5571743" y="1836748"/>
                </a:moveTo>
                <a:lnTo>
                  <a:pt x="5518444" y="1836748"/>
                </a:lnTo>
                <a:lnTo>
                  <a:pt x="5518444" y="1783450"/>
                </a:lnTo>
                <a:lnTo>
                  <a:pt x="5571743" y="1783450"/>
                </a:lnTo>
                <a:lnTo>
                  <a:pt x="5571743" y="1836748"/>
                </a:lnTo>
                <a:moveTo>
                  <a:pt x="5461046" y="1836748"/>
                </a:moveTo>
                <a:lnTo>
                  <a:pt x="5407747" y="1836748"/>
                </a:lnTo>
                <a:lnTo>
                  <a:pt x="5407747" y="1783450"/>
                </a:lnTo>
                <a:lnTo>
                  <a:pt x="5461046" y="1783450"/>
                </a:lnTo>
                <a:lnTo>
                  <a:pt x="5461046" y="1836748"/>
                </a:lnTo>
                <a:moveTo>
                  <a:pt x="5354448" y="1836748"/>
                </a:moveTo>
                <a:lnTo>
                  <a:pt x="5301150" y="1836748"/>
                </a:lnTo>
                <a:lnTo>
                  <a:pt x="5301150" y="1783450"/>
                </a:lnTo>
                <a:lnTo>
                  <a:pt x="5354448" y="1783450"/>
                </a:lnTo>
                <a:lnTo>
                  <a:pt x="5354448" y="1836748"/>
                </a:lnTo>
                <a:moveTo>
                  <a:pt x="5247851" y="1836748"/>
                </a:moveTo>
                <a:lnTo>
                  <a:pt x="5194552" y="1836748"/>
                </a:lnTo>
                <a:lnTo>
                  <a:pt x="5194552" y="1783450"/>
                </a:lnTo>
                <a:lnTo>
                  <a:pt x="5247851" y="1783450"/>
                </a:lnTo>
                <a:lnTo>
                  <a:pt x="5247851" y="1836748"/>
                </a:lnTo>
                <a:moveTo>
                  <a:pt x="5141255" y="1836748"/>
                </a:moveTo>
                <a:lnTo>
                  <a:pt x="5087956" y="1836748"/>
                </a:lnTo>
                <a:lnTo>
                  <a:pt x="5087956" y="1783450"/>
                </a:lnTo>
                <a:lnTo>
                  <a:pt x="5141255" y="1783450"/>
                </a:lnTo>
                <a:lnTo>
                  <a:pt x="5141255" y="1836748"/>
                </a:lnTo>
                <a:moveTo>
                  <a:pt x="5034657" y="1836748"/>
                </a:moveTo>
                <a:lnTo>
                  <a:pt x="4977259" y="1836748"/>
                </a:lnTo>
                <a:lnTo>
                  <a:pt x="4977259" y="1783450"/>
                </a:lnTo>
                <a:lnTo>
                  <a:pt x="5034657" y="1783450"/>
                </a:lnTo>
                <a:lnTo>
                  <a:pt x="5034657" y="1836748"/>
                </a:lnTo>
                <a:moveTo>
                  <a:pt x="4923960" y="1836748"/>
                </a:moveTo>
                <a:lnTo>
                  <a:pt x="4870663" y="1836748"/>
                </a:lnTo>
                <a:lnTo>
                  <a:pt x="4870663" y="1783450"/>
                </a:lnTo>
                <a:lnTo>
                  <a:pt x="4923960" y="1783450"/>
                </a:lnTo>
                <a:lnTo>
                  <a:pt x="4923960" y="1836748"/>
                </a:lnTo>
                <a:moveTo>
                  <a:pt x="4817364" y="1836748"/>
                </a:moveTo>
                <a:lnTo>
                  <a:pt x="4764065" y="1836748"/>
                </a:lnTo>
                <a:lnTo>
                  <a:pt x="4764065" y="1783450"/>
                </a:lnTo>
                <a:lnTo>
                  <a:pt x="4817364" y="1783450"/>
                </a:lnTo>
                <a:lnTo>
                  <a:pt x="4817364" y="1836748"/>
                </a:lnTo>
                <a:moveTo>
                  <a:pt x="4710766" y="1836748"/>
                </a:moveTo>
                <a:lnTo>
                  <a:pt x="4657468" y="1836748"/>
                </a:lnTo>
                <a:lnTo>
                  <a:pt x="4657468" y="1783450"/>
                </a:lnTo>
                <a:lnTo>
                  <a:pt x="4710766" y="1783450"/>
                </a:lnTo>
                <a:lnTo>
                  <a:pt x="4710766" y="1836748"/>
                </a:lnTo>
                <a:moveTo>
                  <a:pt x="4604169" y="1836748"/>
                </a:moveTo>
                <a:lnTo>
                  <a:pt x="4550870" y="1836748"/>
                </a:lnTo>
                <a:lnTo>
                  <a:pt x="4550870" y="1783450"/>
                </a:lnTo>
                <a:lnTo>
                  <a:pt x="4604169" y="1783450"/>
                </a:lnTo>
                <a:lnTo>
                  <a:pt x="4604169" y="1836748"/>
                </a:lnTo>
                <a:moveTo>
                  <a:pt x="4497573" y="1836748"/>
                </a:moveTo>
                <a:lnTo>
                  <a:pt x="4440173" y="1836748"/>
                </a:lnTo>
                <a:lnTo>
                  <a:pt x="4440173" y="1783450"/>
                </a:lnTo>
                <a:lnTo>
                  <a:pt x="4497573" y="1783450"/>
                </a:lnTo>
                <a:lnTo>
                  <a:pt x="4497573" y="1836748"/>
                </a:lnTo>
                <a:moveTo>
                  <a:pt x="4386876" y="1836748"/>
                </a:moveTo>
                <a:lnTo>
                  <a:pt x="4333577" y="1836748"/>
                </a:lnTo>
                <a:lnTo>
                  <a:pt x="4333577" y="1783450"/>
                </a:lnTo>
                <a:lnTo>
                  <a:pt x="4386876" y="1783450"/>
                </a:lnTo>
                <a:lnTo>
                  <a:pt x="4386876" y="1836748"/>
                </a:lnTo>
                <a:moveTo>
                  <a:pt x="4280278" y="1836748"/>
                </a:moveTo>
                <a:lnTo>
                  <a:pt x="4226979" y="1836748"/>
                </a:lnTo>
                <a:lnTo>
                  <a:pt x="4226979" y="1783450"/>
                </a:lnTo>
                <a:lnTo>
                  <a:pt x="4280278" y="1783450"/>
                </a:lnTo>
                <a:lnTo>
                  <a:pt x="4280278" y="1836748"/>
                </a:lnTo>
                <a:moveTo>
                  <a:pt x="4173681" y="1836748"/>
                </a:moveTo>
                <a:lnTo>
                  <a:pt x="4120382" y="1836748"/>
                </a:lnTo>
                <a:lnTo>
                  <a:pt x="4120382" y="1783450"/>
                </a:lnTo>
                <a:lnTo>
                  <a:pt x="4173681" y="1783450"/>
                </a:lnTo>
                <a:lnTo>
                  <a:pt x="4173681" y="1836748"/>
                </a:lnTo>
                <a:moveTo>
                  <a:pt x="4067083" y="1836748"/>
                </a:moveTo>
                <a:lnTo>
                  <a:pt x="4013786" y="1836748"/>
                </a:lnTo>
                <a:lnTo>
                  <a:pt x="4013786" y="1783450"/>
                </a:lnTo>
                <a:lnTo>
                  <a:pt x="4067083" y="1783450"/>
                </a:lnTo>
                <a:lnTo>
                  <a:pt x="4067083" y="1836748"/>
                </a:lnTo>
                <a:moveTo>
                  <a:pt x="3956387" y="1836748"/>
                </a:moveTo>
                <a:lnTo>
                  <a:pt x="3903089" y="1836748"/>
                </a:lnTo>
                <a:lnTo>
                  <a:pt x="3903089" y="1783450"/>
                </a:lnTo>
                <a:lnTo>
                  <a:pt x="3956387" y="1783450"/>
                </a:lnTo>
                <a:lnTo>
                  <a:pt x="3956387" y="1836748"/>
                </a:lnTo>
                <a:moveTo>
                  <a:pt x="3849790" y="1836748"/>
                </a:moveTo>
                <a:lnTo>
                  <a:pt x="3796491" y="1836748"/>
                </a:lnTo>
                <a:lnTo>
                  <a:pt x="3796491" y="1783450"/>
                </a:lnTo>
                <a:lnTo>
                  <a:pt x="3849790" y="1783450"/>
                </a:lnTo>
                <a:lnTo>
                  <a:pt x="3849790" y="1836748"/>
                </a:lnTo>
                <a:moveTo>
                  <a:pt x="3743194" y="1836748"/>
                </a:moveTo>
                <a:lnTo>
                  <a:pt x="3689896" y="1836748"/>
                </a:lnTo>
                <a:lnTo>
                  <a:pt x="3689896" y="1783450"/>
                </a:lnTo>
                <a:lnTo>
                  <a:pt x="3743194" y="1783450"/>
                </a:lnTo>
                <a:lnTo>
                  <a:pt x="3743194" y="1836748"/>
                </a:lnTo>
                <a:moveTo>
                  <a:pt x="3636597" y="1836748"/>
                </a:moveTo>
                <a:lnTo>
                  <a:pt x="3583298" y="1836748"/>
                </a:lnTo>
                <a:lnTo>
                  <a:pt x="3583298" y="1783450"/>
                </a:lnTo>
                <a:lnTo>
                  <a:pt x="3636597" y="1783450"/>
                </a:lnTo>
                <a:lnTo>
                  <a:pt x="3636597" y="1836748"/>
                </a:lnTo>
                <a:moveTo>
                  <a:pt x="3530001" y="1836748"/>
                </a:moveTo>
                <a:lnTo>
                  <a:pt x="3476702" y="1836748"/>
                </a:lnTo>
                <a:lnTo>
                  <a:pt x="3476702" y="1783450"/>
                </a:lnTo>
                <a:lnTo>
                  <a:pt x="3530001" y="1783450"/>
                </a:lnTo>
                <a:lnTo>
                  <a:pt x="3530001" y="1836748"/>
                </a:lnTo>
                <a:moveTo>
                  <a:pt x="3419302" y="1836748"/>
                </a:moveTo>
                <a:lnTo>
                  <a:pt x="3366005" y="1836748"/>
                </a:lnTo>
                <a:lnTo>
                  <a:pt x="3366005" y="1783450"/>
                </a:lnTo>
                <a:lnTo>
                  <a:pt x="3419302" y="1783450"/>
                </a:lnTo>
                <a:lnTo>
                  <a:pt x="3419302" y="1836748"/>
                </a:lnTo>
                <a:moveTo>
                  <a:pt x="3312706" y="1836748"/>
                </a:moveTo>
                <a:lnTo>
                  <a:pt x="3259409" y="1836748"/>
                </a:lnTo>
                <a:lnTo>
                  <a:pt x="3259409" y="1783450"/>
                </a:lnTo>
                <a:lnTo>
                  <a:pt x="3312706" y="1783450"/>
                </a:lnTo>
                <a:lnTo>
                  <a:pt x="3312706" y="1836748"/>
                </a:lnTo>
                <a:moveTo>
                  <a:pt x="3206110" y="1836748"/>
                </a:moveTo>
                <a:lnTo>
                  <a:pt x="3152811" y="1836748"/>
                </a:lnTo>
                <a:lnTo>
                  <a:pt x="3152811" y="1783450"/>
                </a:lnTo>
                <a:lnTo>
                  <a:pt x="3206110" y="1783450"/>
                </a:lnTo>
                <a:lnTo>
                  <a:pt x="3206110" y="1836748"/>
                </a:lnTo>
                <a:moveTo>
                  <a:pt x="3099512" y="1836748"/>
                </a:moveTo>
                <a:lnTo>
                  <a:pt x="3046214" y="1836748"/>
                </a:lnTo>
                <a:lnTo>
                  <a:pt x="3046214" y="1783450"/>
                </a:lnTo>
                <a:lnTo>
                  <a:pt x="3099512" y="1783450"/>
                </a:lnTo>
                <a:lnTo>
                  <a:pt x="3099512" y="1836748"/>
                </a:lnTo>
                <a:moveTo>
                  <a:pt x="2992915" y="1836748"/>
                </a:moveTo>
                <a:lnTo>
                  <a:pt x="2935517" y="1836748"/>
                </a:lnTo>
                <a:lnTo>
                  <a:pt x="2935517" y="1783450"/>
                </a:lnTo>
                <a:lnTo>
                  <a:pt x="2992915" y="1783450"/>
                </a:lnTo>
                <a:lnTo>
                  <a:pt x="2992915" y="1836748"/>
                </a:lnTo>
                <a:moveTo>
                  <a:pt x="2882218" y="1836748"/>
                </a:moveTo>
                <a:lnTo>
                  <a:pt x="2828919" y="1836748"/>
                </a:lnTo>
                <a:lnTo>
                  <a:pt x="2828919" y="1783450"/>
                </a:lnTo>
                <a:lnTo>
                  <a:pt x="2882218" y="1783450"/>
                </a:lnTo>
                <a:lnTo>
                  <a:pt x="2882218" y="1836748"/>
                </a:lnTo>
                <a:moveTo>
                  <a:pt x="2775622" y="1836748"/>
                </a:moveTo>
                <a:lnTo>
                  <a:pt x="2722323" y="1836748"/>
                </a:lnTo>
                <a:lnTo>
                  <a:pt x="2722323" y="1783450"/>
                </a:lnTo>
                <a:lnTo>
                  <a:pt x="2775622" y="1783450"/>
                </a:lnTo>
                <a:lnTo>
                  <a:pt x="2775622" y="1836748"/>
                </a:lnTo>
                <a:moveTo>
                  <a:pt x="2669024" y="1836748"/>
                </a:moveTo>
                <a:lnTo>
                  <a:pt x="2615727" y="1836748"/>
                </a:lnTo>
                <a:lnTo>
                  <a:pt x="2615727" y="1783450"/>
                </a:lnTo>
                <a:lnTo>
                  <a:pt x="2669024" y="1783450"/>
                </a:lnTo>
                <a:lnTo>
                  <a:pt x="2669024" y="1836748"/>
                </a:lnTo>
                <a:moveTo>
                  <a:pt x="2562427" y="1836748"/>
                </a:moveTo>
                <a:lnTo>
                  <a:pt x="2509128" y="1836748"/>
                </a:lnTo>
                <a:lnTo>
                  <a:pt x="2509128" y="1783450"/>
                </a:lnTo>
                <a:lnTo>
                  <a:pt x="2562427" y="1783450"/>
                </a:lnTo>
                <a:lnTo>
                  <a:pt x="2562427" y="1836748"/>
                </a:lnTo>
                <a:moveTo>
                  <a:pt x="2455829" y="1836748"/>
                </a:moveTo>
                <a:lnTo>
                  <a:pt x="2398432" y="1836748"/>
                </a:lnTo>
                <a:lnTo>
                  <a:pt x="2398432" y="1783450"/>
                </a:lnTo>
                <a:lnTo>
                  <a:pt x="2455829" y="1783450"/>
                </a:lnTo>
                <a:lnTo>
                  <a:pt x="2455829" y="1836748"/>
                </a:lnTo>
                <a:moveTo>
                  <a:pt x="2345134" y="1836748"/>
                </a:moveTo>
                <a:lnTo>
                  <a:pt x="2291835" y="1836748"/>
                </a:lnTo>
                <a:lnTo>
                  <a:pt x="2291835" y="1783450"/>
                </a:lnTo>
                <a:lnTo>
                  <a:pt x="2345134" y="1783450"/>
                </a:lnTo>
                <a:lnTo>
                  <a:pt x="2345134" y="1836748"/>
                </a:lnTo>
                <a:moveTo>
                  <a:pt x="2238536" y="1836748"/>
                </a:moveTo>
                <a:lnTo>
                  <a:pt x="2185237" y="1836748"/>
                </a:lnTo>
                <a:lnTo>
                  <a:pt x="2185237" y="1783450"/>
                </a:lnTo>
                <a:lnTo>
                  <a:pt x="2238536" y="1783450"/>
                </a:lnTo>
                <a:lnTo>
                  <a:pt x="2238536" y="1836748"/>
                </a:lnTo>
                <a:moveTo>
                  <a:pt x="2131940" y="1836748"/>
                </a:moveTo>
                <a:lnTo>
                  <a:pt x="2078641" y="1836748"/>
                </a:lnTo>
                <a:lnTo>
                  <a:pt x="2078641" y="1783450"/>
                </a:lnTo>
                <a:lnTo>
                  <a:pt x="2131940" y="1783450"/>
                </a:lnTo>
                <a:lnTo>
                  <a:pt x="2131940" y="1836748"/>
                </a:lnTo>
                <a:moveTo>
                  <a:pt x="2025342" y="1836748"/>
                </a:moveTo>
                <a:lnTo>
                  <a:pt x="1972043" y="1836748"/>
                </a:lnTo>
                <a:lnTo>
                  <a:pt x="1972043" y="1783450"/>
                </a:lnTo>
                <a:lnTo>
                  <a:pt x="2025342" y="1783450"/>
                </a:lnTo>
                <a:lnTo>
                  <a:pt x="2025342" y="1836748"/>
                </a:lnTo>
                <a:moveTo>
                  <a:pt x="1914645" y="1836748"/>
                </a:moveTo>
                <a:lnTo>
                  <a:pt x="1861348" y="1836748"/>
                </a:lnTo>
                <a:lnTo>
                  <a:pt x="1861348" y="1783450"/>
                </a:lnTo>
                <a:lnTo>
                  <a:pt x="1914645" y="1783450"/>
                </a:lnTo>
                <a:lnTo>
                  <a:pt x="1914645" y="1836748"/>
                </a:lnTo>
                <a:moveTo>
                  <a:pt x="1808049" y="1836748"/>
                </a:moveTo>
                <a:lnTo>
                  <a:pt x="1754749" y="1836748"/>
                </a:lnTo>
                <a:lnTo>
                  <a:pt x="1754749" y="1783450"/>
                </a:lnTo>
                <a:lnTo>
                  <a:pt x="1808049" y="1783450"/>
                </a:lnTo>
                <a:lnTo>
                  <a:pt x="1808049" y="1836748"/>
                </a:lnTo>
                <a:moveTo>
                  <a:pt x="1701450" y="1836748"/>
                </a:moveTo>
                <a:lnTo>
                  <a:pt x="1648153" y="1836748"/>
                </a:lnTo>
                <a:lnTo>
                  <a:pt x="1648153" y="1783450"/>
                </a:lnTo>
                <a:lnTo>
                  <a:pt x="1701450" y="1783450"/>
                </a:lnTo>
                <a:lnTo>
                  <a:pt x="1701450" y="1836748"/>
                </a:lnTo>
                <a:moveTo>
                  <a:pt x="1594854" y="1836748"/>
                </a:moveTo>
                <a:lnTo>
                  <a:pt x="1541557" y="1836748"/>
                </a:lnTo>
                <a:lnTo>
                  <a:pt x="1541557" y="1783450"/>
                </a:lnTo>
                <a:lnTo>
                  <a:pt x="1594854" y="1783450"/>
                </a:lnTo>
                <a:lnTo>
                  <a:pt x="1594854" y="1836748"/>
                </a:lnTo>
                <a:moveTo>
                  <a:pt x="1488259" y="1836748"/>
                </a:moveTo>
                <a:lnTo>
                  <a:pt x="1430858" y="1836748"/>
                </a:lnTo>
                <a:lnTo>
                  <a:pt x="1430858" y="1783450"/>
                </a:lnTo>
                <a:lnTo>
                  <a:pt x="1488259" y="1783450"/>
                </a:lnTo>
                <a:lnTo>
                  <a:pt x="1488259" y="1836748"/>
                </a:lnTo>
                <a:moveTo>
                  <a:pt x="1377561" y="1836748"/>
                </a:moveTo>
                <a:lnTo>
                  <a:pt x="1324262" y="1836748"/>
                </a:lnTo>
                <a:lnTo>
                  <a:pt x="1324262" y="1783450"/>
                </a:lnTo>
                <a:lnTo>
                  <a:pt x="1377561" y="1783450"/>
                </a:lnTo>
                <a:lnTo>
                  <a:pt x="1377561" y="1836748"/>
                </a:lnTo>
                <a:moveTo>
                  <a:pt x="1270964" y="1836748"/>
                </a:moveTo>
                <a:lnTo>
                  <a:pt x="1217667" y="1836748"/>
                </a:lnTo>
                <a:lnTo>
                  <a:pt x="1217667" y="1783450"/>
                </a:lnTo>
                <a:lnTo>
                  <a:pt x="1270964" y="1783450"/>
                </a:lnTo>
                <a:lnTo>
                  <a:pt x="1270964" y="1836748"/>
                </a:lnTo>
                <a:moveTo>
                  <a:pt x="1164368" y="1836748"/>
                </a:moveTo>
                <a:lnTo>
                  <a:pt x="1111069" y="1836748"/>
                </a:lnTo>
                <a:lnTo>
                  <a:pt x="1111069" y="1783450"/>
                </a:lnTo>
                <a:lnTo>
                  <a:pt x="1164368" y="1783450"/>
                </a:lnTo>
                <a:lnTo>
                  <a:pt x="1164368" y="1836748"/>
                </a:lnTo>
                <a:moveTo>
                  <a:pt x="1057770" y="1836748"/>
                </a:moveTo>
                <a:lnTo>
                  <a:pt x="1004473" y="1836748"/>
                </a:lnTo>
                <a:lnTo>
                  <a:pt x="1004473" y="1783450"/>
                </a:lnTo>
                <a:lnTo>
                  <a:pt x="1057770" y="1783450"/>
                </a:lnTo>
                <a:lnTo>
                  <a:pt x="1057770" y="1836748"/>
                </a:lnTo>
                <a:moveTo>
                  <a:pt x="951173" y="1836748"/>
                </a:moveTo>
                <a:lnTo>
                  <a:pt x="893776" y="1836748"/>
                </a:lnTo>
                <a:lnTo>
                  <a:pt x="893776" y="1783450"/>
                </a:lnTo>
                <a:lnTo>
                  <a:pt x="951173" y="1783450"/>
                </a:lnTo>
                <a:lnTo>
                  <a:pt x="951173" y="1836748"/>
                </a:lnTo>
                <a:moveTo>
                  <a:pt x="840477" y="1836748"/>
                </a:moveTo>
                <a:lnTo>
                  <a:pt x="787178" y="1836748"/>
                </a:lnTo>
                <a:lnTo>
                  <a:pt x="787178" y="1783450"/>
                </a:lnTo>
                <a:lnTo>
                  <a:pt x="840477" y="1783450"/>
                </a:lnTo>
                <a:lnTo>
                  <a:pt x="840477" y="1836748"/>
                </a:lnTo>
                <a:moveTo>
                  <a:pt x="733879" y="1836748"/>
                </a:moveTo>
                <a:lnTo>
                  <a:pt x="680581" y="1836748"/>
                </a:lnTo>
                <a:lnTo>
                  <a:pt x="680581" y="1783450"/>
                </a:lnTo>
                <a:lnTo>
                  <a:pt x="733879" y="1783450"/>
                </a:lnTo>
                <a:lnTo>
                  <a:pt x="733879" y="1836748"/>
                </a:lnTo>
                <a:moveTo>
                  <a:pt x="627282" y="1836748"/>
                </a:moveTo>
                <a:lnTo>
                  <a:pt x="573983" y="1836748"/>
                </a:lnTo>
                <a:lnTo>
                  <a:pt x="573983" y="1783450"/>
                </a:lnTo>
                <a:lnTo>
                  <a:pt x="627282" y="1783450"/>
                </a:lnTo>
                <a:lnTo>
                  <a:pt x="627282" y="1836748"/>
                </a:lnTo>
                <a:moveTo>
                  <a:pt x="520686" y="1836748"/>
                </a:moveTo>
                <a:lnTo>
                  <a:pt x="467387" y="1836748"/>
                </a:lnTo>
                <a:lnTo>
                  <a:pt x="467387" y="1783450"/>
                </a:lnTo>
                <a:lnTo>
                  <a:pt x="520686" y="1783450"/>
                </a:lnTo>
                <a:lnTo>
                  <a:pt x="520686" y="1836748"/>
                </a:lnTo>
                <a:moveTo>
                  <a:pt x="409989" y="1836748"/>
                </a:moveTo>
                <a:lnTo>
                  <a:pt x="356690" y="1836748"/>
                </a:lnTo>
                <a:lnTo>
                  <a:pt x="356690" y="1783450"/>
                </a:lnTo>
                <a:lnTo>
                  <a:pt x="409989" y="1783450"/>
                </a:lnTo>
                <a:lnTo>
                  <a:pt x="409989" y="1836748"/>
                </a:lnTo>
                <a:moveTo>
                  <a:pt x="303391" y="1836748"/>
                </a:moveTo>
                <a:lnTo>
                  <a:pt x="250094" y="1836748"/>
                </a:lnTo>
                <a:lnTo>
                  <a:pt x="250094" y="1783450"/>
                </a:lnTo>
                <a:lnTo>
                  <a:pt x="303391" y="1783450"/>
                </a:lnTo>
                <a:lnTo>
                  <a:pt x="303391" y="1836748"/>
                </a:lnTo>
                <a:moveTo>
                  <a:pt x="192694" y="1832647"/>
                </a:moveTo>
                <a:lnTo>
                  <a:pt x="180395" y="1832647"/>
                </a:lnTo>
                <a:lnTo>
                  <a:pt x="159895" y="1824449"/>
                </a:lnTo>
                <a:lnTo>
                  <a:pt x="139395" y="1820349"/>
                </a:lnTo>
                <a:lnTo>
                  <a:pt x="135295" y="1816249"/>
                </a:lnTo>
                <a:lnTo>
                  <a:pt x="155796" y="1767050"/>
                </a:lnTo>
                <a:lnTo>
                  <a:pt x="159895" y="1771149"/>
                </a:lnTo>
                <a:lnTo>
                  <a:pt x="159895" y="1767050"/>
                </a:lnTo>
                <a:lnTo>
                  <a:pt x="176295" y="1775250"/>
                </a:lnTo>
                <a:lnTo>
                  <a:pt x="192694" y="1779350"/>
                </a:lnTo>
                <a:lnTo>
                  <a:pt x="200893" y="1779350"/>
                </a:lnTo>
                <a:lnTo>
                  <a:pt x="192694" y="1832647"/>
                </a:lnTo>
                <a:moveTo>
                  <a:pt x="81997" y="1783450"/>
                </a:moveTo>
                <a:lnTo>
                  <a:pt x="65598" y="1771149"/>
                </a:lnTo>
                <a:lnTo>
                  <a:pt x="45098" y="1742451"/>
                </a:lnTo>
                <a:lnTo>
                  <a:pt x="86098" y="1705552"/>
                </a:lnTo>
                <a:lnTo>
                  <a:pt x="106596" y="1734251"/>
                </a:lnTo>
                <a:lnTo>
                  <a:pt x="102497" y="1730150"/>
                </a:lnTo>
                <a:lnTo>
                  <a:pt x="118897" y="1742451"/>
                </a:lnTo>
                <a:lnTo>
                  <a:pt x="81997" y="1783450"/>
                </a:lnTo>
                <a:moveTo>
                  <a:pt x="12299" y="1685053"/>
                </a:moveTo>
                <a:lnTo>
                  <a:pt x="8200" y="1676852"/>
                </a:lnTo>
                <a:lnTo>
                  <a:pt x="4099" y="1656352"/>
                </a:lnTo>
                <a:lnTo>
                  <a:pt x="0" y="1631754"/>
                </a:lnTo>
                <a:lnTo>
                  <a:pt x="0" y="1627654"/>
                </a:lnTo>
                <a:lnTo>
                  <a:pt x="53299" y="1623554"/>
                </a:lnTo>
                <a:lnTo>
                  <a:pt x="53299" y="1627654"/>
                </a:lnTo>
                <a:lnTo>
                  <a:pt x="53299" y="1623554"/>
                </a:lnTo>
                <a:lnTo>
                  <a:pt x="57397" y="1644053"/>
                </a:lnTo>
                <a:lnTo>
                  <a:pt x="61498" y="1660453"/>
                </a:lnTo>
                <a:lnTo>
                  <a:pt x="65598" y="1668653"/>
                </a:lnTo>
                <a:lnTo>
                  <a:pt x="12299" y="1685053"/>
                </a:lnTo>
              </a:path>
            </a:pathLst>
          </a:custGeom>
          <a:solidFill xmlns:a="http://schemas.openxmlformats.org/drawingml/2006/main">
            <a:srgbClr val="6DAD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63DB49D2-8488-4AF6-BBDF-A439A6C0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929" y="2825218"/>
            <a:ext cx="3525906" cy="23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 pour the hot water into the cup </a:t>
            </a:r>
          </a:p>
        </p:txBody>
      </p:sp>
      <p:sp>
        <p:nvSpPr>
          <p:cNvPr id="23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A6FC0363-42D5-4863-9041-BB82C86B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929" y="3108016"/>
            <a:ext cx="1644990" cy="23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6. grab the cup </a:t>
            </a:r>
          </a:p>
        </p:txBody>
      </p:sp>
      <p:sp>
        <p:nvSpPr>
          <p:cNvPr id="24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607232A2-CDB5-4561-A7B2-D2D1B37E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929" y="3395021"/>
            <a:ext cx="3730407" cy="23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7. hand the brewed tea to the user. </a:t>
            </a:r>
          </a:p>
        </p:txBody>
      </p:sp>
      <p:sp>
        <p:nvSpPr>
          <p:cNvPr id="25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CCCCD994-4BF0-4A03-9F5D-CBCB4FB6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435" y="3989186"/>
            <a:ext cx="860983" cy="430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3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……</a:t>
            </a:r>
          </a:p>
        </p:txBody>
      </p:sp>
      <p:sp>
        <p:nvSpPr>
          <p:cNvPr id="26" name="pdf-path-28">
            <a:extLst xmlns:a="http://schemas.openxmlformats.org/drawingml/2006/main">
              <a:ext uri="{FF2B5EF4-FFF2-40B4-BE49-F238E27FC236}">
                <a16:creationId xmlns:a16="http://schemas.microsoft.com/office/drawing/2014/main" id="{6C6AF656-C7D6-4604-B06A-81A6E678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518" y="4444819"/>
            <a:ext cx="143496" cy="434588"/>
          </a:xfrm>
          <a:custGeom xmlns:a="http://schemas.openxmlformats.org/drawingml/2006/main">
            <a:pathLst>
              <a:path w="143496" h="434588">
                <a:moveTo>
                  <a:pt x="77898" y="0"/>
                </a:moveTo>
                <a:lnTo>
                  <a:pt x="77898" y="315691"/>
                </a:lnTo>
                <a:lnTo>
                  <a:pt x="65598" y="315691"/>
                </a:lnTo>
                <a:lnTo>
                  <a:pt x="65598" y="0"/>
                </a:lnTo>
                <a:lnTo>
                  <a:pt x="77898" y="0"/>
                </a:lnTo>
                <a:moveTo>
                  <a:pt x="143496" y="291092"/>
                </a:moveTo>
                <a:lnTo>
                  <a:pt x="69698" y="434588"/>
                </a:lnTo>
                <a:lnTo>
                  <a:pt x="0" y="291092"/>
                </a:lnTo>
                <a:lnTo>
                  <a:pt x="143496" y="2910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CD7A8383-81EA-4B34-9D70-8CA8874C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803" y="4567125"/>
            <a:ext cx="3145083" cy="213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5) pour the hot water into the cup</a:t>
            </a:r>
          </a:p>
        </p:txBody>
      </p:sp>
      <p:sp>
        <p:nvSpPr>
          <p:cNvPr id="28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C3FE457F-614D-4A1A-AEE8-41142AB4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7602" y="4198135"/>
            <a:ext cx="3181819" cy="213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1)-4) steps have been completed </a:t>
            </a:r>
          </a:p>
        </p:txBody>
      </p:sp>
      <p:sp>
        <p:nvSpPr>
          <p:cNvPr id="29" name="pdf-path-31">
            <a:extLst xmlns:a="http://schemas.openxmlformats.org/drawingml/2006/main">
              <a:ext uri="{FF2B5EF4-FFF2-40B4-BE49-F238E27FC236}">
                <a16:creationId xmlns:a16="http://schemas.microsoft.com/office/drawing/2014/main" id="{1E612499-1050-4F9B-9AD1-E0AF7363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533" y="5149998"/>
            <a:ext cx="61498" cy="1668653"/>
          </a:xfrm>
          <a:custGeom xmlns:a="http://schemas.openxmlformats.org/drawingml/2006/main">
            <a:pathLst>
              <a:path w="61498" h="1668653">
                <a:moveTo>
                  <a:pt x="0" y="1668653"/>
                </a:moveTo>
                <a:lnTo>
                  <a:pt x="0" y="1615354"/>
                </a:lnTo>
                <a:lnTo>
                  <a:pt x="53299" y="1615354"/>
                </a:lnTo>
                <a:lnTo>
                  <a:pt x="53299" y="1668653"/>
                </a:lnTo>
                <a:lnTo>
                  <a:pt x="0" y="1668653"/>
                </a:lnTo>
                <a:moveTo>
                  <a:pt x="0" y="1562055"/>
                </a:moveTo>
                <a:lnTo>
                  <a:pt x="0" y="1508757"/>
                </a:lnTo>
                <a:lnTo>
                  <a:pt x="53299" y="1508757"/>
                </a:lnTo>
                <a:lnTo>
                  <a:pt x="53299" y="1562055"/>
                </a:lnTo>
                <a:lnTo>
                  <a:pt x="0" y="1562055"/>
                </a:lnTo>
                <a:moveTo>
                  <a:pt x="0" y="1455459"/>
                </a:moveTo>
                <a:lnTo>
                  <a:pt x="0" y="1402160"/>
                </a:lnTo>
                <a:lnTo>
                  <a:pt x="53299" y="1402160"/>
                </a:lnTo>
                <a:lnTo>
                  <a:pt x="53299" y="1455459"/>
                </a:lnTo>
                <a:lnTo>
                  <a:pt x="0" y="1455459"/>
                </a:lnTo>
                <a:moveTo>
                  <a:pt x="0" y="1348862"/>
                </a:moveTo>
                <a:lnTo>
                  <a:pt x="0" y="1295563"/>
                </a:lnTo>
                <a:lnTo>
                  <a:pt x="53299" y="1295563"/>
                </a:lnTo>
                <a:lnTo>
                  <a:pt x="53299" y="1348862"/>
                </a:lnTo>
                <a:lnTo>
                  <a:pt x="0" y="1348862"/>
                </a:lnTo>
                <a:moveTo>
                  <a:pt x="0" y="1238165"/>
                </a:moveTo>
                <a:lnTo>
                  <a:pt x="0" y="1184867"/>
                </a:lnTo>
                <a:lnTo>
                  <a:pt x="53299" y="1184867"/>
                </a:lnTo>
                <a:lnTo>
                  <a:pt x="53299" y="1238165"/>
                </a:lnTo>
                <a:lnTo>
                  <a:pt x="0" y="1238165"/>
                </a:lnTo>
                <a:moveTo>
                  <a:pt x="0" y="1131568"/>
                </a:moveTo>
                <a:lnTo>
                  <a:pt x="0" y="1078269"/>
                </a:lnTo>
                <a:lnTo>
                  <a:pt x="53299" y="1078269"/>
                </a:lnTo>
                <a:lnTo>
                  <a:pt x="53299" y="1131568"/>
                </a:lnTo>
                <a:lnTo>
                  <a:pt x="0" y="1131568"/>
                </a:lnTo>
                <a:moveTo>
                  <a:pt x="0" y="1024971"/>
                </a:moveTo>
                <a:lnTo>
                  <a:pt x="0" y="971672"/>
                </a:lnTo>
                <a:lnTo>
                  <a:pt x="53299" y="971672"/>
                </a:lnTo>
                <a:lnTo>
                  <a:pt x="53299" y="1024971"/>
                </a:lnTo>
                <a:lnTo>
                  <a:pt x="0" y="1024971"/>
                </a:lnTo>
                <a:moveTo>
                  <a:pt x="0" y="918374"/>
                </a:moveTo>
                <a:lnTo>
                  <a:pt x="0" y="865076"/>
                </a:lnTo>
                <a:lnTo>
                  <a:pt x="53299" y="865076"/>
                </a:lnTo>
                <a:lnTo>
                  <a:pt x="53299" y="918374"/>
                </a:lnTo>
                <a:lnTo>
                  <a:pt x="0" y="918374"/>
                </a:lnTo>
                <a:moveTo>
                  <a:pt x="0" y="811777"/>
                </a:moveTo>
                <a:lnTo>
                  <a:pt x="0" y="754378"/>
                </a:lnTo>
                <a:lnTo>
                  <a:pt x="53299" y="754378"/>
                </a:lnTo>
                <a:lnTo>
                  <a:pt x="53299" y="811777"/>
                </a:lnTo>
                <a:lnTo>
                  <a:pt x="0" y="811777"/>
                </a:lnTo>
                <a:moveTo>
                  <a:pt x="0" y="701080"/>
                </a:moveTo>
                <a:lnTo>
                  <a:pt x="0" y="647782"/>
                </a:lnTo>
                <a:lnTo>
                  <a:pt x="53299" y="647782"/>
                </a:lnTo>
                <a:lnTo>
                  <a:pt x="53299" y="701080"/>
                </a:lnTo>
                <a:lnTo>
                  <a:pt x="0" y="701080"/>
                </a:lnTo>
                <a:moveTo>
                  <a:pt x="0" y="594483"/>
                </a:moveTo>
                <a:lnTo>
                  <a:pt x="0" y="541184"/>
                </a:lnTo>
                <a:lnTo>
                  <a:pt x="53299" y="541184"/>
                </a:lnTo>
                <a:lnTo>
                  <a:pt x="53299" y="594483"/>
                </a:lnTo>
                <a:lnTo>
                  <a:pt x="0" y="594483"/>
                </a:lnTo>
                <a:moveTo>
                  <a:pt x="0" y="487886"/>
                </a:moveTo>
                <a:lnTo>
                  <a:pt x="0" y="434588"/>
                </a:lnTo>
                <a:lnTo>
                  <a:pt x="53299" y="434588"/>
                </a:lnTo>
                <a:lnTo>
                  <a:pt x="53299" y="487886"/>
                </a:lnTo>
                <a:lnTo>
                  <a:pt x="0" y="487886"/>
                </a:lnTo>
                <a:moveTo>
                  <a:pt x="0" y="381289"/>
                </a:moveTo>
                <a:lnTo>
                  <a:pt x="0" y="327991"/>
                </a:lnTo>
                <a:lnTo>
                  <a:pt x="53299" y="327991"/>
                </a:lnTo>
                <a:lnTo>
                  <a:pt x="53299" y="381289"/>
                </a:lnTo>
                <a:lnTo>
                  <a:pt x="0" y="381289"/>
                </a:lnTo>
                <a:moveTo>
                  <a:pt x="0" y="274692"/>
                </a:moveTo>
                <a:lnTo>
                  <a:pt x="0" y="217294"/>
                </a:lnTo>
                <a:lnTo>
                  <a:pt x="53299" y="217294"/>
                </a:lnTo>
                <a:lnTo>
                  <a:pt x="53299" y="274692"/>
                </a:lnTo>
                <a:lnTo>
                  <a:pt x="0" y="274692"/>
                </a:lnTo>
                <a:moveTo>
                  <a:pt x="0" y="163995"/>
                </a:moveTo>
                <a:lnTo>
                  <a:pt x="0" y="110697"/>
                </a:lnTo>
                <a:lnTo>
                  <a:pt x="53299" y="110697"/>
                </a:lnTo>
                <a:lnTo>
                  <a:pt x="53299" y="163995"/>
                </a:lnTo>
                <a:lnTo>
                  <a:pt x="0" y="163995"/>
                </a:lnTo>
                <a:moveTo>
                  <a:pt x="0" y="57398"/>
                </a:moveTo>
                <a:lnTo>
                  <a:pt x="0" y="36899"/>
                </a:lnTo>
                <a:lnTo>
                  <a:pt x="4100" y="12300"/>
                </a:lnTo>
                <a:lnTo>
                  <a:pt x="8200" y="0"/>
                </a:lnTo>
                <a:lnTo>
                  <a:pt x="61498" y="12300"/>
                </a:lnTo>
                <a:lnTo>
                  <a:pt x="57399" y="24599"/>
                </a:lnTo>
                <a:lnTo>
                  <a:pt x="57399" y="20499"/>
                </a:lnTo>
                <a:lnTo>
                  <a:pt x="53299" y="45098"/>
                </a:lnTo>
                <a:lnTo>
                  <a:pt x="57399" y="40999"/>
                </a:lnTo>
                <a:lnTo>
                  <a:pt x="53299" y="57398"/>
                </a:lnTo>
                <a:lnTo>
                  <a:pt x="0" y="57398"/>
                </a:lnTo>
              </a:path>
            </a:pathLst>
          </a:custGeom>
          <a:solidFill xmlns:a="http://schemas.openxmlformats.org/drawingml/2006/main">
            <a:srgbClr val="9B47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df-path-32">
            <a:extLst xmlns:a="http://schemas.openxmlformats.org/drawingml/2006/main">
              <a:ext uri="{FF2B5EF4-FFF2-40B4-BE49-F238E27FC236}">
                <a16:creationId xmlns:a16="http://schemas.microsoft.com/office/drawing/2014/main" id="{814E945E-4223-43A1-A480-E0729023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233" y="4953205"/>
            <a:ext cx="1644054" cy="163995"/>
          </a:xfrm>
          <a:custGeom xmlns:a="http://schemas.openxmlformats.org/drawingml/2006/main">
            <a:pathLst>
              <a:path w="1644054" h="163995">
                <a:moveTo>
                  <a:pt x="0" y="139396"/>
                </a:moveTo>
                <a:lnTo>
                  <a:pt x="4100" y="135296"/>
                </a:lnTo>
                <a:lnTo>
                  <a:pt x="16400" y="114797"/>
                </a:lnTo>
                <a:lnTo>
                  <a:pt x="32799" y="94297"/>
                </a:lnTo>
                <a:lnTo>
                  <a:pt x="36899" y="90197"/>
                </a:lnTo>
                <a:lnTo>
                  <a:pt x="73798" y="127096"/>
                </a:lnTo>
                <a:lnTo>
                  <a:pt x="73798" y="131196"/>
                </a:lnTo>
                <a:lnTo>
                  <a:pt x="73798" y="127096"/>
                </a:lnTo>
                <a:lnTo>
                  <a:pt x="61498" y="147596"/>
                </a:lnTo>
                <a:lnTo>
                  <a:pt x="61498" y="143496"/>
                </a:lnTo>
                <a:lnTo>
                  <a:pt x="49199" y="163995"/>
                </a:lnTo>
                <a:lnTo>
                  <a:pt x="49199" y="159895"/>
                </a:lnTo>
                <a:lnTo>
                  <a:pt x="49199" y="163995"/>
                </a:lnTo>
                <a:lnTo>
                  <a:pt x="0" y="139396"/>
                </a:lnTo>
                <a:moveTo>
                  <a:pt x="77898" y="49199"/>
                </a:moveTo>
                <a:lnTo>
                  <a:pt x="86098" y="45099"/>
                </a:lnTo>
                <a:lnTo>
                  <a:pt x="106597" y="32799"/>
                </a:lnTo>
                <a:lnTo>
                  <a:pt x="131196" y="20499"/>
                </a:lnTo>
                <a:lnTo>
                  <a:pt x="151696" y="69698"/>
                </a:lnTo>
                <a:lnTo>
                  <a:pt x="131196" y="77898"/>
                </a:lnTo>
                <a:lnTo>
                  <a:pt x="135297" y="77898"/>
                </a:lnTo>
                <a:lnTo>
                  <a:pt x="114797" y="90197"/>
                </a:lnTo>
                <a:lnTo>
                  <a:pt x="118897" y="86097"/>
                </a:lnTo>
                <a:lnTo>
                  <a:pt x="110697" y="94297"/>
                </a:lnTo>
                <a:lnTo>
                  <a:pt x="77898" y="49199"/>
                </a:lnTo>
                <a:moveTo>
                  <a:pt x="188595" y="4100"/>
                </a:moveTo>
                <a:lnTo>
                  <a:pt x="204994" y="0"/>
                </a:lnTo>
                <a:lnTo>
                  <a:pt x="233693" y="0"/>
                </a:lnTo>
                <a:lnTo>
                  <a:pt x="245993" y="0"/>
                </a:lnTo>
                <a:lnTo>
                  <a:pt x="245993" y="53299"/>
                </a:lnTo>
                <a:lnTo>
                  <a:pt x="233693" y="53299"/>
                </a:lnTo>
                <a:lnTo>
                  <a:pt x="209094" y="53299"/>
                </a:lnTo>
                <a:lnTo>
                  <a:pt x="213194" y="53299"/>
                </a:lnTo>
                <a:lnTo>
                  <a:pt x="196795" y="57399"/>
                </a:lnTo>
                <a:lnTo>
                  <a:pt x="188595" y="4100"/>
                </a:lnTo>
                <a:moveTo>
                  <a:pt x="299291" y="0"/>
                </a:moveTo>
                <a:lnTo>
                  <a:pt x="356690" y="0"/>
                </a:lnTo>
                <a:lnTo>
                  <a:pt x="356690" y="53299"/>
                </a:lnTo>
                <a:lnTo>
                  <a:pt x="299291" y="53299"/>
                </a:lnTo>
                <a:lnTo>
                  <a:pt x="299291" y="0"/>
                </a:lnTo>
                <a:moveTo>
                  <a:pt x="409988" y="0"/>
                </a:moveTo>
                <a:lnTo>
                  <a:pt x="463287" y="0"/>
                </a:lnTo>
                <a:lnTo>
                  <a:pt x="463287" y="53299"/>
                </a:lnTo>
                <a:lnTo>
                  <a:pt x="409988" y="53299"/>
                </a:lnTo>
                <a:lnTo>
                  <a:pt x="409988" y="0"/>
                </a:lnTo>
                <a:moveTo>
                  <a:pt x="516585" y="0"/>
                </a:moveTo>
                <a:lnTo>
                  <a:pt x="569884" y="0"/>
                </a:lnTo>
                <a:lnTo>
                  <a:pt x="569884" y="53299"/>
                </a:lnTo>
                <a:lnTo>
                  <a:pt x="516585" y="53299"/>
                </a:lnTo>
                <a:lnTo>
                  <a:pt x="516585" y="0"/>
                </a:lnTo>
                <a:moveTo>
                  <a:pt x="623183" y="0"/>
                </a:moveTo>
                <a:lnTo>
                  <a:pt x="676481" y="0"/>
                </a:lnTo>
                <a:lnTo>
                  <a:pt x="676481" y="53299"/>
                </a:lnTo>
                <a:lnTo>
                  <a:pt x="623183" y="53299"/>
                </a:lnTo>
                <a:lnTo>
                  <a:pt x="623183" y="0"/>
                </a:lnTo>
                <a:moveTo>
                  <a:pt x="729779" y="0"/>
                </a:moveTo>
                <a:lnTo>
                  <a:pt x="783078" y="0"/>
                </a:lnTo>
                <a:lnTo>
                  <a:pt x="783078" y="53299"/>
                </a:lnTo>
                <a:lnTo>
                  <a:pt x="729779" y="53299"/>
                </a:lnTo>
                <a:lnTo>
                  <a:pt x="729779" y="0"/>
                </a:lnTo>
                <a:moveTo>
                  <a:pt x="836376" y="0"/>
                </a:moveTo>
                <a:lnTo>
                  <a:pt x="893775" y="0"/>
                </a:lnTo>
                <a:lnTo>
                  <a:pt x="893775" y="53299"/>
                </a:lnTo>
                <a:lnTo>
                  <a:pt x="836376" y="53299"/>
                </a:lnTo>
                <a:lnTo>
                  <a:pt x="836376" y="0"/>
                </a:lnTo>
                <a:moveTo>
                  <a:pt x="947073" y="0"/>
                </a:moveTo>
                <a:lnTo>
                  <a:pt x="1000371" y="0"/>
                </a:lnTo>
                <a:lnTo>
                  <a:pt x="1000371" y="53299"/>
                </a:lnTo>
                <a:lnTo>
                  <a:pt x="947073" y="53299"/>
                </a:lnTo>
                <a:lnTo>
                  <a:pt x="947073" y="0"/>
                </a:lnTo>
                <a:moveTo>
                  <a:pt x="1053670" y="0"/>
                </a:moveTo>
                <a:lnTo>
                  <a:pt x="1106969" y="0"/>
                </a:lnTo>
                <a:lnTo>
                  <a:pt x="1106969" y="53299"/>
                </a:lnTo>
                <a:lnTo>
                  <a:pt x="1053670" y="53299"/>
                </a:lnTo>
                <a:lnTo>
                  <a:pt x="1053670" y="0"/>
                </a:lnTo>
                <a:moveTo>
                  <a:pt x="1160267" y="0"/>
                </a:moveTo>
                <a:lnTo>
                  <a:pt x="1213566" y="0"/>
                </a:lnTo>
                <a:lnTo>
                  <a:pt x="1213566" y="53299"/>
                </a:lnTo>
                <a:lnTo>
                  <a:pt x="1160267" y="53299"/>
                </a:lnTo>
                <a:lnTo>
                  <a:pt x="1160267" y="0"/>
                </a:lnTo>
                <a:moveTo>
                  <a:pt x="1266864" y="0"/>
                </a:moveTo>
                <a:lnTo>
                  <a:pt x="1320162" y="0"/>
                </a:lnTo>
                <a:lnTo>
                  <a:pt x="1320162" y="53299"/>
                </a:lnTo>
                <a:lnTo>
                  <a:pt x="1266864" y="53299"/>
                </a:lnTo>
                <a:lnTo>
                  <a:pt x="1266864" y="0"/>
                </a:lnTo>
                <a:moveTo>
                  <a:pt x="1377561" y="0"/>
                </a:moveTo>
                <a:lnTo>
                  <a:pt x="1430859" y="0"/>
                </a:lnTo>
                <a:lnTo>
                  <a:pt x="1430859" y="53299"/>
                </a:lnTo>
                <a:lnTo>
                  <a:pt x="1377561" y="53299"/>
                </a:lnTo>
                <a:lnTo>
                  <a:pt x="1377561" y="0"/>
                </a:lnTo>
                <a:moveTo>
                  <a:pt x="1484158" y="0"/>
                </a:moveTo>
                <a:lnTo>
                  <a:pt x="1537456" y="0"/>
                </a:lnTo>
                <a:lnTo>
                  <a:pt x="1537456" y="53299"/>
                </a:lnTo>
                <a:lnTo>
                  <a:pt x="1484158" y="53299"/>
                </a:lnTo>
                <a:lnTo>
                  <a:pt x="1484158" y="0"/>
                </a:lnTo>
                <a:moveTo>
                  <a:pt x="1590755" y="0"/>
                </a:moveTo>
                <a:lnTo>
                  <a:pt x="1644054" y="0"/>
                </a:lnTo>
                <a:lnTo>
                  <a:pt x="1644054" y="53299"/>
                </a:lnTo>
                <a:lnTo>
                  <a:pt x="1590755" y="53299"/>
                </a:lnTo>
                <a:lnTo>
                  <a:pt x="1590755" y="0"/>
                </a:lnTo>
              </a:path>
            </a:pathLst>
          </a:custGeom>
          <a:solidFill xmlns:a="http://schemas.openxmlformats.org/drawingml/2006/main">
            <a:srgbClr val="9B47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df-path-33">
            <a:extLst xmlns:a="http://schemas.openxmlformats.org/drawingml/2006/main">
              <a:ext uri="{FF2B5EF4-FFF2-40B4-BE49-F238E27FC236}">
                <a16:creationId xmlns:a16="http://schemas.microsoft.com/office/drawing/2014/main" id="{3418BE79-D7A3-4A46-8EF7-32346223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584" y="4953204"/>
            <a:ext cx="1664553" cy="53299"/>
          </a:xfrm>
          <a:custGeom xmlns:a="http://schemas.openxmlformats.org/drawingml/2006/main">
            <a:pathLst>
              <a:path w="1664553" h="53299">
                <a:moveTo>
                  <a:pt x="0" y="0"/>
                </a:moveTo>
                <a:lnTo>
                  <a:pt x="53298" y="0"/>
                </a:lnTo>
                <a:lnTo>
                  <a:pt x="53298" y="53299"/>
                </a:lnTo>
                <a:lnTo>
                  <a:pt x="0" y="53299"/>
                </a:lnTo>
                <a:lnTo>
                  <a:pt x="0" y="0"/>
                </a:lnTo>
                <a:moveTo>
                  <a:pt x="106597" y="0"/>
                </a:moveTo>
                <a:lnTo>
                  <a:pt x="159895" y="0"/>
                </a:lnTo>
                <a:lnTo>
                  <a:pt x="159895" y="53299"/>
                </a:lnTo>
                <a:lnTo>
                  <a:pt x="106597" y="53299"/>
                </a:lnTo>
                <a:lnTo>
                  <a:pt x="106597" y="0"/>
                </a:lnTo>
                <a:moveTo>
                  <a:pt x="217294" y="0"/>
                </a:moveTo>
                <a:lnTo>
                  <a:pt x="270592" y="0"/>
                </a:lnTo>
                <a:lnTo>
                  <a:pt x="270592" y="53299"/>
                </a:lnTo>
                <a:lnTo>
                  <a:pt x="217294" y="53299"/>
                </a:lnTo>
                <a:lnTo>
                  <a:pt x="217294" y="0"/>
                </a:lnTo>
                <a:moveTo>
                  <a:pt x="323890" y="0"/>
                </a:moveTo>
                <a:lnTo>
                  <a:pt x="377189" y="0"/>
                </a:lnTo>
                <a:lnTo>
                  <a:pt x="377189" y="53299"/>
                </a:lnTo>
                <a:lnTo>
                  <a:pt x="323890" y="53299"/>
                </a:lnTo>
                <a:lnTo>
                  <a:pt x="323890" y="0"/>
                </a:lnTo>
                <a:moveTo>
                  <a:pt x="430488" y="0"/>
                </a:moveTo>
                <a:lnTo>
                  <a:pt x="483786" y="0"/>
                </a:lnTo>
                <a:lnTo>
                  <a:pt x="483786" y="53299"/>
                </a:lnTo>
                <a:lnTo>
                  <a:pt x="430488" y="53299"/>
                </a:lnTo>
                <a:lnTo>
                  <a:pt x="430488" y="0"/>
                </a:lnTo>
                <a:moveTo>
                  <a:pt x="537085" y="0"/>
                </a:moveTo>
                <a:lnTo>
                  <a:pt x="590383" y="0"/>
                </a:lnTo>
                <a:lnTo>
                  <a:pt x="590383" y="53299"/>
                </a:lnTo>
                <a:lnTo>
                  <a:pt x="537085" y="53299"/>
                </a:lnTo>
                <a:lnTo>
                  <a:pt x="537085" y="0"/>
                </a:lnTo>
                <a:moveTo>
                  <a:pt x="643681" y="0"/>
                </a:moveTo>
                <a:lnTo>
                  <a:pt x="701080" y="0"/>
                </a:lnTo>
                <a:lnTo>
                  <a:pt x="701080" y="53299"/>
                </a:lnTo>
                <a:lnTo>
                  <a:pt x="643681" y="53299"/>
                </a:lnTo>
                <a:lnTo>
                  <a:pt x="643681" y="0"/>
                </a:lnTo>
                <a:moveTo>
                  <a:pt x="754379" y="0"/>
                </a:moveTo>
                <a:lnTo>
                  <a:pt x="807677" y="0"/>
                </a:lnTo>
                <a:lnTo>
                  <a:pt x="807677" y="53299"/>
                </a:lnTo>
                <a:lnTo>
                  <a:pt x="754379" y="53299"/>
                </a:lnTo>
                <a:lnTo>
                  <a:pt x="754379" y="0"/>
                </a:lnTo>
                <a:moveTo>
                  <a:pt x="860975" y="0"/>
                </a:moveTo>
                <a:lnTo>
                  <a:pt x="914274" y="0"/>
                </a:lnTo>
                <a:lnTo>
                  <a:pt x="914274" y="53299"/>
                </a:lnTo>
                <a:lnTo>
                  <a:pt x="860975" y="53299"/>
                </a:lnTo>
                <a:lnTo>
                  <a:pt x="860975" y="0"/>
                </a:lnTo>
                <a:moveTo>
                  <a:pt x="967573" y="0"/>
                </a:moveTo>
                <a:lnTo>
                  <a:pt x="1020871" y="0"/>
                </a:lnTo>
                <a:lnTo>
                  <a:pt x="1020871" y="53299"/>
                </a:lnTo>
                <a:lnTo>
                  <a:pt x="967573" y="53299"/>
                </a:lnTo>
                <a:lnTo>
                  <a:pt x="967573" y="0"/>
                </a:lnTo>
                <a:moveTo>
                  <a:pt x="1074170" y="0"/>
                </a:moveTo>
                <a:lnTo>
                  <a:pt x="1127468" y="0"/>
                </a:lnTo>
                <a:lnTo>
                  <a:pt x="1127468" y="53299"/>
                </a:lnTo>
                <a:lnTo>
                  <a:pt x="1074170" y="53299"/>
                </a:lnTo>
                <a:lnTo>
                  <a:pt x="1074170" y="0"/>
                </a:lnTo>
                <a:moveTo>
                  <a:pt x="1184867" y="0"/>
                </a:moveTo>
                <a:lnTo>
                  <a:pt x="1238165" y="0"/>
                </a:lnTo>
                <a:lnTo>
                  <a:pt x="1238165" y="53299"/>
                </a:lnTo>
                <a:lnTo>
                  <a:pt x="1184867" y="53299"/>
                </a:lnTo>
                <a:lnTo>
                  <a:pt x="1184867" y="0"/>
                </a:lnTo>
                <a:moveTo>
                  <a:pt x="1291463" y="0"/>
                </a:moveTo>
                <a:lnTo>
                  <a:pt x="1344762" y="0"/>
                </a:lnTo>
                <a:lnTo>
                  <a:pt x="1344762" y="53299"/>
                </a:lnTo>
                <a:lnTo>
                  <a:pt x="1291463" y="53299"/>
                </a:lnTo>
                <a:lnTo>
                  <a:pt x="1291463" y="0"/>
                </a:lnTo>
                <a:moveTo>
                  <a:pt x="1398060" y="0"/>
                </a:moveTo>
                <a:lnTo>
                  <a:pt x="1451359" y="0"/>
                </a:lnTo>
                <a:lnTo>
                  <a:pt x="1451359" y="53299"/>
                </a:lnTo>
                <a:lnTo>
                  <a:pt x="1398060" y="53299"/>
                </a:lnTo>
                <a:lnTo>
                  <a:pt x="1398060" y="0"/>
                </a:lnTo>
                <a:moveTo>
                  <a:pt x="1504658" y="0"/>
                </a:moveTo>
                <a:lnTo>
                  <a:pt x="1557956" y="0"/>
                </a:lnTo>
                <a:lnTo>
                  <a:pt x="1557956" y="53299"/>
                </a:lnTo>
                <a:lnTo>
                  <a:pt x="1504658" y="53299"/>
                </a:lnTo>
                <a:lnTo>
                  <a:pt x="1504658" y="0"/>
                </a:lnTo>
                <a:moveTo>
                  <a:pt x="1611254" y="0"/>
                </a:moveTo>
                <a:lnTo>
                  <a:pt x="1664553" y="0"/>
                </a:lnTo>
                <a:lnTo>
                  <a:pt x="1664553" y="53299"/>
                </a:lnTo>
                <a:lnTo>
                  <a:pt x="1611254" y="53299"/>
                </a:lnTo>
                <a:lnTo>
                  <a:pt x="1611254" y="0"/>
                </a:lnTo>
              </a:path>
            </a:pathLst>
          </a:custGeom>
          <a:solidFill xmlns:a="http://schemas.openxmlformats.org/drawingml/2006/main">
            <a:srgbClr val="9B47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df-path-34">
            <a:extLst xmlns:a="http://schemas.openxmlformats.org/drawingml/2006/main">
              <a:ext uri="{FF2B5EF4-FFF2-40B4-BE49-F238E27FC236}">
                <a16:creationId xmlns:a16="http://schemas.microsoft.com/office/drawing/2014/main" id="{F3DB4586-10A2-4138-8FA4-366DCC58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536" y="4953204"/>
            <a:ext cx="1668653" cy="53299"/>
          </a:xfrm>
          <a:custGeom xmlns:a="http://schemas.openxmlformats.org/drawingml/2006/main">
            <a:pathLst>
              <a:path w="1668653" h="53299">
                <a:moveTo>
                  <a:pt x="0" y="0"/>
                </a:moveTo>
                <a:lnTo>
                  <a:pt x="53298" y="0"/>
                </a:lnTo>
                <a:lnTo>
                  <a:pt x="53298" y="53299"/>
                </a:lnTo>
                <a:lnTo>
                  <a:pt x="0" y="53299"/>
                </a:lnTo>
                <a:lnTo>
                  <a:pt x="0" y="0"/>
                </a:lnTo>
                <a:moveTo>
                  <a:pt x="106597" y="0"/>
                </a:moveTo>
                <a:lnTo>
                  <a:pt x="159895" y="0"/>
                </a:lnTo>
                <a:lnTo>
                  <a:pt x="159895" y="53299"/>
                </a:lnTo>
                <a:lnTo>
                  <a:pt x="106597" y="53299"/>
                </a:lnTo>
                <a:lnTo>
                  <a:pt x="106597" y="0"/>
                </a:lnTo>
                <a:moveTo>
                  <a:pt x="213194" y="0"/>
                </a:moveTo>
                <a:lnTo>
                  <a:pt x="266493" y="0"/>
                </a:lnTo>
                <a:lnTo>
                  <a:pt x="266493" y="53299"/>
                </a:lnTo>
                <a:lnTo>
                  <a:pt x="213194" y="53299"/>
                </a:lnTo>
                <a:lnTo>
                  <a:pt x="213194" y="0"/>
                </a:lnTo>
                <a:moveTo>
                  <a:pt x="319791" y="0"/>
                </a:moveTo>
                <a:lnTo>
                  <a:pt x="373089" y="0"/>
                </a:lnTo>
                <a:lnTo>
                  <a:pt x="373089" y="53299"/>
                </a:lnTo>
                <a:lnTo>
                  <a:pt x="319791" y="53299"/>
                </a:lnTo>
                <a:lnTo>
                  <a:pt x="319791" y="0"/>
                </a:lnTo>
                <a:moveTo>
                  <a:pt x="426388" y="0"/>
                </a:moveTo>
                <a:lnTo>
                  <a:pt x="483786" y="0"/>
                </a:lnTo>
                <a:lnTo>
                  <a:pt x="483786" y="53299"/>
                </a:lnTo>
                <a:lnTo>
                  <a:pt x="426388" y="53299"/>
                </a:lnTo>
                <a:lnTo>
                  <a:pt x="426388" y="0"/>
                </a:lnTo>
                <a:moveTo>
                  <a:pt x="537085" y="0"/>
                </a:moveTo>
                <a:lnTo>
                  <a:pt x="590383" y="0"/>
                </a:lnTo>
                <a:lnTo>
                  <a:pt x="590383" y="53299"/>
                </a:lnTo>
                <a:lnTo>
                  <a:pt x="537085" y="53299"/>
                </a:lnTo>
                <a:lnTo>
                  <a:pt x="537085" y="0"/>
                </a:lnTo>
                <a:moveTo>
                  <a:pt x="643681" y="0"/>
                </a:moveTo>
                <a:lnTo>
                  <a:pt x="696980" y="0"/>
                </a:lnTo>
                <a:lnTo>
                  <a:pt x="696980" y="53299"/>
                </a:lnTo>
                <a:lnTo>
                  <a:pt x="643681" y="53299"/>
                </a:lnTo>
                <a:lnTo>
                  <a:pt x="643681" y="0"/>
                </a:lnTo>
                <a:moveTo>
                  <a:pt x="750279" y="0"/>
                </a:moveTo>
                <a:lnTo>
                  <a:pt x="803577" y="0"/>
                </a:lnTo>
                <a:lnTo>
                  <a:pt x="803577" y="53299"/>
                </a:lnTo>
                <a:lnTo>
                  <a:pt x="750279" y="53299"/>
                </a:lnTo>
                <a:lnTo>
                  <a:pt x="750279" y="0"/>
                </a:lnTo>
                <a:moveTo>
                  <a:pt x="856876" y="0"/>
                </a:moveTo>
                <a:lnTo>
                  <a:pt x="910174" y="0"/>
                </a:lnTo>
                <a:lnTo>
                  <a:pt x="910174" y="53299"/>
                </a:lnTo>
                <a:lnTo>
                  <a:pt x="856876" y="53299"/>
                </a:lnTo>
                <a:lnTo>
                  <a:pt x="856876" y="0"/>
                </a:lnTo>
                <a:moveTo>
                  <a:pt x="963472" y="0"/>
                </a:moveTo>
                <a:lnTo>
                  <a:pt x="1020871" y="0"/>
                </a:lnTo>
                <a:lnTo>
                  <a:pt x="1020871" y="53299"/>
                </a:lnTo>
                <a:lnTo>
                  <a:pt x="963472" y="53299"/>
                </a:lnTo>
                <a:lnTo>
                  <a:pt x="963472" y="0"/>
                </a:lnTo>
                <a:moveTo>
                  <a:pt x="1074170" y="0"/>
                </a:moveTo>
                <a:lnTo>
                  <a:pt x="1127468" y="0"/>
                </a:lnTo>
                <a:lnTo>
                  <a:pt x="1127468" y="53299"/>
                </a:lnTo>
                <a:lnTo>
                  <a:pt x="1074170" y="53299"/>
                </a:lnTo>
                <a:lnTo>
                  <a:pt x="1074170" y="0"/>
                </a:lnTo>
                <a:moveTo>
                  <a:pt x="1180766" y="0"/>
                </a:moveTo>
                <a:lnTo>
                  <a:pt x="1234065" y="0"/>
                </a:lnTo>
                <a:lnTo>
                  <a:pt x="1234065" y="53299"/>
                </a:lnTo>
                <a:lnTo>
                  <a:pt x="1180766" y="53299"/>
                </a:lnTo>
                <a:lnTo>
                  <a:pt x="1180766" y="0"/>
                </a:lnTo>
                <a:moveTo>
                  <a:pt x="1287364" y="0"/>
                </a:moveTo>
                <a:lnTo>
                  <a:pt x="1340662" y="0"/>
                </a:lnTo>
                <a:lnTo>
                  <a:pt x="1340662" y="53299"/>
                </a:lnTo>
                <a:lnTo>
                  <a:pt x="1287364" y="53299"/>
                </a:lnTo>
                <a:lnTo>
                  <a:pt x="1287364" y="0"/>
                </a:lnTo>
                <a:moveTo>
                  <a:pt x="1393961" y="0"/>
                </a:moveTo>
                <a:lnTo>
                  <a:pt x="1447259" y="0"/>
                </a:lnTo>
                <a:lnTo>
                  <a:pt x="1447259" y="53299"/>
                </a:lnTo>
                <a:lnTo>
                  <a:pt x="1393961" y="53299"/>
                </a:lnTo>
                <a:lnTo>
                  <a:pt x="1393961" y="0"/>
                </a:lnTo>
                <a:moveTo>
                  <a:pt x="1504658" y="0"/>
                </a:moveTo>
                <a:lnTo>
                  <a:pt x="1557956" y="0"/>
                </a:lnTo>
                <a:lnTo>
                  <a:pt x="1557956" y="53299"/>
                </a:lnTo>
                <a:lnTo>
                  <a:pt x="1504658" y="53299"/>
                </a:lnTo>
                <a:lnTo>
                  <a:pt x="1504658" y="0"/>
                </a:lnTo>
                <a:moveTo>
                  <a:pt x="1611254" y="0"/>
                </a:moveTo>
                <a:lnTo>
                  <a:pt x="1639954" y="0"/>
                </a:lnTo>
                <a:lnTo>
                  <a:pt x="1664553" y="0"/>
                </a:lnTo>
                <a:lnTo>
                  <a:pt x="1668653" y="0"/>
                </a:lnTo>
                <a:lnTo>
                  <a:pt x="1660453" y="53299"/>
                </a:lnTo>
                <a:lnTo>
                  <a:pt x="1635853" y="53299"/>
                </a:lnTo>
                <a:lnTo>
                  <a:pt x="1639954" y="53299"/>
                </a:lnTo>
                <a:lnTo>
                  <a:pt x="1611254" y="53299"/>
                </a:lnTo>
                <a:lnTo>
                  <a:pt x="1611254" y="0"/>
                </a:lnTo>
              </a:path>
            </a:pathLst>
          </a:custGeom>
          <a:solidFill xmlns:a="http://schemas.openxmlformats.org/drawingml/2006/main">
            <a:srgbClr val="9B47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df-path-35">
            <a:extLst xmlns:a="http://schemas.openxmlformats.org/drawingml/2006/main">
              <a:ext uri="{FF2B5EF4-FFF2-40B4-BE49-F238E27FC236}">
                <a16:creationId xmlns:a16="http://schemas.microsoft.com/office/drawing/2014/main" id="{914A231F-83BB-4DEC-87E9-ACEC1311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0088" y="4969605"/>
            <a:ext cx="192694" cy="1619454"/>
          </a:xfrm>
          <a:custGeom xmlns:a="http://schemas.openxmlformats.org/drawingml/2006/main">
            <a:pathLst>
              <a:path w="192694" h="1619454">
                <a:moveTo>
                  <a:pt x="20499" y="0"/>
                </a:moveTo>
                <a:lnTo>
                  <a:pt x="32798" y="4100"/>
                </a:lnTo>
                <a:lnTo>
                  <a:pt x="57398" y="16400"/>
                </a:lnTo>
                <a:lnTo>
                  <a:pt x="73797" y="24599"/>
                </a:lnTo>
                <a:lnTo>
                  <a:pt x="45098" y="69698"/>
                </a:lnTo>
                <a:lnTo>
                  <a:pt x="28699" y="61498"/>
                </a:lnTo>
                <a:lnTo>
                  <a:pt x="32798" y="61498"/>
                </a:lnTo>
                <a:lnTo>
                  <a:pt x="12299" y="53299"/>
                </a:lnTo>
                <a:lnTo>
                  <a:pt x="16400" y="53299"/>
                </a:lnTo>
                <a:lnTo>
                  <a:pt x="0" y="49199"/>
                </a:lnTo>
                <a:lnTo>
                  <a:pt x="20499" y="0"/>
                </a:lnTo>
                <a:moveTo>
                  <a:pt x="118897" y="61498"/>
                </a:moveTo>
                <a:lnTo>
                  <a:pt x="135296" y="77898"/>
                </a:lnTo>
                <a:lnTo>
                  <a:pt x="147595" y="98397"/>
                </a:lnTo>
                <a:lnTo>
                  <a:pt x="155795" y="110697"/>
                </a:lnTo>
                <a:lnTo>
                  <a:pt x="110697" y="135296"/>
                </a:lnTo>
                <a:lnTo>
                  <a:pt x="102497" y="127096"/>
                </a:lnTo>
                <a:lnTo>
                  <a:pt x="106596" y="131196"/>
                </a:lnTo>
                <a:lnTo>
                  <a:pt x="90197" y="110697"/>
                </a:lnTo>
                <a:lnTo>
                  <a:pt x="94297" y="114797"/>
                </a:lnTo>
                <a:lnTo>
                  <a:pt x="81997" y="98397"/>
                </a:lnTo>
                <a:lnTo>
                  <a:pt x="118897" y="61498"/>
                </a:lnTo>
                <a:moveTo>
                  <a:pt x="180395" y="163995"/>
                </a:moveTo>
                <a:lnTo>
                  <a:pt x="180395" y="168095"/>
                </a:lnTo>
                <a:lnTo>
                  <a:pt x="188594" y="192695"/>
                </a:lnTo>
                <a:lnTo>
                  <a:pt x="192694" y="217294"/>
                </a:lnTo>
                <a:lnTo>
                  <a:pt x="192694" y="221394"/>
                </a:lnTo>
                <a:lnTo>
                  <a:pt x="139396" y="225494"/>
                </a:lnTo>
                <a:lnTo>
                  <a:pt x="139396" y="221394"/>
                </a:lnTo>
                <a:lnTo>
                  <a:pt x="139396" y="225494"/>
                </a:lnTo>
                <a:lnTo>
                  <a:pt x="135296" y="200894"/>
                </a:lnTo>
                <a:lnTo>
                  <a:pt x="135296" y="204994"/>
                </a:lnTo>
                <a:lnTo>
                  <a:pt x="131196" y="180395"/>
                </a:lnTo>
                <a:lnTo>
                  <a:pt x="131196" y="184495"/>
                </a:lnTo>
                <a:lnTo>
                  <a:pt x="131196" y="180395"/>
                </a:lnTo>
                <a:lnTo>
                  <a:pt x="180395" y="163995"/>
                </a:lnTo>
                <a:moveTo>
                  <a:pt x="192694" y="278792"/>
                </a:moveTo>
                <a:lnTo>
                  <a:pt x="192694" y="332091"/>
                </a:lnTo>
                <a:lnTo>
                  <a:pt x="139396" y="332091"/>
                </a:lnTo>
                <a:lnTo>
                  <a:pt x="139396" y="278792"/>
                </a:lnTo>
                <a:lnTo>
                  <a:pt x="192694" y="278792"/>
                </a:lnTo>
                <a:moveTo>
                  <a:pt x="192694" y="385389"/>
                </a:moveTo>
                <a:lnTo>
                  <a:pt x="192694" y="438687"/>
                </a:lnTo>
                <a:lnTo>
                  <a:pt x="139396" y="438687"/>
                </a:lnTo>
                <a:lnTo>
                  <a:pt x="139396" y="385389"/>
                </a:lnTo>
                <a:lnTo>
                  <a:pt x="192694" y="385389"/>
                </a:lnTo>
                <a:moveTo>
                  <a:pt x="192694" y="491986"/>
                </a:moveTo>
                <a:lnTo>
                  <a:pt x="192694" y="545285"/>
                </a:lnTo>
                <a:lnTo>
                  <a:pt x="139396" y="545285"/>
                </a:lnTo>
                <a:lnTo>
                  <a:pt x="139396" y="491986"/>
                </a:lnTo>
                <a:lnTo>
                  <a:pt x="192694" y="491986"/>
                </a:lnTo>
                <a:moveTo>
                  <a:pt x="192694" y="598583"/>
                </a:moveTo>
                <a:lnTo>
                  <a:pt x="192694" y="655981"/>
                </a:lnTo>
                <a:lnTo>
                  <a:pt x="139396" y="655981"/>
                </a:lnTo>
                <a:lnTo>
                  <a:pt x="139396" y="598583"/>
                </a:lnTo>
                <a:lnTo>
                  <a:pt x="192694" y="598583"/>
                </a:lnTo>
                <a:moveTo>
                  <a:pt x="192694" y="709280"/>
                </a:moveTo>
                <a:lnTo>
                  <a:pt x="192694" y="762579"/>
                </a:lnTo>
                <a:lnTo>
                  <a:pt x="139396" y="762579"/>
                </a:lnTo>
                <a:lnTo>
                  <a:pt x="139396" y="709280"/>
                </a:lnTo>
                <a:lnTo>
                  <a:pt x="192694" y="709280"/>
                </a:lnTo>
                <a:moveTo>
                  <a:pt x="192694" y="815877"/>
                </a:moveTo>
                <a:lnTo>
                  <a:pt x="192694" y="869175"/>
                </a:lnTo>
                <a:lnTo>
                  <a:pt x="139396" y="869175"/>
                </a:lnTo>
                <a:lnTo>
                  <a:pt x="139396" y="815877"/>
                </a:lnTo>
                <a:lnTo>
                  <a:pt x="192694" y="815877"/>
                </a:lnTo>
                <a:moveTo>
                  <a:pt x="192694" y="922473"/>
                </a:moveTo>
                <a:lnTo>
                  <a:pt x="192694" y="975772"/>
                </a:lnTo>
                <a:lnTo>
                  <a:pt x="139396" y="975772"/>
                </a:lnTo>
                <a:lnTo>
                  <a:pt x="139396" y="922473"/>
                </a:lnTo>
                <a:lnTo>
                  <a:pt x="192694" y="922473"/>
                </a:lnTo>
                <a:moveTo>
                  <a:pt x="192694" y="1029071"/>
                </a:moveTo>
                <a:lnTo>
                  <a:pt x="192694" y="1082370"/>
                </a:lnTo>
                <a:lnTo>
                  <a:pt x="139396" y="1082370"/>
                </a:lnTo>
                <a:lnTo>
                  <a:pt x="139396" y="1029071"/>
                </a:lnTo>
                <a:lnTo>
                  <a:pt x="192694" y="1029071"/>
                </a:lnTo>
                <a:moveTo>
                  <a:pt x="192694" y="1139767"/>
                </a:moveTo>
                <a:lnTo>
                  <a:pt x="192694" y="1193066"/>
                </a:lnTo>
                <a:lnTo>
                  <a:pt x="139396" y="1193066"/>
                </a:lnTo>
                <a:lnTo>
                  <a:pt x="139396" y="1139767"/>
                </a:lnTo>
                <a:lnTo>
                  <a:pt x="192694" y="1139767"/>
                </a:lnTo>
                <a:moveTo>
                  <a:pt x="192694" y="1246365"/>
                </a:moveTo>
                <a:lnTo>
                  <a:pt x="192694" y="1299663"/>
                </a:lnTo>
                <a:lnTo>
                  <a:pt x="139396" y="1299663"/>
                </a:lnTo>
                <a:lnTo>
                  <a:pt x="139396" y="1246365"/>
                </a:lnTo>
                <a:lnTo>
                  <a:pt x="192694" y="1246365"/>
                </a:lnTo>
                <a:moveTo>
                  <a:pt x="192694" y="1352962"/>
                </a:moveTo>
                <a:lnTo>
                  <a:pt x="192694" y="1406260"/>
                </a:lnTo>
                <a:lnTo>
                  <a:pt x="139396" y="1406260"/>
                </a:lnTo>
                <a:lnTo>
                  <a:pt x="139396" y="1352962"/>
                </a:lnTo>
                <a:lnTo>
                  <a:pt x="192694" y="1352962"/>
                </a:lnTo>
                <a:moveTo>
                  <a:pt x="192694" y="1459558"/>
                </a:moveTo>
                <a:lnTo>
                  <a:pt x="192694" y="1512857"/>
                </a:lnTo>
                <a:lnTo>
                  <a:pt x="139396" y="1512857"/>
                </a:lnTo>
                <a:lnTo>
                  <a:pt x="139396" y="1459558"/>
                </a:lnTo>
                <a:lnTo>
                  <a:pt x="192694" y="1459558"/>
                </a:lnTo>
                <a:moveTo>
                  <a:pt x="192694" y="1566156"/>
                </a:moveTo>
                <a:lnTo>
                  <a:pt x="192694" y="1619454"/>
                </a:lnTo>
                <a:lnTo>
                  <a:pt x="139396" y="1619454"/>
                </a:lnTo>
                <a:lnTo>
                  <a:pt x="139396" y="1566156"/>
                </a:lnTo>
                <a:lnTo>
                  <a:pt x="192694" y="1566156"/>
                </a:lnTo>
              </a:path>
            </a:pathLst>
          </a:custGeom>
          <a:solidFill xmlns:a="http://schemas.openxmlformats.org/drawingml/2006/main">
            <a:srgbClr val="9B47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path-36">
            <a:extLst xmlns:a="http://schemas.openxmlformats.org/drawingml/2006/main">
              <a:ext uri="{FF2B5EF4-FFF2-40B4-BE49-F238E27FC236}">
                <a16:creationId xmlns:a16="http://schemas.microsoft.com/office/drawing/2014/main" id="{E4A62D86-8274-4269-9BAA-4DA92F5A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121" y="6646456"/>
            <a:ext cx="1381661" cy="434588"/>
          </a:xfrm>
          <a:custGeom xmlns:a="http://schemas.openxmlformats.org/drawingml/2006/main">
            <a:pathLst>
              <a:path w="1381661" h="434588">
                <a:moveTo>
                  <a:pt x="1381661" y="0"/>
                </a:moveTo>
                <a:lnTo>
                  <a:pt x="1381661" y="53298"/>
                </a:lnTo>
                <a:lnTo>
                  <a:pt x="1328363" y="53298"/>
                </a:lnTo>
                <a:lnTo>
                  <a:pt x="1328363" y="0"/>
                </a:lnTo>
                <a:lnTo>
                  <a:pt x="1381661" y="0"/>
                </a:lnTo>
                <a:moveTo>
                  <a:pt x="1381661" y="106597"/>
                </a:moveTo>
                <a:lnTo>
                  <a:pt x="1381661" y="159895"/>
                </a:lnTo>
                <a:lnTo>
                  <a:pt x="1328363" y="159895"/>
                </a:lnTo>
                <a:lnTo>
                  <a:pt x="1328363" y="106597"/>
                </a:lnTo>
                <a:lnTo>
                  <a:pt x="1381661" y="106597"/>
                </a:lnTo>
                <a:moveTo>
                  <a:pt x="1377561" y="217294"/>
                </a:moveTo>
                <a:lnTo>
                  <a:pt x="1377561" y="225494"/>
                </a:lnTo>
                <a:lnTo>
                  <a:pt x="1369361" y="250093"/>
                </a:lnTo>
                <a:lnTo>
                  <a:pt x="1361162" y="274693"/>
                </a:lnTo>
                <a:lnTo>
                  <a:pt x="1311963" y="254193"/>
                </a:lnTo>
                <a:lnTo>
                  <a:pt x="1320163" y="233694"/>
                </a:lnTo>
                <a:lnTo>
                  <a:pt x="1320163" y="237793"/>
                </a:lnTo>
                <a:lnTo>
                  <a:pt x="1324262" y="213194"/>
                </a:lnTo>
                <a:lnTo>
                  <a:pt x="1324262" y="217294"/>
                </a:lnTo>
                <a:lnTo>
                  <a:pt x="1324262" y="209094"/>
                </a:lnTo>
                <a:lnTo>
                  <a:pt x="1377561" y="217294"/>
                </a:lnTo>
                <a:moveTo>
                  <a:pt x="1332462" y="327991"/>
                </a:moveTo>
                <a:lnTo>
                  <a:pt x="1324262" y="340290"/>
                </a:lnTo>
                <a:lnTo>
                  <a:pt x="1307863" y="356690"/>
                </a:lnTo>
                <a:lnTo>
                  <a:pt x="1291463" y="368990"/>
                </a:lnTo>
                <a:lnTo>
                  <a:pt x="1254564" y="332090"/>
                </a:lnTo>
                <a:lnTo>
                  <a:pt x="1270964" y="319791"/>
                </a:lnTo>
                <a:lnTo>
                  <a:pt x="1266864" y="319791"/>
                </a:lnTo>
                <a:lnTo>
                  <a:pt x="1283263" y="303391"/>
                </a:lnTo>
                <a:lnTo>
                  <a:pt x="1279164" y="307491"/>
                </a:lnTo>
                <a:lnTo>
                  <a:pt x="1291463" y="295192"/>
                </a:lnTo>
                <a:lnTo>
                  <a:pt x="1332462" y="327991"/>
                </a:lnTo>
                <a:moveTo>
                  <a:pt x="1242264" y="405888"/>
                </a:moveTo>
                <a:lnTo>
                  <a:pt x="1221765" y="414088"/>
                </a:lnTo>
                <a:lnTo>
                  <a:pt x="1201266" y="422288"/>
                </a:lnTo>
                <a:lnTo>
                  <a:pt x="1184867" y="426388"/>
                </a:lnTo>
                <a:lnTo>
                  <a:pt x="1172567" y="373089"/>
                </a:lnTo>
                <a:lnTo>
                  <a:pt x="1184867" y="368990"/>
                </a:lnTo>
                <a:lnTo>
                  <a:pt x="1180766" y="373089"/>
                </a:lnTo>
                <a:lnTo>
                  <a:pt x="1205366" y="364889"/>
                </a:lnTo>
                <a:lnTo>
                  <a:pt x="1201266" y="364889"/>
                </a:lnTo>
                <a:lnTo>
                  <a:pt x="1217666" y="356690"/>
                </a:lnTo>
                <a:lnTo>
                  <a:pt x="1242264" y="405888"/>
                </a:lnTo>
                <a:moveTo>
                  <a:pt x="1127468" y="434588"/>
                </a:moveTo>
                <a:lnTo>
                  <a:pt x="1123368" y="434588"/>
                </a:lnTo>
                <a:lnTo>
                  <a:pt x="1074169" y="434588"/>
                </a:lnTo>
                <a:lnTo>
                  <a:pt x="1074169" y="381289"/>
                </a:lnTo>
                <a:lnTo>
                  <a:pt x="1123368" y="381289"/>
                </a:lnTo>
                <a:lnTo>
                  <a:pt x="1119268" y="381289"/>
                </a:lnTo>
                <a:lnTo>
                  <a:pt x="1127468" y="381289"/>
                </a:lnTo>
                <a:lnTo>
                  <a:pt x="1127468" y="434588"/>
                </a:lnTo>
                <a:moveTo>
                  <a:pt x="1020871" y="434588"/>
                </a:moveTo>
                <a:lnTo>
                  <a:pt x="967573" y="434588"/>
                </a:lnTo>
                <a:lnTo>
                  <a:pt x="967573" y="381289"/>
                </a:lnTo>
                <a:lnTo>
                  <a:pt x="1020871" y="381289"/>
                </a:lnTo>
                <a:lnTo>
                  <a:pt x="1020871" y="434588"/>
                </a:lnTo>
                <a:moveTo>
                  <a:pt x="914274" y="434588"/>
                </a:moveTo>
                <a:lnTo>
                  <a:pt x="856876" y="434588"/>
                </a:lnTo>
                <a:lnTo>
                  <a:pt x="856876" y="381289"/>
                </a:lnTo>
                <a:lnTo>
                  <a:pt x="914274" y="381289"/>
                </a:lnTo>
                <a:lnTo>
                  <a:pt x="914274" y="434588"/>
                </a:lnTo>
                <a:moveTo>
                  <a:pt x="803577" y="434588"/>
                </a:moveTo>
                <a:lnTo>
                  <a:pt x="750279" y="434588"/>
                </a:lnTo>
                <a:lnTo>
                  <a:pt x="750279" y="381289"/>
                </a:lnTo>
                <a:lnTo>
                  <a:pt x="803577" y="381289"/>
                </a:lnTo>
                <a:lnTo>
                  <a:pt x="803577" y="434588"/>
                </a:lnTo>
                <a:moveTo>
                  <a:pt x="696980" y="434588"/>
                </a:moveTo>
                <a:lnTo>
                  <a:pt x="643681" y="434588"/>
                </a:lnTo>
                <a:lnTo>
                  <a:pt x="643681" y="381289"/>
                </a:lnTo>
                <a:lnTo>
                  <a:pt x="696980" y="381289"/>
                </a:lnTo>
                <a:lnTo>
                  <a:pt x="696980" y="434588"/>
                </a:lnTo>
                <a:moveTo>
                  <a:pt x="590383" y="434588"/>
                </a:moveTo>
                <a:lnTo>
                  <a:pt x="537085" y="434588"/>
                </a:lnTo>
                <a:lnTo>
                  <a:pt x="537085" y="381289"/>
                </a:lnTo>
                <a:lnTo>
                  <a:pt x="590383" y="381289"/>
                </a:lnTo>
                <a:lnTo>
                  <a:pt x="590383" y="434588"/>
                </a:lnTo>
                <a:moveTo>
                  <a:pt x="483786" y="434588"/>
                </a:moveTo>
                <a:lnTo>
                  <a:pt x="430488" y="434588"/>
                </a:lnTo>
                <a:lnTo>
                  <a:pt x="430488" y="381289"/>
                </a:lnTo>
                <a:lnTo>
                  <a:pt x="483786" y="381289"/>
                </a:lnTo>
                <a:lnTo>
                  <a:pt x="483786" y="434588"/>
                </a:lnTo>
                <a:moveTo>
                  <a:pt x="373089" y="434588"/>
                </a:moveTo>
                <a:lnTo>
                  <a:pt x="319791" y="434588"/>
                </a:lnTo>
                <a:lnTo>
                  <a:pt x="319791" y="381289"/>
                </a:lnTo>
                <a:lnTo>
                  <a:pt x="373089" y="381289"/>
                </a:lnTo>
                <a:lnTo>
                  <a:pt x="373089" y="434588"/>
                </a:lnTo>
                <a:moveTo>
                  <a:pt x="266493" y="434588"/>
                </a:moveTo>
                <a:lnTo>
                  <a:pt x="213194" y="434588"/>
                </a:lnTo>
                <a:lnTo>
                  <a:pt x="213194" y="381289"/>
                </a:lnTo>
                <a:lnTo>
                  <a:pt x="266493" y="381289"/>
                </a:lnTo>
                <a:lnTo>
                  <a:pt x="266493" y="434588"/>
                </a:lnTo>
                <a:moveTo>
                  <a:pt x="159895" y="434588"/>
                </a:moveTo>
                <a:lnTo>
                  <a:pt x="106597" y="434588"/>
                </a:lnTo>
                <a:lnTo>
                  <a:pt x="106597" y="381289"/>
                </a:lnTo>
                <a:lnTo>
                  <a:pt x="159895" y="381289"/>
                </a:lnTo>
                <a:lnTo>
                  <a:pt x="159895" y="434588"/>
                </a:lnTo>
                <a:moveTo>
                  <a:pt x="53298" y="434588"/>
                </a:moveTo>
                <a:lnTo>
                  <a:pt x="0" y="434588"/>
                </a:lnTo>
                <a:lnTo>
                  <a:pt x="0" y="381289"/>
                </a:lnTo>
                <a:lnTo>
                  <a:pt x="53298" y="381289"/>
                </a:lnTo>
                <a:lnTo>
                  <a:pt x="53298" y="434588"/>
                </a:lnTo>
              </a:path>
            </a:pathLst>
          </a:custGeom>
          <a:solidFill xmlns:a="http://schemas.openxmlformats.org/drawingml/2006/main">
            <a:srgbClr val="9B47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df-path-37">
            <a:extLst xmlns:a="http://schemas.openxmlformats.org/drawingml/2006/main">
              <a:ext uri="{FF2B5EF4-FFF2-40B4-BE49-F238E27FC236}">
                <a16:creationId xmlns:a16="http://schemas.microsoft.com/office/drawing/2014/main" id="{D8C93FD8-81FF-4EFC-B97A-A642791C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171" y="7027746"/>
            <a:ext cx="1668653" cy="53298"/>
          </a:xfrm>
          <a:custGeom xmlns:a="http://schemas.openxmlformats.org/drawingml/2006/main">
            <a:pathLst>
              <a:path w="1668653" h="53298">
                <a:moveTo>
                  <a:pt x="1668653" y="53298"/>
                </a:moveTo>
                <a:lnTo>
                  <a:pt x="1611254" y="53298"/>
                </a:lnTo>
                <a:lnTo>
                  <a:pt x="1611254" y="0"/>
                </a:lnTo>
                <a:lnTo>
                  <a:pt x="1668653" y="0"/>
                </a:lnTo>
                <a:lnTo>
                  <a:pt x="1668653" y="53298"/>
                </a:lnTo>
                <a:moveTo>
                  <a:pt x="1557956" y="53298"/>
                </a:moveTo>
                <a:lnTo>
                  <a:pt x="1504658" y="53298"/>
                </a:lnTo>
                <a:lnTo>
                  <a:pt x="1504658" y="0"/>
                </a:lnTo>
                <a:lnTo>
                  <a:pt x="1557956" y="0"/>
                </a:lnTo>
                <a:lnTo>
                  <a:pt x="1557956" y="53298"/>
                </a:lnTo>
                <a:moveTo>
                  <a:pt x="1451359" y="53298"/>
                </a:moveTo>
                <a:lnTo>
                  <a:pt x="1398060" y="53298"/>
                </a:lnTo>
                <a:lnTo>
                  <a:pt x="1398060" y="0"/>
                </a:lnTo>
                <a:lnTo>
                  <a:pt x="1451359" y="0"/>
                </a:lnTo>
                <a:lnTo>
                  <a:pt x="1451359" y="53298"/>
                </a:lnTo>
                <a:moveTo>
                  <a:pt x="1344762" y="53298"/>
                </a:moveTo>
                <a:lnTo>
                  <a:pt x="1291463" y="53298"/>
                </a:lnTo>
                <a:lnTo>
                  <a:pt x="1291463" y="0"/>
                </a:lnTo>
                <a:lnTo>
                  <a:pt x="1344762" y="0"/>
                </a:lnTo>
                <a:lnTo>
                  <a:pt x="1344762" y="53298"/>
                </a:lnTo>
                <a:moveTo>
                  <a:pt x="1238165" y="53298"/>
                </a:moveTo>
                <a:lnTo>
                  <a:pt x="1184867" y="53298"/>
                </a:lnTo>
                <a:lnTo>
                  <a:pt x="1184867" y="0"/>
                </a:lnTo>
                <a:lnTo>
                  <a:pt x="1238165" y="0"/>
                </a:lnTo>
                <a:lnTo>
                  <a:pt x="1238165" y="53298"/>
                </a:lnTo>
                <a:moveTo>
                  <a:pt x="1131568" y="53298"/>
                </a:moveTo>
                <a:lnTo>
                  <a:pt x="1074169" y="53298"/>
                </a:lnTo>
                <a:lnTo>
                  <a:pt x="1074169" y="0"/>
                </a:lnTo>
                <a:lnTo>
                  <a:pt x="1131568" y="0"/>
                </a:lnTo>
                <a:lnTo>
                  <a:pt x="1131568" y="53298"/>
                </a:lnTo>
                <a:moveTo>
                  <a:pt x="1020871" y="53298"/>
                </a:moveTo>
                <a:lnTo>
                  <a:pt x="967573" y="53298"/>
                </a:lnTo>
                <a:lnTo>
                  <a:pt x="967573" y="0"/>
                </a:lnTo>
                <a:lnTo>
                  <a:pt x="1020871" y="0"/>
                </a:lnTo>
                <a:lnTo>
                  <a:pt x="1020871" y="53298"/>
                </a:lnTo>
                <a:moveTo>
                  <a:pt x="914274" y="53298"/>
                </a:moveTo>
                <a:lnTo>
                  <a:pt x="860975" y="53298"/>
                </a:lnTo>
                <a:lnTo>
                  <a:pt x="860975" y="0"/>
                </a:lnTo>
                <a:lnTo>
                  <a:pt x="914274" y="0"/>
                </a:lnTo>
                <a:lnTo>
                  <a:pt x="914274" y="53298"/>
                </a:lnTo>
                <a:moveTo>
                  <a:pt x="807677" y="53298"/>
                </a:moveTo>
                <a:lnTo>
                  <a:pt x="754378" y="53298"/>
                </a:lnTo>
                <a:lnTo>
                  <a:pt x="754378" y="0"/>
                </a:lnTo>
                <a:lnTo>
                  <a:pt x="807677" y="0"/>
                </a:lnTo>
                <a:lnTo>
                  <a:pt x="807677" y="53298"/>
                </a:lnTo>
                <a:moveTo>
                  <a:pt x="701080" y="53298"/>
                </a:moveTo>
                <a:lnTo>
                  <a:pt x="647782" y="53298"/>
                </a:lnTo>
                <a:lnTo>
                  <a:pt x="647782" y="0"/>
                </a:lnTo>
                <a:lnTo>
                  <a:pt x="701080" y="0"/>
                </a:lnTo>
                <a:lnTo>
                  <a:pt x="701080" y="53298"/>
                </a:lnTo>
                <a:moveTo>
                  <a:pt x="590383" y="53298"/>
                </a:moveTo>
                <a:lnTo>
                  <a:pt x="537085" y="53298"/>
                </a:lnTo>
                <a:lnTo>
                  <a:pt x="537085" y="0"/>
                </a:lnTo>
                <a:lnTo>
                  <a:pt x="590383" y="0"/>
                </a:lnTo>
                <a:lnTo>
                  <a:pt x="590383" y="53298"/>
                </a:lnTo>
                <a:moveTo>
                  <a:pt x="483786" y="53298"/>
                </a:moveTo>
                <a:lnTo>
                  <a:pt x="430488" y="53298"/>
                </a:lnTo>
                <a:lnTo>
                  <a:pt x="430488" y="0"/>
                </a:lnTo>
                <a:lnTo>
                  <a:pt x="483786" y="0"/>
                </a:lnTo>
                <a:lnTo>
                  <a:pt x="483786" y="53298"/>
                </a:lnTo>
                <a:moveTo>
                  <a:pt x="377189" y="53298"/>
                </a:moveTo>
                <a:lnTo>
                  <a:pt x="323890" y="53298"/>
                </a:lnTo>
                <a:lnTo>
                  <a:pt x="323890" y="0"/>
                </a:lnTo>
                <a:lnTo>
                  <a:pt x="377189" y="0"/>
                </a:lnTo>
                <a:lnTo>
                  <a:pt x="377189" y="53298"/>
                </a:lnTo>
                <a:moveTo>
                  <a:pt x="270592" y="53298"/>
                </a:moveTo>
                <a:lnTo>
                  <a:pt x="217294" y="53298"/>
                </a:lnTo>
                <a:lnTo>
                  <a:pt x="217294" y="0"/>
                </a:lnTo>
                <a:lnTo>
                  <a:pt x="270592" y="0"/>
                </a:lnTo>
                <a:lnTo>
                  <a:pt x="270592" y="53298"/>
                </a:lnTo>
                <a:moveTo>
                  <a:pt x="163995" y="53298"/>
                </a:moveTo>
                <a:lnTo>
                  <a:pt x="110697" y="53298"/>
                </a:lnTo>
                <a:lnTo>
                  <a:pt x="110697" y="0"/>
                </a:lnTo>
                <a:lnTo>
                  <a:pt x="163995" y="0"/>
                </a:lnTo>
                <a:lnTo>
                  <a:pt x="163995" y="53298"/>
                </a:lnTo>
                <a:moveTo>
                  <a:pt x="53298" y="53298"/>
                </a:moveTo>
                <a:lnTo>
                  <a:pt x="0" y="53298"/>
                </a:lnTo>
                <a:lnTo>
                  <a:pt x="0" y="0"/>
                </a:lnTo>
                <a:lnTo>
                  <a:pt x="53298" y="0"/>
                </a:lnTo>
                <a:lnTo>
                  <a:pt x="53298" y="53298"/>
                </a:lnTo>
              </a:path>
            </a:pathLst>
          </a:custGeom>
          <a:solidFill xmlns:a="http://schemas.openxmlformats.org/drawingml/2006/main">
            <a:srgbClr val="9B47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df-path-38">
            <a:extLst xmlns:a="http://schemas.openxmlformats.org/drawingml/2006/main">
              <a:ext uri="{FF2B5EF4-FFF2-40B4-BE49-F238E27FC236}">
                <a16:creationId xmlns:a16="http://schemas.microsoft.com/office/drawing/2014/main" id="{C8A078D4-4058-4839-9841-D8256E1B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535" y="6818652"/>
            <a:ext cx="2189338" cy="262392"/>
          </a:xfrm>
          <a:custGeom xmlns:a="http://schemas.openxmlformats.org/drawingml/2006/main">
            <a:pathLst>
              <a:path w="2189338" h="262392">
                <a:moveTo>
                  <a:pt x="2189338" y="262392"/>
                </a:moveTo>
                <a:lnTo>
                  <a:pt x="2136040" y="262392"/>
                </a:lnTo>
                <a:lnTo>
                  <a:pt x="2136040" y="209094"/>
                </a:lnTo>
                <a:lnTo>
                  <a:pt x="2189338" y="209094"/>
                </a:lnTo>
                <a:lnTo>
                  <a:pt x="2189338" y="262392"/>
                </a:lnTo>
                <a:moveTo>
                  <a:pt x="2082741" y="262392"/>
                </a:moveTo>
                <a:lnTo>
                  <a:pt x="2029442" y="262392"/>
                </a:lnTo>
                <a:lnTo>
                  <a:pt x="2029442" y="209094"/>
                </a:lnTo>
                <a:lnTo>
                  <a:pt x="2082741" y="209094"/>
                </a:lnTo>
                <a:lnTo>
                  <a:pt x="2082741" y="262392"/>
                </a:lnTo>
                <a:moveTo>
                  <a:pt x="1976144" y="262392"/>
                </a:moveTo>
                <a:lnTo>
                  <a:pt x="1922845" y="262392"/>
                </a:lnTo>
                <a:lnTo>
                  <a:pt x="1922845" y="209094"/>
                </a:lnTo>
                <a:lnTo>
                  <a:pt x="1976144" y="209094"/>
                </a:lnTo>
                <a:lnTo>
                  <a:pt x="1976144" y="262392"/>
                </a:lnTo>
                <a:moveTo>
                  <a:pt x="1869547" y="262392"/>
                </a:moveTo>
                <a:lnTo>
                  <a:pt x="1812148" y="262392"/>
                </a:lnTo>
                <a:lnTo>
                  <a:pt x="1812148" y="209094"/>
                </a:lnTo>
                <a:lnTo>
                  <a:pt x="1869547" y="209094"/>
                </a:lnTo>
                <a:lnTo>
                  <a:pt x="1869547" y="262392"/>
                </a:lnTo>
                <a:moveTo>
                  <a:pt x="1758850" y="262392"/>
                </a:moveTo>
                <a:lnTo>
                  <a:pt x="1705552" y="262392"/>
                </a:lnTo>
                <a:lnTo>
                  <a:pt x="1705552" y="209094"/>
                </a:lnTo>
                <a:lnTo>
                  <a:pt x="1758850" y="209094"/>
                </a:lnTo>
                <a:lnTo>
                  <a:pt x="1758850" y="262392"/>
                </a:lnTo>
                <a:moveTo>
                  <a:pt x="1652253" y="262392"/>
                </a:moveTo>
                <a:lnTo>
                  <a:pt x="1598955" y="262392"/>
                </a:lnTo>
                <a:lnTo>
                  <a:pt x="1598955" y="209094"/>
                </a:lnTo>
                <a:lnTo>
                  <a:pt x="1652253" y="209094"/>
                </a:lnTo>
                <a:lnTo>
                  <a:pt x="1652253" y="262392"/>
                </a:lnTo>
                <a:moveTo>
                  <a:pt x="1545657" y="262392"/>
                </a:moveTo>
                <a:lnTo>
                  <a:pt x="1492357" y="262392"/>
                </a:lnTo>
                <a:lnTo>
                  <a:pt x="1492357" y="209094"/>
                </a:lnTo>
                <a:lnTo>
                  <a:pt x="1545657" y="209094"/>
                </a:lnTo>
                <a:lnTo>
                  <a:pt x="1545657" y="262392"/>
                </a:lnTo>
                <a:moveTo>
                  <a:pt x="1439059" y="262392"/>
                </a:moveTo>
                <a:lnTo>
                  <a:pt x="1385761" y="262392"/>
                </a:lnTo>
                <a:lnTo>
                  <a:pt x="1385761" y="209094"/>
                </a:lnTo>
                <a:lnTo>
                  <a:pt x="1439059" y="209094"/>
                </a:lnTo>
                <a:lnTo>
                  <a:pt x="1439059" y="262392"/>
                </a:lnTo>
                <a:moveTo>
                  <a:pt x="1328363" y="262392"/>
                </a:moveTo>
                <a:lnTo>
                  <a:pt x="1275063" y="262392"/>
                </a:lnTo>
                <a:lnTo>
                  <a:pt x="1275063" y="209094"/>
                </a:lnTo>
                <a:lnTo>
                  <a:pt x="1328363" y="209094"/>
                </a:lnTo>
                <a:lnTo>
                  <a:pt x="1328363" y="262392"/>
                </a:lnTo>
                <a:moveTo>
                  <a:pt x="1221765" y="262392"/>
                </a:moveTo>
                <a:lnTo>
                  <a:pt x="1168467" y="262392"/>
                </a:lnTo>
                <a:lnTo>
                  <a:pt x="1168467" y="209094"/>
                </a:lnTo>
                <a:lnTo>
                  <a:pt x="1221765" y="209094"/>
                </a:lnTo>
                <a:lnTo>
                  <a:pt x="1221765" y="262392"/>
                </a:lnTo>
                <a:moveTo>
                  <a:pt x="1115168" y="262392"/>
                </a:moveTo>
                <a:lnTo>
                  <a:pt x="1061870" y="262392"/>
                </a:lnTo>
                <a:lnTo>
                  <a:pt x="1061870" y="209094"/>
                </a:lnTo>
                <a:lnTo>
                  <a:pt x="1115168" y="209094"/>
                </a:lnTo>
                <a:lnTo>
                  <a:pt x="1115168" y="262392"/>
                </a:lnTo>
                <a:moveTo>
                  <a:pt x="1008572" y="262392"/>
                </a:moveTo>
                <a:lnTo>
                  <a:pt x="955273" y="262392"/>
                </a:lnTo>
                <a:lnTo>
                  <a:pt x="955273" y="209094"/>
                </a:lnTo>
                <a:lnTo>
                  <a:pt x="1008572" y="209094"/>
                </a:lnTo>
                <a:lnTo>
                  <a:pt x="1008572" y="262392"/>
                </a:lnTo>
                <a:moveTo>
                  <a:pt x="901974" y="262392"/>
                </a:moveTo>
                <a:lnTo>
                  <a:pt x="848676" y="262392"/>
                </a:lnTo>
                <a:lnTo>
                  <a:pt x="848676" y="209094"/>
                </a:lnTo>
                <a:lnTo>
                  <a:pt x="901974" y="209094"/>
                </a:lnTo>
                <a:lnTo>
                  <a:pt x="901974" y="262392"/>
                </a:lnTo>
                <a:moveTo>
                  <a:pt x="791278" y="262392"/>
                </a:moveTo>
                <a:lnTo>
                  <a:pt x="737979" y="262392"/>
                </a:lnTo>
                <a:lnTo>
                  <a:pt x="737979" y="209094"/>
                </a:lnTo>
                <a:lnTo>
                  <a:pt x="791278" y="209094"/>
                </a:lnTo>
                <a:lnTo>
                  <a:pt x="791278" y="262392"/>
                </a:lnTo>
                <a:moveTo>
                  <a:pt x="684680" y="262392"/>
                </a:moveTo>
                <a:lnTo>
                  <a:pt x="631382" y="262392"/>
                </a:lnTo>
                <a:lnTo>
                  <a:pt x="631382" y="209094"/>
                </a:lnTo>
                <a:lnTo>
                  <a:pt x="684680" y="209094"/>
                </a:lnTo>
                <a:lnTo>
                  <a:pt x="684680" y="262392"/>
                </a:lnTo>
                <a:moveTo>
                  <a:pt x="578084" y="262392"/>
                </a:moveTo>
                <a:lnTo>
                  <a:pt x="524785" y="262392"/>
                </a:lnTo>
                <a:lnTo>
                  <a:pt x="524785" y="209094"/>
                </a:lnTo>
                <a:lnTo>
                  <a:pt x="578084" y="209094"/>
                </a:lnTo>
                <a:lnTo>
                  <a:pt x="578084" y="262392"/>
                </a:lnTo>
                <a:moveTo>
                  <a:pt x="471487" y="262392"/>
                </a:moveTo>
                <a:lnTo>
                  <a:pt x="418188" y="262392"/>
                </a:lnTo>
                <a:lnTo>
                  <a:pt x="418188" y="209094"/>
                </a:lnTo>
                <a:lnTo>
                  <a:pt x="471487" y="209094"/>
                </a:lnTo>
                <a:lnTo>
                  <a:pt x="471487" y="262392"/>
                </a:lnTo>
                <a:moveTo>
                  <a:pt x="364889" y="262392"/>
                </a:moveTo>
                <a:lnTo>
                  <a:pt x="307492" y="262392"/>
                </a:lnTo>
                <a:lnTo>
                  <a:pt x="307492" y="209094"/>
                </a:lnTo>
                <a:lnTo>
                  <a:pt x="364889" y="209094"/>
                </a:lnTo>
                <a:lnTo>
                  <a:pt x="364889" y="262392"/>
                </a:lnTo>
                <a:moveTo>
                  <a:pt x="254193" y="262392"/>
                </a:moveTo>
                <a:lnTo>
                  <a:pt x="233694" y="262392"/>
                </a:lnTo>
                <a:lnTo>
                  <a:pt x="209094" y="258293"/>
                </a:lnTo>
                <a:lnTo>
                  <a:pt x="196794" y="254193"/>
                </a:lnTo>
                <a:lnTo>
                  <a:pt x="209094" y="200894"/>
                </a:lnTo>
                <a:lnTo>
                  <a:pt x="221393" y="204994"/>
                </a:lnTo>
                <a:lnTo>
                  <a:pt x="217294" y="204994"/>
                </a:lnTo>
                <a:lnTo>
                  <a:pt x="241893" y="209094"/>
                </a:lnTo>
                <a:lnTo>
                  <a:pt x="237793" y="204994"/>
                </a:lnTo>
                <a:lnTo>
                  <a:pt x="258293" y="209094"/>
                </a:lnTo>
                <a:lnTo>
                  <a:pt x="254193" y="262392"/>
                </a:lnTo>
                <a:moveTo>
                  <a:pt x="139396" y="233694"/>
                </a:moveTo>
                <a:lnTo>
                  <a:pt x="135296" y="229593"/>
                </a:lnTo>
                <a:lnTo>
                  <a:pt x="114797" y="217294"/>
                </a:lnTo>
                <a:lnTo>
                  <a:pt x="94297" y="200894"/>
                </a:lnTo>
                <a:lnTo>
                  <a:pt x="90198" y="196794"/>
                </a:lnTo>
                <a:lnTo>
                  <a:pt x="127096" y="159895"/>
                </a:lnTo>
                <a:lnTo>
                  <a:pt x="131197" y="159895"/>
                </a:lnTo>
                <a:lnTo>
                  <a:pt x="127096" y="159895"/>
                </a:lnTo>
                <a:lnTo>
                  <a:pt x="147596" y="172195"/>
                </a:lnTo>
                <a:lnTo>
                  <a:pt x="143496" y="172195"/>
                </a:lnTo>
                <a:lnTo>
                  <a:pt x="163996" y="184495"/>
                </a:lnTo>
                <a:lnTo>
                  <a:pt x="159895" y="184495"/>
                </a:lnTo>
                <a:lnTo>
                  <a:pt x="163996" y="184495"/>
                </a:lnTo>
                <a:lnTo>
                  <a:pt x="139396" y="233694"/>
                </a:lnTo>
                <a:moveTo>
                  <a:pt x="49199" y="155795"/>
                </a:moveTo>
                <a:lnTo>
                  <a:pt x="45098" y="147595"/>
                </a:lnTo>
                <a:lnTo>
                  <a:pt x="32799" y="127096"/>
                </a:lnTo>
                <a:lnTo>
                  <a:pt x="20499" y="102497"/>
                </a:lnTo>
                <a:lnTo>
                  <a:pt x="69698" y="81998"/>
                </a:lnTo>
                <a:lnTo>
                  <a:pt x="77898" y="102497"/>
                </a:lnTo>
                <a:lnTo>
                  <a:pt x="77898" y="98397"/>
                </a:lnTo>
                <a:lnTo>
                  <a:pt x="90198" y="118897"/>
                </a:lnTo>
                <a:lnTo>
                  <a:pt x="90198" y="114796"/>
                </a:lnTo>
                <a:lnTo>
                  <a:pt x="94297" y="122996"/>
                </a:lnTo>
                <a:lnTo>
                  <a:pt x="49199" y="155795"/>
                </a:lnTo>
                <a:moveTo>
                  <a:pt x="4100" y="45098"/>
                </a:moveTo>
                <a:lnTo>
                  <a:pt x="0" y="28699"/>
                </a:lnTo>
                <a:lnTo>
                  <a:pt x="0" y="4099"/>
                </a:lnTo>
                <a:lnTo>
                  <a:pt x="53298" y="0"/>
                </a:lnTo>
                <a:lnTo>
                  <a:pt x="57399" y="24599"/>
                </a:lnTo>
                <a:lnTo>
                  <a:pt x="53298" y="20499"/>
                </a:lnTo>
                <a:lnTo>
                  <a:pt x="57399" y="36899"/>
                </a:lnTo>
                <a:lnTo>
                  <a:pt x="4100" y="45098"/>
                </a:lnTo>
              </a:path>
            </a:pathLst>
          </a:custGeom>
          <a:solidFill xmlns:a="http://schemas.openxmlformats.org/drawingml/2006/main">
            <a:srgbClr val="9B479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4829ADE0-8059-478A-9084-E57C35BC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295" y="5151110"/>
            <a:ext cx="665206" cy="286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43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43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 </a:t>
            </a:r>
          </a:p>
        </p:txBody>
      </p:sp>
      <p:sp>
        <p:nvSpPr>
          <p:cNvPr id="38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EA9E9B5A-B02D-4FCC-87FF-9C9DBF11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78" y="5151110"/>
            <a:ext cx="1372073" cy="286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60" b="1" i="0">
                <a:solidFill>
                  <a:srgbClr val="9B479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60" b="1" i="0">
                <a:solidFill>
                  <a:srgbClr val="9B479F"/>
                </a:solidFill>
                <a:latin typeface="Arial"/>
                <a:ea typeface="Arial"/>
                <a:cs typeface="Arial"/>
              </a:defRPr>
            </a:pPr>
            <a:r>
              <a:rPr sz="2260" b="1" i="0">
                <a:solidFill>
                  <a:srgbClr val="9B479F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39" name="pdf-path-41">
            <a:extLst xmlns:a="http://schemas.openxmlformats.org/drawingml/2006/main">
              <a:ext uri="{FF2B5EF4-FFF2-40B4-BE49-F238E27FC236}">
                <a16:creationId xmlns:a16="http://schemas.microsoft.com/office/drawing/2014/main" id="{867DE9B4-D35E-49E8-A510-731F60DE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5778" y="5371393"/>
            <a:ext cx="2603426" cy="1160267"/>
          </a:xfrm>
          <a:custGeom xmlns:a="http://schemas.openxmlformats.org/drawingml/2006/main">
            <a:pathLst>
              <a:path w="2603426" h="1160267">
                <a:moveTo>
                  <a:pt x="0" y="1008572"/>
                </a:moveTo>
                <a:lnTo>
                  <a:pt x="0" y="955273"/>
                </a:lnTo>
                <a:lnTo>
                  <a:pt x="53299" y="955273"/>
                </a:lnTo>
                <a:lnTo>
                  <a:pt x="53299" y="1008572"/>
                </a:lnTo>
                <a:lnTo>
                  <a:pt x="0" y="1008572"/>
                </a:lnTo>
                <a:moveTo>
                  <a:pt x="0" y="901974"/>
                </a:moveTo>
                <a:lnTo>
                  <a:pt x="0" y="848676"/>
                </a:lnTo>
                <a:lnTo>
                  <a:pt x="53299" y="848676"/>
                </a:lnTo>
                <a:lnTo>
                  <a:pt x="53299" y="901974"/>
                </a:lnTo>
                <a:lnTo>
                  <a:pt x="0" y="901974"/>
                </a:lnTo>
                <a:moveTo>
                  <a:pt x="0" y="791278"/>
                </a:moveTo>
                <a:lnTo>
                  <a:pt x="0" y="737979"/>
                </a:lnTo>
                <a:lnTo>
                  <a:pt x="53299" y="737979"/>
                </a:lnTo>
                <a:lnTo>
                  <a:pt x="53299" y="791278"/>
                </a:lnTo>
                <a:lnTo>
                  <a:pt x="0" y="791278"/>
                </a:lnTo>
                <a:moveTo>
                  <a:pt x="0" y="684681"/>
                </a:moveTo>
                <a:lnTo>
                  <a:pt x="0" y="631382"/>
                </a:lnTo>
                <a:lnTo>
                  <a:pt x="53299" y="631382"/>
                </a:lnTo>
                <a:lnTo>
                  <a:pt x="53299" y="684681"/>
                </a:lnTo>
                <a:lnTo>
                  <a:pt x="0" y="684681"/>
                </a:lnTo>
                <a:moveTo>
                  <a:pt x="0" y="578084"/>
                </a:moveTo>
                <a:lnTo>
                  <a:pt x="0" y="524785"/>
                </a:lnTo>
                <a:lnTo>
                  <a:pt x="53299" y="524785"/>
                </a:lnTo>
                <a:lnTo>
                  <a:pt x="53299" y="578084"/>
                </a:lnTo>
                <a:lnTo>
                  <a:pt x="0" y="578084"/>
                </a:lnTo>
                <a:moveTo>
                  <a:pt x="0" y="471487"/>
                </a:moveTo>
                <a:lnTo>
                  <a:pt x="0" y="418188"/>
                </a:lnTo>
                <a:lnTo>
                  <a:pt x="53299" y="418188"/>
                </a:lnTo>
                <a:lnTo>
                  <a:pt x="53299" y="471487"/>
                </a:lnTo>
                <a:lnTo>
                  <a:pt x="0" y="471487"/>
                </a:lnTo>
                <a:moveTo>
                  <a:pt x="0" y="364889"/>
                </a:moveTo>
                <a:lnTo>
                  <a:pt x="0" y="307492"/>
                </a:lnTo>
                <a:lnTo>
                  <a:pt x="53299" y="307492"/>
                </a:lnTo>
                <a:lnTo>
                  <a:pt x="53299" y="364889"/>
                </a:lnTo>
                <a:lnTo>
                  <a:pt x="0" y="364889"/>
                </a:lnTo>
                <a:moveTo>
                  <a:pt x="0" y="254193"/>
                </a:moveTo>
                <a:lnTo>
                  <a:pt x="0" y="200894"/>
                </a:lnTo>
                <a:lnTo>
                  <a:pt x="53299" y="200894"/>
                </a:lnTo>
                <a:lnTo>
                  <a:pt x="53299" y="254193"/>
                </a:lnTo>
                <a:lnTo>
                  <a:pt x="0" y="254193"/>
                </a:lnTo>
                <a:moveTo>
                  <a:pt x="0" y="143496"/>
                </a:moveTo>
                <a:lnTo>
                  <a:pt x="4100" y="122996"/>
                </a:lnTo>
                <a:lnTo>
                  <a:pt x="12299" y="94297"/>
                </a:lnTo>
                <a:lnTo>
                  <a:pt x="16401" y="81997"/>
                </a:lnTo>
                <a:lnTo>
                  <a:pt x="65598" y="110698"/>
                </a:lnTo>
                <a:lnTo>
                  <a:pt x="61498" y="114796"/>
                </a:lnTo>
                <a:lnTo>
                  <a:pt x="61498" y="110698"/>
                </a:lnTo>
                <a:lnTo>
                  <a:pt x="57399" y="135296"/>
                </a:lnTo>
                <a:lnTo>
                  <a:pt x="57399" y="131197"/>
                </a:lnTo>
                <a:lnTo>
                  <a:pt x="53299" y="151696"/>
                </a:lnTo>
                <a:lnTo>
                  <a:pt x="0" y="143496"/>
                </a:lnTo>
                <a:moveTo>
                  <a:pt x="57399" y="32799"/>
                </a:moveTo>
                <a:lnTo>
                  <a:pt x="69699" y="24599"/>
                </a:lnTo>
                <a:lnTo>
                  <a:pt x="94297" y="12299"/>
                </a:lnTo>
                <a:lnTo>
                  <a:pt x="114797" y="4100"/>
                </a:lnTo>
                <a:lnTo>
                  <a:pt x="131197" y="57399"/>
                </a:lnTo>
                <a:lnTo>
                  <a:pt x="110698" y="61498"/>
                </a:lnTo>
                <a:lnTo>
                  <a:pt x="118897" y="61498"/>
                </a:lnTo>
                <a:lnTo>
                  <a:pt x="94297" y="73798"/>
                </a:lnTo>
                <a:lnTo>
                  <a:pt x="98397" y="69699"/>
                </a:lnTo>
                <a:lnTo>
                  <a:pt x="90199" y="77898"/>
                </a:lnTo>
                <a:lnTo>
                  <a:pt x="57399" y="32799"/>
                </a:lnTo>
                <a:moveTo>
                  <a:pt x="176297" y="0"/>
                </a:moveTo>
                <a:lnTo>
                  <a:pt x="229594" y="0"/>
                </a:lnTo>
                <a:lnTo>
                  <a:pt x="229594" y="53298"/>
                </a:lnTo>
                <a:lnTo>
                  <a:pt x="176297" y="53298"/>
                </a:lnTo>
                <a:lnTo>
                  <a:pt x="176297" y="0"/>
                </a:lnTo>
                <a:moveTo>
                  <a:pt x="282891" y="0"/>
                </a:moveTo>
                <a:lnTo>
                  <a:pt x="336191" y="0"/>
                </a:lnTo>
                <a:lnTo>
                  <a:pt x="336191" y="53298"/>
                </a:lnTo>
                <a:lnTo>
                  <a:pt x="282891" y="53298"/>
                </a:lnTo>
                <a:lnTo>
                  <a:pt x="282891" y="0"/>
                </a:lnTo>
                <a:moveTo>
                  <a:pt x="389490" y="0"/>
                </a:moveTo>
                <a:lnTo>
                  <a:pt x="442787" y="0"/>
                </a:lnTo>
                <a:lnTo>
                  <a:pt x="442787" y="53298"/>
                </a:lnTo>
                <a:lnTo>
                  <a:pt x="389490" y="53298"/>
                </a:lnTo>
                <a:lnTo>
                  <a:pt x="389490" y="0"/>
                </a:lnTo>
                <a:moveTo>
                  <a:pt x="500186" y="0"/>
                </a:moveTo>
                <a:lnTo>
                  <a:pt x="553484" y="0"/>
                </a:lnTo>
                <a:lnTo>
                  <a:pt x="553484" y="53298"/>
                </a:lnTo>
                <a:lnTo>
                  <a:pt x="500186" y="53298"/>
                </a:lnTo>
                <a:lnTo>
                  <a:pt x="500186" y="0"/>
                </a:lnTo>
                <a:moveTo>
                  <a:pt x="606783" y="0"/>
                </a:moveTo>
                <a:lnTo>
                  <a:pt x="660082" y="0"/>
                </a:lnTo>
                <a:lnTo>
                  <a:pt x="660082" y="53298"/>
                </a:lnTo>
                <a:lnTo>
                  <a:pt x="606783" y="53298"/>
                </a:lnTo>
                <a:lnTo>
                  <a:pt x="606783" y="0"/>
                </a:lnTo>
                <a:moveTo>
                  <a:pt x="713379" y="0"/>
                </a:moveTo>
                <a:lnTo>
                  <a:pt x="766678" y="0"/>
                </a:lnTo>
                <a:lnTo>
                  <a:pt x="766678" y="53298"/>
                </a:lnTo>
                <a:lnTo>
                  <a:pt x="713379" y="53298"/>
                </a:lnTo>
                <a:lnTo>
                  <a:pt x="713379" y="0"/>
                </a:lnTo>
                <a:moveTo>
                  <a:pt x="819977" y="0"/>
                </a:moveTo>
                <a:lnTo>
                  <a:pt x="873276" y="0"/>
                </a:lnTo>
                <a:lnTo>
                  <a:pt x="873276" y="53298"/>
                </a:lnTo>
                <a:lnTo>
                  <a:pt x="819977" y="53298"/>
                </a:lnTo>
                <a:lnTo>
                  <a:pt x="819977" y="0"/>
                </a:lnTo>
                <a:moveTo>
                  <a:pt x="926574" y="0"/>
                </a:moveTo>
                <a:lnTo>
                  <a:pt x="983971" y="0"/>
                </a:lnTo>
                <a:lnTo>
                  <a:pt x="983971" y="53298"/>
                </a:lnTo>
                <a:lnTo>
                  <a:pt x="926574" y="53298"/>
                </a:lnTo>
                <a:lnTo>
                  <a:pt x="926574" y="0"/>
                </a:lnTo>
                <a:moveTo>
                  <a:pt x="1037270" y="0"/>
                </a:moveTo>
                <a:lnTo>
                  <a:pt x="1090569" y="0"/>
                </a:lnTo>
                <a:lnTo>
                  <a:pt x="1090569" y="53298"/>
                </a:lnTo>
                <a:lnTo>
                  <a:pt x="1037270" y="53298"/>
                </a:lnTo>
                <a:lnTo>
                  <a:pt x="1037270" y="0"/>
                </a:lnTo>
                <a:moveTo>
                  <a:pt x="1143869" y="0"/>
                </a:moveTo>
                <a:lnTo>
                  <a:pt x="1197166" y="0"/>
                </a:lnTo>
                <a:lnTo>
                  <a:pt x="1197166" y="53298"/>
                </a:lnTo>
                <a:lnTo>
                  <a:pt x="1143869" y="53298"/>
                </a:lnTo>
                <a:lnTo>
                  <a:pt x="1143869" y="0"/>
                </a:lnTo>
                <a:moveTo>
                  <a:pt x="1250465" y="0"/>
                </a:moveTo>
                <a:lnTo>
                  <a:pt x="1303764" y="0"/>
                </a:lnTo>
                <a:lnTo>
                  <a:pt x="1303764" y="53298"/>
                </a:lnTo>
                <a:lnTo>
                  <a:pt x="1250465" y="53298"/>
                </a:lnTo>
                <a:lnTo>
                  <a:pt x="1250465" y="0"/>
                </a:lnTo>
                <a:moveTo>
                  <a:pt x="1357061" y="0"/>
                </a:moveTo>
                <a:lnTo>
                  <a:pt x="1410360" y="0"/>
                </a:lnTo>
                <a:lnTo>
                  <a:pt x="1410360" y="53298"/>
                </a:lnTo>
                <a:lnTo>
                  <a:pt x="1357061" y="53298"/>
                </a:lnTo>
                <a:lnTo>
                  <a:pt x="1357061" y="0"/>
                </a:lnTo>
                <a:moveTo>
                  <a:pt x="1463659" y="0"/>
                </a:moveTo>
                <a:lnTo>
                  <a:pt x="1521057" y="0"/>
                </a:lnTo>
                <a:lnTo>
                  <a:pt x="1521057" y="53298"/>
                </a:lnTo>
                <a:lnTo>
                  <a:pt x="1463659" y="53298"/>
                </a:lnTo>
                <a:lnTo>
                  <a:pt x="1463659" y="0"/>
                </a:lnTo>
                <a:moveTo>
                  <a:pt x="1574356" y="0"/>
                </a:moveTo>
                <a:lnTo>
                  <a:pt x="1627655" y="0"/>
                </a:lnTo>
                <a:lnTo>
                  <a:pt x="1627655" y="53298"/>
                </a:lnTo>
                <a:lnTo>
                  <a:pt x="1574356" y="53298"/>
                </a:lnTo>
                <a:lnTo>
                  <a:pt x="1574356" y="0"/>
                </a:lnTo>
                <a:moveTo>
                  <a:pt x="1680953" y="0"/>
                </a:moveTo>
                <a:lnTo>
                  <a:pt x="1734252" y="0"/>
                </a:lnTo>
                <a:lnTo>
                  <a:pt x="1734252" y="53298"/>
                </a:lnTo>
                <a:lnTo>
                  <a:pt x="1680953" y="53298"/>
                </a:lnTo>
                <a:lnTo>
                  <a:pt x="1680953" y="0"/>
                </a:lnTo>
                <a:moveTo>
                  <a:pt x="1787551" y="0"/>
                </a:moveTo>
                <a:lnTo>
                  <a:pt x="1840848" y="0"/>
                </a:lnTo>
                <a:lnTo>
                  <a:pt x="1840848" y="53298"/>
                </a:lnTo>
                <a:lnTo>
                  <a:pt x="1787551" y="53298"/>
                </a:lnTo>
                <a:lnTo>
                  <a:pt x="1787551" y="0"/>
                </a:lnTo>
                <a:moveTo>
                  <a:pt x="1894147" y="0"/>
                </a:moveTo>
                <a:lnTo>
                  <a:pt x="1947446" y="0"/>
                </a:lnTo>
                <a:lnTo>
                  <a:pt x="1947446" y="53298"/>
                </a:lnTo>
                <a:lnTo>
                  <a:pt x="1894147" y="53298"/>
                </a:lnTo>
                <a:lnTo>
                  <a:pt x="1894147" y="0"/>
                </a:lnTo>
                <a:moveTo>
                  <a:pt x="2004844" y="0"/>
                </a:moveTo>
                <a:lnTo>
                  <a:pt x="2058143" y="0"/>
                </a:lnTo>
                <a:lnTo>
                  <a:pt x="2058143" y="53298"/>
                </a:lnTo>
                <a:lnTo>
                  <a:pt x="2004844" y="53298"/>
                </a:lnTo>
                <a:lnTo>
                  <a:pt x="2004844" y="0"/>
                </a:lnTo>
                <a:moveTo>
                  <a:pt x="2111440" y="0"/>
                </a:moveTo>
                <a:lnTo>
                  <a:pt x="2164739" y="0"/>
                </a:lnTo>
                <a:lnTo>
                  <a:pt x="2164739" y="53298"/>
                </a:lnTo>
                <a:lnTo>
                  <a:pt x="2111440" y="53298"/>
                </a:lnTo>
                <a:lnTo>
                  <a:pt x="2111440" y="0"/>
                </a:lnTo>
                <a:moveTo>
                  <a:pt x="2218038" y="0"/>
                </a:moveTo>
                <a:lnTo>
                  <a:pt x="2271338" y="0"/>
                </a:lnTo>
                <a:lnTo>
                  <a:pt x="2271338" y="53298"/>
                </a:lnTo>
                <a:lnTo>
                  <a:pt x="2218038" y="53298"/>
                </a:lnTo>
                <a:lnTo>
                  <a:pt x="2218038" y="0"/>
                </a:lnTo>
                <a:moveTo>
                  <a:pt x="2324635" y="0"/>
                </a:moveTo>
                <a:lnTo>
                  <a:pt x="2377932" y="0"/>
                </a:lnTo>
                <a:lnTo>
                  <a:pt x="2377932" y="53298"/>
                </a:lnTo>
                <a:lnTo>
                  <a:pt x="2324635" y="53298"/>
                </a:lnTo>
                <a:lnTo>
                  <a:pt x="2324635" y="0"/>
                </a:lnTo>
                <a:moveTo>
                  <a:pt x="2431231" y="0"/>
                </a:moveTo>
                <a:lnTo>
                  <a:pt x="2455830" y="0"/>
                </a:lnTo>
                <a:lnTo>
                  <a:pt x="2484529" y="4100"/>
                </a:lnTo>
                <a:lnTo>
                  <a:pt x="2492729" y="8200"/>
                </a:lnTo>
                <a:lnTo>
                  <a:pt x="2476331" y="57399"/>
                </a:lnTo>
                <a:lnTo>
                  <a:pt x="2472229" y="57399"/>
                </a:lnTo>
                <a:lnTo>
                  <a:pt x="2476331" y="57399"/>
                </a:lnTo>
                <a:lnTo>
                  <a:pt x="2451731" y="53298"/>
                </a:lnTo>
                <a:lnTo>
                  <a:pt x="2455830" y="53298"/>
                </a:lnTo>
                <a:lnTo>
                  <a:pt x="2431231" y="53298"/>
                </a:lnTo>
                <a:lnTo>
                  <a:pt x="2431231" y="0"/>
                </a:lnTo>
                <a:moveTo>
                  <a:pt x="2550129" y="36899"/>
                </a:moveTo>
                <a:lnTo>
                  <a:pt x="2562428" y="45098"/>
                </a:lnTo>
                <a:lnTo>
                  <a:pt x="2578827" y="65598"/>
                </a:lnTo>
                <a:lnTo>
                  <a:pt x="2591127" y="86097"/>
                </a:lnTo>
                <a:lnTo>
                  <a:pt x="2541930" y="110698"/>
                </a:lnTo>
                <a:lnTo>
                  <a:pt x="2533729" y="94297"/>
                </a:lnTo>
                <a:lnTo>
                  <a:pt x="2537828" y="98397"/>
                </a:lnTo>
                <a:lnTo>
                  <a:pt x="2521428" y="81997"/>
                </a:lnTo>
                <a:lnTo>
                  <a:pt x="2525528" y="86097"/>
                </a:lnTo>
                <a:lnTo>
                  <a:pt x="2517329" y="77898"/>
                </a:lnTo>
                <a:lnTo>
                  <a:pt x="2550129" y="36899"/>
                </a:lnTo>
                <a:moveTo>
                  <a:pt x="2603426" y="147595"/>
                </a:moveTo>
                <a:lnTo>
                  <a:pt x="2603426" y="151696"/>
                </a:lnTo>
                <a:lnTo>
                  <a:pt x="2603426" y="204995"/>
                </a:lnTo>
                <a:lnTo>
                  <a:pt x="2550129" y="204995"/>
                </a:lnTo>
                <a:lnTo>
                  <a:pt x="2550129" y="151696"/>
                </a:lnTo>
                <a:lnTo>
                  <a:pt x="2550129" y="155795"/>
                </a:lnTo>
                <a:lnTo>
                  <a:pt x="2550129" y="151696"/>
                </a:lnTo>
                <a:lnTo>
                  <a:pt x="2603426" y="147595"/>
                </a:lnTo>
                <a:moveTo>
                  <a:pt x="2603426" y="258292"/>
                </a:moveTo>
                <a:lnTo>
                  <a:pt x="2603426" y="311591"/>
                </a:lnTo>
                <a:lnTo>
                  <a:pt x="2550129" y="311591"/>
                </a:lnTo>
                <a:lnTo>
                  <a:pt x="2550129" y="258292"/>
                </a:lnTo>
                <a:lnTo>
                  <a:pt x="2603426" y="258292"/>
                </a:lnTo>
                <a:moveTo>
                  <a:pt x="2603426" y="364889"/>
                </a:moveTo>
                <a:lnTo>
                  <a:pt x="2603426" y="418188"/>
                </a:lnTo>
                <a:lnTo>
                  <a:pt x="2550129" y="418188"/>
                </a:lnTo>
                <a:lnTo>
                  <a:pt x="2550129" y="364889"/>
                </a:lnTo>
                <a:lnTo>
                  <a:pt x="2603426" y="364889"/>
                </a:lnTo>
                <a:moveTo>
                  <a:pt x="2603426" y="471487"/>
                </a:moveTo>
                <a:lnTo>
                  <a:pt x="2603426" y="524785"/>
                </a:lnTo>
                <a:lnTo>
                  <a:pt x="2550129" y="524785"/>
                </a:lnTo>
                <a:lnTo>
                  <a:pt x="2550129" y="471487"/>
                </a:lnTo>
                <a:lnTo>
                  <a:pt x="2603426" y="471487"/>
                </a:lnTo>
                <a:moveTo>
                  <a:pt x="2603426" y="582183"/>
                </a:moveTo>
                <a:lnTo>
                  <a:pt x="2603426" y="635482"/>
                </a:lnTo>
                <a:lnTo>
                  <a:pt x="2550129" y="635482"/>
                </a:lnTo>
                <a:lnTo>
                  <a:pt x="2550129" y="582183"/>
                </a:lnTo>
                <a:lnTo>
                  <a:pt x="2603426" y="582183"/>
                </a:lnTo>
                <a:moveTo>
                  <a:pt x="2603426" y="688781"/>
                </a:moveTo>
                <a:lnTo>
                  <a:pt x="2603426" y="742079"/>
                </a:lnTo>
                <a:lnTo>
                  <a:pt x="2550129" y="742079"/>
                </a:lnTo>
                <a:lnTo>
                  <a:pt x="2550129" y="688781"/>
                </a:lnTo>
                <a:lnTo>
                  <a:pt x="2603426" y="688781"/>
                </a:lnTo>
                <a:moveTo>
                  <a:pt x="2603426" y="795377"/>
                </a:moveTo>
                <a:lnTo>
                  <a:pt x="2603426" y="848676"/>
                </a:lnTo>
                <a:lnTo>
                  <a:pt x="2550129" y="848676"/>
                </a:lnTo>
                <a:lnTo>
                  <a:pt x="2550129" y="795377"/>
                </a:lnTo>
                <a:lnTo>
                  <a:pt x="2603426" y="795377"/>
                </a:lnTo>
                <a:moveTo>
                  <a:pt x="2603426" y="901974"/>
                </a:moveTo>
                <a:lnTo>
                  <a:pt x="2603426" y="955273"/>
                </a:lnTo>
                <a:lnTo>
                  <a:pt x="2550129" y="955273"/>
                </a:lnTo>
                <a:lnTo>
                  <a:pt x="2550129" y="901974"/>
                </a:lnTo>
                <a:lnTo>
                  <a:pt x="2603426" y="901974"/>
                </a:lnTo>
                <a:moveTo>
                  <a:pt x="2603426" y="1012671"/>
                </a:moveTo>
                <a:lnTo>
                  <a:pt x="2603426" y="1037270"/>
                </a:lnTo>
                <a:lnTo>
                  <a:pt x="2595227" y="1065970"/>
                </a:lnTo>
                <a:lnTo>
                  <a:pt x="2591127" y="1074169"/>
                </a:lnTo>
                <a:lnTo>
                  <a:pt x="2541930" y="1049571"/>
                </a:lnTo>
                <a:lnTo>
                  <a:pt x="2546028" y="1045470"/>
                </a:lnTo>
                <a:lnTo>
                  <a:pt x="2541930" y="1049571"/>
                </a:lnTo>
                <a:lnTo>
                  <a:pt x="2550129" y="1024971"/>
                </a:lnTo>
                <a:lnTo>
                  <a:pt x="2550129" y="1029071"/>
                </a:lnTo>
                <a:lnTo>
                  <a:pt x="2550129" y="1008572"/>
                </a:lnTo>
                <a:lnTo>
                  <a:pt x="2603426" y="1012671"/>
                </a:lnTo>
                <a:moveTo>
                  <a:pt x="2550129" y="1123369"/>
                </a:moveTo>
                <a:lnTo>
                  <a:pt x="2537828" y="1131568"/>
                </a:lnTo>
                <a:lnTo>
                  <a:pt x="2513229" y="1147967"/>
                </a:lnTo>
                <a:lnTo>
                  <a:pt x="2492729" y="1152067"/>
                </a:lnTo>
                <a:lnTo>
                  <a:pt x="2476331" y="1102869"/>
                </a:lnTo>
                <a:lnTo>
                  <a:pt x="2492729" y="1098769"/>
                </a:lnTo>
                <a:lnTo>
                  <a:pt x="2488631" y="1098769"/>
                </a:lnTo>
                <a:lnTo>
                  <a:pt x="2509129" y="1086469"/>
                </a:lnTo>
                <a:lnTo>
                  <a:pt x="2505030" y="1090569"/>
                </a:lnTo>
                <a:lnTo>
                  <a:pt x="2517329" y="1082369"/>
                </a:lnTo>
                <a:lnTo>
                  <a:pt x="2550129" y="1123369"/>
                </a:lnTo>
                <a:moveTo>
                  <a:pt x="2431231" y="1160267"/>
                </a:moveTo>
                <a:lnTo>
                  <a:pt x="2377932" y="1160267"/>
                </a:lnTo>
                <a:lnTo>
                  <a:pt x="2377932" y="1106968"/>
                </a:lnTo>
                <a:lnTo>
                  <a:pt x="2431231" y="1106968"/>
                </a:lnTo>
                <a:lnTo>
                  <a:pt x="2431231" y="1160267"/>
                </a:lnTo>
                <a:moveTo>
                  <a:pt x="2324635" y="1160267"/>
                </a:moveTo>
                <a:lnTo>
                  <a:pt x="2271338" y="1160267"/>
                </a:lnTo>
                <a:lnTo>
                  <a:pt x="2271338" y="1106968"/>
                </a:lnTo>
                <a:lnTo>
                  <a:pt x="2324635" y="1106968"/>
                </a:lnTo>
                <a:lnTo>
                  <a:pt x="2324635" y="1160267"/>
                </a:lnTo>
                <a:moveTo>
                  <a:pt x="2218038" y="1160267"/>
                </a:moveTo>
                <a:lnTo>
                  <a:pt x="2164739" y="1160267"/>
                </a:lnTo>
                <a:lnTo>
                  <a:pt x="2164739" y="1106968"/>
                </a:lnTo>
                <a:lnTo>
                  <a:pt x="2218038" y="1106968"/>
                </a:lnTo>
                <a:lnTo>
                  <a:pt x="2218038" y="1160267"/>
                </a:lnTo>
                <a:moveTo>
                  <a:pt x="2111440" y="1160267"/>
                </a:moveTo>
                <a:lnTo>
                  <a:pt x="2058143" y="1160267"/>
                </a:lnTo>
                <a:lnTo>
                  <a:pt x="2058143" y="1106968"/>
                </a:lnTo>
                <a:lnTo>
                  <a:pt x="2111440" y="1106968"/>
                </a:lnTo>
                <a:lnTo>
                  <a:pt x="2111440" y="1160267"/>
                </a:lnTo>
                <a:moveTo>
                  <a:pt x="2000745" y="1160267"/>
                </a:moveTo>
                <a:lnTo>
                  <a:pt x="1947446" y="1160267"/>
                </a:lnTo>
                <a:lnTo>
                  <a:pt x="1947446" y="1106968"/>
                </a:lnTo>
                <a:lnTo>
                  <a:pt x="2000745" y="1106968"/>
                </a:lnTo>
                <a:lnTo>
                  <a:pt x="2000745" y="1160267"/>
                </a:lnTo>
                <a:moveTo>
                  <a:pt x="1894147" y="1160267"/>
                </a:moveTo>
                <a:lnTo>
                  <a:pt x="1840848" y="1160267"/>
                </a:lnTo>
                <a:lnTo>
                  <a:pt x="1840848" y="1106968"/>
                </a:lnTo>
                <a:lnTo>
                  <a:pt x="1894147" y="1106968"/>
                </a:lnTo>
                <a:lnTo>
                  <a:pt x="1894147" y="1160267"/>
                </a:lnTo>
                <a:moveTo>
                  <a:pt x="1787551" y="1160267"/>
                </a:moveTo>
                <a:lnTo>
                  <a:pt x="1734252" y="1160267"/>
                </a:lnTo>
                <a:lnTo>
                  <a:pt x="1734252" y="1106968"/>
                </a:lnTo>
                <a:lnTo>
                  <a:pt x="1787551" y="1106968"/>
                </a:lnTo>
                <a:lnTo>
                  <a:pt x="1787551" y="1160267"/>
                </a:lnTo>
                <a:moveTo>
                  <a:pt x="1680953" y="1160267"/>
                </a:moveTo>
                <a:lnTo>
                  <a:pt x="1627655" y="1160267"/>
                </a:lnTo>
                <a:lnTo>
                  <a:pt x="1627655" y="1106968"/>
                </a:lnTo>
                <a:lnTo>
                  <a:pt x="1680953" y="1106968"/>
                </a:lnTo>
                <a:lnTo>
                  <a:pt x="1680953" y="1160267"/>
                </a:lnTo>
                <a:moveTo>
                  <a:pt x="1574356" y="1160267"/>
                </a:moveTo>
                <a:lnTo>
                  <a:pt x="1516959" y="1160267"/>
                </a:lnTo>
                <a:lnTo>
                  <a:pt x="1516959" y="1106968"/>
                </a:lnTo>
                <a:lnTo>
                  <a:pt x="1574356" y="1106968"/>
                </a:lnTo>
                <a:lnTo>
                  <a:pt x="1574356" y="1160267"/>
                </a:lnTo>
                <a:moveTo>
                  <a:pt x="1463659" y="1160267"/>
                </a:moveTo>
                <a:lnTo>
                  <a:pt x="1410360" y="1160267"/>
                </a:lnTo>
                <a:lnTo>
                  <a:pt x="1410360" y="1106968"/>
                </a:lnTo>
                <a:lnTo>
                  <a:pt x="1463659" y="1106968"/>
                </a:lnTo>
                <a:lnTo>
                  <a:pt x="1463659" y="1160267"/>
                </a:lnTo>
                <a:moveTo>
                  <a:pt x="1357061" y="1160267"/>
                </a:moveTo>
                <a:lnTo>
                  <a:pt x="1303764" y="1160267"/>
                </a:lnTo>
                <a:lnTo>
                  <a:pt x="1303764" y="1106968"/>
                </a:lnTo>
                <a:lnTo>
                  <a:pt x="1357061" y="1106968"/>
                </a:lnTo>
                <a:lnTo>
                  <a:pt x="1357061" y="1160267"/>
                </a:lnTo>
                <a:moveTo>
                  <a:pt x="1250465" y="1160267"/>
                </a:moveTo>
                <a:lnTo>
                  <a:pt x="1197166" y="1160267"/>
                </a:lnTo>
                <a:lnTo>
                  <a:pt x="1197166" y="1106968"/>
                </a:lnTo>
                <a:lnTo>
                  <a:pt x="1250465" y="1106968"/>
                </a:lnTo>
                <a:lnTo>
                  <a:pt x="1250465" y="1160267"/>
                </a:lnTo>
                <a:moveTo>
                  <a:pt x="1143869" y="1160267"/>
                </a:moveTo>
                <a:lnTo>
                  <a:pt x="1090569" y="1160267"/>
                </a:lnTo>
                <a:lnTo>
                  <a:pt x="1090569" y="1106968"/>
                </a:lnTo>
                <a:lnTo>
                  <a:pt x="1143869" y="1106968"/>
                </a:lnTo>
                <a:lnTo>
                  <a:pt x="1143869" y="1160267"/>
                </a:lnTo>
                <a:moveTo>
                  <a:pt x="1033172" y="1160267"/>
                </a:moveTo>
                <a:lnTo>
                  <a:pt x="979873" y="1160267"/>
                </a:lnTo>
                <a:lnTo>
                  <a:pt x="979873" y="1106968"/>
                </a:lnTo>
                <a:lnTo>
                  <a:pt x="1033172" y="1106968"/>
                </a:lnTo>
                <a:lnTo>
                  <a:pt x="1033172" y="1160267"/>
                </a:lnTo>
                <a:moveTo>
                  <a:pt x="926574" y="1160267"/>
                </a:moveTo>
                <a:lnTo>
                  <a:pt x="873276" y="1160267"/>
                </a:lnTo>
                <a:lnTo>
                  <a:pt x="873276" y="1106968"/>
                </a:lnTo>
                <a:lnTo>
                  <a:pt x="926574" y="1106968"/>
                </a:lnTo>
                <a:lnTo>
                  <a:pt x="926574" y="1160267"/>
                </a:lnTo>
                <a:moveTo>
                  <a:pt x="819977" y="1160267"/>
                </a:moveTo>
                <a:lnTo>
                  <a:pt x="766678" y="1160267"/>
                </a:lnTo>
                <a:lnTo>
                  <a:pt x="766678" y="1106968"/>
                </a:lnTo>
                <a:lnTo>
                  <a:pt x="819977" y="1106968"/>
                </a:lnTo>
                <a:lnTo>
                  <a:pt x="819977" y="1160267"/>
                </a:lnTo>
                <a:moveTo>
                  <a:pt x="713379" y="1160267"/>
                </a:moveTo>
                <a:lnTo>
                  <a:pt x="660082" y="1160267"/>
                </a:lnTo>
                <a:lnTo>
                  <a:pt x="660082" y="1106968"/>
                </a:lnTo>
                <a:lnTo>
                  <a:pt x="713379" y="1106968"/>
                </a:lnTo>
                <a:lnTo>
                  <a:pt x="713379" y="1160267"/>
                </a:lnTo>
                <a:moveTo>
                  <a:pt x="606783" y="1160267"/>
                </a:moveTo>
                <a:lnTo>
                  <a:pt x="553484" y="1160267"/>
                </a:lnTo>
                <a:lnTo>
                  <a:pt x="553484" y="1106968"/>
                </a:lnTo>
                <a:lnTo>
                  <a:pt x="606783" y="1106968"/>
                </a:lnTo>
                <a:lnTo>
                  <a:pt x="606783" y="1160267"/>
                </a:lnTo>
                <a:moveTo>
                  <a:pt x="496086" y="1160267"/>
                </a:moveTo>
                <a:lnTo>
                  <a:pt x="442787" y="1160267"/>
                </a:lnTo>
                <a:lnTo>
                  <a:pt x="442787" y="1106968"/>
                </a:lnTo>
                <a:lnTo>
                  <a:pt x="496086" y="1106968"/>
                </a:lnTo>
                <a:lnTo>
                  <a:pt x="496086" y="1160267"/>
                </a:lnTo>
                <a:moveTo>
                  <a:pt x="389490" y="1160267"/>
                </a:moveTo>
                <a:lnTo>
                  <a:pt x="336191" y="1160267"/>
                </a:lnTo>
                <a:lnTo>
                  <a:pt x="336191" y="1106968"/>
                </a:lnTo>
                <a:lnTo>
                  <a:pt x="389490" y="1106968"/>
                </a:lnTo>
                <a:lnTo>
                  <a:pt x="389490" y="1160267"/>
                </a:lnTo>
                <a:moveTo>
                  <a:pt x="282891" y="1160267"/>
                </a:moveTo>
                <a:lnTo>
                  <a:pt x="229594" y="1160267"/>
                </a:lnTo>
                <a:lnTo>
                  <a:pt x="229594" y="1106968"/>
                </a:lnTo>
                <a:lnTo>
                  <a:pt x="282891" y="1106968"/>
                </a:lnTo>
                <a:lnTo>
                  <a:pt x="282891" y="1160267"/>
                </a:lnTo>
                <a:moveTo>
                  <a:pt x="176297" y="1160267"/>
                </a:moveTo>
                <a:lnTo>
                  <a:pt x="151697" y="1160267"/>
                </a:lnTo>
                <a:lnTo>
                  <a:pt x="122998" y="1156167"/>
                </a:lnTo>
                <a:lnTo>
                  <a:pt x="114797" y="1152067"/>
                </a:lnTo>
                <a:lnTo>
                  <a:pt x="131197" y="1102869"/>
                </a:lnTo>
                <a:lnTo>
                  <a:pt x="135297" y="1102869"/>
                </a:lnTo>
                <a:lnTo>
                  <a:pt x="131197" y="1102869"/>
                </a:lnTo>
                <a:lnTo>
                  <a:pt x="155797" y="1106968"/>
                </a:lnTo>
                <a:lnTo>
                  <a:pt x="151697" y="1106968"/>
                </a:lnTo>
                <a:lnTo>
                  <a:pt x="176297" y="1106968"/>
                </a:lnTo>
                <a:lnTo>
                  <a:pt x="176297" y="1160267"/>
                </a:lnTo>
                <a:moveTo>
                  <a:pt x="57399" y="1123369"/>
                </a:moveTo>
                <a:lnTo>
                  <a:pt x="45100" y="1115168"/>
                </a:lnTo>
                <a:lnTo>
                  <a:pt x="28701" y="1094669"/>
                </a:lnTo>
                <a:lnTo>
                  <a:pt x="16401" y="1074169"/>
                </a:lnTo>
                <a:lnTo>
                  <a:pt x="65598" y="1049571"/>
                </a:lnTo>
                <a:lnTo>
                  <a:pt x="73799" y="1065970"/>
                </a:lnTo>
                <a:lnTo>
                  <a:pt x="69699" y="1061870"/>
                </a:lnTo>
                <a:lnTo>
                  <a:pt x="86098" y="1078269"/>
                </a:lnTo>
                <a:lnTo>
                  <a:pt x="82000" y="1074169"/>
                </a:lnTo>
                <a:lnTo>
                  <a:pt x="90199" y="1082369"/>
                </a:lnTo>
                <a:lnTo>
                  <a:pt x="57399" y="1123369"/>
                </a:lnTo>
                <a:moveTo>
                  <a:pt x="0" y="1012671"/>
                </a:moveTo>
                <a:lnTo>
                  <a:pt x="0" y="1012671"/>
                </a:lnTo>
                <a:lnTo>
                  <a:pt x="53299" y="1004471"/>
                </a:lnTo>
                <a:lnTo>
                  <a:pt x="53299" y="1008572"/>
                </a:lnTo>
                <a:lnTo>
                  <a:pt x="0" y="1012671"/>
                </a:lnTo>
              </a:path>
            </a:pathLst>
          </a:custGeom>
          <a:solidFill xmlns:a="http://schemas.openxmlformats.org/drawingml/2006/main">
            <a:srgbClr val="9E78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3CAA522B-7445-4038-B43E-5ABC550B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545" y="5470879"/>
            <a:ext cx="1850489" cy="286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6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6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6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Manipulation </a:t>
            </a:r>
          </a:p>
        </p:txBody>
      </p:sp>
      <p:sp>
        <p:nvSpPr>
          <p:cNvPr id="41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0D839731-DE30-47FD-BEF3-E98C2DEE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545" y="5815170"/>
            <a:ext cx="2210098" cy="286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3" b="1" i="0">
                <a:solidFill>
                  <a:srgbClr val="9E78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3" b="1" i="0">
                <a:solidFill>
                  <a:srgbClr val="9E7854"/>
                </a:solidFill>
                <a:latin typeface="Arial"/>
                <a:ea typeface="Arial"/>
                <a:cs typeface="Arial"/>
              </a:defRPr>
            </a:pPr>
            <a:r>
              <a:rPr sz="2253" b="1" i="0">
                <a:solidFill>
                  <a:srgbClr val="9E7854"/>
                </a:solidFill>
                <a:latin typeface="Arial"/>
                <a:ea typeface="Arial"/>
                <a:cs typeface="Arial"/>
              </a:rPr>
              <a:t>Data Generation</a:t>
            </a:r>
          </a:p>
        </p:txBody>
      </p:sp>
      <p:sp>
        <p:nvSpPr>
          <p:cNvPr id="42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A363E404-FC8F-4106-9300-7E0E9AB3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545" y="6155609"/>
            <a:ext cx="1016820" cy="286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1" b="1" i="1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1" b="1" i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251" b="1" i="1">
                <a:solidFill>
                  <a:srgbClr val="FF0000"/>
                </a:solidFill>
                <a:latin typeface="Arial"/>
                <a:ea typeface="Arial"/>
                <a:cs typeface="Arial"/>
              </a:rPr>
              <a:t>(Sec. 8)</a:t>
            </a:r>
          </a:p>
        </p:txBody>
      </p:sp>
      <p:sp>
        <p:nvSpPr>
          <p:cNvPr id="43" name="pdf-path-46">
            <a:extLst xmlns:a="http://schemas.openxmlformats.org/drawingml/2006/main">
              <a:ext uri="{FF2B5EF4-FFF2-40B4-BE49-F238E27FC236}">
                <a16:creationId xmlns:a16="http://schemas.microsoft.com/office/drawing/2014/main" id="{E384335C-4322-410D-BC4E-1EE4D0AE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326" y="5490290"/>
            <a:ext cx="1160267" cy="824077"/>
          </a:xfrm>
          <a:custGeom xmlns:a="http://schemas.openxmlformats.org/drawingml/2006/main">
            <a:pathLst>
              <a:path w="1160267" h="824077">
                <a:moveTo>
                  <a:pt x="0" y="94297"/>
                </a:moveTo>
                <a:cubicBezTo>
                  <a:pt x="0" y="40999"/>
                  <a:pt x="40999" y="0"/>
                  <a:pt x="90198" y="0"/>
                </a:cubicBezTo>
                <a:lnTo>
                  <a:pt x="1065969" y="0"/>
                </a:lnTo>
                <a:cubicBezTo>
                  <a:pt x="1119268" y="0"/>
                  <a:pt x="1160267" y="40999"/>
                  <a:pt x="1160267" y="94297"/>
                </a:cubicBezTo>
                <a:lnTo>
                  <a:pt x="1160267" y="729779"/>
                </a:lnTo>
                <a:cubicBezTo>
                  <a:pt x="1160267" y="783078"/>
                  <a:pt x="1119268" y="824077"/>
                  <a:pt x="1065969" y="824077"/>
                </a:cubicBezTo>
                <a:lnTo>
                  <a:pt x="90198" y="824077"/>
                </a:lnTo>
                <a:cubicBezTo>
                  <a:pt x="40999" y="824077"/>
                  <a:pt x="0" y="783078"/>
                  <a:pt x="0" y="729779"/>
                </a:cubicBezTo>
                <a:lnTo>
                  <a:pt x="0" y="94297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4B9531AA-F61F-4879-874C-0714FB3B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001" y="5637589"/>
            <a:ext cx="805393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 S</a:t>
            </a:r>
          </a:p>
        </p:txBody>
      </p:sp>
      <p:sp>
        <p:nvSpPr>
          <p:cNvPr id="45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423A8C3D-FA35-4AE3-B1F9-65DFB730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001" y="5920530"/>
            <a:ext cx="842492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5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5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865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(Sec. 6)</a:t>
            </a:r>
          </a:p>
        </p:txBody>
      </p:sp>
      <p:sp>
        <p:nvSpPr>
          <p:cNvPr id="46" name="pdf-path-49">
            <a:extLst xmlns:a="http://schemas.openxmlformats.org/drawingml/2006/main">
              <a:ext uri="{FF2B5EF4-FFF2-40B4-BE49-F238E27FC236}">
                <a16:creationId xmlns:a16="http://schemas.microsoft.com/office/drawing/2014/main" id="{9653E3BA-A730-41E0-BA4A-100BF0FE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782" y="5477989"/>
            <a:ext cx="1910546" cy="918374"/>
          </a:xfrm>
          <a:custGeom xmlns:a="http://schemas.openxmlformats.org/drawingml/2006/main">
            <a:pathLst>
              <a:path w="1910546" h="918374">
                <a:moveTo>
                  <a:pt x="0" y="73798"/>
                </a:moveTo>
                <a:cubicBezTo>
                  <a:pt x="0" y="32799"/>
                  <a:pt x="36899" y="0"/>
                  <a:pt x="77898" y="0"/>
                </a:cubicBezTo>
                <a:lnTo>
                  <a:pt x="1832647" y="0"/>
                </a:lnTo>
                <a:cubicBezTo>
                  <a:pt x="1873647" y="0"/>
                  <a:pt x="1910546" y="32799"/>
                  <a:pt x="1910546" y="73798"/>
                </a:cubicBezTo>
                <a:lnTo>
                  <a:pt x="1910546" y="840476"/>
                </a:lnTo>
                <a:cubicBezTo>
                  <a:pt x="1910546" y="881475"/>
                  <a:pt x="1873647" y="918374"/>
                  <a:pt x="1832647" y="918374"/>
                </a:cubicBezTo>
                <a:lnTo>
                  <a:pt x="77898" y="918374"/>
                </a:lnTo>
                <a:cubicBezTo>
                  <a:pt x="36899" y="918374"/>
                  <a:pt x="0" y="881475"/>
                  <a:pt x="0" y="840476"/>
                </a:cubicBezTo>
                <a:lnTo>
                  <a:pt x="0" y="73798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1C49BBFD-4853-4E38-8C09-A0FA2537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5423" y="5543323"/>
            <a:ext cx="945365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6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6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π</a:t>
            </a:r>
          </a:p>
        </p:txBody>
      </p:sp>
      <p:sp>
        <p:nvSpPr>
          <p:cNvPr id="48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0FDD6236-D59D-4E98-87E1-58C209EA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899" y="5543323"/>
            <a:ext cx="842490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5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5" b="1" i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865" b="1" i="0">
                <a:solidFill>
                  <a:srgbClr val="FF0000"/>
                </a:solidFill>
                <a:latin typeface="Arial"/>
                <a:ea typeface="Arial"/>
                <a:cs typeface="Arial"/>
              </a:rPr>
              <a:t>(Sec. 7)</a:t>
            </a:r>
          </a:p>
        </p:txBody>
      </p:sp>
      <p:sp>
        <p:nvSpPr>
          <p:cNvPr id="49" name="pdf-path-52">
            <a:extLst xmlns:a="http://schemas.openxmlformats.org/drawingml/2006/main">
              <a:ext uri="{FF2B5EF4-FFF2-40B4-BE49-F238E27FC236}">
                <a16:creationId xmlns:a16="http://schemas.microsoft.com/office/drawing/2014/main" id="{E3C4EC20-67F3-40C7-83FB-56106600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577" y="6474262"/>
            <a:ext cx="1500557" cy="467386"/>
          </a:xfrm>
          <a:custGeom xmlns:a="http://schemas.openxmlformats.org/drawingml/2006/main">
            <a:pathLst>
              <a:path w="1500557" h="467386">
                <a:moveTo>
                  <a:pt x="0" y="53298"/>
                </a:moveTo>
                <a:cubicBezTo>
                  <a:pt x="0" y="20499"/>
                  <a:pt x="24599" y="0"/>
                  <a:pt x="53298" y="0"/>
                </a:cubicBezTo>
                <a:lnTo>
                  <a:pt x="1447259" y="0"/>
                </a:lnTo>
                <a:cubicBezTo>
                  <a:pt x="1475958" y="0"/>
                  <a:pt x="1500557" y="20499"/>
                  <a:pt x="1500557" y="53298"/>
                </a:cubicBezTo>
                <a:lnTo>
                  <a:pt x="1500557" y="414088"/>
                </a:lnTo>
                <a:cubicBezTo>
                  <a:pt x="1500557" y="446887"/>
                  <a:pt x="1475958" y="467386"/>
                  <a:pt x="1447259" y="467386"/>
                </a:cubicBezTo>
                <a:lnTo>
                  <a:pt x="53298" y="467386"/>
                </a:lnTo>
                <a:cubicBezTo>
                  <a:pt x="24599" y="467386"/>
                  <a:pt x="0" y="446887"/>
                  <a:pt x="0" y="414088"/>
                </a:cubicBezTo>
                <a:lnTo>
                  <a:pt x="0" y="53298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DAA4831C-D6F3-4D8A-9F7F-DE6A48A9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226" y="6605209"/>
            <a:ext cx="1362737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T</a:t>
            </a:r>
          </a:p>
        </p:txBody>
      </p:sp>
      <p:sp>
        <p:nvSpPr>
          <p:cNvPr id="51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C3621603-0671-47FF-A2D4-F13FEB8C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276" y="5800863"/>
            <a:ext cx="1395599" cy="168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1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1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1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VLAC 2. VLAKP</a:t>
            </a:r>
          </a:p>
        </p:txBody>
      </p:sp>
      <p:sp>
        <p:nvSpPr>
          <p:cNvPr id="52" name="pdf-text-37-0">
            <a:extLst xmlns:a="http://schemas.openxmlformats.org/drawingml/2006/main">
              <a:ext uri="{FF2B5EF4-FFF2-40B4-BE49-F238E27FC236}">
                <a16:creationId xmlns:a16="http://schemas.microsoft.com/office/drawing/2014/main" id="{298CAC96-68FC-4096-944B-99A64079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276" y="5997657"/>
            <a:ext cx="783993" cy="168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VLADP </a:t>
            </a:r>
          </a:p>
        </p:txBody>
      </p:sp>
      <p:sp>
        <p:nvSpPr>
          <p:cNvPr id="53" name="pdf-text-38-0">
            <a:extLst xmlns:a="http://schemas.openxmlformats.org/drawingml/2006/main">
              <a:ext uri="{FF2B5EF4-FFF2-40B4-BE49-F238E27FC236}">
                <a16:creationId xmlns:a16="http://schemas.microsoft.com/office/drawing/2014/main" id="{C58AE438-BB84-4F0C-967C-421D8F32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276" y="6198552"/>
            <a:ext cx="1520091" cy="168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Assisted Learning</a:t>
            </a:r>
          </a:p>
        </p:txBody>
      </p:sp>
      <p:sp>
        <p:nvSpPr>
          <p:cNvPr id="54" name="pdf-path-57">
            <a:extLst xmlns:a="http://schemas.openxmlformats.org/drawingml/2006/main">
              <a:ext uri="{FF2B5EF4-FFF2-40B4-BE49-F238E27FC236}">
                <a16:creationId xmlns:a16="http://schemas.microsoft.com/office/drawing/2014/main" id="{B571783A-92B6-4E0B-AA4F-C46AF6E1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032" y="7577130"/>
            <a:ext cx="5083856" cy="1422659"/>
          </a:xfrm>
          <a:custGeom xmlns:a="http://schemas.openxmlformats.org/drawingml/2006/main">
            <a:pathLst>
              <a:path w="5083856" h="1422659">
                <a:moveTo>
                  <a:pt x="0" y="1238164"/>
                </a:moveTo>
                <a:lnTo>
                  <a:pt x="0" y="1184867"/>
                </a:lnTo>
                <a:lnTo>
                  <a:pt x="53299" y="1184867"/>
                </a:lnTo>
                <a:lnTo>
                  <a:pt x="53299" y="1238164"/>
                </a:lnTo>
                <a:lnTo>
                  <a:pt x="0" y="1238164"/>
                </a:lnTo>
                <a:moveTo>
                  <a:pt x="0" y="1131568"/>
                </a:moveTo>
                <a:lnTo>
                  <a:pt x="0" y="1078268"/>
                </a:lnTo>
                <a:lnTo>
                  <a:pt x="53299" y="1078268"/>
                </a:lnTo>
                <a:lnTo>
                  <a:pt x="53299" y="1131568"/>
                </a:lnTo>
                <a:lnTo>
                  <a:pt x="0" y="1131568"/>
                </a:lnTo>
                <a:moveTo>
                  <a:pt x="0" y="1024971"/>
                </a:moveTo>
                <a:lnTo>
                  <a:pt x="0" y="971673"/>
                </a:lnTo>
                <a:lnTo>
                  <a:pt x="53299" y="971673"/>
                </a:lnTo>
                <a:lnTo>
                  <a:pt x="53299" y="1024971"/>
                </a:lnTo>
                <a:lnTo>
                  <a:pt x="0" y="1024971"/>
                </a:lnTo>
                <a:moveTo>
                  <a:pt x="0" y="918374"/>
                </a:moveTo>
                <a:lnTo>
                  <a:pt x="0" y="865075"/>
                </a:lnTo>
                <a:lnTo>
                  <a:pt x="53299" y="865075"/>
                </a:lnTo>
                <a:lnTo>
                  <a:pt x="53299" y="918374"/>
                </a:lnTo>
                <a:lnTo>
                  <a:pt x="0" y="918374"/>
                </a:lnTo>
                <a:moveTo>
                  <a:pt x="0" y="807676"/>
                </a:moveTo>
                <a:lnTo>
                  <a:pt x="0" y="754378"/>
                </a:lnTo>
                <a:lnTo>
                  <a:pt x="53299" y="754378"/>
                </a:lnTo>
                <a:lnTo>
                  <a:pt x="53299" y="807676"/>
                </a:lnTo>
                <a:lnTo>
                  <a:pt x="0" y="807676"/>
                </a:lnTo>
                <a:moveTo>
                  <a:pt x="0" y="701080"/>
                </a:moveTo>
                <a:lnTo>
                  <a:pt x="0" y="647782"/>
                </a:lnTo>
                <a:lnTo>
                  <a:pt x="53299" y="647782"/>
                </a:lnTo>
                <a:lnTo>
                  <a:pt x="53299" y="701080"/>
                </a:lnTo>
                <a:lnTo>
                  <a:pt x="0" y="701080"/>
                </a:lnTo>
                <a:moveTo>
                  <a:pt x="0" y="594483"/>
                </a:moveTo>
                <a:lnTo>
                  <a:pt x="0" y="541184"/>
                </a:lnTo>
                <a:lnTo>
                  <a:pt x="53299" y="541184"/>
                </a:lnTo>
                <a:lnTo>
                  <a:pt x="53299" y="594483"/>
                </a:lnTo>
                <a:lnTo>
                  <a:pt x="0" y="594483"/>
                </a:lnTo>
                <a:moveTo>
                  <a:pt x="0" y="487886"/>
                </a:moveTo>
                <a:lnTo>
                  <a:pt x="0" y="434587"/>
                </a:lnTo>
                <a:lnTo>
                  <a:pt x="53299" y="434587"/>
                </a:lnTo>
                <a:lnTo>
                  <a:pt x="53299" y="487886"/>
                </a:lnTo>
                <a:lnTo>
                  <a:pt x="0" y="487886"/>
                </a:lnTo>
                <a:moveTo>
                  <a:pt x="0" y="381289"/>
                </a:moveTo>
                <a:lnTo>
                  <a:pt x="0" y="327991"/>
                </a:lnTo>
                <a:lnTo>
                  <a:pt x="53299" y="327991"/>
                </a:lnTo>
                <a:lnTo>
                  <a:pt x="53299" y="381289"/>
                </a:lnTo>
                <a:lnTo>
                  <a:pt x="0" y="381289"/>
                </a:lnTo>
                <a:moveTo>
                  <a:pt x="0" y="270592"/>
                </a:moveTo>
                <a:lnTo>
                  <a:pt x="0" y="217294"/>
                </a:lnTo>
                <a:lnTo>
                  <a:pt x="53299" y="217294"/>
                </a:lnTo>
                <a:lnTo>
                  <a:pt x="53299" y="270592"/>
                </a:lnTo>
                <a:lnTo>
                  <a:pt x="0" y="270592"/>
                </a:lnTo>
                <a:moveTo>
                  <a:pt x="0" y="163995"/>
                </a:moveTo>
                <a:lnTo>
                  <a:pt x="0" y="159895"/>
                </a:lnTo>
                <a:lnTo>
                  <a:pt x="4101" y="143496"/>
                </a:lnTo>
                <a:lnTo>
                  <a:pt x="16400" y="110697"/>
                </a:lnTo>
                <a:lnTo>
                  <a:pt x="20500" y="102497"/>
                </a:lnTo>
                <a:lnTo>
                  <a:pt x="65599" y="127096"/>
                </a:lnTo>
                <a:lnTo>
                  <a:pt x="61498" y="131196"/>
                </a:lnTo>
                <a:lnTo>
                  <a:pt x="65599" y="127096"/>
                </a:lnTo>
                <a:lnTo>
                  <a:pt x="57399" y="155796"/>
                </a:lnTo>
                <a:lnTo>
                  <a:pt x="57399" y="151696"/>
                </a:lnTo>
                <a:lnTo>
                  <a:pt x="53299" y="168095"/>
                </a:lnTo>
                <a:lnTo>
                  <a:pt x="57399" y="163995"/>
                </a:lnTo>
                <a:lnTo>
                  <a:pt x="57399" y="168095"/>
                </a:lnTo>
                <a:lnTo>
                  <a:pt x="0" y="163995"/>
                </a:lnTo>
                <a:moveTo>
                  <a:pt x="57399" y="49199"/>
                </a:moveTo>
                <a:lnTo>
                  <a:pt x="81998" y="28699"/>
                </a:lnTo>
                <a:lnTo>
                  <a:pt x="106599" y="16400"/>
                </a:lnTo>
                <a:lnTo>
                  <a:pt x="131197" y="61498"/>
                </a:lnTo>
                <a:lnTo>
                  <a:pt x="106599" y="73798"/>
                </a:lnTo>
                <a:lnTo>
                  <a:pt x="114797" y="73798"/>
                </a:lnTo>
                <a:lnTo>
                  <a:pt x="90199" y="90198"/>
                </a:lnTo>
                <a:lnTo>
                  <a:pt x="57399" y="49199"/>
                </a:lnTo>
                <a:moveTo>
                  <a:pt x="168095" y="0"/>
                </a:moveTo>
                <a:lnTo>
                  <a:pt x="180394" y="0"/>
                </a:lnTo>
                <a:lnTo>
                  <a:pt x="225494" y="0"/>
                </a:lnTo>
                <a:lnTo>
                  <a:pt x="225494" y="53299"/>
                </a:lnTo>
                <a:lnTo>
                  <a:pt x="180394" y="53299"/>
                </a:lnTo>
                <a:lnTo>
                  <a:pt x="184496" y="53299"/>
                </a:lnTo>
                <a:lnTo>
                  <a:pt x="172197" y="53299"/>
                </a:lnTo>
                <a:lnTo>
                  <a:pt x="168095" y="0"/>
                </a:lnTo>
                <a:moveTo>
                  <a:pt x="278793" y="0"/>
                </a:moveTo>
                <a:lnTo>
                  <a:pt x="332092" y="0"/>
                </a:lnTo>
                <a:lnTo>
                  <a:pt x="332092" y="53299"/>
                </a:lnTo>
                <a:lnTo>
                  <a:pt x="278793" y="53299"/>
                </a:lnTo>
                <a:lnTo>
                  <a:pt x="278793" y="0"/>
                </a:lnTo>
                <a:moveTo>
                  <a:pt x="385390" y="0"/>
                </a:moveTo>
                <a:lnTo>
                  <a:pt x="438687" y="0"/>
                </a:lnTo>
                <a:lnTo>
                  <a:pt x="438687" y="53299"/>
                </a:lnTo>
                <a:lnTo>
                  <a:pt x="385390" y="53299"/>
                </a:lnTo>
                <a:lnTo>
                  <a:pt x="385390" y="0"/>
                </a:lnTo>
                <a:moveTo>
                  <a:pt x="491986" y="0"/>
                </a:moveTo>
                <a:lnTo>
                  <a:pt x="545285" y="0"/>
                </a:lnTo>
                <a:lnTo>
                  <a:pt x="545285" y="53299"/>
                </a:lnTo>
                <a:lnTo>
                  <a:pt x="491986" y="53299"/>
                </a:lnTo>
                <a:lnTo>
                  <a:pt x="491986" y="0"/>
                </a:lnTo>
                <a:moveTo>
                  <a:pt x="598583" y="0"/>
                </a:moveTo>
                <a:lnTo>
                  <a:pt x="651882" y="0"/>
                </a:lnTo>
                <a:lnTo>
                  <a:pt x="651882" y="53299"/>
                </a:lnTo>
                <a:lnTo>
                  <a:pt x="598583" y="53299"/>
                </a:lnTo>
                <a:lnTo>
                  <a:pt x="598583" y="0"/>
                </a:lnTo>
                <a:moveTo>
                  <a:pt x="705181" y="0"/>
                </a:moveTo>
                <a:lnTo>
                  <a:pt x="762578" y="0"/>
                </a:lnTo>
                <a:lnTo>
                  <a:pt x="762578" y="53299"/>
                </a:lnTo>
                <a:lnTo>
                  <a:pt x="705181" y="53299"/>
                </a:lnTo>
                <a:lnTo>
                  <a:pt x="705181" y="0"/>
                </a:lnTo>
                <a:moveTo>
                  <a:pt x="815879" y="0"/>
                </a:moveTo>
                <a:lnTo>
                  <a:pt x="869176" y="0"/>
                </a:lnTo>
                <a:lnTo>
                  <a:pt x="869176" y="53299"/>
                </a:lnTo>
                <a:lnTo>
                  <a:pt x="815879" y="53299"/>
                </a:lnTo>
                <a:lnTo>
                  <a:pt x="815879" y="0"/>
                </a:lnTo>
                <a:moveTo>
                  <a:pt x="922476" y="0"/>
                </a:moveTo>
                <a:lnTo>
                  <a:pt x="975773" y="0"/>
                </a:lnTo>
                <a:lnTo>
                  <a:pt x="975773" y="53299"/>
                </a:lnTo>
                <a:lnTo>
                  <a:pt x="922476" y="53299"/>
                </a:lnTo>
                <a:lnTo>
                  <a:pt x="922476" y="0"/>
                </a:lnTo>
                <a:moveTo>
                  <a:pt x="1029072" y="0"/>
                </a:moveTo>
                <a:lnTo>
                  <a:pt x="1082369" y="0"/>
                </a:lnTo>
                <a:lnTo>
                  <a:pt x="1082369" y="53299"/>
                </a:lnTo>
                <a:lnTo>
                  <a:pt x="1029072" y="53299"/>
                </a:lnTo>
                <a:lnTo>
                  <a:pt x="1029072" y="0"/>
                </a:lnTo>
                <a:moveTo>
                  <a:pt x="1135668" y="0"/>
                </a:moveTo>
                <a:lnTo>
                  <a:pt x="1188967" y="0"/>
                </a:lnTo>
                <a:lnTo>
                  <a:pt x="1188967" y="53299"/>
                </a:lnTo>
                <a:lnTo>
                  <a:pt x="1135668" y="53299"/>
                </a:lnTo>
                <a:lnTo>
                  <a:pt x="1135668" y="0"/>
                </a:lnTo>
                <a:moveTo>
                  <a:pt x="1246365" y="0"/>
                </a:moveTo>
                <a:lnTo>
                  <a:pt x="1299664" y="0"/>
                </a:lnTo>
                <a:lnTo>
                  <a:pt x="1299664" y="53299"/>
                </a:lnTo>
                <a:lnTo>
                  <a:pt x="1246365" y="53299"/>
                </a:lnTo>
                <a:lnTo>
                  <a:pt x="1246365" y="0"/>
                </a:lnTo>
                <a:moveTo>
                  <a:pt x="1352961" y="0"/>
                </a:moveTo>
                <a:lnTo>
                  <a:pt x="1406261" y="0"/>
                </a:lnTo>
                <a:lnTo>
                  <a:pt x="1406261" y="53299"/>
                </a:lnTo>
                <a:lnTo>
                  <a:pt x="1352961" y="53299"/>
                </a:lnTo>
                <a:lnTo>
                  <a:pt x="1352961" y="0"/>
                </a:lnTo>
                <a:moveTo>
                  <a:pt x="1459560" y="0"/>
                </a:moveTo>
                <a:lnTo>
                  <a:pt x="1512857" y="0"/>
                </a:lnTo>
                <a:lnTo>
                  <a:pt x="1512857" y="53299"/>
                </a:lnTo>
                <a:lnTo>
                  <a:pt x="1459560" y="53299"/>
                </a:lnTo>
                <a:lnTo>
                  <a:pt x="1459560" y="0"/>
                </a:lnTo>
                <a:moveTo>
                  <a:pt x="1566156" y="0"/>
                </a:moveTo>
                <a:lnTo>
                  <a:pt x="1619455" y="0"/>
                </a:lnTo>
                <a:lnTo>
                  <a:pt x="1619455" y="53299"/>
                </a:lnTo>
                <a:lnTo>
                  <a:pt x="1566156" y="53299"/>
                </a:lnTo>
                <a:lnTo>
                  <a:pt x="1566156" y="0"/>
                </a:lnTo>
                <a:moveTo>
                  <a:pt x="1672754" y="0"/>
                </a:moveTo>
                <a:lnTo>
                  <a:pt x="1730152" y="0"/>
                </a:lnTo>
                <a:lnTo>
                  <a:pt x="1730152" y="53299"/>
                </a:lnTo>
                <a:lnTo>
                  <a:pt x="1672754" y="53299"/>
                </a:lnTo>
                <a:lnTo>
                  <a:pt x="1672754" y="0"/>
                </a:lnTo>
                <a:moveTo>
                  <a:pt x="1783449" y="0"/>
                </a:moveTo>
                <a:lnTo>
                  <a:pt x="1836748" y="0"/>
                </a:lnTo>
                <a:lnTo>
                  <a:pt x="1836748" y="53299"/>
                </a:lnTo>
                <a:lnTo>
                  <a:pt x="1783449" y="53299"/>
                </a:lnTo>
                <a:lnTo>
                  <a:pt x="1783449" y="0"/>
                </a:lnTo>
                <a:moveTo>
                  <a:pt x="1890047" y="0"/>
                </a:moveTo>
                <a:lnTo>
                  <a:pt x="1943346" y="0"/>
                </a:lnTo>
                <a:lnTo>
                  <a:pt x="1943346" y="53299"/>
                </a:lnTo>
                <a:lnTo>
                  <a:pt x="1890047" y="53299"/>
                </a:lnTo>
                <a:lnTo>
                  <a:pt x="1890047" y="0"/>
                </a:lnTo>
                <a:moveTo>
                  <a:pt x="1996644" y="0"/>
                </a:moveTo>
                <a:lnTo>
                  <a:pt x="2049943" y="0"/>
                </a:lnTo>
                <a:lnTo>
                  <a:pt x="2049943" y="53299"/>
                </a:lnTo>
                <a:lnTo>
                  <a:pt x="1996644" y="53299"/>
                </a:lnTo>
                <a:lnTo>
                  <a:pt x="1996644" y="0"/>
                </a:lnTo>
                <a:moveTo>
                  <a:pt x="2103242" y="0"/>
                </a:moveTo>
                <a:lnTo>
                  <a:pt x="2156541" y="0"/>
                </a:lnTo>
                <a:lnTo>
                  <a:pt x="2156541" y="53299"/>
                </a:lnTo>
                <a:lnTo>
                  <a:pt x="2103242" y="53299"/>
                </a:lnTo>
                <a:lnTo>
                  <a:pt x="2103242" y="0"/>
                </a:lnTo>
                <a:moveTo>
                  <a:pt x="2209838" y="0"/>
                </a:moveTo>
                <a:lnTo>
                  <a:pt x="2267236" y="0"/>
                </a:lnTo>
                <a:lnTo>
                  <a:pt x="2267236" y="53299"/>
                </a:lnTo>
                <a:lnTo>
                  <a:pt x="2209838" y="53299"/>
                </a:lnTo>
                <a:lnTo>
                  <a:pt x="2209838" y="0"/>
                </a:lnTo>
                <a:moveTo>
                  <a:pt x="2320535" y="0"/>
                </a:moveTo>
                <a:lnTo>
                  <a:pt x="2373834" y="0"/>
                </a:lnTo>
                <a:lnTo>
                  <a:pt x="2373834" y="53299"/>
                </a:lnTo>
                <a:lnTo>
                  <a:pt x="2320535" y="53299"/>
                </a:lnTo>
                <a:lnTo>
                  <a:pt x="2320535" y="0"/>
                </a:lnTo>
                <a:moveTo>
                  <a:pt x="2427133" y="0"/>
                </a:moveTo>
                <a:lnTo>
                  <a:pt x="2480430" y="0"/>
                </a:lnTo>
                <a:lnTo>
                  <a:pt x="2480430" y="53299"/>
                </a:lnTo>
                <a:lnTo>
                  <a:pt x="2427133" y="53299"/>
                </a:lnTo>
                <a:lnTo>
                  <a:pt x="2427133" y="0"/>
                </a:lnTo>
                <a:moveTo>
                  <a:pt x="2533730" y="0"/>
                </a:moveTo>
                <a:lnTo>
                  <a:pt x="2587029" y="0"/>
                </a:lnTo>
                <a:lnTo>
                  <a:pt x="2587029" y="53299"/>
                </a:lnTo>
                <a:lnTo>
                  <a:pt x="2533730" y="53299"/>
                </a:lnTo>
                <a:lnTo>
                  <a:pt x="2533730" y="0"/>
                </a:lnTo>
                <a:moveTo>
                  <a:pt x="2640326" y="0"/>
                </a:moveTo>
                <a:lnTo>
                  <a:pt x="2693625" y="0"/>
                </a:lnTo>
                <a:lnTo>
                  <a:pt x="2693625" y="53299"/>
                </a:lnTo>
                <a:lnTo>
                  <a:pt x="2640326" y="53299"/>
                </a:lnTo>
                <a:lnTo>
                  <a:pt x="2640326" y="0"/>
                </a:lnTo>
                <a:moveTo>
                  <a:pt x="2751023" y="0"/>
                </a:moveTo>
                <a:lnTo>
                  <a:pt x="2804322" y="0"/>
                </a:lnTo>
                <a:lnTo>
                  <a:pt x="2804322" y="53299"/>
                </a:lnTo>
                <a:lnTo>
                  <a:pt x="2751023" y="53299"/>
                </a:lnTo>
                <a:lnTo>
                  <a:pt x="2751023" y="0"/>
                </a:lnTo>
                <a:moveTo>
                  <a:pt x="2857621" y="0"/>
                </a:moveTo>
                <a:lnTo>
                  <a:pt x="2910918" y="0"/>
                </a:lnTo>
                <a:lnTo>
                  <a:pt x="2910918" y="53299"/>
                </a:lnTo>
                <a:lnTo>
                  <a:pt x="2857621" y="53299"/>
                </a:lnTo>
                <a:lnTo>
                  <a:pt x="2857621" y="0"/>
                </a:lnTo>
                <a:moveTo>
                  <a:pt x="2964217" y="0"/>
                </a:moveTo>
                <a:lnTo>
                  <a:pt x="3017516" y="0"/>
                </a:lnTo>
                <a:lnTo>
                  <a:pt x="3017516" y="53299"/>
                </a:lnTo>
                <a:lnTo>
                  <a:pt x="2964217" y="53299"/>
                </a:lnTo>
                <a:lnTo>
                  <a:pt x="2964217" y="0"/>
                </a:lnTo>
                <a:moveTo>
                  <a:pt x="3070814" y="0"/>
                </a:moveTo>
                <a:lnTo>
                  <a:pt x="3124111" y="0"/>
                </a:lnTo>
                <a:lnTo>
                  <a:pt x="3124111" y="53299"/>
                </a:lnTo>
                <a:lnTo>
                  <a:pt x="3070814" y="53299"/>
                </a:lnTo>
                <a:lnTo>
                  <a:pt x="3070814" y="0"/>
                </a:lnTo>
                <a:moveTo>
                  <a:pt x="3177410" y="0"/>
                </a:moveTo>
                <a:lnTo>
                  <a:pt x="3230709" y="0"/>
                </a:lnTo>
                <a:lnTo>
                  <a:pt x="3230709" y="53299"/>
                </a:lnTo>
                <a:lnTo>
                  <a:pt x="3177410" y="53299"/>
                </a:lnTo>
                <a:lnTo>
                  <a:pt x="3177410" y="0"/>
                </a:lnTo>
                <a:moveTo>
                  <a:pt x="3288108" y="0"/>
                </a:moveTo>
                <a:lnTo>
                  <a:pt x="3341406" y="0"/>
                </a:lnTo>
                <a:lnTo>
                  <a:pt x="3341406" y="53299"/>
                </a:lnTo>
                <a:lnTo>
                  <a:pt x="3288108" y="53299"/>
                </a:lnTo>
                <a:lnTo>
                  <a:pt x="3288108" y="0"/>
                </a:lnTo>
                <a:moveTo>
                  <a:pt x="3394705" y="0"/>
                </a:moveTo>
                <a:lnTo>
                  <a:pt x="3448002" y="0"/>
                </a:lnTo>
                <a:lnTo>
                  <a:pt x="3448002" y="53299"/>
                </a:lnTo>
                <a:lnTo>
                  <a:pt x="3394705" y="53299"/>
                </a:lnTo>
                <a:lnTo>
                  <a:pt x="3394705" y="0"/>
                </a:lnTo>
                <a:moveTo>
                  <a:pt x="3501301" y="0"/>
                </a:moveTo>
                <a:lnTo>
                  <a:pt x="3554600" y="0"/>
                </a:lnTo>
                <a:lnTo>
                  <a:pt x="3554600" y="53299"/>
                </a:lnTo>
                <a:lnTo>
                  <a:pt x="3501301" y="53299"/>
                </a:lnTo>
                <a:lnTo>
                  <a:pt x="3501301" y="0"/>
                </a:lnTo>
                <a:moveTo>
                  <a:pt x="3607898" y="0"/>
                </a:moveTo>
                <a:lnTo>
                  <a:pt x="3661197" y="0"/>
                </a:lnTo>
                <a:lnTo>
                  <a:pt x="3661197" y="53299"/>
                </a:lnTo>
                <a:lnTo>
                  <a:pt x="3607898" y="53299"/>
                </a:lnTo>
                <a:lnTo>
                  <a:pt x="3607898" y="0"/>
                </a:lnTo>
                <a:moveTo>
                  <a:pt x="3714496" y="0"/>
                </a:moveTo>
                <a:lnTo>
                  <a:pt x="3771893" y="0"/>
                </a:lnTo>
                <a:lnTo>
                  <a:pt x="3771893" y="53299"/>
                </a:lnTo>
                <a:lnTo>
                  <a:pt x="3714496" y="53299"/>
                </a:lnTo>
                <a:lnTo>
                  <a:pt x="3714496" y="0"/>
                </a:lnTo>
                <a:moveTo>
                  <a:pt x="3825193" y="0"/>
                </a:moveTo>
                <a:lnTo>
                  <a:pt x="3878490" y="0"/>
                </a:lnTo>
                <a:lnTo>
                  <a:pt x="3878490" y="53299"/>
                </a:lnTo>
                <a:lnTo>
                  <a:pt x="3825193" y="53299"/>
                </a:lnTo>
                <a:lnTo>
                  <a:pt x="3825193" y="0"/>
                </a:lnTo>
                <a:moveTo>
                  <a:pt x="3931789" y="0"/>
                </a:moveTo>
                <a:lnTo>
                  <a:pt x="3985088" y="0"/>
                </a:lnTo>
                <a:lnTo>
                  <a:pt x="3985088" y="53299"/>
                </a:lnTo>
                <a:lnTo>
                  <a:pt x="3931789" y="53299"/>
                </a:lnTo>
                <a:lnTo>
                  <a:pt x="3931789" y="0"/>
                </a:lnTo>
                <a:moveTo>
                  <a:pt x="4038385" y="0"/>
                </a:moveTo>
                <a:lnTo>
                  <a:pt x="4091684" y="0"/>
                </a:lnTo>
                <a:lnTo>
                  <a:pt x="4091684" y="53299"/>
                </a:lnTo>
                <a:lnTo>
                  <a:pt x="4038385" y="53299"/>
                </a:lnTo>
                <a:lnTo>
                  <a:pt x="4038385" y="0"/>
                </a:lnTo>
                <a:moveTo>
                  <a:pt x="4144983" y="0"/>
                </a:moveTo>
                <a:lnTo>
                  <a:pt x="4198283" y="0"/>
                </a:lnTo>
                <a:lnTo>
                  <a:pt x="4198283" y="53299"/>
                </a:lnTo>
                <a:lnTo>
                  <a:pt x="4144983" y="53299"/>
                </a:lnTo>
                <a:lnTo>
                  <a:pt x="4144983" y="0"/>
                </a:lnTo>
                <a:moveTo>
                  <a:pt x="4251580" y="0"/>
                </a:moveTo>
                <a:lnTo>
                  <a:pt x="4308979" y="0"/>
                </a:lnTo>
                <a:lnTo>
                  <a:pt x="4308979" y="53299"/>
                </a:lnTo>
                <a:lnTo>
                  <a:pt x="4251580" y="53299"/>
                </a:lnTo>
                <a:lnTo>
                  <a:pt x="4251580" y="0"/>
                </a:lnTo>
                <a:moveTo>
                  <a:pt x="4362277" y="0"/>
                </a:moveTo>
                <a:lnTo>
                  <a:pt x="4415576" y="0"/>
                </a:lnTo>
                <a:lnTo>
                  <a:pt x="4415576" y="53299"/>
                </a:lnTo>
                <a:lnTo>
                  <a:pt x="4362277" y="53299"/>
                </a:lnTo>
                <a:lnTo>
                  <a:pt x="4362277" y="0"/>
                </a:lnTo>
                <a:moveTo>
                  <a:pt x="4468875" y="0"/>
                </a:moveTo>
                <a:lnTo>
                  <a:pt x="4522172" y="0"/>
                </a:lnTo>
                <a:lnTo>
                  <a:pt x="4522172" y="53299"/>
                </a:lnTo>
                <a:lnTo>
                  <a:pt x="4468875" y="53299"/>
                </a:lnTo>
                <a:lnTo>
                  <a:pt x="4468875" y="0"/>
                </a:lnTo>
                <a:moveTo>
                  <a:pt x="4575471" y="0"/>
                </a:moveTo>
                <a:lnTo>
                  <a:pt x="4628770" y="0"/>
                </a:lnTo>
                <a:lnTo>
                  <a:pt x="4628770" y="53299"/>
                </a:lnTo>
                <a:lnTo>
                  <a:pt x="4575471" y="53299"/>
                </a:lnTo>
                <a:lnTo>
                  <a:pt x="4575471" y="0"/>
                </a:lnTo>
                <a:moveTo>
                  <a:pt x="4682069" y="0"/>
                </a:moveTo>
                <a:lnTo>
                  <a:pt x="4735367" y="0"/>
                </a:lnTo>
                <a:lnTo>
                  <a:pt x="4735367" y="53299"/>
                </a:lnTo>
                <a:lnTo>
                  <a:pt x="4682069" y="53299"/>
                </a:lnTo>
                <a:lnTo>
                  <a:pt x="4682069" y="0"/>
                </a:lnTo>
                <a:moveTo>
                  <a:pt x="4792764" y="0"/>
                </a:moveTo>
                <a:lnTo>
                  <a:pt x="4846063" y="0"/>
                </a:lnTo>
                <a:lnTo>
                  <a:pt x="4846063" y="53299"/>
                </a:lnTo>
                <a:lnTo>
                  <a:pt x="4792764" y="53299"/>
                </a:lnTo>
                <a:lnTo>
                  <a:pt x="4792764" y="0"/>
                </a:lnTo>
                <a:moveTo>
                  <a:pt x="4899362" y="0"/>
                </a:moveTo>
                <a:lnTo>
                  <a:pt x="4903461" y="0"/>
                </a:lnTo>
                <a:lnTo>
                  <a:pt x="4923963" y="0"/>
                </a:lnTo>
                <a:lnTo>
                  <a:pt x="4940361" y="4099"/>
                </a:lnTo>
                <a:lnTo>
                  <a:pt x="4960859" y="8200"/>
                </a:lnTo>
                <a:lnTo>
                  <a:pt x="4944461" y="57399"/>
                </a:lnTo>
                <a:lnTo>
                  <a:pt x="4928061" y="53299"/>
                </a:lnTo>
                <a:lnTo>
                  <a:pt x="4932160" y="53299"/>
                </a:lnTo>
                <a:lnTo>
                  <a:pt x="4915762" y="53299"/>
                </a:lnTo>
                <a:lnTo>
                  <a:pt x="4919861" y="53299"/>
                </a:lnTo>
                <a:lnTo>
                  <a:pt x="4903461" y="53299"/>
                </a:lnTo>
                <a:lnTo>
                  <a:pt x="4899362" y="53299"/>
                </a:lnTo>
                <a:lnTo>
                  <a:pt x="4899362" y="0"/>
                </a:lnTo>
                <a:moveTo>
                  <a:pt x="5014158" y="36899"/>
                </a:moveTo>
                <a:lnTo>
                  <a:pt x="5034658" y="53299"/>
                </a:lnTo>
                <a:lnTo>
                  <a:pt x="5055158" y="77898"/>
                </a:lnTo>
                <a:lnTo>
                  <a:pt x="5059258" y="86097"/>
                </a:lnTo>
                <a:lnTo>
                  <a:pt x="5010059" y="110697"/>
                </a:lnTo>
                <a:lnTo>
                  <a:pt x="5010059" y="106597"/>
                </a:lnTo>
                <a:lnTo>
                  <a:pt x="5010059" y="110697"/>
                </a:lnTo>
                <a:lnTo>
                  <a:pt x="4993660" y="86097"/>
                </a:lnTo>
                <a:lnTo>
                  <a:pt x="4997758" y="90198"/>
                </a:lnTo>
                <a:lnTo>
                  <a:pt x="4981360" y="77898"/>
                </a:lnTo>
                <a:lnTo>
                  <a:pt x="5014158" y="36899"/>
                </a:lnTo>
                <a:moveTo>
                  <a:pt x="5079756" y="139396"/>
                </a:moveTo>
                <a:lnTo>
                  <a:pt x="5083856" y="143496"/>
                </a:lnTo>
                <a:lnTo>
                  <a:pt x="5083856" y="159895"/>
                </a:lnTo>
                <a:lnTo>
                  <a:pt x="5083856" y="180395"/>
                </a:lnTo>
                <a:lnTo>
                  <a:pt x="5083856" y="200894"/>
                </a:lnTo>
                <a:lnTo>
                  <a:pt x="5030559" y="200894"/>
                </a:lnTo>
                <a:lnTo>
                  <a:pt x="5030559" y="180395"/>
                </a:lnTo>
                <a:lnTo>
                  <a:pt x="5030559" y="163995"/>
                </a:lnTo>
                <a:lnTo>
                  <a:pt x="5030559" y="168095"/>
                </a:lnTo>
                <a:lnTo>
                  <a:pt x="5030559" y="151696"/>
                </a:lnTo>
                <a:lnTo>
                  <a:pt x="5030559" y="155796"/>
                </a:lnTo>
                <a:lnTo>
                  <a:pt x="5079756" y="139396"/>
                </a:lnTo>
                <a:moveTo>
                  <a:pt x="5083856" y="254193"/>
                </a:moveTo>
                <a:lnTo>
                  <a:pt x="5083856" y="307491"/>
                </a:lnTo>
                <a:lnTo>
                  <a:pt x="5030559" y="307491"/>
                </a:lnTo>
                <a:lnTo>
                  <a:pt x="5030559" y="254193"/>
                </a:lnTo>
                <a:lnTo>
                  <a:pt x="5083856" y="254193"/>
                </a:lnTo>
                <a:moveTo>
                  <a:pt x="5083856" y="360790"/>
                </a:moveTo>
                <a:lnTo>
                  <a:pt x="5083856" y="414088"/>
                </a:lnTo>
                <a:lnTo>
                  <a:pt x="5030559" y="414088"/>
                </a:lnTo>
                <a:lnTo>
                  <a:pt x="5030559" y="360790"/>
                </a:lnTo>
                <a:lnTo>
                  <a:pt x="5083856" y="360790"/>
                </a:lnTo>
                <a:moveTo>
                  <a:pt x="5083856" y="467387"/>
                </a:moveTo>
                <a:lnTo>
                  <a:pt x="5083856" y="520685"/>
                </a:lnTo>
                <a:lnTo>
                  <a:pt x="5030559" y="520685"/>
                </a:lnTo>
                <a:lnTo>
                  <a:pt x="5030559" y="467387"/>
                </a:lnTo>
                <a:lnTo>
                  <a:pt x="5083856" y="467387"/>
                </a:lnTo>
                <a:moveTo>
                  <a:pt x="5083856" y="578083"/>
                </a:moveTo>
                <a:lnTo>
                  <a:pt x="5083856" y="631382"/>
                </a:lnTo>
                <a:lnTo>
                  <a:pt x="5030559" y="631382"/>
                </a:lnTo>
                <a:lnTo>
                  <a:pt x="5030559" y="578083"/>
                </a:lnTo>
                <a:lnTo>
                  <a:pt x="5083856" y="578083"/>
                </a:lnTo>
                <a:moveTo>
                  <a:pt x="5083856" y="684680"/>
                </a:moveTo>
                <a:lnTo>
                  <a:pt x="5083856" y="737979"/>
                </a:lnTo>
                <a:lnTo>
                  <a:pt x="5030559" y="737979"/>
                </a:lnTo>
                <a:lnTo>
                  <a:pt x="5030559" y="684680"/>
                </a:lnTo>
                <a:lnTo>
                  <a:pt x="5083856" y="684680"/>
                </a:lnTo>
                <a:moveTo>
                  <a:pt x="5083856" y="791278"/>
                </a:moveTo>
                <a:lnTo>
                  <a:pt x="5083856" y="844576"/>
                </a:lnTo>
                <a:lnTo>
                  <a:pt x="5030559" y="844576"/>
                </a:lnTo>
                <a:lnTo>
                  <a:pt x="5030559" y="791278"/>
                </a:lnTo>
                <a:lnTo>
                  <a:pt x="5083856" y="791278"/>
                </a:lnTo>
                <a:moveTo>
                  <a:pt x="5083856" y="897875"/>
                </a:moveTo>
                <a:lnTo>
                  <a:pt x="5083856" y="951173"/>
                </a:lnTo>
                <a:lnTo>
                  <a:pt x="5030559" y="951173"/>
                </a:lnTo>
                <a:lnTo>
                  <a:pt x="5030559" y="897875"/>
                </a:lnTo>
                <a:lnTo>
                  <a:pt x="5083856" y="897875"/>
                </a:lnTo>
                <a:moveTo>
                  <a:pt x="5083856" y="1004470"/>
                </a:moveTo>
                <a:lnTo>
                  <a:pt x="5083856" y="1061871"/>
                </a:lnTo>
                <a:lnTo>
                  <a:pt x="5030559" y="1061871"/>
                </a:lnTo>
                <a:lnTo>
                  <a:pt x="5030559" y="1004470"/>
                </a:lnTo>
                <a:lnTo>
                  <a:pt x="5083856" y="1004470"/>
                </a:lnTo>
                <a:moveTo>
                  <a:pt x="5083856" y="1115168"/>
                </a:moveTo>
                <a:lnTo>
                  <a:pt x="5083856" y="1168467"/>
                </a:lnTo>
                <a:lnTo>
                  <a:pt x="5030559" y="1168467"/>
                </a:lnTo>
                <a:lnTo>
                  <a:pt x="5030559" y="1115168"/>
                </a:lnTo>
                <a:lnTo>
                  <a:pt x="5083856" y="1115168"/>
                </a:lnTo>
                <a:moveTo>
                  <a:pt x="5083856" y="1221766"/>
                </a:moveTo>
                <a:lnTo>
                  <a:pt x="5083856" y="1242265"/>
                </a:lnTo>
                <a:lnTo>
                  <a:pt x="5083856" y="1258665"/>
                </a:lnTo>
                <a:lnTo>
                  <a:pt x="5083856" y="1275063"/>
                </a:lnTo>
                <a:lnTo>
                  <a:pt x="5079756" y="1283263"/>
                </a:lnTo>
                <a:lnTo>
                  <a:pt x="5030559" y="1266865"/>
                </a:lnTo>
                <a:lnTo>
                  <a:pt x="5030559" y="1262764"/>
                </a:lnTo>
                <a:lnTo>
                  <a:pt x="5030559" y="1266865"/>
                </a:lnTo>
                <a:lnTo>
                  <a:pt x="5030559" y="1250465"/>
                </a:lnTo>
                <a:lnTo>
                  <a:pt x="5030559" y="1254564"/>
                </a:lnTo>
                <a:lnTo>
                  <a:pt x="5030559" y="1238164"/>
                </a:lnTo>
                <a:lnTo>
                  <a:pt x="5030559" y="1221766"/>
                </a:lnTo>
                <a:lnTo>
                  <a:pt x="5083856" y="1221766"/>
                </a:lnTo>
                <a:moveTo>
                  <a:pt x="5059258" y="1336562"/>
                </a:moveTo>
                <a:lnTo>
                  <a:pt x="5055158" y="1340661"/>
                </a:lnTo>
                <a:lnTo>
                  <a:pt x="5034658" y="1369361"/>
                </a:lnTo>
                <a:lnTo>
                  <a:pt x="5014158" y="1381661"/>
                </a:lnTo>
                <a:lnTo>
                  <a:pt x="4981360" y="1340661"/>
                </a:lnTo>
                <a:lnTo>
                  <a:pt x="4997758" y="1328362"/>
                </a:lnTo>
                <a:lnTo>
                  <a:pt x="4993660" y="1332463"/>
                </a:lnTo>
                <a:lnTo>
                  <a:pt x="5010059" y="1307863"/>
                </a:lnTo>
                <a:lnTo>
                  <a:pt x="5010059" y="1311962"/>
                </a:lnTo>
                <a:lnTo>
                  <a:pt x="5059258" y="1336562"/>
                </a:lnTo>
                <a:moveTo>
                  <a:pt x="4956760" y="1410360"/>
                </a:moveTo>
                <a:lnTo>
                  <a:pt x="4940361" y="1418560"/>
                </a:lnTo>
                <a:lnTo>
                  <a:pt x="4923963" y="1418560"/>
                </a:lnTo>
                <a:lnTo>
                  <a:pt x="4903461" y="1422659"/>
                </a:lnTo>
                <a:lnTo>
                  <a:pt x="4895262" y="1422659"/>
                </a:lnTo>
                <a:lnTo>
                  <a:pt x="4895262" y="1365261"/>
                </a:lnTo>
                <a:lnTo>
                  <a:pt x="4903461" y="1365261"/>
                </a:lnTo>
                <a:lnTo>
                  <a:pt x="4919861" y="1365261"/>
                </a:lnTo>
                <a:lnTo>
                  <a:pt x="4915762" y="1365261"/>
                </a:lnTo>
                <a:lnTo>
                  <a:pt x="4932160" y="1365261"/>
                </a:lnTo>
                <a:lnTo>
                  <a:pt x="4928061" y="1365261"/>
                </a:lnTo>
                <a:lnTo>
                  <a:pt x="4940361" y="1361162"/>
                </a:lnTo>
                <a:lnTo>
                  <a:pt x="4956760" y="1410360"/>
                </a:lnTo>
                <a:moveTo>
                  <a:pt x="4841965" y="1422659"/>
                </a:moveTo>
                <a:lnTo>
                  <a:pt x="4788666" y="1422659"/>
                </a:lnTo>
                <a:lnTo>
                  <a:pt x="4788666" y="1365261"/>
                </a:lnTo>
                <a:lnTo>
                  <a:pt x="4841965" y="1365261"/>
                </a:lnTo>
                <a:lnTo>
                  <a:pt x="4841965" y="1422659"/>
                </a:lnTo>
                <a:moveTo>
                  <a:pt x="4735367" y="1422659"/>
                </a:moveTo>
                <a:lnTo>
                  <a:pt x="4682069" y="1422659"/>
                </a:lnTo>
                <a:lnTo>
                  <a:pt x="4682069" y="1365261"/>
                </a:lnTo>
                <a:lnTo>
                  <a:pt x="4735367" y="1365261"/>
                </a:lnTo>
                <a:lnTo>
                  <a:pt x="4735367" y="1422659"/>
                </a:lnTo>
                <a:moveTo>
                  <a:pt x="4628770" y="1422659"/>
                </a:moveTo>
                <a:lnTo>
                  <a:pt x="4575471" y="1422659"/>
                </a:lnTo>
                <a:lnTo>
                  <a:pt x="4575471" y="1365261"/>
                </a:lnTo>
                <a:lnTo>
                  <a:pt x="4628770" y="1365261"/>
                </a:lnTo>
                <a:lnTo>
                  <a:pt x="4628770" y="1422659"/>
                </a:lnTo>
                <a:moveTo>
                  <a:pt x="4522172" y="1422659"/>
                </a:moveTo>
                <a:lnTo>
                  <a:pt x="4464774" y="1422659"/>
                </a:lnTo>
                <a:lnTo>
                  <a:pt x="4464774" y="1365261"/>
                </a:lnTo>
                <a:lnTo>
                  <a:pt x="4522172" y="1365261"/>
                </a:lnTo>
                <a:lnTo>
                  <a:pt x="4522172" y="1422659"/>
                </a:lnTo>
                <a:moveTo>
                  <a:pt x="4411477" y="1422659"/>
                </a:moveTo>
                <a:lnTo>
                  <a:pt x="4358178" y="1422659"/>
                </a:lnTo>
                <a:lnTo>
                  <a:pt x="4358178" y="1365261"/>
                </a:lnTo>
                <a:lnTo>
                  <a:pt x="4411477" y="1365261"/>
                </a:lnTo>
                <a:lnTo>
                  <a:pt x="4411477" y="1422659"/>
                </a:lnTo>
                <a:moveTo>
                  <a:pt x="4304879" y="1422659"/>
                </a:moveTo>
                <a:lnTo>
                  <a:pt x="4251580" y="1422659"/>
                </a:lnTo>
                <a:lnTo>
                  <a:pt x="4251580" y="1365261"/>
                </a:lnTo>
                <a:lnTo>
                  <a:pt x="4304879" y="1365261"/>
                </a:lnTo>
                <a:lnTo>
                  <a:pt x="4304879" y="1422659"/>
                </a:lnTo>
                <a:moveTo>
                  <a:pt x="4198283" y="1422659"/>
                </a:moveTo>
                <a:lnTo>
                  <a:pt x="4144983" y="1422659"/>
                </a:lnTo>
                <a:lnTo>
                  <a:pt x="4144983" y="1365261"/>
                </a:lnTo>
                <a:lnTo>
                  <a:pt x="4198283" y="1365261"/>
                </a:lnTo>
                <a:lnTo>
                  <a:pt x="4198283" y="1422659"/>
                </a:lnTo>
                <a:moveTo>
                  <a:pt x="4091684" y="1422659"/>
                </a:moveTo>
                <a:lnTo>
                  <a:pt x="4038385" y="1422659"/>
                </a:lnTo>
                <a:lnTo>
                  <a:pt x="4038385" y="1365261"/>
                </a:lnTo>
                <a:lnTo>
                  <a:pt x="4091684" y="1365261"/>
                </a:lnTo>
                <a:lnTo>
                  <a:pt x="4091684" y="1422659"/>
                </a:lnTo>
                <a:moveTo>
                  <a:pt x="3985088" y="1422659"/>
                </a:moveTo>
                <a:lnTo>
                  <a:pt x="3927690" y="1422659"/>
                </a:lnTo>
                <a:lnTo>
                  <a:pt x="3927690" y="1365261"/>
                </a:lnTo>
                <a:lnTo>
                  <a:pt x="3985088" y="1365261"/>
                </a:lnTo>
                <a:lnTo>
                  <a:pt x="3985088" y="1422659"/>
                </a:lnTo>
                <a:moveTo>
                  <a:pt x="3874391" y="1422659"/>
                </a:moveTo>
                <a:lnTo>
                  <a:pt x="3821092" y="1422659"/>
                </a:lnTo>
                <a:lnTo>
                  <a:pt x="3821092" y="1365261"/>
                </a:lnTo>
                <a:lnTo>
                  <a:pt x="3874391" y="1365261"/>
                </a:lnTo>
                <a:lnTo>
                  <a:pt x="3874391" y="1422659"/>
                </a:lnTo>
                <a:moveTo>
                  <a:pt x="3767793" y="1422659"/>
                </a:moveTo>
                <a:lnTo>
                  <a:pt x="3714496" y="1422659"/>
                </a:lnTo>
                <a:lnTo>
                  <a:pt x="3714496" y="1365261"/>
                </a:lnTo>
                <a:lnTo>
                  <a:pt x="3767793" y="1365261"/>
                </a:lnTo>
                <a:lnTo>
                  <a:pt x="3767793" y="1422659"/>
                </a:lnTo>
                <a:moveTo>
                  <a:pt x="3661197" y="1422659"/>
                </a:moveTo>
                <a:lnTo>
                  <a:pt x="3607898" y="1422659"/>
                </a:lnTo>
                <a:lnTo>
                  <a:pt x="3607898" y="1365261"/>
                </a:lnTo>
                <a:lnTo>
                  <a:pt x="3661197" y="1365261"/>
                </a:lnTo>
                <a:lnTo>
                  <a:pt x="3661197" y="1422659"/>
                </a:lnTo>
                <a:moveTo>
                  <a:pt x="3554600" y="1422659"/>
                </a:moveTo>
                <a:lnTo>
                  <a:pt x="3501301" y="1422659"/>
                </a:lnTo>
                <a:lnTo>
                  <a:pt x="3501301" y="1365261"/>
                </a:lnTo>
                <a:lnTo>
                  <a:pt x="3554600" y="1365261"/>
                </a:lnTo>
                <a:lnTo>
                  <a:pt x="3554600" y="1422659"/>
                </a:lnTo>
                <a:moveTo>
                  <a:pt x="3443904" y="1422659"/>
                </a:moveTo>
                <a:lnTo>
                  <a:pt x="3390605" y="1422659"/>
                </a:lnTo>
                <a:lnTo>
                  <a:pt x="3390605" y="1365261"/>
                </a:lnTo>
                <a:lnTo>
                  <a:pt x="3443904" y="1365261"/>
                </a:lnTo>
                <a:lnTo>
                  <a:pt x="3443904" y="1422659"/>
                </a:lnTo>
                <a:moveTo>
                  <a:pt x="3337305" y="1422659"/>
                </a:moveTo>
                <a:lnTo>
                  <a:pt x="3284008" y="1422659"/>
                </a:lnTo>
                <a:lnTo>
                  <a:pt x="3284008" y="1365261"/>
                </a:lnTo>
                <a:lnTo>
                  <a:pt x="3337305" y="1365261"/>
                </a:lnTo>
                <a:lnTo>
                  <a:pt x="3337305" y="1422659"/>
                </a:lnTo>
                <a:moveTo>
                  <a:pt x="3230709" y="1422659"/>
                </a:moveTo>
                <a:lnTo>
                  <a:pt x="3177410" y="1422659"/>
                </a:lnTo>
                <a:lnTo>
                  <a:pt x="3177410" y="1365261"/>
                </a:lnTo>
                <a:lnTo>
                  <a:pt x="3230709" y="1365261"/>
                </a:lnTo>
                <a:lnTo>
                  <a:pt x="3230709" y="1422659"/>
                </a:lnTo>
                <a:moveTo>
                  <a:pt x="3124111" y="1422659"/>
                </a:moveTo>
                <a:lnTo>
                  <a:pt x="3070814" y="1422659"/>
                </a:lnTo>
                <a:lnTo>
                  <a:pt x="3070814" y="1365261"/>
                </a:lnTo>
                <a:lnTo>
                  <a:pt x="3124111" y="1365261"/>
                </a:lnTo>
                <a:lnTo>
                  <a:pt x="3124111" y="1422659"/>
                </a:lnTo>
                <a:moveTo>
                  <a:pt x="3017516" y="1422659"/>
                </a:moveTo>
                <a:lnTo>
                  <a:pt x="2960117" y="1422659"/>
                </a:lnTo>
                <a:lnTo>
                  <a:pt x="2960117" y="1365261"/>
                </a:lnTo>
                <a:lnTo>
                  <a:pt x="3017516" y="1365261"/>
                </a:lnTo>
                <a:lnTo>
                  <a:pt x="3017516" y="1422659"/>
                </a:lnTo>
                <a:moveTo>
                  <a:pt x="2906818" y="1422659"/>
                </a:moveTo>
                <a:lnTo>
                  <a:pt x="2853519" y="1422659"/>
                </a:lnTo>
                <a:lnTo>
                  <a:pt x="2853519" y="1365261"/>
                </a:lnTo>
                <a:lnTo>
                  <a:pt x="2906818" y="1365261"/>
                </a:lnTo>
                <a:lnTo>
                  <a:pt x="2906818" y="1422659"/>
                </a:lnTo>
                <a:moveTo>
                  <a:pt x="2800221" y="1422659"/>
                </a:moveTo>
                <a:lnTo>
                  <a:pt x="2746924" y="1422659"/>
                </a:lnTo>
                <a:lnTo>
                  <a:pt x="2746924" y="1365261"/>
                </a:lnTo>
                <a:lnTo>
                  <a:pt x="2800221" y="1365261"/>
                </a:lnTo>
                <a:lnTo>
                  <a:pt x="2800221" y="1422659"/>
                </a:lnTo>
                <a:moveTo>
                  <a:pt x="2693625" y="1422659"/>
                </a:moveTo>
                <a:lnTo>
                  <a:pt x="2640326" y="1422659"/>
                </a:lnTo>
                <a:lnTo>
                  <a:pt x="2640326" y="1365261"/>
                </a:lnTo>
                <a:lnTo>
                  <a:pt x="2693625" y="1365261"/>
                </a:lnTo>
                <a:lnTo>
                  <a:pt x="2693625" y="1422659"/>
                </a:lnTo>
                <a:moveTo>
                  <a:pt x="2587029" y="1422659"/>
                </a:moveTo>
                <a:lnTo>
                  <a:pt x="2533730" y="1422659"/>
                </a:lnTo>
                <a:lnTo>
                  <a:pt x="2533730" y="1365261"/>
                </a:lnTo>
                <a:lnTo>
                  <a:pt x="2587029" y="1365261"/>
                </a:lnTo>
                <a:lnTo>
                  <a:pt x="2587029" y="1422659"/>
                </a:lnTo>
                <a:moveTo>
                  <a:pt x="2480430" y="1422659"/>
                </a:moveTo>
                <a:lnTo>
                  <a:pt x="2423033" y="1422659"/>
                </a:lnTo>
                <a:lnTo>
                  <a:pt x="2423033" y="1365261"/>
                </a:lnTo>
                <a:lnTo>
                  <a:pt x="2480430" y="1365261"/>
                </a:lnTo>
                <a:lnTo>
                  <a:pt x="2480430" y="1422659"/>
                </a:lnTo>
                <a:moveTo>
                  <a:pt x="2369734" y="1422659"/>
                </a:moveTo>
                <a:lnTo>
                  <a:pt x="2316436" y="1422659"/>
                </a:lnTo>
                <a:lnTo>
                  <a:pt x="2316436" y="1365261"/>
                </a:lnTo>
                <a:lnTo>
                  <a:pt x="2369734" y="1365261"/>
                </a:lnTo>
                <a:lnTo>
                  <a:pt x="2369734" y="1422659"/>
                </a:lnTo>
                <a:moveTo>
                  <a:pt x="2263137" y="1422659"/>
                </a:moveTo>
                <a:lnTo>
                  <a:pt x="2209838" y="1422659"/>
                </a:lnTo>
                <a:lnTo>
                  <a:pt x="2209838" y="1365261"/>
                </a:lnTo>
                <a:lnTo>
                  <a:pt x="2263137" y="1365261"/>
                </a:lnTo>
                <a:lnTo>
                  <a:pt x="2263137" y="1422659"/>
                </a:lnTo>
                <a:moveTo>
                  <a:pt x="2156541" y="1422659"/>
                </a:moveTo>
                <a:lnTo>
                  <a:pt x="2103242" y="1422659"/>
                </a:lnTo>
                <a:lnTo>
                  <a:pt x="2103242" y="1365261"/>
                </a:lnTo>
                <a:lnTo>
                  <a:pt x="2156541" y="1365261"/>
                </a:lnTo>
                <a:lnTo>
                  <a:pt x="2156541" y="1422659"/>
                </a:lnTo>
                <a:moveTo>
                  <a:pt x="2049943" y="1422659"/>
                </a:moveTo>
                <a:lnTo>
                  <a:pt x="1996644" y="1422659"/>
                </a:lnTo>
                <a:lnTo>
                  <a:pt x="1996644" y="1365261"/>
                </a:lnTo>
                <a:lnTo>
                  <a:pt x="2049943" y="1365261"/>
                </a:lnTo>
                <a:lnTo>
                  <a:pt x="2049943" y="1422659"/>
                </a:lnTo>
                <a:moveTo>
                  <a:pt x="1939246" y="1422659"/>
                </a:moveTo>
                <a:lnTo>
                  <a:pt x="1885947" y="1422659"/>
                </a:lnTo>
                <a:lnTo>
                  <a:pt x="1885947" y="1365261"/>
                </a:lnTo>
                <a:lnTo>
                  <a:pt x="1939246" y="1365261"/>
                </a:lnTo>
                <a:lnTo>
                  <a:pt x="1939246" y="1422659"/>
                </a:lnTo>
                <a:moveTo>
                  <a:pt x="1832650" y="1422659"/>
                </a:moveTo>
                <a:lnTo>
                  <a:pt x="1779351" y="1422659"/>
                </a:lnTo>
                <a:lnTo>
                  <a:pt x="1779351" y="1365261"/>
                </a:lnTo>
                <a:lnTo>
                  <a:pt x="1832650" y="1365261"/>
                </a:lnTo>
                <a:lnTo>
                  <a:pt x="1832650" y="1422659"/>
                </a:lnTo>
                <a:moveTo>
                  <a:pt x="1726051" y="1422659"/>
                </a:moveTo>
                <a:lnTo>
                  <a:pt x="1672754" y="1422659"/>
                </a:lnTo>
                <a:lnTo>
                  <a:pt x="1672754" y="1365261"/>
                </a:lnTo>
                <a:lnTo>
                  <a:pt x="1726051" y="1365261"/>
                </a:lnTo>
                <a:lnTo>
                  <a:pt x="1726051" y="1422659"/>
                </a:lnTo>
                <a:moveTo>
                  <a:pt x="1619455" y="1422659"/>
                </a:moveTo>
                <a:lnTo>
                  <a:pt x="1566156" y="1422659"/>
                </a:lnTo>
                <a:lnTo>
                  <a:pt x="1566156" y="1365261"/>
                </a:lnTo>
                <a:lnTo>
                  <a:pt x="1619455" y="1365261"/>
                </a:lnTo>
                <a:lnTo>
                  <a:pt x="1619455" y="1422659"/>
                </a:lnTo>
                <a:moveTo>
                  <a:pt x="1512857" y="1422659"/>
                </a:moveTo>
                <a:lnTo>
                  <a:pt x="1459560" y="1422659"/>
                </a:lnTo>
                <a:lnTo>
                  <a:pt x="1459560" y="1365261"/>
                </a:lnTo>
                <a:lnTo>
                  <a:pt x="1512857" y="1365261"/>
                </a:lnTo>
                <a:lnTo>
                  <a:pt x="1512857" y="1422659"/>
                </a:lnTo>
                <a:moveTo>
                  <a:pt x="1402162" y="1422659"/>
                </a:moveTo>
                <a:lnTo>
                  <a:pt x="1348863" y="1422659"/>
                </a:lnTo>
                <a:lnTo>
                  <a:pt x="1348863" y="1365261"/>
                </a:lnTo>
                <a:lnTo>
                  <a:pt x="1402162" y="1365261"/>
                </a:lnTo>
                <a:lnTo>
                  <a:pt x="1402162" y="1422659"/>
                </a:lnTo>
                <a:moveTo>
                  <a:pt x="1295564" y="1422659"/>
                </a:moveTo>
                <a:lnTo>
                  <a:pt x="1242265" y="1422659"/>
                </a:lnTo>
                <a:lnTo>
                  <a:pt x="1242265" y="1365261"/>
                </a:lnTo>
                <a:lnTo>
                  <a:pt x="1295564" y="1365261"/>
                </a:lnTo>
                <a:lnTo>
                  <a:pt x="1295564" y="1422659"/>
                </a:lnTo>
                <a:moveTo>
                  <a:pt x="1188967" y="1422659"/>
                </a:moveTo>
                <a:lnTo>
                  <a:pt x="1135668" y="1422659"/>
                </a:lnTo>
                <a:lnTo>
                  <a:pt x="1135668" y="1365261"/>
                </a:lnTo>
                <a:lnTo>
                  <a:pt x="1188967" y="1365261"/>
                </a:lnTo>
                <a:lnTo>
                  <a:pt x="1188967" y="1422659"/>
                </a:lnTo>
                <a:moveTo>
                  <a:pt x="1082369" y="1422659"/>
                </a:moveTo>
                <a:lnTo>
                  <a:pt x="1029072" y="1422659"/>
                </a:lnTo>
                <a:lnTo>
                  <a:pt x="1029072" y="1365261"/>
                </a:lnTo>
                <a:lnTo>
                  <a:pt x="1082369" y="1365261"/>
                </a:lnTo>
                <a:lnTo>
                  <a:pt x="1082369" y="1422659"/>
                </a:lnTo>
                <a:moveTo>
                  <a:pt x="975773" y="1422659"/>
                </a:moveTo>
                <a:lnTo>
                  <a:pt x="918375" y="1422659"/>
                </a:lnTo>
                <a:lnTo>
                  <a:pt x="918375" y="1365261"/>
                </a:lnTo>
                <a:lnTo>
                  <a:pt x="975773" y="1365261"/>
                </a:lnTo>
                <a:lnTo>
                  <a:pt x="975773" y="1422659"/>
                </a:lnTo>
                <a:moveTo>
                  <a:pt x="865076" y="1422659"/>
                </a:moveTo>
                <a:lnTo>
                  <a:pt x="811777" y="1422659"/>
                </a:lnTo>
                <a:lnTo>
                  <a:pt x="811777" y="1365261"/>
                </a:lnTo>
                <a:lnTo>
                  <a:pt x="865076" y="1365261"/>
                </a:lnTo>
                <a:lnTo>
                  <a:pt x="865076" y="1422659"/>
                </a:lnTo>
                <a:moveTo>
                  <a:pt x="758478" y="1422659"/>
                </a:moveTo>
                <a:lnTo>
                  <a:pt x="705181" y="1422659"/>
                </a:lnTo>
                <a:lnTo>
                  <a:pt x="705181" y="1365261"/>
                </a:lnTo>
                <a:lnTo>
                  <a:pt x="758478" y="1365261"/>
                </a:lnTo>
                <a:lnTo>
                  <a:pt x="758478" y="1422659"/>
                </a:lnTo>
                <a:moveTo>
                  <a:pt x="651882" y="1422659"/>
                </a:moveTo>
                <a:lnTo>
                  <a:pt x="598583" y="1422659"/>
                </a:lnTo>
                <a:lnTo>
                  <a:pt x="598583" y="1365261"/>
                </a:lnTo>
                <a:lnTo>
                  <a:pt x="651882" y="1365261"/>
                </a:lnTo>
                <a:lnTo>
                  <a:pt x="651882" y="1422659"/>
                </a:lnTo>
                <a:moveTo>
                  <a:pt x="545285" y="1422659"/>
                </a:moveTo>
                <a:lnTo>
                  <a:pt x="491986" y="1422659"/>
                </a:lnTo>
                <a:lnTo>
                  <a:pt x="491986" y="1365261"/>
                </a:lnTo>
                <a:lnTo>
                  <a:pt x="545285" y="1365261"/>
                </a:lnTo>
                <a:lnTo>
                  <a:pt x="545285" y="1422659"/>
                </a:lnTo>
                <a:moveTo>
                  <a:pt x="434588" y="1422659"/>
                </a:moveTo>
                <a:lnTo>
                  <a:pt x="381289" y="1422659"/>
                </a:lnTo>
                <a:lnTo>
                  <a:pt x="381289" y="1365261"/>
                </a:lnTo>
                <a:lnTo>
                  <a:pt x="434588" y="1365261"/>
                </a:lnTo>
                <a:lnTo>
                  <a:pt x="434588" y="1422659"/>
                </a:lnTo>
                <a:moveTo>
                  <a:pt x="327990" y="1422659"/>
                </a:moveTo>
                <a:lnTo>
                  <a:pt x="274693" y="1422659"/>
                </a:lnTo>
                <a:lnTo>
                  <a:pt x="274693" y="1365261"/>
                </a:lnTo>
                <a:lnTo>
                  <a:pt x="327990" y="1365261"/>
                </a:lnTo>
                <a:lnTo>
                  <a:pt x="327990" y="1422659"/>
                </a:lnTo>
                <a:moveTo>
                  <a:pt x="221394" y="1422659"/>
                </a:moveTo>
                <a:lnTo>
                  <a:pt x="180394" y="1422659"/>
                </a:lnTo>
                <a:lnTo>
                  <a:pt x="168095" y="1418560"/>
                </a:lnTo>
                <a:lnTo>
                  <a:pt x="168095" y="1365261"/>
                </a:lnTo>
                <a:lnTo>
                  <a:pt x="184496" y="1365261"/>
                </a:lnTo>
                <a:lnTo>
                  <a:pt x="180394" y="1365261"/>
                </a:lnTo>
                <a:lnTo>
                  <a:pt x="221394" y="1365261"/>
                </a:lnTo>
                <a:lnTo>
                  <a:pt x="221394" y="1422659"/>
                </a:lnTo>
                <a:moveTo>
                  <a:pt x="102498" y="1402160"/>
                </a:moveTo>
                <a:lnTo>
                  <a:pt x="81998" y="1389861"/>
                </a:lnTo>
                <a:lnTo>
                  <a:pt x="53299" y="1369361"/>
                </a:lnTo>
                <a:lnTo>
                  <a:pt x="53299" y="1365261"/>
                </a:lnTo>
                <a:lnTo>
                  <a:pt x="94298" y="1332463"/>
                </a:lnTo>
                <a:lnTo>
                  <a:pt x="90199" y="1328362"/>
                </a:lnTo>
                <a:lnTo>
                  <a:pt x="110697" y="1344762"/>
                </a:lnTo>
                <a:lnTo>
                  <a:pt x="106599" y="1344762"/>
                </a:lnTo>
                <a:lnTo>
                  <a:pt x="131197" y="1357061"/>
                </a:lnTo>
                <a:lnTo>
                  <a:pt x="102498" y="1402160"/>
                </a:lnTo>
                <a:moveTo>
                  <a:pt x="20500" y="1316063"/>
                </a:moveTo>
                <a:lnTo>
                  <a:pt x="16400" y="1311962"/>
                </a:lnTo>
                <a:lnTo>
                  <a:pt x="4101" y="1275063"/>
                </a:lnTo>
                <a:lnTo>
                  <a:pt x="0" y="1258665"/>
                </a:lnTo>
                <a:lnTo>
                  <a:pt x="0" y="1254564"/>
                </a:lnTo>
                <a:lnTo>
                  <a:pt x="53299" y="1250465"/>
                </a:lnTo>
                <a:lnTo>
                  <a:pt x="57399" y="1254564"/>
                </a:lnTo>
                <a:lnTo>
                  <a:pt x="53299" y="1250465"/>
                </a:lnTo>
                <a:lnTo>
                  <a:pt x="57399" y="1266865"/>
                </a:lnTo>
                <a:lnTo>
                  <a:pt x="57399" y="1262764"/>
                </a:lnTo>
                <a:lnTo>
                  <a:pt x="65599" y="1291463"/>
                </a:lnTo>
                <a:lnTo>
                  <a:pt x="61498" y="1287364"/>
                </a:lnTo>
                <a:lnTo>
                  <a:pt x="65599" y="1291463"/>
                </a:lnTo>
                <a:lnTo>
                  <a:pt x="20500" y="1316063"/>
                </a:lnTo>
              </a:path>
            </a:pathLst>
          </a:custGeom>
          <a:solidFill xmlns:a="http://schemas.openxmlformats.org/drawingml/2006/main">
            <a:srgbClr val="75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655D5968-D46D-42E9-850E-73DD1D52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3234" y="7746218"/>
            <a:ext cx="2168576" cy="286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60" b="1" i="0">
                <a:solidFill>
                  <a:srgbClr val="759D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60" b="1" i="0">
                <a:solidFill>
                  <a:srgbClr val="759D92"/>
                </a:solidFill>
                <a:latin typeface="Arial"/>
                <a:ea typeface="Arial"/>
                <a:cs typeface="Arial"/>
              </a:defRPr>
            </a:pPr>
            <a:r>
              <a:rPr sz="2260" b="1" i="0">
                <a:solidFill>
                  <a:srgbClr val="759D92"/>
                </a:solidFill>
                <a:latin typeface="Arial"/>
                <a:ea typeface="Arial"/>
                <a:cs typeface="Arial"/>
              </a:rPr>
              <a:t>Post-conditions</a:t>
            </a:r>
          </a:p>
        </p:txBody>
      </p:sp>
      <p:sp>
        <p:nvSpPr>
          <p:cNvPr id="56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69518181-807A-44F8-B7A3-0E7A98D6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0018" y="7746218"/>
            <a:ext cx="1388432" cy="286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6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6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6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Detection </a:t>
            </a:r>
          </a:p>
        </p:txBody>
      </p:sp>
      <p:sp>
        <p:nvSpPr>
          <p:cNvPr id="57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BD8D7817-0EDD-4271-938C-0492E9C6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770" y="7746218"/>
            <a:ext cx="191423" cy="286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60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60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60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58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03C2E8F1-1193-4E39-8959-D28F6897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056" y="7746218"/>
            <a:ext cx="1016820" cy="286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1" b="1" i="1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1" b="1" i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251" b="1" i="1">
                <a:solidFill>
                  <a:srgbClr val="FF0000"/>
                </a:solidFill>
                <a:latin typeface="Arial"/>
                <a:ea typeface="Arial"/>
                <a:cs typeface="Arial"/>
              </a:rPr>
              <a:t>(Sec. 4)</a:t>
            </a:r>
          </a:p>
        </p:txBody>
      </p:sp>
      <p:sp>
        <p:nvSpPr>
          <p:cNvPr id="59" name="pdf-path-62">
            <a:extLst xmlns:a="http://schemas.openxmlformats.org/drawingml/2006/main">
              <a:ext uri="{FF2B5EF4-FFF2-40B4-BE49-F238E27FC236}">
                <a16:creationId xmlns:a16="http://schemas.microsoft.com/office/drawing/2014/main" id="{9DEC8C35-204C-401B-A064-C943AB94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2167" y="8028117"/>
            <a:ext cx="53298" cy="701080"/>
          </a:xfrm>
          <a:custGeom xmlns:a="http://schemas.openxmlformats.org/drawingml/2006/main">
            <a:pathLst>
              <a:path w="53298" h="701080">
                <a:moveTo>
                  <a:pt x="0" y="701080"/>
                </a:moveTo>
                <a:lnTo>
                  <a:pt x="0" y="647782"/>
                </a:lnTo>
                <a:lnTo>
                  <a:pt x="53298" y="647782"/>
                </a:lnTo>
                <a:lnTo>
                  <a:pt x="53298" y="701080"/>
                </a:lnTo>
                <a:lnTo>
                  <a:pt x="0" y="701080"/>
                </a:lnTo>
                <a:moveTo>
                  <a:pt x="0" y="594483"/>
                </a:moveTo>
                <a:lnTo>
                  <a:pt x="0" y="537085"/>
                </a:lnTo>
                <a:lnTo>
                  <a:pt x="53298" y="537085"/>
                </a:lnTo>
                <a:lnTo>
                  <a:pt x="53298" y="594483"/>
                </a:lnTo>
                <a:lnTo>
                  <a:pt x="0" y="594483"/>
                </a:lnTo>
                <a:moveTo>
                  <a:pt x="0" y="483786"/>
                </a:moveTo>
                <a:lnTo>
                  <a:pt x="0" y="430488"/>
                </a:lnTo>
                <a:lnTo>
                  <a:pt x="53298" y="430488"/>
                </a:lnTo>
                <a:lnTo>
                  <a:pt x="53298" y="483786"/>
                </a:lnTo>
                <a:lnTo>
                  <a:pt x="0" y="483786"/>
                </a:lnTo>
                <a:moveTo>
                  <a:pt x="0" y="377189"/>
                </a:moveTo>
                <a:lnTo>
                  <a:pt x="0" y="323890"/>
                </a:lnTo>
                <a:lnTo>
                  <a:pt x="53298" y="323890"/>
                </a:lnTo>
                <a:lnTo>
                  <a:pt x="53298" y="377189"/>
                </a:lnTo>
                <a:lnTo>
                  <a:pt x="0" y="377189"/>
                </a:lnTo>
                <a:moveTo>
                  <a:pt x="0" y="270592"/>
                </a:moveTo>
                <a:lnTo>
                  <a:pt x="0" y="217294"/>
                </a:lnTo>
                <a:lnTo>
                  <a:pt x="53298" y="217294"/>
                </a:lnTo>
                <a:lnTo>
                  <a:pt x="53298" y="270592"/>
                </a:lnTo>
                <a:lnTo>
                  <a:pt x="0" y="270592"/>
                </a:lnTo>
                <a:moveTo>
                  <a:pt x="0" y="163995"/>
                </a:moveTo>
                <a:lnTo>
                  <a:pt x="0" y="110697"/>
                </a:lnTo>
                <a:lnTo>
                  <a:pt x="53298" y="110697"/>
                </a:lnTo>
                <a:lnTo>
                  <a:pt x="53298" y="163995"/>
                </a:lnTo>
                <a:lnTo>
                  <a:pt x="0" y="163995"/>
                </a:lnTo>
                <a:moveTo>
                  <a:pt x="0" y="53298"/>
                </a:moveTo>
                <a:lnTo>
                  <a:pt x="0" y="0"/>
                </a:lnTo>
                <a:lnTo>
                  <a:pt x="53298" y="0"/>
                </a:lnTo>
                <a:lnTo>
                  <a:pt x="53298" y="53298"/>
                </a:lnTo>
                <a:lnTo>
                  <a:pt x="0" y="53298"/>
                </a:lnTo>
              </a:path>
            </a:pathLst>
          </a:custGeom>
          <a:solidFill xmlns:a="http://schemas.openxmlformats.org/drawingml/2006/main">
            <a:srgbClr val="CA3E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df-path-63">
            <a:extLst xmlns:a="http://schemas.openxmlformats.org/drawingml/2006/main">
              <a:ext uri="{FF2B5EF4-FFF2-40B4-BE49-F238E27FC236}">
                <a16:creationId xmlns:a16="http://schemas.microsoft.com/office/drawing/2014/main" id="{A895DED7-8D4A-49B9-8480-39AFF358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2167" y="7794425"/>
            <a:ext cx="619082" cy="180395"/>
          </a:xfrm>
          <a:custGeom xmlns:a="http://schemas.openxmlformats.org/drawingml/2006/main">
            <a:pathLst>
              <a:path w="619082" h="180395">
                <a:moveTo>
                  <a:pt x="0" y="180395"/>
                </a:moveTo>
                <a:lnTo>
                  <a:pt x="0" y="139396"/>
                </a:lnTo>
                <a:lnTo>
                  <a:pt x="0" y="122996"/>
                </a:lnTo>
                <a:lnTo>
                  <a:pt x="53298" y="131196"/>
                </a:lnTo>
                <a:lnTo>
                  <a:pt x="53298" y="143496"/>
                </a:lnTo>
                <a:lnTo>
                  <a:pt x="53298" y="180395"/>
                </a:lnTo>
                <a:lnTo>
                  <a:pt x="0" y="180395"/>
                </a:lnTo>
                <a:moveTo>
                  <a:pt x="24599" y="65597"/>
                </a:moveTo>
                <a:lnTo>
                  <a:pt x="24599" y="61498"/>
                </a:lnTo>
                <a:lnTo>
                  <a:pt x="40999" y="40998"/>
                </a:lnTo>
                <a:lnTo>
                  <a:pt x="61498" y="24599"/>
                </a:lnTo>
                <a:lnTo>
                  <a:pt x="73798" y="16400"/>
                </a:lnTo>
                <a:lnTo>
                  <a:pt x="98397" y="65597"/>
                </a:lnTo>
                <a:lnTo>
                  <a:pt x="90198" y="69698"/>
                </a:lnTo>
                <a:lnTo>
                  <a:pt x="94297" y="65597"/>
                </a:lnTo>
                <a:lnTo>
                  <a:pt x="77898" y="81997"/>
                </a:lnTo>
                <a:lnTo>
                  <a:pt x="81998" y="77898"/>
                </a:lnTo>
                <a:lnTo>
                  <a:pt x="65598" y="94297"/>
                </a:lnTo>
                <a:lnTo>
                  <a:pt x="69698" y="90197"/>
                </a:lnTo>
                <a:lnTo>
                  <a:pt x="24599" y="65597"/>
                </a:lnTo>
                <a:moveTo>
                  <a:pt x="135296" y="0"/>
                </a:moveTo>
                <a:lnTo>
                  <a:pt x="139396" y="0"/>
                </a:lnTo>
                <a:lnTo>
                  <a:pt x="188594" y="0"/>
                </a:lnTo>
                <a:lnTo>
                  <a:pt x="188594" y="53298"/>
                </a:lnTo>
                <a:lnTo>
                  <a:pt x="143496" y="53298"/>
                </a:lnTo>
                <a:lnTo>
                  <a:pt x="139396" y="53298"/>
                </a:lnTo>
                <a:lnTo>
                  <a:pt x="135296" y="0"/>
                </a:lnTo>
                <a:moveTo>
                  <a:pt x="245993" y="0"/>
                </a:moveTo>
                <a:lnTo>
                  <a:pt x="299292" y="0"/>
                </a:lnTo>
                <a:lnTo>
                  <a:pt x="299292" y="53298"/>
                </a:lnTo>
                <a:lnTo>
                  <a:pt x="245993" y="53298"/>
                </a:lnTo>
                <a:lnTo>
                  <a:pt x="245993" y="0"/>
                </a:lnTo>
                <a:moveTo>
                  <a:pt x="352590" y="0"/>
                </a:moveTo>
                <a:lnTo>
                  <a:pt x="405888" y="0"/>
                </a:lnTo>
                <a:lnTo>
                  <a:pt x="405888" y="53298"/>
                </a:lnTo>
                <a:lnTo>
                  <a:pt x="352590" y="53298"/>
                </a:lnTo>
                <a:lnTo>
                  <a:pt x="352590" y="0"/>
                </a:lnTo>
                <a:moveTo>
                  <a:pt x="459187" y="0"/>
                </a:moveTo>
                <a:lnTo>
                  <a:pt x="512486" y="0"/>
                </a:lnTo>
                <a:lnTo>
                  <a:pt x="512486" y="53298"/>
                </a:lnTo>
                <a:lnTo>
                  <a:pt x="459187" y="53298"/>
                </a:lnTo>
                <a:lnTo>
                  <a:pt x="459187" y="0"/>
                </a:lnTo>
                <a:moveTo>
                  <a:pt x="565784" y="0"/>
                </a:moveTo>
                <a:lnTo>
                  <a:pt x="619082" y="0"/>
                </a:lnTo>
                <a:lnTo>
                  <a:pt x="619082" y="53298"/>
                </a:lnTo>
                <a:lnTo>
                  <a:pt x="565784" y="53298"/>
                </a:lnTo>
                <a:lnTo>
                  <a:pt x="565784" y="0"/>
                </a:lnTo>
              </a:path>
            </a:pathLst>
          </a:custGeom>
          <a:solidFill xmlns:a="http://schemas.openxmlformats.org/drawingml/2006/main">
            <a:srgbClr val="CA3E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df-path-64">
            <a:extLst xmlns:a="http://schemas.openxmlformats.org/drawingml/2006/main">
              <a:ext uri="{FF2B5EF4-FFF2-40B4-BE49-F238E27FC236}">
                <a16:creationId xmlns:a16="http://schemas.microsoft.com/office/drawing/2014/main" id="{169147B8-D645-4C61-8CBB-F6F0D9E6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548" y="7794424"/>
            <a:ext cx="701080" cy="53298"/>
          </a:xfrm>
          <a:custGeom xmlns:a="http://schemas.openxmlformats.org/drawingml/2006/main">
            <a:pathLst>
              <a:path w="701080" h="53298">
                <a:moveTo>
                  <a:pt x="0" y="0"/>
                </a:moveTo>
                <a:lnTo>
                  <a:pt x="53298" y="0"/>
                </a:lnTo>
                <a:lnTo>
                  <a:pt x="53298" y="53298"/>
                </a:lnTo>
                <a:lnTo>
                  <a:pt x="0" y="53298"/>
                </a:lnTo>
                <a:lnTo>
                  <a:pt x="0" y="0"/>
                </a:lnTo>
                <a:moveTo>
                  <a:pt x="110697" y="0"/>
                </a:moveTo>
                <a:lnTo>
                  <a:pt x="163995" y="0"/>
                </a:lnTo>
                <a:lnTo>
                  <a:pt x="163995" y="53298"/>
                </a:lnTo>
                <a:lnTo>
                  <a:pt x="110697" y="53298"/>
                </a:lnTo>
                <a:lnTo>
                  <a:pt x="110697" y="0"/>
                </a:lnTo>
                <a:moveTo>
                  <a:pt x="217294" y="0"/>
                </a:moveTo>
                <a:lnTo>
                  <a:pt x="270592" y="0"/>
                </a:lnTo>
                <a:lnTo>
                  <a:pt x="270592" y="53298"/>
                </a:lnTo>
                <a:lnTo>
                  <a:pt x="217294" y="53298"/>
                </a:lnTo>
                <a:lnTo>
                  <a:pt x="217294" y="0"/>
                </a:lnTo>
                <a:moveTo>
                  <a:pt x="323890" y="0"/>
                </a:moveTo>
                <a:lnTo>
                  <a:pt x="377189" y="0"/>
                </a:lnTo>
                <a:lnTo>
                  <a:pt x="377189" y="53298"/>
                </a:lnTo>
                <a:lnTo>
                  <a:pt x="323890" y="53298"/>
                </a:lnTo>
                <a:lnTo>
                  <a:pt x="323890" y="0"/>
                </a:lnTo>
                <a:moveTo>
                  <a:pt x="430488" y="0"/>
                </a:moveTo>
                <a:lnTo>
                  <a:pt x="483786" y="0"/>
                </a:lnTo>
                <a:lnTo>
                  <a:pt x="483786" y="53298"/>
                </a:lnTo>
                <a:lnTo>
                  <a:pt x="430488" y="53298"/>
                </a:lnTo>
                <a:lnTo>
                  <a:pt x="430488" y="0"/>
                </a:lnTo>
                <a:moveTo>
                  <a:pt x="537085" y="0"/>
                </a:moveTo>
                <a:lnTo>
                  <a:pt x="594483" y="0"/>
                </a:lnTo>
                <a:lnTo>
                  <a:pt x="594483" y="53298"/>
                </a:lnTo>
                <a:lnTo>
                  <a:pt x="537085" y="53298"/>
                </a:lnTo>
                <a:lnTo>
                  <a:pt x="537085" y="0"/>
                </a:lnTo>
                <a:moveTo>
                  <a:pt x="647782" y="0"/>
                </a:moveTo>
                <a:lnTo>
                  <a:pt x="701080" y="0"/>
                </a:lnTo>
                <a:lnTo>
                  <a:pt x="701080" y="53298"/>
                </a:lnTo>
                <a:lnTo>
                  <a:pt x="647782" y="53298"/>
                </a:lnTo>
                <a:lnTo>
                  <a:pt x="647782" y="0"/>
                </a:lnTo>
              </a:path>
            </a:pathLst>
          </a:custGeom>
          <a:solidFill xmlns:a="http://schemas.openxmlformats.org/drawingml/2006/main">
            <a:srgbClr val="CA3E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df-path-65">
            <a:extLst xmlns:a="http://schemas.openxmlformats.org/drawingml/2006/main">
              <a:ext uri="{FF2B5EF4-FFF2-40B4-BE49-F238E27FC236}">
                <a16:creationId xmlns:a16="http://schemas.microsoft.com/office/drawing/2014/main" id="{342C29B0-0362-4311-92FF-61C5E17A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8927" y="7794424"/>
            <a:ext cx="705180" cy="77898"/>
          </a:xfrm>
          <a:custGeom xmlns:a="http://schemas.openxmlformats.org/drawingml/2006/main">
            <a:pathLst>
              <a:path w="705180" h="77898">
                <a:moveTo>
                  <a:pt x="0" y="0"/>
                </a:moveTo>
                <a:lnTo>
                  <a:pt x="53298" y="0"/>
                </a:lnTo>
                <a:lnTo>
                  <a:pt x="53298" y="53298"/>
                </a:lnTo>
                <a:lnTo>
                  <a:pt x="0" y="53298"/>
                </a:lnTo>
                <a:lnTo>
                  <a:pt x="0" y="0"/>
                </a:lnTo>
                <a:moveTo>
                  <a:pt x="106596" y="0"/>
                </a:moveTo>
                <a:lnTo>
                  <a:pt x="159895" y="0"/>
                </a:lnTo>
                <a:lnTo>
                  <a:pt x="159895" y="53298"/>
                </a:lnTo>
                <a:lnTo>
                  <a:pt x="106596" y="53298"/>
                </a:lnTo>
                <a:lnTo>
                  <a:pt x="106596" y="0"/>
                </a:lnTo>
                <a:moveTo>
                  <a:pt x="213195" y="0"/>
                </a:moveTo>
                <a:lnTo>
                  <a:pt x="266492" y="0"/>
                </a:lnTo>
                <a:lnTo>
                  <a:pt x="266492" y="53298"/>
                </a:lnTo>
                <a:lnTo>
                  <a:pt x="213195" y="53298"/>
                </a:lnTo>
                <a:lnTo>
                  <a:pt x="213195" y="0"/>
                </a:lnTo>
                <a:moveTo>
                  <a:pt x="323891" y="0"/>
                </a:moveTo>
                <a:lnTo>
                  <a:pt x="377189" y="0"/>
                </a:lnTo>
                <a:lnTo>
                  <a:pt x="377189" y="53298"/>
                </a:lnTo>
                <a:lnTo>
                  <a:pt x="323891" y="53298"/>
                </a:lnTo>
                <a:lnTo>
                  <a:pt x="323891" y="0"/>
                </a:lnTo>
                <a:moveTo>
                  <a:pt x="430488" y="0"/>
                </a:moveTo>
                <a:lnTo>
                  <a:pt x="483787" y="0"/>
                </a:lnTo>
                <a:lnTo>
                  <a:pt x="483787" y="53298"/>
                </a:lnTo>
                <a:lnTo>
                  <a:pt x="430488" y="53298"/>
                </a:lnTo>
                <a:lnTo>
                  <a:pt x="430488" y="0"/>
                </a:lnTo>
                <a:moveTo>
                  <a:pt x="537084" y="0"/>
                </a:moveTo>
                <a:lnTo>
                  <a:pt x="590383" y="0"/>
                </a:lnTo>
                <a:lnTo>
                  <a:pt x="590383" y="53298"/>
                </a:lnTo>
                <a:lnTo>
                  <a:pt x="537084" y="53298"/>
                </a:lnTo>
                <a:lnTo>
                  <a:pt x="537084" y="0"/>
                </a:lnTo>
                <a:moveTo>
                  <a:pt x="651881" y="4099"/>
                </a:moveTo>
                <a:lnTo>
                  <a:pt x="664180" y="12299"/>
                </a:lnTo>
                <a:lnTo>
                  <a:pt x="688781" y="24599"/>
                </a:lnTo>
                <a:lnTo>
                  <a:pt x="705180" y="36899"/>
                </a:lnTo>
                <a:lnTo>
                  <a:pt x="672381" y="77898"/>
                </a:lnTo>
                <a:lnTo>
                  <a:pt x="655981" y="65598"/>
                </a:lnTo>
                <a:lnTo>
                  <a:pt x="660082" y="69698"/>
                </a:lnTo>
                <a:lnTo>
                  <a:pt x="643682" y="57399"/>
                </a:lnTo>
                <a:lnTo>
                  <a:pt x="647781" y="61498"/>
                </a:lnTo>
                <a:lnTo>
                  <a:pt x="635482" y="57399"/>
                </a:lnTo>
                <a:lnTo>
                  <a:pt x="651881" y="4099"/>
                </a:lnTo>
              </a:path>
            </a:pathLst>
          </a:custGeom>
          <a:solidFill xmlns:a="http://schemas.openxmlformats.org/drawingml/2006/main">
            <a:srgbClr val="CA3E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66">
            <a:extLst xmlns:a="http://schemas.openxmlformats.org/drawingml/2006/main">
              <a:ext uri="{FF2B5EF4-FFF2-40B4-BE49-F238E27FC236}">
                <a16:creationId xmlns:a16="http://schemas.microsoft.com/office/drawing/2014/main" id="{D7277EEB-9CEC-4619-8EF8-E172466C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1806" y="7888721"/>
            <a:ext cx="57398" cy="705180"/>
          </a:xfrm>
          <a:custGeom xmlns:a="http://schemas.openxmlformats.org/drawingml/2006/main">
            <a:pathLst>
              <a:path w="57398" h="705180">
                <a:moveTo>
                  <a:pt x="49199" y="0"/>
                </a:moveTo>
                <a:lnTo>
                  <a:pt x="57398" y="20499"/>
                </a:lnTo>
                <a:lnTo>
                  <a:pt x="57398" y="45098"/>
                </a:lnTo>
                <a:lnTo>
                  <a:pt x="57398" y="61498"/>
                </a:lnTo>
                <a:lnTo>
                  <a:pt x="4100" y="61498"/>
                </a:lnTo>
                <a:lnTo>
                  <a:pt x="4100" y="49199"/>
                </a:lnTo>
                <a:lnTo>
                  <a:pt x="4100" y="24599"/>
                </a:lnTo>
                <a:lnTo>
                  <a:pt x="4100" y="32799"/>
                </a:lnTo>
                <a:lnTo>
                  <a:pt x="0" y="16400"/>
                </a:lnTo>
                <a:lnTo>
                  <a:pt x="49199" y="0"/>
                </a:lnTo>
                <a:moveTo>
                  <a:pt x="57398" y="114797"/>
                </a:moveTo>
                <a:lnTo>
                  <a:pt x="57398" y="168095"/>
                </a:lnTo>
                <a:lnTo>
                  <a:pt x="4100" y="168095"/>
                </a:lnTo>
                <a:lnTo>
                  <a:pt x="4100" y="114797"/>
                </a:lnTo>
                <a:lnTo>
                  <a:pt x="57398" y="114797"/>
                </a:lnTo>
                <a:moveTo>
                  <a:pt x="57398" y="221393"/>
                </a:moveTo>
                <a:lnTo>
                  <a:pt x="57398" y="278792"/>
                </a:lnTo>
                <a:lnTo>
                  <a:pt x="4100" y="278792"/>
                </a:lnTo>
                <a:lnTo>
                  <a:pt x="4100" y="221393"/>
                </a:lnTo>
                <a:lnTo>
                  <a:pt x="57398" y="221393"/>
                </a:lnTo>
                <a:moveTo>
                  <a:pt x="57398" y="332090"/>
                </a:moveTo>
                <a:lnTo>
                  <a:pt x="57398" y="385389"/>
                </a:lnTo>
                <a:lnTo>
                  <a:pt x="4100" y="385389"/>
                </a:lnTo>
                <a:lnTo>
                  <a:pt x="4100" y="332090"/>
                </a:lnTo>
                <a:lnTo>
                  <a:pt x="57398" y="332090"/>
                </a:lnTo>
                <a:moveTo>
                  <a:pt x="57398" y="438687"/>
                </a:moveTo>
                <a:lnTo>
                  <a:pt x="57398" y="491986"/>
                </a:lnTo>
                <a:lnTo>
                  <a:pt x="4100" y="491986"/>
                </a:lnTo>
                <a:lnTo>
                  <a:pt x="4100" y="438687"/>
                </a:lnTo>
                <a:lnTo>
                  <a:pt x="57398" y="438687"/>
                </a:lnTo>
                <a:moveTo>
                  <a:pt x="57398" y="545285"/>
                </a:moveTo>
                <a:lnTo>
                  <a:pt x="57398" y="598583"/>
                </a:lnTo>
                <a:lnTo>
                  <a:pt x="4100" y="598583"/>
                </a:lnTo>
                <a:lnTo>
                  <a:pt x="4100" y="545285"/>
                </a:lnTo>
                <a:lnTo>
                  <a:pt x="57398" y="545285"/>
                </a:lnTo>
                <a:moveTo>
                  <a:pt x="57398" y="651881"/>
                </a:moveTo>
                <a:lnTo>
                  <a:pt x="57398" y="705180"/>
                </a:lnTo>
                <a:lnTo>
                  <a:pt x="4100" y="705180"/>
                </a:lnTo>
                <a:lnTo>
                  <a:pt x="4100" y="651881"/>
                </a:lnTo>
                <a:lnTo>
                  <a:pt x="57398" y="651881"/>
                </a:lnTo>
              </a:path>
            </a:pathLst>
          </a:custGeom>
          <a:solidFill xmlns:a="http://schemas.openxmlformats.org/drawingml/2006/main">
            <a:srgbClr val="CA3E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df-path-67">
            <a:extLst xmlns:a="http://schemas.openxmlformats.org/drawingml/2006/main">
              <a:ext uri="{FF2B5EF4-FFF2-40B4-BE49-F238E27FC236}">
                <a16:creationId xmlns:a16="http://schemas.microsoft.com/office/drawing/2014/main" id="{7069A067-6A54-43F1-9A80-8CB78D22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1120" y="8647199"/>
            <a:ext cx="578084" cy="221393"/>
          </a:xfrm>
          <a:custGeom xmlns:a="http://schemas.openxmlformats.org/drawingml/2006/main">
            <a:pathLst>
              <a:path w="578084" h="221393">
                <a:moveTo>
                  <a:pt x="578084" y="0"/>
                </a:moveTo>
                <a:lnTo>
                  <a:pt x="578084" y="57399"/>
                </a:lnTo>
                <a:lnTo>
                  <a:pt x="524785" y="57399"/>
                </a:lnTo>
                <a:lnTo>
                  <a:pt x="524785" y="0"/>
                </a:lnTo>
                <a:lnTo>
                  <a:pt x="578084" y="0"/>
                </a:lnTo>
                <a:moveTo>
                  <a:pt x="573984" y="118897"/>
                </a:moveTo>
                <a:lnTo>
                  <a:pt x="569885" y="135296"/>
                </a:lnTo>
                <a:lnTo>
                  <a:pt x="557584" y="159895"/>
                </a:lnTo>
                <a:lnTo>
                  <a:pt x="545285" y="172195"/>
                </a:lnTo>
                <a:lnTo>
                  <a:pt x="504287" y="139396"/>
                </a:lnTo>
                <a:lnTo>
                  <a:pt x="512486" y="127096"/>
                </a:lnTo>
                <a:lnTo>
                  <a:pt x="508385" y="131197"/>
                </a:lnTo>
                <a:lnTo>
                  <a:pt x="520686" y="114797"/>
                </a:lnTo>
                <a:lnTo>
                  <a:pt x="516586" y="118897"/>
                </a:lnTo>
                <a:lnTo>
                  <a:pt x="524785" y="102497"/>
                </a:lnTo>
                <a:lnTo>
                  <a:pt x="573984" y="118897"/>
                </a:lnTo>
                <a:moveTo>
                  <a:pt x="487887" y="213194"/>
                </a:moveTo>
                <a:lnTo>
                  <a:pt x="467387" y="221393"/>
                </a:lnTo>
                <a:lnTo>
                  <a:pt x="438688" y="221393"/>
                </a:lnTo>
                <a:lnTo>
                  <a:pt x="430488" y="221393"/>
                </a:lnTo>
                <a:lnTo>
                  <a:pt x="430488" y="168095"/>
                </a:lnTo>
                <a:lnTo>
                  <a:pt x="438688" y="168095"/>
                </a:lnTo>
                <a:lnTo>
                  <a:pt x="434588" y="168095"/>
                </a:lnTo>
                <a:lnTo>
                  <a:pt x="459187" y="168095"/>
                </a:lnTo>
                <a:lnTo>
                  <a:pt x="455088" y="168095"/>
                </a:lnTo>
                <a:lnTo>
                  <a:pt x="475586" y="163995"/>
                </a:lnTo>
                <a:lnTo>
                  <a:pt x="487887" y="213194"/>
                </a:lnTo>
                <a:moveTo>
                  <a:pt x="377190" y="221393"/>
                </a:moveTo>
                <a:lnTo>
                  <a:pt x="319791" y="221393"/>
                </a:lnTo>
                <a:lnTo>
                  <a:pt x="319791" y="168095"/>
                </a:lnTo>
                <a:lnTo>
                  <a:pt x="377190" y="168095"/>
                </a:lnTo>
                <a:lnTo>
                  <a:pt x="377190" y="221393"/>
                </a:lnTo>
                <a:moveTo>
                  <a:pt x="266492" y="221393"/>
                </a:moveTo>
                <a:lnTo>
                  <a:pt x="213195" y="221393"/>
                </a:lnTo>
                <a:lnTo>
                  <a:pt x="213195" y="168095"/>
                </a:lnTo>
                <a:lnTo>
                  <a:pt x="266492" y="168095"/>
                </a:lnTo>
                <a:lnTo>
                  <a:pt x="266492" y="221393"/>
                </a:lnTo>
                <a:moveTo>
                  <a:pt x="159895" y="221393"/>
                </a:moveTo>
                <a:lnTo>
                  <a:pt x="106598" y="221393"/>
                </a:lnTo>
                <a:lnTo>
                  <a:pt x="106598" y="168095"/>
                </a:lnTo>
                <a:lnTo>
                  <a:pt x="159895" y="168095"/>
                </a:lnTo>
                <a:lnTo>
                  <a:pt x="159895" y="221393"/>
                </a:lnTo>
                <a:moveTo>
                  <a:pt x="53299" y="221393"/>
                </a:moveTo>
                <a:lnTo>
                  <a:pt x="0" y="221393"/>
                </a:lnTo>
                <a:lnTo>
                  <a:pt x="0" y="168095"/>
                </a:lnTo>
                <a:lnTo>
                  <a:pt x="53299" y="168095"/>
                </a:lnTo>
                <a:lnTo>
                  <a:pt x="53299" y="221393"/>
                </a:lnTo>
              </a:path>
            </a:pathLst>
          </a:custGeom>
          <a:solidFill xmlns:a="http://schemas.openxmlformats.org/drawingml/2006/main">
            <a:srgbClr val="CA3E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68">
            <a:extLst xmlns:a="http://schemas.openxmlformats.org/drawingml/2006/main">
              <a:ext uri="{FF2B5EF4-FFF2-40B4-BE49-F238E27FC236}">
                <a16:creationId xmlns:a16="http://schemas.microsoft.com/office/drawing/2014/main" id="{5C6ED594-C4F5-4CBC-B13F-089C40EA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6741" y="8815295"/>
            <a:ext cx="701080" cy="53298"/>
          </a:xfrm>
          <a:custGeom xmlns:a="http://schemas.openxmlformats.org/drawingml/2006/main">
            <a:pathLst>
              <a:path w="701080" h="53298">
                <a:moveTo>
                  <a:pt x="701080" y="53298"/>
                </a:moveTo>
                <a:lnTo>
                  <a:pt x="647782" y="53298"/>
                </a:lnTo>
                <a:lnTo>
                  <a:pt x="647782" y="0"/>
                </a:lnTo>
                <a:lnTo>
                  <a:pt x="701080" y="0"/>
                </a:lnTo>
                <a:lnTo>
                  <a:pt x="701080" y="53298"/>
                </a:lnTo>
                <a:moveTo>
                  <a:pt x="590383" y="53298"/>
                </a:moveTo>
                <a:lnTo>
                  <a:pt x="537085" y="53298"/>
                </a:lnTo>
                <a:lnTo>
                  <a:pt x="537085" y="0"/>
                </a:lnTo>
                <a:lnTo>
                  <a:pt x="590383" y="0"/>
                </a:lnTo>
                <a:lnTo>
                  <a:pt x="590383" y="53298"/>
                </a:lnTo>
                <a:moveTo>
                  <a:pt x="483786" y="53298"/>
                </a:moveTo>
                <a:lnTo>
                  <a:pt x="430488" y="53298"/>
                </a:lnTo>
                <a:lnTo>
                  <a:pt x="430488" y="0"/>
                </a:lnTo>
                <a:lnTo>
                  <a:pt x="483786" y="0"/>
                </a:lnTo>
                <a:lnTo>
                  <a:pt x="483786" y="53298"/>
                </a:lnTo>
                <a:moveTo>
                  <a:pt x="377189" y="53298"/>
                </a:moveTo>
                <a:lnTo>
                  <a:pt x="323890" y="53298"/>
                </a:lnTo>
                <a:lnTo>
                  <a:pt x="323890" y="0"/>
                </a:lnTo>
                <a:lnTo>
                  <a:pt x="377189" y="0"/>
                </a:lnTo>
                <a:lnTo>
                  <a:pt x="377189" y="53298"/>
                </a:lnTo>
                <a:moveTo>
                  <a:pt x="270592" y="53298"/>
                </a:moveTo>
                <a:lnTo>
                  <a:pt x="217294" y="53298"/>
                </a:lnTo>
                <a:lnTo>
                  <a:pt x="217294" y="0"/>
                </a:lnTo>
                <a:lnTo>
                  <a:pt x="270592" y="0"/>
                </a:lnTo>
                <a:lnTo>
                  <a:pt x="270592" y="53298"/>
                </a:lnTo>
                <a:moveTo>
                  <a:pt x="163995" y="53298"/>
                </a:moveTo>
                <a:lnTo>
                  <a:pt x="110697" y="53298"/>
                </a:lnTo>
                <a:lnTo>
                  <a:pt x="110697" y="0"/>
                </a:lnTo>
                <a:lnTo>
                  <a:pt x="163995" y="0"/>
                </a:lnTo>
                <a:lnTo>
                  <a:pt x="163995" y="53298"/>
                </a:lnTo>
                <a:moveTo>
                  <a:pt x="53298" y="53298"/>
                </a:moveTo>
                <a:lnTo>
                  <a:pt x="0" y="53298"/>
                </a:lnTo>
                <a:lnTo>
                  <a:pt x="0" y="0"/>
                </a:lnTo>
                <a:lnTo>
                  <a:pt x="53298" y="0"/>
                </a:lnTo>
                <a:lnTo>
                  <a:pt x="53298" y="53298"/>
                </a:lnTo>
              </a:path>
            </a:pathLst>
          </a:custGeom>
          <a:solidFill xmlns:a="http://schemas.openxmlformats.org/drawingml/2006/main">
            <a:srgbClr val="CA3E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path-69">
            <a:extLst xmlns:a="http://schemas.openxmlformats.org/drawingml/2006/main">
              <a:ext uri="{FF2B5EF4-FFF2-40B4-BE49-F238E27FC236}">
                <a16:creationId xmlns:a16="http://schemas.microsoft.com/office/drawing/2014/main" id="{7E872CBC-1434-479A-9E2E-19DA9EB8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6268" y="8745596"/>
            <a:ext cx="787177" cy="122997"/>
          </a:xfrm>
          <a:custGeom xmlns:a="http://schemas.openxmlformats.org/drawingml/2006/main">
            <a:pathLst>
              <a:path w="787177" h="122997">
                <a:moveTo>
                  <a:pt x="787177" y="122997"/>
                </a:moveTo>
                <a:lnTo>
                  <a:pt x="733879" y="122997"/>
                </a:lnTo>
                <a:lnTo>
                  <a:pt x="733879" y="69699"/>
                </a:lnTo>
                <a:lnTo>
                  <a:pt x="787177" y="69699"/>
                </a:lnTo>
                <a:lnTo>
                  <a:pt x="787177" y="122997"/>
                </a:lnTo>
                <a:moveTo>
                  <a:pt x="680580" y="122997"/>
                </a:moveTo>
                <a:lnTo>
                  <a:pt x="627282" y="122997"/>
                </a:lnTo>
                <a:lnTo>
                  <a:pt x="627282" y="69699"/>
                </a:lnTo>
                <a:lnTo>
                  <a:pt x="680580" y="69699"/>
                </a:lnTo>
                <a:lnTo>
                  <a:pt x="680580" y="122997"/>
                </a:lnTo>
                <a:moveTo>
                  <a:pt x="573984" y="122997"/>
                </a:moveTo>
                <a:lnTo>
                  <a:pt x="520684" y="122997"/>
                </a:lnTo>
                <a:lnTo>
                  <a:pt x="520684" y="69699"/>
                </a:lnTo>
                <a:lnTo>
                  <a:pt x="573984" y="69699"/>
                </a:lnTo>
                <a:lnTo>
                  <a:pt x="573984" y="122997"/>
                </a:lnTo>
                <a:moveTo>
                  <a:pt x="467386" y="122997"/>
                </a:moveTo>
                <a:lnTo>
                  <a:pt x="409988" y="122997"/>
                </a:lnTo>
                <a:lnTo>
                  <a:pt x="409988" y="69699"/>
                </a:lnTo>
                <a:lnTo>
                  <a:pt x="467386" y="69699"/>
                </a:lnTo>
                <a:lnTo>
                  <a:pt x="467386" y="122997"/>
                </a:lnTo>
                <a:moveTo>
                  <a:pt x="356690" y="122997"/>
                </a:moveTo>
                <a:lnTo>
                  <a:pt x="303391" y="122997"/>
                </a:lnTo>
                <a:lnTo>
                  <a:pt x="303391" y="69699"/>
                </a:lnTo>
                <a:lnTo>
                  <a:pt x="356690" y="69699"/>
                </a:lnTo>
                <a:lnTo>
                  <a:pt x="356690" y="122997"/>
                </a:lnTo>
                <a:moveTo>
                  <a:pt x="250092" y="122997"/>
                </a:moveTo>
                <a:lnTo>
                  <a:pt x="196794" y="122997"/>
                </a:lnTo>
                <a:lnTo>
                  <a:pt x="196794" y="69699"/>
                </a:lnTo>
                <a:lnTo>
                  <a:pt x="250092" y="69699"/>
                </a:lnTo>
                <a:lnTo>
                  <a:pt x="250092" y="122997"/>
                </a:lnTo>
                <a:moveTo>
                  <a:pt x="143496" y="122997"/>
                </a:moveTo>
                <a:lnTo>
                  <a:pt x="135296" y="122997"/>
                </a:lnTo>
                <a:lnTo>
                  <a:pt x="110697" y="122997"/>
                </a:lnTo>
                <a:lnTo>
                  <a:pt x="81997" y="114797"/>
                </a:lnTo>
                <a:lnTo>
                  <a:pt x="77898" y="110698"/>
                </a:lnTo>
                <a:lnTo>
                  <a:pt x="102497" y="65598"/>
                </a:lnTo>
                <a:lnTo>
                  <a:pt x="106596" y="65598"/>
                </a:lnTo>
                <a:lnTo>
                  <a:pt x="102497" y="61499"/>
                </a:lnTo>
                <a:lnTo>
                  <a:pt x="122996" y="69699"/>
                </a:lnTo>
                <a:lnTo>
                  <a:pt x="118897" y="69699"/>
                </a:lnTo>
                <a:lnTo>
                  <a:pt x="139396" y="69699"/>
                </a:lnTo>
                <a:lnTo>
                  <a:pt x="143496" y="69699"/>
                </a:lnTo>
                <a:lnTo>
                  <a:pt x="143496" y="122997"/>
                </a:lnTo>
                <a:moveTo>
                  <a:pt x="28699" y="73798"/>
                </a:moveTo>
                <a:lnTo>
                  <a:pt x="20499" y="61499"/>
                </a:lnTo>
                <a:lnTo>
                  <a:pt x="8200" y="36899"/>
                </a:lnTo>
                <a:lnTo>
                  <a:pt x="0" y="16400"/>
                </a:lnTo>
                <a:lnTo>
                  <a:pt x="53298" y="0"/>
                </a:lnTo>
                <a:lnTo>
                  <a:pt x="57398" y="20500"/>
                </a:lnTo>
                <a:lnTo>
                  <a:pt x="57398" y="16400"/>
                </a:lnTo>
                <a:lnTo>
                  <a:pt x="65597" y="32799"/>
                </a:lnTo>
                <a:lnTo>
                  <a:pt x="61498" y="28700"/>
                </a:lnTo>
                <a:lnTo>
                  <a:pt x="69698" y="36899"/>
                </a:lnTo>
                <a:lnTo>
                  <a:pt x="28699" y="73798"/>
                </a:lnTo>
              </a:path>
            </a:pathLst>
          </a:custGeom>
          <a:solidFill xmlns:a="http://schemas.openxmlformats.org/drawingml/2006/main">
            <a:srgbClr val="CA3E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804583EB-250F-460D-A8A8-369AA968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0345" y="8016851"/>
            <a:ext cx="1310941" cy="286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6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6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6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Post-hoc </a:t>
            </a:r>
          </a:p>
        </p:txBody>
      </p:sp>
      <p:sp>
        <p:nvSpPr>
          <p:cNvPr id="68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EE43E486-64F7-41B3-A15A-528ADF31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0345" y="8361318"/>
            <a:ext cx="1449564" cy="286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7" b="1" i="0">
                <a:solidFill>
                  <a:srgbClr val="CA3E2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7" b="1" i="0">
                <a:solidFill>
                  <a:srgbClr val="CA3E29"/>
                </a:solidFill>
                <a:latin typeface="Arial"/>
                <a:ea typeface="Arial"/>
                <a:cs typeface="Arial"/>
              </a:defRPr>
            </a:pPr>
            <a:r>
              <a:rPr sz="2257" b="1" i="0">
                <a:solidFill>
                  <a:srgbClr val="CA3E29"/>
                </a:solidFill>
                <a:latin typeface="Arial"/>
                <a:ea typeface="Arial"/>
                <a:cs typeface="Arial"/>
              </a:rPr>
              <a:t>Correction</a:t>
            </a:r>
          </a:p>
        </p:txBody>
      </p:sp>
      <p:sp>
        <p:nvSpPr>
          <p:cNvPr id="69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89600D63-9D64-4455-88F2-3A9EA9CE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335" y="8220499"/>
            <a:ext cx="4272564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Hot water is poured into the cup, filling it </a:t>
            </a:r>
          </a:p>
        </p:txBody>
      </p:sp>
      <p:sp>
        <p:nvSpPr>
          <p:cNvPr id="70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6919C029-54CA-4650-88F6-DE42A40B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335" y="8503369"/>
            <a:ext cx="3514013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appropriately without overflowing.</a:t>
            </a:r>
          </a:p>
        </p:txBody>
      </p:sp>
      <p:sp>
        <p:nvSpPr>
          <p:cNvPr id="71" name="pdf-path-74">
            <a:extLst xmlns:a="http://schemas.openxmlformats.org/drawingml/2006/main">
              <a:ext uri="{FF2B5EF4-FFF2-40B4-BE49-F238E27FC236}">
                <a16:creationId xmlns:a16="http://schemas.microsoft.com/office/drawing/2014/main" id="{FE7C7DE0-4493-47F0-B8C5-5339B39F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6116" y="9208884"/>
            <a:ext cx="143496" cy="434588"/>
          </a:xfrm>
          <a:custGeom xmlns:a="http://schemas.openxmlformats.org/drawingml/2006/main">
            <a:pathLst>
              <a:path w="143496" h="434588">
                <a:moveTo>
                  <a:pt x="77898" y="0"/>
                </a:moveTo>
                <a:lnTo>
                  <a:pt x="77898" y="315691"/>
                </a:lnTo>
                <a:lnTo>
                  <a:pt x="65598" y="315691"/>
                </a:lnTo>
                <a:lnTo>
                  <a:pt x="65598" y="0"/>
                </a:lnTo>
                <a:lnTo>
                  <a:pt x="77898" y="0"/>
                </a:lnTo>
                <a:moveTo>
                  <a:pt x="143496" y="291092"/>
                </a:moveTo>
                <a:lnTo>
                  <a:pt x="69698" y="434588"/>
                </a:lnTo>
                <a:lnTo>
                  <a:pt x="0" y="291092"/>
                </a:lnTo>
                <a:lnTo>
                  <a:pt x="143496" y="2910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B1A07064-290D-451D-9D3A-D2D0EECF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5198" y="9749377"/>
            <a:ext cx="1996731" cy="213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7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7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Complete steps 6)-7)</a:t>
            </a:r>
          </a:p>
        </p:txBody>
      </p:sp>
      <p:sp>
        <p:nvSpPr>
          <p:cNvPr id="73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EB4DCAD8-550C-41C9-B8FE-9B9CA6B6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4485" y="4875117"/>
            <a:ext cx="817483" cy="23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74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26F73729-8707-4AEE-8557-4FDEFDEB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797" y="9253649"/>
            <a:ext cx="419973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5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5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5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75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EFAE3FFD-18BC-402F-9023-84549BA9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6606" y="9524200"/>
            <a:ext cx="860983" cy="4304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3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39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9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……</a:t>
            </a:r>
          </a:p>
        </p:txBody>
      </p:sp>
      <p:sp>
        <p:nvSpPr>
          <p:cNvPr id="76" name="pdf-path-79">
            <a:extLst xmlns:a="http://schemas.openxmlformats.org/drawingml/2006/main">
              <a:ext uri="{FF2B5EF4-FFF2-40B4-BE49-F238E27FC236}">
                <a16:creationId xmlns:a16="http://schemas.microsoft.com/office/drawing/2014/main" id="{47B41224-7544-4FBD-967C-902B4901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5918" y="7089244"/>
            <a:ext cx="143496" cy="426388"/>
          </a:xfrm>
          <a:custGeom xmlns:a="http://schemas.openxmlformats.org/drawingml/2006/main">
            <a:pathLst>
              <a:path w="143496" h="426388">
                <a:moveTo>
                  <a:pt x="77898" y="0"/>
                </a:moveTo>
                <a:lnTo>
                  <a:pt x="77898" y="307492"/>
                </a:lnTo>
                <a:lnTo>
                  <a:pt x="65598" y="307492"/>
                </a:lnTo>
                <a:lnTo>
                  <a:pt x="65598" y="0"/>
                </a:lnTo>
                <a:lnTo>
                  <a:pt x="77898" y="0"/>
                </a:lnTo>
                <a:moveTo>
                  <a:pt x="143496" y="282892"/>
                </a:moveTo>
                <a:lnTo>
                  <a:pt x="69698" y="426388"/>
                </a:lnTo>
                <a:lnTo>
                  <a:pt x="0" y="282892"/>
                </a:lnTo>
                <a:lnTo>
                  <a:pt x="143496" y="28289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80">
            <a:extLst xmlns:a="http://schemas.openxmlformats.org/drawingml/2006/main">
              <a:ext uri="{FF2B5EF4-FFF2-40B4-BE49-F238E27FC236}">
                <a16:creationId xmlns:a16="http://schemas.microsoft.com/office/drawing/2014/main" id="{9727C595-5C93-4F30-89A3-3F706C3D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994" y="5814180"/>
            <a:ext cx="385389" cy="143496"/>
          </a:xfrm>
          <a:custGeom xmlns:a="http://schemas.openxmlformats.org/drawingml/2006/main">
            <a:pathLst>
              <a:path w="385389" h="143496">
                <a:moveTo>
                  <a:pt x="0" y="65598"/>
                </a:moveTo>
                <a:lnTo>
                  <a:pt x="266493" y="65598"/>
                </a:lnTo>
                <a:lnTo>
                  <a:pt x="266493" y="77898"/>
                </a:lnTo>
                <a:lnTo>
                  <a:pt x="0" y="77898"/>
                </a:lnTo>
                <a:lnTo>
                  <a:pt x="0" y="65598"/>
                </a:lnTo>
                <a:moveTo>
                  <a:pt x="241893" y="0"/>
                </a:moveTo>
                <a:lnTo>
                  <a:pt x="385389" y="73798"/>
                </a:lnTo>
                <a:lnTo>
                  <a:pt x="241893" y="143496"/>
                </a:lnTo>
                <a:lnTo>
                  <a:pt x="24189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path-81">
            <a:extLst xmlns:a="http://schemas.openxmlformats.org/drawingml/2006/main">
              <a:ext uri="{FF2B5EF4-FFF2-40B4-BE49-F238E27FC236}">
                <a16:creationId xmlns:a16="http://schemas.microsoft.com/office/drawing/2014/main" id="{84AF15A0-2989-43F8-A730-DA4FFB3E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033" y="6634157"/>
            <a:ext cx="582183" cy="143496"/>
          </a:xfrm>
          <a:custGeom xmlns:a="http://schemas.openxmlformats.org/drawingml/2006/main">
            <a:pathLst>
              <a:path w="582183" h="143496">
                <a:moveTo>
                  <a:pt x="582183" y="65598"/>
                </a:moveTo>
                <a:lnTo>
                  <a:pt x="118897" y="65598"/>
                </a:lnTo>
                <a:lnTo>
                  <a:pt x="118897" y="77898"/>
                </a:lnTo>
                <a:lnTo>
                  <a:pt x="582183" y="77898"/>
                </a:lnTo>
                <a:lnTo>
                  <a:pt x="582183" y="65598"/>
                </a:lnTo>
                <a:moveTo>
                  <a:pt x="139396" y="0"/>
                </a:moveTo>
                <a:lnTo>
                  <a:pt x="0" y="69698"/>
                </a:lnTo>
                <a:lnTo>
                  <a:pt x="139396" y="143496"/>
                </a:lnTo>
                <a:lnTo>
                  <a:pt x="13939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82">
            <a:extLst xmlns:a="http://schemas.openxmlformats.org/drawingml/2006/main">
              <a:ext uri="{FF2B5EF4-FFF2-40B4-BE49-F238E27FC236}">
                <a16:creationId xmlns:a16="http://schemas.microsoft.com/office/drawing/2014/main" id="{C7237BCC-ED77-46B1-BCAC-8A109536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0482" y="5088500"/>
            <a:ext cx="1443159" cy="311591"/>
          </a:xfrm>
          <a:custGeom xmlns:a="http://schemas.openxmlformats.org/drawingml/2006/main">
            <a:pathLst>
              <a:path w="1443159" h="311591">
                <a:moveTo>
                  <a:pt x="1443159" y="311591"/>
                </a:moveTo>
                <a:lnTo>
                  <a:pt x="1443159" y="65598"/>
                </a:lnTo>
                <a:lnTo>
                  <a:pt x="118897" y="65598"/>
                </a:lnTo>
                <a:lnTo>
                  <a:pt x="118897" y="77898"/>
                </a:lnTo>
                <a:lnTo>
                  <a:pt x="1439059" y="77898"/>
                </a:lnTo>
                <a:lnTo>
                  <a:pt x="1430859" y="69698"/>
                </a:lnTo>
                <a:lnTo>
                  <a:pt x="1430859" y="311591"/>
                </a:lnTo>
                <a:lnTo>
                  <a:pt x="1443159" y="311591"/>
                </a:lnTo>
                <a:moveTo>
                  <a:pt x="143496" y="0"/>
                </a:moveTo>
                <a:lnTo>
                  <a:pt x="0" y="69698"/>
                </a:lnTo>
                <a:lnTo>
                  <a:pt x="143496" y="143496"/>
                </a:lnTo>
                <a:lnTo>
                  <a:pt x="14349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83">
            <a:extLst xmlns:a="http://schemas.openxmlformats.org/drawingml/2006/main">
              <a:ext uri="{FF2B5EF4-FFF2-40B4-BE49-F238E27FC236}">
                <a16:creationId xmlns:a16="http://schemas.microsoft.com/office/drawing/2014/main" id="{F853CB79-7D30-4400-8742-EA44D03D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483" y="6502960"/>
            <a:ext cx="1549756" cy="245993"/>
          </a:xfrm>
          <a:custGeom xmlns:a="http://schemas.openxmlformats.org/drawingml/2006/main">
            <a:pathLst>
              <a:path w="1549756" h="245993">
                <a:moveTo>
                  <a:pt x="0" y="245993"/>
                </a:moveTo>
                <a:lnTo>
                  <a:pt x="1484158" y="245993"/>
                </a:lnTo>
                <a:lnTo>
                  <a:pt x="1484158" y="118897"/>
                </a:lnTo>
                <a:lnTo>
                  <a:pt x="1471858" y="118897"/>
                </a:lnTo>
                <a:lnTo>
                  <a:pt x="1471858" y="237793"/>
                </a:lnTo>
                <a:lnTo>
                  <a:pt x="1480058" y="233694"/>
                </a:lnTo>
                <a:lnTo>
                  <a:pt x="0" y="233694"/>
                </a:lnTo>
                <a:lnTo>
                  <a:pt x="0" y="245993"/>
                </a:lnTo>
                <a:moveTo>
                  <a:pt x="1549756" y="143496"/>
                </a:moveTo>
                <a:lnTo>
                  <a:pt x="1480058" y="0"/>
                </a:lnTo>
                <a:lnTo>
                  <a:pt x="1406260" y="143496"/>
                </a:lnTo>
                <a:lnTo>
                  <a:pt x="1549756" y="14349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text-51-0">
            <a:extLst xmlns:a="http://schemas.openxmlformats.org/drawingml/2006/main">
              <a:ext uri="{FF2B5EF4-FFF2-40B4-BE49-F238E27FC236}">
                <a16:creationId xmlns:a16="http://schemas.microsoft.com/office/drawing/2014/main" id="{1086B7CF-FC89-4C32-855C-5A1E5D78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608" y="6859414"/>
            <a:ext cx="1078651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4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4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Corrective</a:t>
            </a:r>
          </a:p>
        </p:txBody>
      </p:sp>
      <p:sp>
        <p:nvSpPr>
          <p:cNvPr id="82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48D5E09B-4BB3-453E-88D7-CC13053D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8608" y="7142213"/>
            <a:ext cx="1542339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Demonstration</a:t>
            </a:r>
          </a:p>
        </p:txBody>
      </p:sp>
      <p:sp>
        <p:nvSpPr>
          <p:cNvPr id="83" name="pdf-path-86">
            <a:extLst xmlns:a="http://schemas.openxmlformats.org/drawingml/2006/main">
              <a:ext uri="{FF2B5EF4-FFF2-40B4-BE49-F238E27FC236}">
                <a16:creationId xmlns:a16="http://schemas.microsoft.com/office/drawing/2014/main" id="{4F0713C5-266A-4270-B7B7-19182D32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717" y="5588687"/>
            <a:ext cx="1115168" cy="1279163"/>
          </a:xfrm>
          <a:custGeom xmlns:a="http://schemas.openxmlformats.org/drawingml/2006/main">
            <a:pathLst>
              <a:path w="1115168" h="1279163">
                <a:moveTo>
                  <a:pt x="0" y="122996"/>
                </a:moveTo>
                <a:cubicBezTo>
                  <a:pt x="0" y="53298"/>
                  <a:pt x="57399" y="0"/>
                  <a:pt x="127096" y="0"/>
                </a:cubicBezTo>
                <a:lnTo>
                  <a:pt x="992172" y="0"/>
                </a:lnTo>
                <a:cubicBezTo>
                  <a:pt x="1061870" y="0"/>
                  <a:pt x="1115168" y="53298"/>
                  <a:pt x="1115168" y="122996"/>
                </a:cubicBezTo>
                <a:lnTo>
                  <a:pt x="1115168" y="1152067"/>
                </a:lnTo>
                <a:cubicBezTo>
                  <a:pt x="1115168" y="1221766"/>
                  <a:pt x="1061870" y="1279163"/>
                  <a:pt x="992172" y="1279163"/>
                </a:cubicBezTo>
                <a:lnTo>
                  <a:pt x="127096" y="1279163"/>
                </a:lnTo>
                <a:cubicBezTo>
                  <a:pt x="57399" y="1279163"/>
                  <a:pt x="0" y="1221766"/>
                  <a:pt x="0" y="1152067"/>
                </a:cubicBezTo>
                <a:lnTo>
                  <a:pt x="0" y="122996"/>
                </a:lnTo>
              </a:path>
            </a:pathLst>
          </a:custGeom>
          <a:solidFill xmlns:a="http://schemas.openxmlformats.org/drawingml/2006/main">
            <a:srgbClr val="D0CE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df-text-53-0">
            <a:extLst xmlns:a="http://schemas.openxmlformats.org/drawingml/2006/main">
              <a:ext uri="{FF2B5EF4-FFF2-40B4-BE49-F238E27FC236}">
                <a16:creationId xmlns:a16="http://schemas.microsoft.com/office/drawing/2014/main" id="{03D1F5AE-9DB9-4C26-BED7-C3DAB5C1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27" y="5727790"/>
            <a:ext cx="954670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 α</a:t>
            </a:r>
          </a:p>
        </p:txBody>
      </p:sp>
      <p:sp>
        <p:nvSpPr>
          <p:cNvPr id="85" name="pdf-text-54-0">
            <a:extLst xmlns:a="http://schemas.openxmlformats.org/drawingml/2006/main">
              <a:ext uri="{FF2B5EF4-FFF2-40B4-BE49-F238E27FC236}">
                <a16:creationId xmlns:a16="http://schemas.microsoft.com/office/drawing/2014/main" id="{BD980D7F-C724-48C0-A679-69C6BF73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7416" y="6047406"/>
            <a:ext cx="586144" cy="192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 </a:t>
            </a:r>
          </a:p>
        </p:txBody>
      </p:sp>
      <p:sp>
        <p:nvSpPr>
          <p:cNvPr id="86" name="pdf-text-55-0">
            <a:extLst xmlns:a="http://schemas.openxmlformats.org/drawingml/2006/main">
              <a:ext uri="{FF2B5EF4-FFF2-40B4-BE49-F238E27FC236}">
                <a16:creationId xmlns:a16="http://schemas.microsoft.com/office/drawing/2014/main" id="{05D2E36A-0DD2-4EA6-9B61-A7F94788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700" y="6047406"/>
            <a:ext cx="163433" cy="192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03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3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3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α </a:t>
            </a:r>
          </a:p>
        </p:txBody>
      </p:sp>
      <p:sp>
        <p:nvSpPr>
          <p:cNvPr id="87" name="pdf-text-56-0">
            <a:extLst xmlns:a="http://schemas.openxmlformats.org/drawingml/2006/main">
              <a:ext uri="{FF2B5EF4-FFF2-40B4-BE49-F238E27FC236}">
                <a16:creationId xmlns:a16="http://schemas.microsoft.com/office/drawing/2014/main" id="{366963E7-F961-4CD9-BE93-70E74D64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696" y="6047406"/>
            <a:ext cx="225034" cy="192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 </a:t>
            </a:r>
          </a:p>
        </p:txBody>
      </p:sp>
      <p:sp>
        <p:nvSpPr>
          <p:cNvPr id="88" name="pdf-text-57-0">
            <a:extLst xmlns:a="http://schemas.openxmlformats.org/drawingml/2006/main">
              <a:ext uri="{FF2B5EF4-FFF2-40B4-BE49-F238E27FC236}">
                <a16:creationId xmlns:a16="http://schemas.microsoft.com/office/drawing/2014/main" id="{A24CD9EB-BC4F-4376-9E91-C511E84C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7416" y="6272349"/>
            <a:ext cx="881731" cy="168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4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4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324" b="1" i="0">
                <a:solidFill>
                  <a:srgbClr val="2F5597"/>
                </a:solidFill>
                <a:latin typeface="Arial"/>
                <a:ea typeface="Arial"/>
                <a:cs typeface="Arial"/>
              </a:rPr>
              <a:t>Corrective </a:t>
            </a:r>
          </a:p>
        </p:txBody>
      </p:sp>
      <p:sp>
        <p:nvSpPr>
          <p:cNvPr id="89" name="pdf-text-58-0">
            <a:extLst xmlns:a="http://schemas.openxmlformats.org/drawingml/2006/main">
              <a:ext uri="{FF2B5EF4-FFF2-40B4-BE49-F238E27FC236}">
                <a16:creationId xmlns:a16="http://schemas.microsoft.com/office/drawing/2014/main" id="{A365F7FE-210F-45F9-B71D-E6DF63FA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7416" y="6473244"/>
            <a:ext cx="512325" cy="168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97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97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297" b="1" i="0">
                <a:solidFill>
                  <a:srgbClr val="2F5597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90" name="pdf-text-59-0">
            <a:extLst xmlns:a="http://schemas.openxmlformats.org/drawingml/2006/main">
              <a:ext uri="{FF2B5EF4-FFF2-40B4-BE49-F238E27FC236}">
                <a16:creationId xmlns:a16="http://schemas.microsoft.com/office/drawing/2014/main" id="{EAC8D329-6AFC-437D-9FE2-A3E86B27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69" y="531527"/>
            <a:ext cx="1714854" cy="336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641" b="1" i="0">
                <a:solidFill>
                  <a:srgbClr val="8677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41" b="1" i="0">
                <a:solidFill>
                  <a:srgbClr val="867777"/>
                </a:solidFill>
                <a:latin typeface="Arial"/>
                <a:ea typeface="Arial"/>
                <a:cs typeface="Arial"/>
              </a:defRPr>
            </a:pPr>
            <a:r>
              <a:rPr sz="2641" b="1" i="0">
                <a:solidFill>
                  <a:srgbClr val="867777"/>
                </a:solidFill>
                <a:latin typeface="Arial"/>
                <a:ea typeface="Arial"/>
                <a:cs typeface="Arial"/>
              </a:rPr>
              <a:t>Interaction</a:t>
            </a:r>
          </a:p>
        </p:txBody>
      </p:sp>
      <p:sp>
        <p:nvSpPr>
          <p:cNvPr id="91" name="pdf-text-60-0">
            <a:extLst xmlns:a="http://schemas.openxmlformats.org/drawingml/2006/main">
              <a:ext uri="{FF2B5EF4-FFF2-40B4-BE49-F238E27FC236}">
                <a16:creationId xmlns:a16="http://schemas.microsoft.com/office/drawing/2014/main" id="{77852AC0-FFA8-4C9A-BBDC-7CD351F4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680" y="531527"/>
            <a:ext cx="187538" cy="336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64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47" b="1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647" b="1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 </a:t>
            </a:r>
          </a:p>
        </p:txBody>
      </p:sp>
      <p:sp>
        <p:nvSpPr>
          <p:cNvPr id="92" name="pdf-text-61-0">
            <a:extLst xmlns:a="http://schemas.openxmlformats.org/drawingml/2006/main">
              <a:ext uri="{FF2B5EF4-FFF2-40B4-BE49-F238E27FC236}">
                <a16:creationId xmlns:a16="http://schemas.microsoft.com/office/drawing/2014/main" id="{CCED6F33-76DA-4386-ACD7-BB6BEB3F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151" y="531527"/>
            <a:ext cx="1191124" cy="336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637" b="1" i="1">
                <a:solidFill>
                  <a:srgbClr val="FF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37" b="1" i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2637" b="1" i="1">
                <a:solidFill>
                  <a:srgbClr val="FF0000"/>
                </a:solidFill>
                <a:latin typeface="Arial"/>
                <a:ea typeface="Arial"/>
                <a:cs typeface="Arial"/>
              </a:rPr>
              <a:t>(Sec. 3)</a:t>
            </a:r>
          </a:p>
        </p:txBody>
      </p:sp>
      <p:sp>
        <p:nvSpPr>
          <p:cNvPr id="93" name="pdf-path-96">
            <a:extLst xmlns:a="http://schemas.openxmlformats.org/drawingml/2006/main">
              <a:ext uri="{FF2B5EF4-FFF2-40B4-BE49-F238E27FC236}">
                <a16:creationId xmlns:a16="http://schemas.microsoft.com/office/drawing/2014/main" id="{6A8A09C9-6931-4423-B460-13DD7E9D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7" y="2165284"/>
            <a:ext cx="53299" cy="1881847"/>
          </a:xfrm>
          <a:custGeom xmlns:a="http://schemas.openxmlformats.org/drawingml/2006/main">
            <a:pathLst>
              <a:path w="53299" h="1881847">
                <a:moveTo>
                  <a:pt x="0" y="1881847"/>
                </a:moveTo>
                <a:lnTo>
                  <a:pt x="0" y="1828548"/>
                </a:lnTo>
                <a:lnTo>
                  <a:pt x="53299" y="1828548"/>
                </a:lnTo>
                <a:lnTo>
                  <a:pt x="53299" y="1881847"/>
                </a:lnTo>
                <a:lnTo>
                  <a:pt x="0" y="1881847"/>
                </a:lnTo>
                <a:moveTo>
                  <a:pt x="0" y="1775250"/>
                </a:moveTo>
                <a:lnTo>
                  <a:pt x="0" y="1721951"/>
                </a:lnTo>
                <a:lnTo>
                  <a:pt x="53299" y="1721951"/>
                </a:lnTo>
                <a:lnTo>
                  <a:pt x="53299" y="1775250"/>
                </a:lnTo>
                <a:lnTo>
                  <a:pt x="0" y="1775250"/>
                </a:lnTo>
                <a:moveTo>
                  <a:pt x="0" y="1668653"/>
                </a:moveTo>
                <a:lnTo>
                  <a:pt x="0" y="1611254"/>
                </a:lnTo>
                <a:lnTo>
                  <a:pt x="53299" y="1611254"/>
                </a:lnTo>
                <a:lnTo>
                  <a:pt x="53299" y="1668653"/>
                </a:lnTo>
                <a:lnTo>
                  <a:pt x="0" y="1668653"/>
                </a:lnTo>
                <a:moveTo>
                  <a:pt x="0" y="1557956"/>
                </a:moveTo>
                <a:lnTo>
                  <a:pt x="0" y="1504657"/>
                </a:lnTo>
                <a:lnTo>
                  <a:pt x="53299" y="1504657"/>
                </a:lnTo>
                <a:lnTo>
                  <a:pt x="53299" y="1557956"/>
                </a:lnTo>
                <a:lnTo>
                  <a:pt x="0" y="1557956"/>
                </a:lnTo>
                <a:moveTo>
                  <a:pt x="0" y="1451359"/>
                </a:moveTo>
                <a:lnTo>
                  <a:pt x="0" y="1398060"/>
                </a:lnTo>
                <a:lnTo>
                  <a:pt x="53299" y="1398060"/>
                </a:lnTo>
                <a:lnTo>
                  <a:pt x="53299" y="1451359"/>
                </a:lnTo>
                <a:lnTo>
                  <a:pt x="0" y="1451359"/>
                </a:lnTo>
                <a:moveTo>
                  <a:pt x="0" y="1344762"/>
                </a:moveTo>
                <a:lnTo>
                  <a:pt x="0" y="1291463"/>
                </a:lnTo>
                <a:lnTo>
                  <a:pt x="53299" y="1291463"/>
                </a:lnTo>
                <a:lnTo>
                  <a:pt x="53299" y="1344762"/>
                </a:lnTo>
                <a:lnTo>
                  <a:pt x="0" y="1344762"/>
                </a:lnTo>
                <a:moveTo>
                  <a:pt x="0" y="1238165"/>
                </a:moveTo>
                <a:lnTo>
                  <a:pt x="0" y="1184866"/>
                </a:lnTo>
                <a:lnTo>
                  <a:pt x="53299" y="1184866"/>
                </a:lnTo>
                <a:lnTo>
                  <a:pt x="53299" y="1238165"/>
                </a:lnTo>
                <a:lnTo>
                  <a:pt x="0" y="1238165"/>
                </a:lnTo>
                <a:moveTo>
                  <a:pt x="0" y="1131568"/>
                </a:moveTo>
                <a:lnTo>
                  <a:pt x="0" y="1074169"/>
                </a:lnTo>
                <a:lnTo>
                  <a:pt x="53299" y="1074169"/>
                </a:lnTo>
                <a:lnTo>
                  <a:pt x="53299" y="1131568"/>
                </a:lnTo>
                <a:lnTo>
                  <a:pt x="0" y="1131568"/>
                </a:lnTo>
                <a:moveTo>
                  <a:pt x="0" y="1020871"/>
                </a:moveTo>
                <a:lnTo>
                  <a:pt x="0" y="967573"/>
                </a:lnTo>
                <a:lnTo>
                  <a:pt x="53299" y="967573"/>
                </a:lnTo>
                <a:lnTo>
                  <a:pt x="53299" y="1020871"/>
                </a:lnTo>
                <a:lnTo>
                  <a:pt x="0" y="1020871"/>
                </a:lnTo>
                <a:moveTo>
                  <a:pt x="0" y="914274"/>
                </a:moveTo>
                <a:lnTo>
                  <a:pt x="0" y="860976"/>
                </a:lnTo>
                <a:lnTo>
                  <a:pt x="53299" y="860976"/>
                </a:lnTo>
                <a:lnTo>
                  <a:pt x="53299" y="914274"/>
                </a:lnTo>
                <a:lnTo>
                  <a:pt x="0" y="914274"/>
                </a:lnTo>
                <a:moveTo>
                  <a:pt x="0" y="807677"/>
                </a:moveTo>
                <a:lnTo>
                  <a:pt x="0" y="754379"/>
                </a:lnTo>
                <a:lnTo>
                  <a:pt x="53299" y="754379"/>
                </a:lnTo>
                <a:lnTo>
                  <a:pt x="53299" y="807677"/>
                </a:lnTo>
                <a:lnTo>
                  <a:pt x="0" y="807677"/>
                </a:lnTo>
                <a:moveTo>
                  <a:pt x="0" y="701080"/>
                </a:moveTo>
                <a:lnTo>
                  <a:pt x="0" y="647782"/>
                </a:lnTo>
                <a:lnTo>
                  <a:pt x="53299" y="647782"/>
                </a:lnTo>
                <a:lnTo>
                  <a:pt x="53299" y="701080"/>
                </a:lnTo>
                <a:lnTo>
                  <a:pt x="0" y="701080"/>
                </a:lnTo>
                <a:moveTo>
                  <a:pt x="0" y="590383"/>
                </a:moveTo>
                <a:lnTo>
                  <a:pt x="0" y="537085"/>
                </a:lnTo>
                <a:lnTo>
                  <a:pt x="53299" y="537085"/>
                </a:lnTo>
                <a:lnTo>
                  <a:pt x="53299" y="590383"/>
                </a:lnTo>
                <a:lnTo>
                  <a:pt x="0" y="590383"/>
                </a:lnTo>
                <a:moveTo>
                  <a:pt x="0" y="483786"/>
                </a:moveTo>
                <a:lnTo>
                  <a:pt x="0" y="430488"/>
                </a:lnTo>
                <a:lnTo>
                  <a:pt x="53299" y="430488"/>
                </a:lnTo>
                <a:lnTo>
                  <a:pt x="53299" y="483786"/>
                </a:lnTo>
                <a:lnTo>
                  <a:pt x="0" y="483786"/>
                </a:lnTo>
                <a:moveTo>
                  <a:pt x="0" y="377189"/>
                </a:moveTo>
                <a:lnTo>
                  <a:pt x="0" y="323891"/>
                </a:lnTo>
                <a:lnTo>
                  <a:pt x="53299" y="323891"/>
                </a:lnTo>
                <a:lnTo>
                  <a:pt x="53299" y="377189"/>
                </a:lnTo>
                <a:lnTo>
                  <a:pt x="0" y="377189"/>
                </a:lnTo>
                <a:moveTo>
                  <a:pt x="0" y="270592"/>
                </a:moveTo>
                <a:lnTo>
                  <a:pt x="0" y="217294"/>
                </a:lnTo>
                <a:lnTo>
                  <a:pt x="53299" y="217294"/>
                </a:lnTo>
                <a:lnTo>
                  <a:pt x="53299" y="270592"/>
                </a:lnTo>
                <a:lnTo>
                  <a:pt x="0" y="270592"/>
                </a:lnTo>
                <a:moveTo>
                  <a:pt x="0" y="163995"/>
                </a:moveTo>
                <a:lnTo>
                  <a:pt x="0" y="110697"/>
                </a:lnTo>
                <a:lnTo>
                  <a:pt x="53299" y="110697"/>
                </a:lnTo>
                <a:lnTo>
                  <a:pt x="53299" y="163995"/>
                </a:lnTo>
                <a:lnTo>
                  <a:pt x="0" y="163995"/>
                </a:lnTo>
                <a:moveTo>
                  <a:pt x="0" y="53299"/>
                </a:moveTo>
                <a:lnTo>
                  <a:pt x="0" y="0"/>
                </a:lnTo>
                <a:lnTo>
                  <a:pt x="53299" y="0"/>
                </a:lnTo>
                <a:lnTo>
                  <a:pt x="53299" y="53299"/>
                </a:lnTo>
                <a:lnTo>
                  <a:pt x="0" y="532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97">
            <a:extLst xmlns:a="http://schemas.openxmlformats.org/drawingml/2006/main">
              <a:ext uri="{FF2B5EF4-FFF2-40B4-BE49-F238E27FC236}">
                <a16:creationId xmlns:a16="http://schemas.microsoft.com/office/drawing/2014/main" id="{1BD4372E-4791-48E1-BAF6-4F77A982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7" y="340835"/>
            <a:ext cx="348490" cy="1771150"/>
          </a:xfrm>
          <a:custGeom xmlns:a="http://schemas.openxmlformats.org/drawingml/2006/main">
            <a:pathLst>
              <a:path w="348490" h="1771150">
                <a:moveTo>
                  <a:pt x="0" y="1771150"/>
                </a:moveTo>
                <a:lnTo>
                  <a:pt x="0" y="1717851"/>
                </a:lnTo>
                <a:lnTo>
                  <a:pt x="53299" y="1717851"/>
                </a:lnTo>
                <a:lnTo>
                  <a:pt x="53299" y="1771150"/>
                </a:lnTo>
                <a:lnTo>
                  <a:pt x="0" y="1771150"/>
                </a:lnTo>
                <a:moveTo>
                  <a:pt x="0" y="1664553"/>
                </a:moveTo>
                <a:lnTo>
                  <a:pt x="0" y="1611254"/>
                </a:lnTo>
                <a:lnTo>
                  <a:pt x="53299" y="1611254"/>
                </a:lnTo>
                <a:lnTo>
                  <a:pt x="53299" y="1664553"/>
                </a:lnTo>
                <a:lnTo>
                  <a:pt x="0" y="1664553"/>
                </a:lnTo>
                <a:moveTo>
                  <a:pt x="0" y="1557956"/>
                </a:moveTo>
                <a:lnTo>
                  <a:pt x="0" y="1504658"/>
                </a:lnTo>
                <a:lnTo>
                  <a:pt x="53299" y="1504658"/>
                </a:lnTo>
                <a:lnTo>
                  <a:pt x="53299" y="1557956"/>
                </a:lnTo>
                <a:lnTo>
                  <a:pt x="0" y="1557956"/>
                </a:lnTo>
                <a:moveTo>
                  <a:pt x="0" y="1451359"/>
                </a:moveTo>
                <a:lnTo>
                  <a:pt x="0" y="1393961"/>
                </a:lnTo>
                <a:lnTo>
                  <a:pt x="53299" y="1393961"/>
                </a:lnTo>
                <a:lnTo>
                  <a:pt x="53299" y="1451359"/>
                </a:lnTo>
                <a:lnTo>
                  <a:pt x="0" y="1451359"/>
                </a:lnTo>
                <a:moveTo>
                  <a:pt x="0" y="1340662"/>
                </a:moveTo>
                <a:lnTo>
                  <a:pt x="0" y="1287364"/>
                </a:lnTo>
                <a:lnTo>
                  <a:pt x="53299" y="1287364"/>
                </a:lnTo>
                <a:lnTo>
                  <a:pt x="53299" y="1340662"/>
                </a:lnTo>
                <a:lnTo>
                  <a:pt x="0" y="1340662"/>
                </a:lnTo>
                <a:moveTo>
                  <a:pt x="0" y="1234065"/>
                </a:moveTo>
                <a:lnTo>
                  <a:pt x="0" y="1180767"/>
                </a:lnTo>
                <a:lnTo>
                  <a:pt x="53299" y="1180767"/>
                </a:lnTo>
                <a:lnTo>
                  <a:pt x="53299" y="1234065"/>
                </a:lnTo>
                <a:lnTo>
                  <a:pt x="0" y="1234065"/>
                </a:lnTo>
                <a:moveTo>
                  <a:pt x="0" y="1127468"/>
                </a:moveTo>
                <a:lnTo>
                  <a:pt x="0" y="1074170"/>
                </a:lnTo>
                <a:lnTo>
                  <a:pt x="53299" y="1074170"/>
                </a:lnTo>
                <a:lnTo>
                  <a:pt x="53299" y="1127468"/>
                </a:lnTo>
                <a:lnTo>
                  <a:pt x="0" y="1127468"/>
                </a:lnTo>
                <a:moveTo>
                  <a:pt x="0" y="1020871"/>
                </a:moveTo>
                <a:lnTo>
                  <a:pt x="0" y="967573"/>
                </a:lnTo>
                <a:lnTo>
                  <a:pt x="53299" y="967573"/>
                </a:lnTo>
                <a:lnTo>
                  <a:pt x="53299" y="1020871"/>
                </a:lnTo>
                <a:lnTo>
                  <a:pt x="0" y="1020871"/>
                </a:lnTo>
                <a:moveTo>
                  <a:pt x="0" y="914274"/>
                </a:moveTo>
                <a:lnTo>
                  <a:pt x="0" y="856876"/>
                </a:lnTo>
                <a:lnTo>
                  <a:pt x="53299" y="856876"/>
                </a:lnTo>
                <a:lnTo>
                  <a:pt x="53299" y="914274"/>
                </a:lnTo>
                <a:lnTo>
                  <a:pt x="0" y="914274"/>
                </a:lnTo>
                <a:moveTo>
                  <a:pt x="0" y="803577"/>
                </a:moveTo>
                <a:lnTo>
                  <a:pt x="0" y="750279"/>
                </a:lnTo>
                <a:lnTo>
                  <a:pt x="53299" y="750279"/>
                </a:lnTo>
                <a:lnTo>
                  <a:pt x="53299" y="803577"/>
                </a:lnTo>
                <a:lnTo>
                  <a:pt x="0" y="803577"/>
                </a:lnTo>
                <a:moveTo>
                  <a:pt x="0" y="696980"/>
                </a:moveTo>
                <a:lnTo>
                  <a:pt x="0" y="643682"/>
                </a:lnTo>
                <a:lnTo>
                  <a:pt x="53299" y="643682"/>
                </a:lnTo>
                <a:lnTo>
                  <a:pt x="53299" y="696980"/>
                </a:lnTo>
                <a:lnTo>
                  <a:pt x="0" y="696980"/>
                </a:lnTo>
                <a:moveTo>
                  <a:pt x="0" y="590383"/>
                </a:moveTo>
                <a:lnTo>
                  <a:pt x="0" y="537085"/>
                </a:lnTo>
                <a:lnTo>
                  <a:pt x="53299" y="537085"/>
                </a:lnTo>
                <a:lnTo>
                  <a:pt x="53299" y="590383"/>
                </a:lnTo>
                <a:lnTo>
                  <a:pt x="0" y="590383"/>
                </a:lnTo>
                <a:moveTo>
                  <a:pt x="0" y="483786"/>
                </a:moveTo>
                <a:lnTo>
                  <a:pt x="0" y="467387"/>
                </a:lnTo>
                <a:lnTo>
                  <a:pt x="4100" y="426388"/>
                </a:lnTo>
                <a:lnTo>
                  <a:pt x="57398" y="430488"/>
                </a:lnTo>
                <a:lnTo>
                  <a:pt x="53299" y="471487"/>
                </a:lnTo>
                <a:lnTo>
                  <a:pt x="53299" y="467387"/>
                </a:lnTo>
                <a:lnTo>
                  <a:pt x="53299" y="483786"/>
                </a:lnTo>
                <a:lnTo>
                  <a:pt x="0" y="483786"/>
                </a:lnTo>
                <a:moveTo>
                  <a:pt x="12300" y="373090"/>
                </a:moveTo>
                <a:lnTo>
                  <a:pt x="12300" y="368990"/>
                </a:lnTo>
                <a:lnTo>
                  <a:pt x="24599" y="319791"/>
                </a:lnTo>
                <a:lnTo>
                  <a:pt x="24599" y="315691"/>
                </a:lnTo>
                <a:lnTo>
                  <a:pt x="77898" y="332091"/>
                </a:lnTo>
                <a:lnTo>
                  <a:pt x="73798" y="336191"/>
                </a:lnTo>
                <a:lnTo>
                  <a:pt x="65598" y="381289"/>
                </a:lnTo>
                <a:lnTo>
                  <a:pt x="65598" y="377189"/>
                </a:lnTo>
                <a:lnTo>
                  <a:pt x="65598" y="381289"/>
                </a:lnTo>
                <a:lnTo>
                  <a:pt x="12300" y="373090"/>
                </a:lnTo>
                <a:moveTo>
                  <a:pt x="45099" y="262393"/>
                </a:moveTo>
                <a:lnTo>
                  <a:pt x="61498" y="229594"/>
                </a:lnTo>
                <a:lnTo>
                  <a:pt x="73798" y="213194"/>
                </a:lnTo>
                <a:lnTo>
                  <a:pt x="118897" y="241893"/>
                </a:lnTo>
                <a:lnTo>
                  <a:pt x="106597" y="258293"/>
                </a:lnTo>
                <a:lnTo>
                  <a:pt x="110697" y="254193"/>
                </a:lnTo>
                <a:lnTo>
                  <a:pt x="94297" y="286992"/>
                </a:lnTo>
                <a:lnTo>
                  <a:pt x="45099" y="262393"/>
                </a:lnTo>
                <a:moveTo>
                  <a:pt x="102497" y="163995"/>
                </a:moveTo>
                <a:lnTo>
                  <a:pt x="114797" y="151696"/>
                </a:lnTo>
                <a:lnTo>
                  <a:pt x="139396" y="122997"/>
                </a:lnTo>
                <a:lnTo>
                  <a:pt x="180395" y="159895"/>
                </a:lnTo>
                <a:lnTo>
                  <a:pt x="155796" y="184495"/>
                </a:lnTo>
                <a:lnTo>
                  <a:pt x="147596" y="196795"/>
                </a:lnTo>
                <a:lnTo>
                  <a:pt x="102497" y="163995"/>
                </a:lnTo>
                <a:moveTo>
                  <a:pt x="184495" y="81998"/>
                </a:moveTo>
                <a:lnTo>
                  <a:pt x="221394" y="53299"/>
                </a:lnTo>
                <a:lnTo>
                  <a:pt x="229593" y="49199"/>
                </a:lnTo>
                <a:lnTo>
                  <a:pt x="258293" y="94297"/>
                </a:lnTo>
                <a:lnTo>
                  <a:pt x="250093" y="98397"/>
                </a:lnTo>
                <a:lnTo>
                  <a:pt x="254193" y="98397"/>
                </a:lnTo>
                <a:lnTo>
                  <a:pt x="217294" y="127096"/>
                </a:lnTo>
                <a:lnTo>
                  <a:pt x="184495" y="81998"/>
                </a:lnTo>
                <a:moveTo>
                  <a:pt x="278792" y="20499"/>
                </a:moveTo>
                <a:lnTo>
                  <a:pt x="307491" y="8200"/>
                </a:lnTo>
                <a:lnTo>
                  <a:pt x="332091" y="0"/>
                </a:lnTo>
                <a:lnTo>
                  <a:pt x="348490" y="49199"/>
                </a:lnTo>
                <a:lnTo>
                  <a:pt x="323891" y="57399"/>
                </a:lnTo>
                <a:lnTo>
                  <a:pt x="327991" y="57399"/>
                </a:lnTo>
                <a:lnTo>
                  <a:pt x="303391" y="69698"/>
                </a:lnTo>
                <a:lnTo>
                  <a:pt x="278792" y="204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df-path-98">
            <a:extLst xmlns:a="http://schemas.openxmlformats.org/drawingml/2006/main">
              <a:ext uri="{FF2B5EF4-FFF2-40B4-BE49-F238E27FC236}">
                <a16:creationId xmlns:a16="http://schemas.microsoft.com/office/drawing/2014/main" id="{818B9BFE-A651-4017-A56D-D5BB799C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586" y="312136"/>
            <a:ext cx="1885947" cy="65598"/>
          </a:xfrm>
          <a:custGeom xmlns:a="http://schemas.openxmlformats.org/drawingml/2006/main">
            <a:pathLst>
              <a:path w="1885947" h="65598">
                <a:moveTo>
                  <a:pt x="0" y="12300"/>
                </a:moveTo>
                <a:lnTo>
                  <a:pt x="12300" y="8200"/>
                </a:lnTo>
                <a:lnTo>
                  <a:pt x="53298" y="4100"/>
                </a:lnTo>
                <a:lnTo>
                  <a:pt x="61498" y="57398"/>
                </a:lnTo>
                <a:lnTo>
                  <a:pt x="24599" y="61498"/>
                </a:lnTo>
                <a:lnTo>
                  <a:pt x="12300" y="65598"/>
                </a:lnTo>
                <a:lnTo>
                  <a:pt x="0" y="12300"/>
                </a:lnTo>
                <a:moveTo>
                  <a:pt x="110697" y="0"/>
                </a:moveTo>
                <a:lnTo>
                  <a:pt x="114797" y="0"/>
                </a:lnTo>
                <a:lnTo>
                  <a:pt x="163995" y="0"/>
                </a:lnTo>
                <a:lnTo>
                  <a:pt x="163995" y="53298"/>
                </a:lnTo>
                <a:lnTo>
                  <a:pt x="114797" y="53298"/>
                </a:lnTo>
                <a:lnTo>
                  <a:pt x="110697" y="0"/>
                </a:lnTo>
                <a:moveTo>
                  <a:pt x="221394" y="0"/>
                </a:moveTo>
                <a:lnTo>
                  <a:pt x="274692" y="0"/>
                </a:lnTo>
                <a:lnTo>
                  <a:pt x="274692" y="53298"/>
                </a:lnTo>
                <a:lnTo>
                  <a:pt x="221394" y="53298"/>
                </a:lnTo>
                <a:lnTo>
                  <a:pt x="221394" y="0"/>
                </a:lnTo>
                <a:moveTo>
                  <a:pt x="327991" y="0"/>
                </a:moveTo>
                <a:lnTo>
                  <a:pt x="381289" y="0"/>
                </a:lnTo>
                <a:lnTo>
                  <a:pt x="381289" y="53298"/>
                </a:lnTo>
                <a:lnTo>
                  <a:pt x="327991" y="53298"/>
                </a:lnTo>
                <a:lnTo>
                  <a:pt x="327991" y="0"/>
                </a:lnTo>
                <a:moveTo>
                  <a:pt x="434588" y="0"/>
                </a:moveTo>
                <a:lnTo>
                  <a:pt x="487886" y="0"/>
                </a:lnTo>
                <a:lnTo>
                  <a:pt x="487886" y="53298"/>
                </a:lnTo>
                <a:lnTo>
                  <a:pt x="434588" y="53298"/>
                </a:lnTo>
                <a:lnTo>
                  <a:pt x="434588" y="0"/>
                </a:lnTo>
                <a:moveTo>
                  <a:pt x="541185" y="0"/>
                </a:moveTo>
                <a:lnTo>
                  <a:pt x="594483" y="0"/>
                </a:lnTo>
                <a:lnTo>
                  <a:pt x="594483" y="53298"/>
                </a:lnTo>
                <a:lnTo>
                  <a:pt x="541185" y="53298"/>
                </a:lnTo>
                <a:lnTo>
                  <a:pt x="541185" y="0"/>
                </a:lnTo>
                <a:moveTo>
                  <a:pt x="647782" y="0"/>
                </a:moveTo>
                <a:lnTo>
                  <a:pt x="701080" y="0"/>
                </a:lnTo>
                <a:lnTo>
                  <a:pt x="701080" y="53298"/>
                </a:lnTo>
                <a:lnTo>
                  <a:pt x="647782" y="53298"/>
                </a:lnTo>
                <a:lnTo>
                  <a:pt x="647782" y="0"/>
                </a:lnTo>
                <a:moveTo>
                  <a:pt x="758478" y="0"/>
                </a:moveTo>
                <a:lnTo>
                  <a:pt x="811777" y="0"/>
                </a:lnTo>
                <a:lnTo>
                  <a:pt x="811777" y="53298"/>
                </a:lnTo>
                <a:lnTo>
                  <a:pt x="758478" y="53298"/>
                </a:lnTo>
                <a:lnTo>
                  <a:pt x="758478" y="0"/>
                </a:lnTo>
                <a:moveTo>
                  <a:pt x="865075" y="0"/>
                </a:moveTo>
                <a:lnTo>
                  <a:pt x="918374" y="0"/>
                </a:lnTo>
                <a:lnTo>
                  <a:pt x="918374" y="53298"/>
                </a:lnTo>
                <a:lnTo>
                  <a:pt x="865075" y="53298"/>
                </a:lnTo>
                <a:lnTo>
                  <a:pt x="865075" y="0"/>
                </a:lnTo>
                <a:moveTo>
                  <a:pt x="971673" y="0"/>
                </a:moveTo>
                <a:lnTo>
                  <a:pt x="1024971" y="0"/>
                </a:lnTo>
                <a:lnTo>
                  <a:pt x="1024971" y="53298"/>
                </a:lnTo>
                <a:lnTo>
                  <a:pt x="971673" y="53298"/>
                </a:lnTo>
                <a:lnTo>
                  <a:pt x="971673" y="0"/>
                </a:lnTo>
                <a:moveTo>
                  <a:pt x="1078269" y="0"/>
                </a:moveTo>
                <a:lnTo>
                  <a:pt x="1131568" y="0"/>
                </a:lnTo>
                <a:lnTo>
                  <a:pt x="1131568" y="53298"/>
                </a:lnTo>
                <a:lnTo>
                  <a:pt x="1078269" y="53298"/>
                </a:lnTo>
                <a:lnTo>
                  <a:pt x="1078269" y="0"/>
                </a:lnTo>
                <a:moveTo>
                  <a:pt x="1184866" y="0"/>
                </a:moveTo>
                <a:lnTo>
                  <a:pt x="1242265" y="0"/>
                </a:lnTo>
                <a:lnTo>
                  <a:pt x="1242265" y="53298"/>
                </a:lnTo>
                <a:lnTo>
                  <a:pt x="1184866" y="53298"/>
                </a:lnTo>
                <a:lnTo>
                  <a:pt x="1184866" y="0"/>
                </a:lnTo>
                <a:moveTo>
                  <a:pt x="1295563" y="0"/>
                </a:moveTo>
                <a:lnTo>
                  <a:pt x="1348862" y="0"/>
                </a:lnTo>
                <a:lnTo>
                  <a:pt x="1348862" y="53298"/>
                </a:lnTo>
                <a:lnTo>
                  <a:pt x="1295563" y="53298"/>
                </a:lnTo>
                <a:lnTo>
                  <a:pt x="1295563" y="0"/>
                </a:lnTo>
                <a:moveTo>
                  <a:pt x="1402160" y="0"/>
                </a:moveTo>
                <a:lnTo>
                  <a:pt x="1455459" y="0"/>
                </a:lnTo>
                <a:lnTo>
                  <a:pt x="1455459" y="53298"/>
                </a:lnTo>
                <a:lnTo>
                  <a:pt x="1402160" y="53298"/>
                </a:lnTo>
                <a:lnTo>
                  <a:pt x="1402160" y="0"/>
                </a:lnTo>
                <a:moveTo>
                  <a:pt x="1508757" y="0"/>
                </a:moveTo>
                <a:lnTo>
                  <a:pt x="1562056" y="0"/>
                </a:lnTo>
                <a:lnTo>
                  <a:pt x="1562056" y="53298"/>
                </a:lnTo>
                <a:lnTo>
                  <a:pt x="1508757" y="53298"/>
                </a:lnTo>
                <a:lnTo>
                  <a:pt x="1508757" y="0"/>
                </a:lnTo>
                <a:moveTo>
                  <a:pt x="1615354" y="0"/>
                </a:moveTo>
                <a:lnTo>
                  <a:pt x="1668653" y="0"/>
                </a:lnTo>
                <a:lnTo>
                  <a:pt x="1668653" y="53298"/>
                </a:lnTo>
                <a:lnTo>
                  <a:pt x="1615354" y="53298"/>
                </a:lnTo>
                <a:lnTo>
                  <a:pt x="1615354" y="0"/>
                </a:lnTo>
                <a:moveTo>
                  <a:pt x="1726051" y="0"/>
                </a:moveTo>
                <a:lnTo>
                  <a:pt x="1779350" y="0"/>
                </a:lnTo>
                <a:lnTo>
                  <a:pt x="1779350" y="53298"/>
                </a:lnTo>
                <a:lnTo>
                  <a:pt x="1726051" y="53298"/>
                </a:lnTo>
                <a:lnTo>
                  <a:pt x="1726051" y="0"/>
                </a:lnTo>
                <a:moveTo>
                  <a:pt x="1832648" y="0"/>
                </a:moveTo>
                <a:lnTo>
                  <a:pt x="1885947" y="0"/>
                </a:lnTo>
                <a:lnTo>
                  <a:pt x="1885947" y="53298"/>
                </a:lnTo>
                <a:lnTo>
                  <a:pt x="1832648" y="53298"/>
                </a:lnTo>
                <a:lnTo>
                  <a:pt x="1832648" y="0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df-path-99">
            <a:extLst xmlns:a="http://schemas.openxmlformats.org/drawingml/2006/main">
              <a:ext uri="{FF2B5EF4-FFF2-40B4-BE49-F238E27FC236}">
                <a16:creationId xmlns:a16="http://schemas.microsoft.com/office/drawing/2014/main" id="{C7F897E5-8E36-4306-81F5-CBA655D9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0831" y="312137"/>
            <a:ext cx="1840848" cy="229593"/>
          </a:xfrm>
          <a:custGeom xmlns:a="http://schemas.openxmlformats.org/drawingml/2006/main">
            <a:pathLst>
              <a:path w="1840848" h="229593">
                <a:moveTo>
                  <a:pt x="0" y="0"/>
                </a:moveTo>
                <a:lnTo>
                  <a:pt x="53299" y="0"/>
                </a:lnTo>
                <a:lnTo>
                  <a:pt x="53299" y="53298"/>
                </a:lnTo>
                <a:lnTo>
                  <a:pt x="0" y="53298"/>
                </a:lnTo>
                <a:lnTo>
                  <a:pt x="0" y="0"/>
                </a:lnTo>
                <a:moveTo>
                  <a:pt x="106597" y="0"/>
                </a:moveTo>
                <a:lnTo>
                  <a:pt x="159895" y="0"/>
                </a:lnTo>
                <a:lnTo>
                  <a:pt x="159895" y="53298"/>
                </a:lnTo>
                <a:lnTo>
                  <a:pt x="106597" y="53298"/>
                </a:lnTo>
                <a:lnTo>
                  <a:pt x="106597" y="0"/>
                </a:lnTo>
                <a:moveTo>
                  <a:pt x="213194" y="0"/>
                </a:moveTo>
                <a:lnTo>
                  <a:pt x="266492" y="0"/>
                </a:lnTo>
                <a:lnTo>
                  <a:pt x="266492" y="53298"/>
                </a:lnTo>
                <a:lnTo>
                  <a:pt x="213194" y="53298"/>
                </a:lnTo>
                <a:lnTo>
                  <a:pt x="213194" y="0"/>
                </a:lnTo>
                <a:moveTo>
                  <a:pt x="323891" y="0"/>
                </a:moveTo>
                <a:lnTo>
                  <a:pt x="377189" y="0"/>
                </a:lnTo>
                <a:lnTo>
                  <a:pt x="377189" y="53298"/>
                </a:lnTo>
                <a:lnTo>
                  <a:pt x="323891" y="53298"/>
                </a:lnTo>
                <a:lnTo>
                  <a:pt x="323891" y="0"/>
                </a:lnTo>
                <a:moveTo>
                  <a:pt x="430488" y="0"/>
                </a:moveTo>
                <a:lnTo>
                  <a:pt x="483786" y="0"/>
                </a:lnTo>
                <a:lnTo>
                  <a:pt x="483786" y="53298"/>
                </a:lnTo>
                <a:lnTo>
                  <a:pt x="430488" y="53298"/>
                </a:lnTo>
                <a:lnTo>
                  <a:pt x="430488" y="0"/>
                </a:lnTo>
                <a:moveTo>
                  <a:pt x="537085" y="0"/>
                </a:moveTo>
                <a:lnTo>
                  <a:pt x="590383" y="0"/>
                </a:lnTo>
                <a:lnTo>
                  <a:pt x="590383" y="53298"/>
                </a:lnTo>
                <a:lnTo>
                  <a:pt x="537085" y="53298"/>
                </a:lnTo>
                <a:lnTo>
                  <a:pt x="537085" y="0"/>
                </a:lnTo>
                <a:moveTo>
                  <a:pt x="643682" y="0"/>
                </a:moveTo>
                <a:lnTo>
                  <a:pt x="696980" y="0"/>
                </a:lnTo>
                <a:lnTo>
                  <a:pt x="696980" y="53298"/>
                </a:lnTo>
                <a:lnTo>
                  <a:pt x="643682" y="53298"/>
                </a:lnTo>
                <a:lnTo>
                  <a:pt x="643682" y="0"/>
                </a:lnTo>
                <a:moveTo>
                  <a:pt x="750279" y="0"/>
                </a:moveTo>
                <a:lnTo>
                  <a:pt x="807677" y="0"/>
                </a:lnTo>
                <a:lnTo>
                  <a:pt x="807677" y="53298"/>
                </a:lnTo>
                <a:lnTo>
                  <a:pt x="750279" y="53298"/>
                </a:lnTo>
                <a:lnTo>
                  <a:pt x="750279" y="0"/>
                </a:lnTo>
                <a:moveTo>
                  <a:pt x="860975" y="0"/>
                </a:moveTo>
                <a:lnTo>
                  <a:pt x="914274" y="0"/>
                </a:lnTo>
                <a:lnTo>
                  <a:pt x="914274" y="53298"/>
                </a:lnTo>
                <a:lnTo>
                  <a:pt x="860975" y="53298"/>
                </a:lnTo>
                <a:lnTo>
                  <a:pt x="860975" y="0"/>
                </a:lnTo>
                <a:moveTo>
                  <a:pt x="967573" y="0"/>
                </a:moveTo>
                <a:lnTo>
                  <a:pt x="1020871" y="0"/>
                </a:lnTo>
                <a:lnTo>
                  <a:pt x="1020871" y="53298"/>
                </a:lnTo>
                <a:lnTo>
                  <a:pt x="967573" y="53298"/>
                </a:lnTo>
                <a:lnTo>
                  <a:pt x="967573" y="0"/>
                </a:lnTo>
                <a:moveTo>
                  <a:pt x="1074169" y="0"/>
                </a:moveTo>
                <a:lnTo>
                  <a:pt x="1127468" y="0"/>
                </a:lnTo>
                <a:lnTo>
                  <a:pt x="1127468" y="53298"/>
                </a:lnTo>
                <a:lnTo>
                  <a:pt x="1074169" y="53298"/>
                </a:lnTo>
                <a:lnTo>
                  <a:pt x="1074169" y="0"/>
                </a:lnTo>
                <a:moveTo>
                  <a:pt x="1180767" y="0"/>
                </a:moveTo>
                <a:lnTo>
                  <a:pt x="1234065" y="0"/>
                </a:lnTo>
                <a:lnTo>
                  <a:pt x="1234065" y="53298"/>
                </a:lnTo>
                <a:lnTo>
                  <a:pt x="1180767" y="53298"/>
                </a:lnTo>
                <a:lnTo>
                  <a:pt x="1180767" y="0"/>
                </a:lnTo>
                <a:moveTo>
                  <a:pt x="1287364" y="0"/>
                </a:moveTo>
                <a:lnTo>
                  <a:pt x="1344762" y="0"/>
                </a:lnTo>
                <a:lnTo>
                  <a:pt x="1344762" y="53298"/>
                </a:lnTo>
                <a:lnTo>
                  <a:pt x="1287364" y="53298"/>
                </a:lnTo>
                <a:lnTo>
                  <a:pt x="1287364" y="0"/>
                </a:lnTo>
                <a:moveTo>
                  <a:pt x="1398060" y="0"/>
                </a:moveTo>
                <a:lnTo>
                  <a:pt x="1443159" y="0"/>
                </a:lnTo>
                <a:lnTo>
                  <a:pt x="1451359" y="0"/>
                </a:lnTo>
                <a:lnTo>
                  <a:pt x="1447259" y="53298"/>
                </a:lnTo>
                <a:lnTo>
                  <a:pt x="1443159" y="53298"/>
                </a:lnTo>
                <a:lnTo>
                  <a:pt x="1398060" y="53298"/>
                </a:lnTo>
                <a:lnTo>
                  <a:pt x="1398060" y="0"/>
                </a:lnTo>
                <a:moveTo>
                  <a:pt x="1508757" y="4100"/>
                </a:moveTo>
                <a:lnTo>
                  <a:pt x="1545656" y="8200"/>
                </a:lnTo>
                <a:lnTo>
                  <a:pt x="1562056" y="12300"/>
                </a:lnTo>
                <a:lnTo>
                  <a:pt x="1549756" y="65598"/>
                </a:lnTo>
                <a:lnTo>
                  <a:pt x="1533356" y="61498"/>
                </a:lnTo>
                <a:lnTo>
                  <a:pt x="1500558" y="57398"/>
                </a:lnTo>
                <a:lnTo>
                  <a:pt x="1508757" y="4100"/>
                </a:lnTo>
                <a:moveTo>
                  <a:pt x="1615354" y="28699"/>
                </a:moveTo>
                <a:lnTo>
                  <a:pt x="1639953" y="36899"/>
                </a:lnTo>
                <a:lnTo>
                  <a:pt x="1668653" y="53298"/>
                </a:lnTo>
                <a:lnTo>
                  <a:pt x="1644054" y="102497"/>
                </a:lnTo>
                <a:lnTo>
                  <a:pt x="1615354" y="86098"/>
                </a:lnTo>
                <a:lnTo>
                  <a:pt x="1619454" y="86098"/>
                </a:lnTo>
                <a:lnTo>
                  <a:pt x="1598955" y="81998"/>
                </a:lnTo>
                <a:lnTo>
                  <a:pt x="1615354" y="28699"/>
                </a:lnTo>
                <a:moveTo>
                  <a:pt x="1717851" y="81998"/>
                </a:moveTo>
                <a:lnTo>
                  <a:pt x="1721951" y="81998"/>
                </a:lnTo>
                <a:lnTo>
                  <a:pt x="1762950" y="110697"/>
                </a:lnTo>
                <a:lnTo>
                  <a:pt x="1762950" y="114797"/>
                </a:lnTo>
                <a:lnTo>
                  <a:pt x="1730151" y="155796"/>
                </a:lnTo>
                <a:lnTo>
                  <a:pt x="1726051" y="151696"/>
                </a:lnTo>
                <a:lnTo>
                  <a:pt x="1726051" y="155796"/>
                </a:lnTo>
                <a:lnTo>
                  <a:pt x="1693252" y="127096"/>
                </a:lnTo>
                <a:lnTo>
                  <a:pt x="1689152" y="127096"/>
                </a:lnTo>
                <a:lnTo>
                  <a:pt x="1717851" y="81998"/>
                </a:lnTo>
                <a:moveTo>
                  <a:pt x="1803949" y="155796"/>
                </a:moveTo>
                <a:lnTo>
                  <a:pt x="1828548" y="180395"/>
                </a:lnTo>
                <a:lnTo>
                  <a:pt x="1840848" y="196794"/>
                </a:lnTo>
                <a:lnTo>
                  <a:pt x="1799849" y="229593"/>
                </a:lnTo>
                <a:lnTo>
                  <a:pt x="1787549" y="213194"/>
                </a:lnTo>
                <a:lnTo>
                  <a:pt x="1767050" y="192695"/>
                </a:lnTo>
                <a:lnTo>
                  <a:pt x="1803949" y="155796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0964391B-8B8C-430B-9BC3-55ECA6F8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378" y="558129"/>
            <a:ext cx="114797" cy="1881847"/>
          </a:xfrm>
          <a:custGeom xmlns:a="http://schemas.openxmlformats.org/drawingml/2006/main">
            <a:pathLst>
              <a:path w="114797" h="1881847">
                <a:moveTo>
                  <a:pt x="45099" y="0"/>
                </a:moveTo>
                <a:lnTo>
                  <a:pt x="53299" y="12300"/>
                </a:lnTo>
                <a:lnTo>
                  <a:pt x="69698" y="49199"/>
                </a:lnTo>
                <a:lnTo>
                  <a:pt x="20499" y="69698"/>
                </a:lnTo>
                <a:lnTo>
                  <a:pt x="4100" y="36899"/>
                </a:lnTo>
                <a:lnTo>
                  <a:pt x="8200" y="40999"/>
                </a:lnTo>
                <a:lnTo>
                  <a:pt x="0" y="24599"/>
                </a:lnTo>
                <a:lnTo>
                  <a:pt x="45099" y="0"/>
                </a:lnTo>
                <a:moveTo>
                  <a:pt x="90198" y="102497"/>
                </a:moveTo>
                <a:lnTo>
                  <a:pt x="90198" y="102497"/>
                </a:lnTo>
                <a:lnTo>
                  <a:pt x="102497" y="151696"/>
                </a:lnTo>
                <a:lnTo>
                  <a:pt x="106597" y="159895"/>
                </a:lnTo>
                <a:lnTo>
                  <a:pt x="53299" y="168095"/>
                </a:lnTo>
                <a:lnTo>
                  <a:pt x="49199" y="159895"/>
                </a:lnTo>
                <a:lnTo>
                  <a:pt x="53299" y="163995"/>
                </a:lnTo>
                <a:lnTo>
                  <a:pt x="40999" y="118897"/>
                </a:lnTo>
                <a:lnTo>
                  <a:pt x="90198" y="102497"/>
                </a:lnTo>
                <a:moveTo>
                  <a:pt x="110697" y="213194"/>
                </a:moveTo>
                <a:lnTo>
                  <a:pt x="114797" y="250093"/>
                </a:lnTo>
                <a:lnTo>
                  <a:pt x="114797" y="270592"/>
                </a:lnTo>
                <a:lnTo>
                  <a:pt x="61498" y="270592"/>
                </a:lnTo>
                <a:lnTo>
                  <a:pt x="61498" y="250093"/>
                </a:lnTo>
                <a:lnTo>
                  <a:pt x="61498" y="254193"/>
                </a:lnTo>
                <a:lnTo>
                  <a:pt x="57399" y="217294"/>
                </a:lnTo>
                <a:lnTo>
                  <a:pt x="110697" y="213194"/>
                </a:lnTo>
                <a:moveTo>
                  <a:pt x="114797" y="323891"/>
                </a:moveTo>
                <a:lnTo>
                  <a:pt x="114797" y="377189"/>
                </a:lnTo>
                <a:lnTo>
                  <a:pt x="61498" y="377189"/>
                </a:lnTo>
                <a:lnTo>
                  <a:pt x="61498" y="323891"/>
                </a:lnTo>
                <a:lnTo>
                  <a:pt x="114797" y="323891"/>
                </a:lnTo>
                <a:moveTo>
                  <a:pt x="114797" y="430488"/>
                </a:moveTo>
                <a:lnTo>
                  <a:pt x="114797" y="483786"/>
                </a:lnTo>
                <a:lnTo>
                  <a:pt x="61498" y="483786"/>
                </a:lnTo>
                <a:lnTo>
                  <a:pt x="61498" y="430488"/>
                </a:lnTo>
                <a:lnTo>
                  <a:pt x="114797" y="430488"/>
                </a:lnTo>
                <a:moveTo>
                  <a:pt x="114797" y="537085"/>
                </a:moveTo>
                <a:lnTo>
                  <a:pt x="114797" y="590383"/>
                </a:lnTo>
                <a:lnTo>
                  <a:pt x="61498" y="590383"/>
                </a:lnTo>
                <a:lnTo>
                  <a:pt x="61498" y="537085"/>
                </a:lnTo>
                <a:lnTo>
                  <a:pt x="114797" y="537085"/>
                </a:lnTo>
                <a:moveTo>
                  <a:pt x="114797" y="643682"/>
                </a:moveTo>
                <a:lnTo>
                  <a:pt x="114797" y="701080"/>
                </a:lnTo>
                <a:lnTo>
                  <a:pt x="61498" y="701080"/>
                </a:lnTo>
                <a:lnTo>
                  <a:pt x="61498" y="643682"/>
                </a:lnTo>
                <a:lnTo>
                  <a:pt x="114797" y="643682"/>
                </a:lnTo>
                <a:moveTo>
                  <a:pt x="114797" y="754379"/>
                </a:moveTo>
                <a:lnTo>
                  <a:pt x="114797" y="807677"/>
                </a:lnTo>
                <a:lnTo>
                  <a:pt x="61498" y="807677"/>
                </a:lnTo>
                <a:lnTo>
                  <a:pt x="61498" y="754379"/>
                </a:lnTo>
                <a:lnTo>
                  <a:pt x="114797" y="754379"/>
                </a:lnTo>
                <a:moveTo>
                  <a:pt x="114797" y="860976"/>
                </a:moveTo>
                <a:lnTo>
                  <a:pt x="114797" y="914274"/>
                </a:lnTo>
                <a:lnTo>
                  <a:pt x="61498" y="914274"/>
                </a:lnTo>
                <a:lnTo>
                  <a:pt x="61498" y="860976"/>
                </a:lnTo>
                <a:lnTo>
                  <a:pt x="114797" y="860976"/>
                </a:lnTo>
                <a:moveTo>
                  <a:pt x="114797" y="967573"/>
                </a:moveTo>
                <a:lnTo>
                  <a:pt x="114797" y="1020871"/>
                </a:lnTo>
                <a:lnTo>
                  <a:pt x="61498" y="1020871"/>
                </a:lnTo>
                <a:lnTo>
                  <a:pt x="61498" y="967573"/>
                </a:lnTo>
                <a:lnTo>
                  <a:pt x="114797" y="967573"/>
                </a:lnTo>
                <a:moveTo>
                  <a:pt x="114797" y="1074169"/>
                </a:moveTo>
                <a:lnTo>
                  <a:pt x="114797" y="1127468"/>
                </a:lnTo>
                <a:lnTo>
                  <a:pt x="61498" y="1127468"/>
                </a:lnTo>
                <a:lnTo>
                  <a:pt x="61498" y="1074169"/>
                </a:lnTo>
                <a:lnTo>
                  <a:pt x="114797" y="1074169"/>
                </a:lnTo>
                <a:moveTo>
                  <a:pt x="114797" y="1180767"/>
                </a:moveTo>
                <a:lnTo>
                  <a:pt x="114797" y="1238165"/>
                </a:lnTo>
                <a:lnTo>
                  <a:pt x="61498" y="1238165"/>
                </a:lnTo>
                <a:lnTo>
                  <a:pt x="61498" y="1180767"/>
                </a:lnTo>
                <a:lnTo>
                  <a:pt x="114797" y="1180767"/>
                </a:lnTo>
                <a:moveTo>
                  <a:pt x="114797" y="1291463"/>
                </a:moveTo>
                <a:lnTo>
                  <a:pt x="114797" y="1344762"/>
                </a:lnTo>
                <a:lnTo>
                  <a:pt x="61498" y="1344762"/>
                </a:lnTo>
                <a:lnTo>
                  <a:pt x="61498" y="1291463"/>
                </a:lnTo>
                <a:lnTo>
                  <a:pt x="114797" y="1291463"/>
                </a:lnTo>
                <a:moveTo>
                  <a:pt x="114797" y="1398060"/>
                </a:moveTo>
                <a:lnTo>
                  <a:pt x="114797" y="1451359"/>
                </a:lnTo>
                <a:lnTo>
                  <a:pt x="61498" y="1451359"/>
                </a:lnTo>
                <a:lnTo>
                  <a:pt x="61498" y="1398060"/>
                </a:lnTo>
                <a:lnTo>
                  <a:pt x="114797" y="1398060"/>
                </a:lnTo>
                <a:moveTo>
                  <a:pt x="114797" y="1504657"/>
                </a:moveTo>
                <a:lnTo>
                  <a:pt x="114797" y="1557956"/>
                </a:lnTo>
                <a:lnTo>
                  <a:pt x="61498" y="1557956"/>
                </a:lnTo>
                <a:lnTo>
                  <a:pt x="61498" y="1504657"/>
                </a:lnTo>
                <a:lnTo>
                  <a:pt x="114797" y="1504657"/>
                </a:lnTo>
                <a:moveTo>
                  <a:pt x="114797" y="1611254"/>
                </a:moveTo>
                <a:lnTo>
                  <a:pt x="114797" y="1664553"/>
                </a:lnTo>
                <a:lnTo>
                  <a:pt x="61498" y="1664553"/>
                </a:lnTo>
                <a:lnTo>
                  <a:pt x="61498" y="1611254"/>
                </a:lnTo>
                <a:lnTo>
                  <a:pt x="114797" y="1611254"/>
                </a:lnTo>
                <a:moveTo>
                  <a:pt x="114797" y="1721951"/>
                </a:moveTo>
                <a:lnTo>
                  <a:pt x="114797" y="1775249"/>
                </a:lnTo>
                <a:lnTo>
                  <a:pt x="61498" y="1775249"/>
                </a:lnTo>
                <a:lnTo>
                  <a:pt x="61498" y="1721951"/>
                </a:lnTo>
                <a:lnTo>
                  <a:pt x="114797" y="1721951"/>
                </a:lnTo>
                <a:moveTo>
                  <a:pt x="114797" y="1828548"/>
                </a:moveTo>
                <a:lnTo>
                  <a:pt x="114797" y="1881847"/>
                </a:lnTo>
                <a:lnTo>
                  <a:pt x="61498" y="1881847"/>
                </a:lnTo>
                <a:lnTo>
                  <a:pt x="61498" y="1828548"/>
                </a:lnTo>
                <a:lnTo>
                  <a:pt x="114797" y="1828548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9F61B930-3FF7-4936-952C-A7CDB030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8380" y="2493274"/>
            <a:ext cx="155796" cy="1873647"/>
          </a:xfrm>
          <a:custGeom xmlns:a="http://schemas.openxmlformats.org/drawingml/2006/main">
            <a:pathLst>
              <a:path w="155796" h="1873647">
                <a:moveTo>
                  <a:pt x="155796" y="0"/>
                </a:moveTo>
                <a:lnTo>
                  <a:pt x="155796" y="53299"/>
                </a:lnTo>
                <a:lnTo>
                  <a:pt x="102497" y="53299"/>
                </a:lnTo>
                <a:lnTo>
                  <a:pt x="102497" y="0"/>
                </a:lnTo>
                <a:lnTo>
                  <a:pt x="155796" y="0"/>
                </a:lnTo>
                <a:moveTo>
                  <a:pt x="155796" y="106597"/>
                </a:moveTo>
                <a:lnTo>
                  <a:pt x="155796" y="159895"/>
                </a:lnTo>
                <a:lnTo>
                  <a:pt x="102497" y="159895"/>
                </a:lnTo>
                <a:lnTo>
                  <a:pt x="102497" y="106597"/>
                </a:lnTo>
                <a:lnTo>
                  <a:pt x="155796" y="106597"/>
                </a:lnTo>
                <a:moveTo>
                  <a:pt x="155796" y="213194"/>
                </a:moveTo>
                <a:lnTo>
                  <a:pt x="155796" y="266492"/>
                </a:lnTo>
                <a:lnTo>
                  <a:pt x="102497" y="266492"/>
                </a:lnTo>
                <a:lnTo>
                  <a:pt x="102497" y="213194"/>
                </a:lnTo>
                <a:lnTo>
                  <a:pt x="155796" y="213194"/>
                </a:lnTo>
                <a:moveTo>
                  <a:pt x="155796" y="323891"/>
                </a:moveTo>
                <a:lnTo>
                  <a:pt x="155796" y="377189"/>
                </a:lnTo>
                <a:lnTo>
                  <a:pt x="102497" y="377189"/>
                </a:lnTo>
                <a:lnTo>
                  <a:pt x="102497" y="323891"/>
                </a:lnTo>
                <a:lnTo>
                  <a:pt x="155796" y="323891"/>
                </a:lnTo>
                <a:moveTo>
                  <a:pt x="155796" y="430488"/>
                </a:moveTo>
                <a:lnTo>
                  <a:pt x="155796" y="483786"/>
                </a:lnTo>
                <a:lnTo>
                  <a:pt x="102497" y="483786"/>
                </a:lnTo>
                <a:lnTo>
                  <a:pt x="102497" y="430488"/>
                </a:lnTo>
                <a:lnTo>
                  <a:pt x="155796" y="430488"/>
                </a:lnTo>
                <a:moveTo>
                  <a:pt x="155796" y="537085"/>
                </a:moveTo>
                <a:lnTo>
                  <a:pt x="155796" y="590383"/>
                </a:lnTo>
                <a:lnTo>
                  <a:pt x="102497" y="590383"/>
                </a:lnTo>
                <a:lnTo>
                  <a:pt x="102497" y="537085"/>
                </a:lnTo>
                <a:lnTo>
                  <a:pt x="155796" y="537085"/>
                </a:lnTo>
                <a:moveTo>
                  <a:pt x="155796" y="643682"/>
                </a:moveTo>
                <a:lnTo>
                  <a:pt x="155796" y="696980"/>
                </a:lnTo>
                <a:lnTo>
                  <a:pt x="102497" y="696980"/>
                </a:lnTo>
                <a:lnTo>
                  <a:pt x="102497" y="643682"/>
                </a:lnTo>
                <a:lnTo>
                  <a:pt x="155796" y="643682"/>
                </a:lnTo>
                <a:moveTo>
                  <a:pt x="155796" y="750279"/>
                </a:moveTo>
                <a:lnTo>
                  <a:pt x="155796" y="807677"/>
                </a:lnTo>
                <a:lnTo>
                  <a:pt x="102497" y="807677"/>
                </a:lnTo>
                <a:lnTo>
                  <a:pt x="102497" y="750279"/>
                </a:lnTo>
                <a:lnTo>
                  <a:pt x="155796" y="750279"/>
                </a:lnTo>
                <a:moveTo>
                  <a:pt x="155796" y="860975"/>
                </a:moveTo>
                <a:lnTo>
                  <a:pt x="155796" y="914274"/>
                </a:lnTo>
                <a:lnTo>
                  <a:pt x="102497" y="914274"/>
                </a:lnTo>
                <a:lnTo>
                  <a:pt x="102497" y="860975"/>
                </a:lnTo>
                <a:lnTo>
                  <a:pt x="155796" y="860975"/>
                </a:lnTo>
                <a:moveTo>
                  <a:pt x="155796" y="967573"/>
                </a:moveTo>
                <a:lnTo>
                  <a:pt x="155796" y="1020871"/>
                </a:lnTo>
                <a:lnTo>
                  <a:pt x="102497" y="1020871"/>
                </a:lnTo>
                <a:lnTo>
                  <a:pt x="102497" y="967573"/>
                </a:lnTo>
                <a:lnTo>
                  <a:pt x="155796" y="967573"/>
                </a:lnTo>
                <a:moveTo>
                  <a:pt x="155796" y="1074169"/>
                </a:moveTo>
                <a:lnTo>
                  <a:pt x="155796" y="1127468"/>
                </a:lnTo>
                <a:lnTo>
                  <a:pt x="102497" y="1127468"/>
                </a:lnTo>
                <a:lnTo>
                  <a:pt x="102497" y="1074169"/>
                </a:lnTo>
                <a:lnTo>
                  <a:pt x="155796" y="1074169"/>
                </a:lnTo>
                <a:moveTo>
                  <a:pt x="155796" y="1180766"/>
                </a:moveTo>
                <a:lnTo>
                  <a:pt x="155796" y="1234065"/>
                </a:lnTo>
                <a:lnTo>
                  <a:pt x="102497" y="1234065"/>
                </a:lnTo>
                <a:lnTo>
                  <a:pt x="102497" y="1180766"/>
                </a:lnTo>
                <a:lnTo>
                  <a:pt x="155796" y="1180766"/>
                </a:lnTo>
                <a:moveTo>
                  <a:pt x="155796" y="1291463"/>
                </a:moveTo>
                <a:lnTo>
                  <a:pt x="155796" y="1344762"/>
                </a:lnTo>
                <a:lnTo>
                  <a:pt x="102497" y="1344762"/>
                </a:lnTo>
                <a:lnTo>
                  <a:pt x="102497" y="1291463"/>
                </a:lnTo>
                <a:lnTo>
                  <a:pt x="155796" y="1291463"/>
                </a:lnTo>
                <a:moveTo>
                  <a:pt x="155796" y="1398060"/>
                </a:moveTo>
                <a:lnTo>
                  <a:pt x="155796" y="1451359"/>
                </a:lnTo>
                <a:lnTo>
                  <a:pt x="102497" y="1451359"/>
                </a:lnTo>
                <a:lnTo>
                  <a:pt x="102497" y="1398060"/>
                </a:lnTo>
                <a:lnTo>
                  <a:pt x="155796" y="1398060"/>
                </a:lnTo>
                <a:moveTo>
                  <a:pt x="155796" y="1504658"/>
                </a:moveTo>
                <a:lnTo>
                  <a:pt x="155796" y="1553856"/>
                </a:lnTo>
                <a:lnTo>
                  <a:pt x="155796" y="1557956"/>
                </a:lnTo>
                <a:lnTo>
                  <a:pt x="102497" y="1557956"/>
                </a:lnTo>
                <a:lnTo>
                  <a:pt x="102497" y="1553856"/>
                </a:lnTo>
                <a:lnTo>
                  <a:pt x="102497" y="1504658"/>
                </a:lnTo>
                <a:lnTo>
                  <a:pt x="155796" y="1504658"/>
                </a:lnTo>
                <a:moveTo>
                  <a:pt x="151696" y="1615354"/>
                </a:moveTo>
                <a:lnTo>
                  <a:pt x="143496" y="1656353"/>
                </a:lnTo>
                <a:lnTo>
                  <a:pt x="139396" y="1672752"/>
                </a:lnTo>
                <a:lnTo>
                  <a:pt x="90197" y="1656353"/>
                </a:lnTo>
                <a:lnTo>
                  <a:pt x="94297" y="1644054"/>
                </a:lnTo>
                <a:lnTo>
                  <a:pt x="90197" y="1644054"/>
                </a:lnTo>
                <a:lnTo>
                  <a:pt x="98397" y="1607155"/>
                </a:lnTo>
                <a:lnTo>
                  <a:pt x="151696" y="1615354"/>
                </a:lnTo>
                <a:moveTo>
                  <a:pt x="122996" y="1726051"/>
                </a:moveTo>
                <a:lnTo>
                  <a:pt x="114797" y="1746551"/>
                </a:lnTo>
                <a:lnTo>
                  <a:pt x="102497" y="1775250"/>
                </a:lnTo>
                <a:lnTo>
                  <a:pt x="53299" y="1754750"/>
                </a:lnTo>
                <a:lnTo>
                  <a:pt x="65598" y="1726051"/>
                </a:lnTo>
                <a:lnTo>
                  <a:pt x="65598" y="1730151"/>
                </a:lnTo>
                <a:lnTo>
                  <a:pt x="73798" y="1705552"/>
                </a:lnTo>
                <a:lnTo>
                  <a:pt x="122996" y="1726051"/>
                </a:lnTo>
                <a:moveTo>
                  <a:pt x="73798" y="1824448"/>
                </a:moveTo>
                <a:lnTo>
                  <a:pt x="69698" y="1832648"/>
                </a:lnTo>
                <a:lnTo>
                  <a:pt x="40999" y="1869547"/>
                </a:lnTo>
                <a:lnTo>
                  <a:pt x="40999" y="1873647"/>
                </a:lnTo>
                <a:lnTo>
                  <a:pt x="0" y="1836748"/>
                </a:lnTo>
                <a:lnTo>
                  <a:pt x="24599" y="1799849"/>
                </a:lnTo>
                <a:lnTo>
                  <a:pt x="24599" y="1803949"/>
                </a:lnTo>
                <a:lnTo>
                  <a:pt x="28699" y="1799849"/>
                </a:lnTo>
                <a:lnTo>
                  <a:pt x="73798" y="1824448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df-path-102">
            <a:extLst xmlns:a="http://schemas.openxmlformats.org/drawingml/2006/main">
              <a:ext uri="{FF2B5EF4-FFF2-40B4-BE49-F238E27FC236}">
                <a16:creationId xmlns:a16="http://schemas.microsoft.com/office/drawing/2014/main" id="{23F8F6BE-9D3E-45FD-85F7-EE9AFD14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933" y="4366922"/>
            <a:ext cx="1865447" cy="180395"/>
          </a:xfrm>
          <a:custGeom xmlns:a="http://schemas.openxmlformats.org/drawingml/2006/main">
            <a:pathLst>
              <a:path w="1865447" h="180395">
                <a:moveTo>
                  <a:pt x="1865447" y="40999"/>
                </a:moveTo>
                <a:lnTo>
                  <a:pt x="1840848" y="65598"/>
                </a:lnTo>
                <a:lnTo>
                  <a:pt x="1824448" y="77898"/>
                </a:lnTo>
                <a:lnTo>
                  <a:pt x="1791649" y="32799"/>
                </a:lnTo>
                <a:lnTo>
                  <a:pt x="1803949" y="24599"/>
                </a:lnTo>
                <a:lnTo>
                  <a:pt x="1828548" y="0"/>
                </a:lnTo>
                <a:lnTo>
                  <a:pt x="1865447" y="40999"/>
                </a:lnTo>
                <a:moveTo>
                  <a:pt x="1775250" y="106597"/>
                </a:moveTo>
                <a:lnTo>
                  <a:pt x="1758850" y="118897"/>
                </a:lnTo>
                <a:lnTo>
                  <a:pt x="1726051" y="135296"/>
                </a:lnTo>
                <a:lnTo>
                  <a:pt x="1701452" y="86098"/>
                </a:lnTo>
                <a:lnTo>
                  <a:pt x="1734251" y="69698"/>
                </a:lnTo>
                <a:lnTo>
                  <a:pt x="1734251" y="73798"/>
                </a:lnTo>
                <a:lnTo>
                  <a:pt x="1746551" y="61498"/>
                </a:lnTo>
                <a:lnTo>
                  <a:pt x="1775250" y="106597"/>
                </a:lnTo>
                <a:moveTo>
                  <a:pt x="1672752" y="155796"/>
                </a:moveTo>
                <a:lnTo>
                  <a:pt x="1668653" y="155796"/>
                </a:lnTo>
                <a:lnTo>
                  <a:pt x="1623554" y="168095"/>
                </a:lnTo>
                <a:lnTo>
                  <a:pt x="1615354" y="168095"/>
                </a:lnTo>
                <a:lnTo>
                  <a:pt x="1607155" y="114797"/>
                </a:lnTo>
                <a:lnTo>
                  <a:pt x="1611254" y="114797"/>
                </a:lnTo>
                <a:lnTo>
                  <a:pt x="1656353" y="106597"/>
                </a:lnTo>
                <a:lnTo>
                  <a:pt x="1652253" y="106597"/>
                </a:lnTo>
                <a:lnTo>
                  <a:pt x="1656353" y="102497"/>
                </a:lnTo>
                <a:lnTo>
                  <a:pt x="1672752" y="155796"/>
                </a:lnTo>
                <a:moveTo>
                  <a:pt x="1562056" y="176295"/>
                </a:moveTo>
                <a:lnTo>
                  <a:pt x="1521057" y="180395"/>
                </a:lnTo>
                <a:lnTo>
                  <a:pt x="1504657" y="180395"/>
                </a:lnTo>
                <a:lnTo>
                  <a:pt x="1504657" y="127096"/>
                </a:lnTo>
                <a:lnTo>
                  <a:pt x="1521057" y="127096"/>
                </a:lnTo>
                <a:lnTo>
                  <a:pt x="1557956" y="122996"/>
                </a:lnTo>
                <a:lnTo>
                  <a:pt x="1562056" y="176295"/>
                </a:lnTo>
                <a:moveTo>
                  <a:pt x="1451359" y="180395"/>
                </a:moveTo>
                <a:lnTo>
                  <a:pt x="1398060" y="180395"/>
                </a:lnTo>
                <a:lnTo>
                  <a:pt x="1398060" y="127096"/>
                </a:lnTo>
                <a:lnTo>
                  <a:pt x="1451359" y="127096"/>
                </a:lnTo>
                <a:lnTo>
                  <a:pt x="1451359" y="180395"/>
                </a:lnTo>
                <a:moveTo>
                  <a:pt x="1344762" y="180395"/>
                </a:moveTo>
                <a:lnTo>
                  <a:pt x="1291463" y="180395"/>
                </a:lnTo>
                <a:lnTo>
                  <a:pt x="1291463" y="127096"/>
                </a:lnTo>
                <a:lnTo>
                  <a:pt x="1344762" y="127096"/>
                </a:lnTo>
                <a:lnTo>
                  <a:pt x="1344762" y="180395"/>
                </a:lnTo>
                <a:moveTo>
                  <a:pt x="1238165" y="180395"/>
                </a:moveTo>
                <a:lnTo>
                  <a:pt x="1184866" y="180395"/>
                </a:lnTo>
                <a:lnTo>
                  <a:pt x="1184866" y="127096"/>
                </a:lnTo>
                <a:lnTo>
                  <a:pt x="1238165" y="127096"/>
                </a:lnTo>
                <a:lnTo>
                  <a:pt x="1238165" y="180395"/>
                </a:lnTo>
                <a:moveTo>
                  <a:pt x="1131568" y="180395"/>
                </a:moveTo>
                <a:lnTo>
                  <a:pt x="1074169" y="180395"/>
                </a:lnTo>
                <a:lnTo>
                  <a:pt x="1074169" y="127096"/>
                </a:lnTo>
                <a:lnTo>
                  <a:pt x="1131568" y="127096"/>
                </a:lnTo>
                <a:lnTo>
                  <a:pt x="1131568" y="180395"/>
                </a:lnTo>
                <a:moveTo>
                  <a:pt x="1020871" y="180395"/>
                </a:moveTo>
                <a:lnTo>
                  <a:pt x="967573" y="180395"/>
                </a:lnTo>
                <a:lnTo>
                  <a:pt x="967573" y="127096"/>
                </a:lnTo>
                <a:lnTo>
                  <a:pt x="1020871" y="127096"/>
                </a:lnTo>
                <a:lnTo>
                  <a:pt x="1020871" y="180395"/>
                </a:lnTo>
                <a:moveTo>
                  <a:pt x="914274" y="180395"/>
                </a:moveTo>
                <a:lnTo>
                  <a:pt x="860975" y="180395"/>
                </a:lnTo>
                <a:lnTo>
                  <a:pt x="860975" y="127096"/>
                </a:lnTo>
                <a:lnTo>
                  <a:pt x="914274" y="127096"/>
                </a:lnTo>
                <a:lnTo>
                  <a:pt x="914274" y="180395"/>
                </a:lnTo>
                <a:moveTo>
                  <a:pt x="807677" y="180395"/>
                </a:moveTo>
                <a:lnTo>
                  <a:pt x="754379" y="180395"/>
                </a:lnTo>
                <a:lnTo>
                  <a:pt x="754379" y="127096"/>
                </a:lnTo>
                <a:lnTo>
                  <a:pt x="807677" y="127096"/>
                </a:lnTo>
                <a:lnTo>
                  <a:pt x="807677" y="180395"/>
                </a:lnTo>
                <a:moveTo>
                  <a:pt x="701080" y="180395"/>
                </a:moveTo>
                <a:lnTo>
                  <a:pt x="647782" y="180395"/>
                </a:lnTo>
                <a:lnTo>
                  <a:pt x="647782" y="127096"/>
                </a:lnTo>
                <a:lnTo>
                  <a:pt x="701080" y="127096"/>
                </a:lnTo>
                <a:lnTo>
                  <a:pt x="701080" y="180395"/>
                </a:lnTo>
                <a:moveTo>
                  <a:pt x="594483" y="180395"/>
                </a:moveTo>
                <a:lnTo>
                  <a:pt x="537085" y="180395"/>
                </a:lnTo>
                <a:lnTo>
                  <a:pt x="537085" y="127096"/>
                </a:lnTo>
                <a:lnTo>
                  <a:pt x="594483" y="127096"/>
                </a:lnTo>
                <a:lnTo>
                  <a:pt x="594483" y="180395"/>
                </a:lnTo>
                <a:moveTo>
                  <a:pt x="483786" y="180395"/>
                </a:moveTo>
                <a:lnTo>
                  <a:pt x="430488" y="180395"/>
                </a:lnTo>
                <a:lnTo>
                  <a:pt x="430488" y="127096"/>
                </a:lnTo>
                <a:lnTo>
                  <a:pt x="483786" y="127096"/>
                </a:lnTo>
                <a:lnTo>
                  <a:pt x="483786" y="180395"/>
                </a:lnTo>
                <a:moveTo>
                  <a:pt x="377189" y="180395"/>
                </a:moveTo>
                <a:lnTo>
                  <a:pt x="323891" y="180395"/>
                </a:lnTo>
                <a:lnTo>
                  <a:pt x="323891" y="127096"/>
                </a:lnTo>
                <a:lnTo>
                  <a:pt x="377189" y="127096"/>
                </a:lnTo>
                <a:lnTo>
                  <a:pt x="377189" y="180395"/>
                </a:lnTo>
                <a:moveTo>
                  <a:pt x="270592" y="180395"/>
                </a:moveTo>
                <a:lnTo>
                  <a:pt x="217294" y="180395"/>
                </a:lnTo>
                <a:lnTo>
                  <a:pt x="217294" y="127096"/>
                </a:lnTo>
                <a:lnTo>
                  <a:pt x="270592" y="127096"/>
                </a:lnTo>
                <a:lnTo>
                  <a:pt x="270592" y="180395"/>
                </a:lnTo>
                <a:moveTo>
                  <a:pt x="163995" y="180395"/>
                </a:moveTo>
                <a:lnTo>
                  <a:pt x="110697" y="180395"/>
                </a:lnTo>
                <a:lnTo>
                  <a:pt x="110697" y="127096"/>
                </a:lnTo>
                <a:lnTo>
                  <a:pt x="163995" y="127096"/>
                </a:lnTo>
                <a:lnTo>
                  <a:pt x="163995" y="180395"/>
                </a:lnTo>
                <a:moveTo>
                  <a:pt x="53298" y="180395"/>
                </a:moveTo>
                <a:lnTo>
                  <a:pt x="0" y="180395"/>
                </a:lnTo>
                <a:lnTo>
                  <a:pt x="0" y="127096"/>
                </a:lnTo>
                <a:lnTo>
                  <a:pt x="53298" y="127096"/>
                </a:lnTo>
                <a:lnTo>
                  <a:pt x="53298" y="180395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E8BA2E16-25B0-4DDA-9AE5-7CBDD247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6" y="4063530"/>
            <a:ext cx="2189338" cy="483786"/>
          </a:xfrm>
          <a:custGeom xmlns:a="http://schemas.openxmlformats.org/drawingml/2006/main">
            <a:pathLst>
              <a:path w="2189338" h="483786">
                <a:moveTo>
                  <a:pt x="2189338" y="483786"/>
                </a:moveTo>
                <a:lnTo>
                  <a:pt x="2136039" y="483786"/>
                </a:lnTo>
                <a:lnTo>
                  <a:pt x="2136039" y="430488"/>
                </a:lnTo>
                <a:lnTo>
                  <a:pt x="2189338" y="430488"/>
                </a:lnTo>
                <a:lnTo>
                  <a:pt x="2189338" y="483786"/>
                </a:lnTo>
                <a:moveTo>
                  <a:pt x="2082741" y="483786"/>
                </a:moveTo>
                <a:lnTo>
                  <a:pt x="2029442" y="483786"/>
                </a:lnTo>
                <a:lnTo>
                  <a:pt x="2029442" y="430488"/>
                </a:lnTo>
                <a:lnTo>
                  <a:pt x="2082741" y="430488"/>
                </a:lnTo>
                <a:lnTo>
                  <a:pt x="2082741" y="483786"/>
                </a:lnTo>
                <a:moveTo>
                  <a:pt x="1976144" y="483786"/>
                </a:moveTo>
                <a:lnTo>
                  <a:pt x="1922846" y="483786"/>
                </a:lnTo>
                <a:lnTo>
                  <a:pt x="1922846" y="430488"/>
                </a:lnTo>
                <a:lnTo>
                  <a:pt x="1976144" y="430488"/>
                </a:lnTo>
                <a:lnTo>
                  <a:pt x="1976144" y="483786"/>
                </a:lnTo>
                <a:moveTo>
                  <a:pt x="1869547" y="483786"/>
                </a:moveTo>
                <a:lnTo>
                  <a:pt x="1816249" y="483786"/>
                </a:lnTo>
                <a:lnTo>
                  <a:pt x="1816249" y="430488"/>
                </a:lnTo>
                <a:lnTo>
                  <a:pt x="1869547" y="430488"/>
                </a:lnTo>
                <a:lnTo>
                  <a:pt x="1869547" y="483786"/>
                </a:lnTo>
                <a:moveTo>
                  <a:pt x="1758850" y="483786"/>
                </a:moveTo>
                <a:lnTo>
                  <a:pt x="1705552" y="483786"/>
                </a:lnTo>
                <a:lnTo>
                  <a:pt x="1705552" y="430488"/>
                </a:lnTo>
                <a:lnTo>
                  <a:pt x="1758850" y="430488"/>
                </a:lnTo>
                <a:lnTo>
                  <a:pt x="1758850" y="483786"/>
                </a:lnTo>
                <a:moveTo>
                  <a:pt x="1652253" y="483786"/>
                </a:moveTo>
                <a:lnTo>
                  <a:pt x="1598955" y="483786"/>
                </a:lnTo>
                <a:lnTo>
                  <a:pt x="1598955" y="430488"/>
                </a:lnTo>
                <a:lnTo>
                  <a:pt x="1652253" y="430488"/>
                </a:lnTo>
                <a:lnTo>
                  <a:pt x="1652253" y="483786"/>
                </a:lnTo>
                <a:moveTo>
                  <a:pt x="1545656" y="483786"/>
                </a:moveTo>
                <a:lnTo>
                  <a:pt x="1492358" y="483786"/>
                </a:lnTo>
                <a:lnTo>
                  <a:pt x="1492358" y="430488"/>
                </a:lnTo>
                <a:lnTo>
                  <a:pt x="1545656" y="430488"/>
                </a:lnTo>
                <a:lnTo>
                  <a:pt x="1545656" y="483786"/>
                </a:lnTo>
                <a:moveTo>
                  <a:pt x="1439059" y="483786"/>
                </a:moveTo>
                <a:lnTo>
                  <a:pt x="1385761" y="483786"/>
                </a:lnTo>
                <a:lnTo>
                  <a:pt x="1385761" y="430488"/>
                </a:lnTo>
                <a:lnTo>
                  <a:pt x="1439059" y="430488"/>
                </a:lnTo>
                <a:lnTo>
                  <a:pt x="1439059" y="483786"/>
                </a:lnTo>
                <a:moveTo>
                  <a:pt x="1332462" y="483786"/>
                </a:moveTo>
                <a:lnTo>
                  <a:pt x="1275064" y="483786"/>
                </a:lnTo>
                <a:lnTo>
                  <a:pt x="1275064" y="430488"/>
                </a:lnTo>
                <a:lnTo>
                  <a:pt x="1332462" y="430488"/>
                </a:lnTo>
                <a:lnTo>
                  <a:pt x="1332462" y="483786"/>
                </a:lnTo>
                <a:moveTo>
                  <a:pt x="1221765" y="483786"/>
                </a:moveTo>
                <a:lnTo>
                  <a:pt x="1168467" y="483786"/>
                </a:lnTo>
                <a:lnTo>
                  <a:pt x="1168467" y="430488"/>
                </a:lnTo>
                <a:lnTo>
                  <a:pt x="1221765" y="430488"/>
                </a:lnTo>
                <a:lnTo>
                  <a:pt x="1221765" y="483786"/>
                </a:lnTo>
                <a:moveTo>
                  <a:pt x="1115168" y="483786"/>
                </a:moveTo>
                <a:lnTo>
                  <a:pt x="1061870" y="483786"/>
                </a:lnTo>
                <a:lnTo>
                  <a:pt x="1061870" y="430488"/>
                </a:lnTo>
                <a:lnTo>
                  <a:pt x="1115168" y="430488"/>
                </a:lnTo>
                <a:lnTo>
                  <a:pt x="1115168" y="483786"/>
                </a:lnTo>
                <a:moveTo>
                  <a:pt x="1008571" y="483786"/>
                </a:moveTo>
                <a:lnTo>
                  <a:pt x="955273" y="483786"/>
                </a:lnTo>
                <a:lnTo>
                  <a:pt x="955273" y="430488"/>
                </a:lnTo>
                <a:lnTo>
                  <a:pt x="1008571" y="430488"/>
                </a:lnTo>
                <a:lnTo>
                  <a:pt x="1008571" y="483786"/>
                </a:lnTo>
                <a:moveTo>
                  <a:pt x="901974" y="483786"/>
                </a:moveTo>
                <a:lnTo>
                  <a:pt x="848676" y="483786"/>
                </a:lnTo>
                <a:lnTo>
                  <a:pt x="848676" y="430488"/>
                </a:lnTo>
                <a:lnTo>
                  <a:pt x="901974" y="430488"/>
                </a:lnTo>
                <a:lnTo>
                  <a:pt x="901974" y="483786"/>
                </a:lnTo>
                <a:moveTo>
                  <a:pt x="795377" y="483786"/>
                </a:moveTo>
                <a:lnTo>
                  <a:pt x="737979" y="483786"/>
                </a:lnTo>
                <a:lnTo>
                  <a:pt x="737979" y="430488"/>
                </a:lnTo>
                <a:lnTo>
                  <a:pt x="795377" y="430488"/>
                </a:lnTo>
                <a:lnTo>
                  <a:pt x="795377" y="483786"/>
                </a:lnTo>
                <a:moveTo>
                  <a:pt x="684681" y="483786"/>
                </a:moveTo>
                <a:lnTo>
                  <a:pt x="631382" y="483786"/>
                </a:lnTo>
                <a:lnTo>
                  <a:pt x="631382" y="430488"/>
                </a:lnTo>
                <a:lnTo>
                  <a:pt x="684681" y="430488"/>
                </a:lnTo>
                <a:lnTo>
                  <a:pt x="684681" y="483786"/>
                </a:lnTo>
                <a:moveTo>
                  <a:pt x="578083" y="483786"/>
                </a:moveTo>
                <a:lnTo>
                  <a:pt x="524785" y="483786"/>
                </a:lnTo>
                <a:lnTo>
                  <a:pt x="524785" y="430488"/>
                </a:lnTo>
                <a:lnTo>
                  <a:pt x="578083" y="430488"/>
                </a:lnTo>
                <a:lnTo>
                  <a:pt x="578083" y="483786"/>
                </a:lnTo>
                <a:moveTo>
                  <a:pt x="471487" y="479686"/>
                </a:moveTo>
                <a:lnTo>
                  <a:pt x="446887" y="479686"/>
                </a:lnTo>
                <a:lnTo>
                  <a:pt x="414088" y="475587"/>
                </a:lnTo>
                <a:lnTo>
                  <a:pt x="422288" y="422288"/>
                </a:lnTo>
                <a:lnTo>
                  <a:pt x="450987" y="426388"/>
                </a:lnTo>
                <a:lnTo>
                  <a:pt x="471487" y="426388"/>
                </a:lnTo>
                <a:lnTo>
                  <a:pt x="471487" y="479686"/>
                </a:lnTo>
                <a:moveTo>
                  <a:pt x="356690" y="463287"/>
                </a:moveTo>
                <a:lnTo>
                  <a:pt x="348490" y="459187"/>
                </a:lnTo>
                <a:lnTo>
                  <a:pt x="303391" y="442787"/>
                </a:lnTo>
                <a:lnTo>
                  <a:pt x="323891" y="393589"/>
                </a:lnTo>
                <a:lnTo>
                  <a:pt x="364890" y="409988"/>
                </a:lnTo>
                <a:lnTo>
                  <a:pt x="360790" y="409988"/>
                </a:lnTo>
                <a:lnTo>
                  <a:pt x="373090" y="409988"/>
                </a:lnTo>
                <a:lnTo>
                  <a:pt x="356690" y="463287"/>
                </a:lnTo>
                <a:moveTo>
                  <a:pt x="250093" y="418188"/>
                </a:moveTo>
                <a:lnTo>
                  <a:pt x="217294" y="397689"/>
                </a:lnTo>
                <a:lnTo>
                  <a:pt x="204994" y="389489"/>
                </a:lnTo>
                <a:lnTo>
                  <a:pt x="237793" y="344390"/>
                </a:lnTo>
                <a:lnTo>
                  <a:pt x="250093" y="352590"/>
                </a:lnTo>
                <a:lnTo>
                  <a:pt x="245993" y="352590"/>
                </a:lnTo>
                <a:lnTo>
                  <a:pt x="278792" y="373090"/>
                </a:lnTo>
                <a:lnTo>
                  <a:pt x="250093" y="418188"/>
                </a:lnTo>
                <a:moveTo>
                  <a:pt x="159895" y="352590"/>
                </a:moveTo>
                <a:lnTo>
                  <a:pt x="143496" y="336191"/>
                </a:lnTo>
                <a:lnTo>
                  <a:pt x="122997" y="311591"/>
                </a:lnTo>
                <a:lnTo>
                  <a:pt x="159895" y="274692"/>
                </a:lnTo>
                <a:lnTo>
                  <a:pt x="180395" y="299291"/>
                </a:lnTo>
                <a:lnTo>
                  <a:pt x="180395" y="295192"/>
                </a:lnTo>
                <a:lnTo>
                  <a:pt x="196794" y="311591"/>
                </a:lnTo>
                <a:lnTo>
                  <a:pt x="159895" y="352590"/>
                </a:lnTo>
                <a:moveTo>
                  <a:pt x="86098" y="266492"/>
                </a:moveTo>
                <a:lnTo>
                  <a:pt x="81998" y="262392"/>
                </a:lnTo>
                <a:lnTo>
                  <a:pt x="57399" y="221394"/>
                </a:lnTo>
                <a:lnTo>
                  <a:pt x="57399" y="217294"/>
                </a:lnTo>
                <a:lnTo>
                  <a:pt x="102497" y="196795"/>
                </a:lnTo>
                <a:lnTo>
                  <a:pt x="106597" y="196795"/>
                </a:lnTo>
                <a:lnTo>
                  <a:pt x="102497" y="192695"/>
                </a:lnTo>
                <a:lnTo>
                  <a:pt x="127096" y="233694"/>
                </a:lnTo>
                <a:lnTo>
                  <a:pt x="127096" y="229594"/>
                </a:lnTo>
                <a:lnTo>
                  <a:pt x="131196" y="237793"/>
                </a:lnTo>
                <a:lnTo>
                  <a:pt x="86098" y="266492"/>
                </a:lnTo>
                <a:moveTo>
                  <a:pt x="32799" y="168095"/>
                </a:moveTo>
                <a:lnTo>
                  <a:pt x="20499" y="131196"/>
                </a:lnTo>
                <a:lnTo>
                  <a:pt x="16399" y="114797"/>
                </a:lnTo>
                <a:lnTo>
                  <a:pt x="65598" y="98397"/>
                </a:lnTo>
                <a:lnTo>
                  <a:pt x="69698" y="118897"/>
                </a:lnTo>
                <a:lnTo>
                  <a:pt x="69698" y="114797"/>
                </a:lnTo>
                <a:lnTo>
                  <a:pt x="81998" y="147596"/>
                </a:lnTo>
                <a:lnTo>
                  <a:pt x="32799" y="168095"/>
                </a:lnTo>
                <a:moveTo>
                  <a:pt x="4100" y="57399"/>
                </a:moveTo>
                <a:lnTo>
                  <a:pt x="0" y="32799"/>
                </a:lnTo>
                <a:lnTo>
                  <a:pt x="0" y="4100"/>
                </a:lnTo>
                <a:lnTo>
                  <a:pt x="53298" y="0"/>
                </a:lnTo>
                <a:lnTo>
                  <a:pt x="53298" y="28699"/>
                </a:lnTo>
                <a:lnTo>
                  <a:pt x="57399" y="49199"/>
                </a:lnTo>
                <a:lnTo>
                  <a:pt x="4100" y="573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551D7485-E5CE-4E81-90BC-82AE3E47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651" y="4567815"/>
            <a:ext cx="143496" cy="660081"/>
          </a:xfrm>
          <a:custGeom xmlns:a="http://schemas.openxmlformats.org/drawingml/2006/main">
            <a:pathLst>
              <a:path w="143496" h="660081">
                <a:moveTo>
                  <a:pt x="73798" y="0"/>
                </a:moveTo>
                <a:lnTo>
                  <a:pt x="65598" y="541185"/>
                </a:lnTo>
                <a:lnTo>
                  <a:pt x="73798" y="541185"/>
                </a:lnTo>
                <a:lnTo>
                  <a:pt x="86098" y="0"/>
                </a:lnTo>
                <a:lnTo>
                  <a:pt x="73798" y="0"/>
                </a:lnTo>
                <a:moveTo>
                  <a:pt x="0" y="516585"/>
                </a:moveTo>
                <a:lnTo>
                  <a:pt x="69698" y="660081"/>
                </a:lnTo>
                <a:lnTo>
                  <a:pt x="143496" y="516585"/>
                </a:lnTo>
                <a:lnTo>
                  <a:pt x="0" y="51658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F3542AA2-A89D-44CD-AA07-13342FB2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932" y="4547316"/>
            <a:ext cx="143496" cy="680581"/>
          </a:xfrm>
          <a:custGeom xmlns:a="http://schemas.openxmlformats.org/drawingml/2006/main">
            <a:pathLst>
              <a:path w="143496" h="680581">
                <a:moveTo>
                  <a:pt x="73798" y="680581"/>
                </a:moveTo>
                <a:lnTo>
                  <a:pt x="77898" y="118897"/>
                </a:lnTo>
                <a:lnTo>
                  <a:pt x="65598" y="118897"/>
                </a:lnTo>
                <a:lnTo>
                  <a:pt x="61498" y="680581"/>
                </a:lnTo>
                <a:lnTo>
                  <a:pt x="73798" y="680581"/>
                </a:lnTo>
                <a:moveTo>
                  <a:pt x="143496" y="143496"/>
                </a:moveTo>
                <a:lnTo>
                  <a:pt x="69698" y="0"/>
                </a:lnTo>
                <a:lnTo>
                  <a:pt x="0" y="143496"/>
                </a:lnTo>
                <a:lnTo>
                  <a:pt x="143496" y="14349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df-text-62-0">
            <a:extLst xmlns:a="http://schemas.openxmlformats.org/drawingml/2006/main">
              <a:ext uri="{FF2B5EF4-FFF2-40B4-BE49-F238E27FC236}">
                <a16:creationId xmlns:a16="http://schemas.microsoft.com/office/drawing/2014/main" id="{2F7AE9AD-5BDE-4ADE-A16C-5B92F58A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36" y="4728694"/>
            <a:ext cx="1146874" cy="286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04" name="pdf-text-62-1">
            <a:extLst xmlns:a="http://schemas.openxmlformats.org/drawingml/2006/main">
              <a:ext uri="{FF2B5EF4-FFF2-40B4-BE49-F238E27FC236}">
                <a16:creationId xmlns:a16="http://schemas.microsoft.com/office/drawing/2014/main" id="{B8D19796-A408-4EE2-AA20-5E5E718D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726" y="4728694"/>
            <a:ext cx="2346511" cy="2869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4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4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Answer/Instruction</a:t>
            </a:r>
          </a:p>
        </p:txBody>
      </p:sp>
      <p:sp>
        <p:nvSpPr>
          <p:cNvPr id="105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E7A730A3-F5A4-4A1E-BF88-37A1E8D9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437" y="9409779"/>
            <a:ext cx="24599" cy="500185"/>
          </a:xfrm>
          <a:custGeom xmlns:a="http://schemas.openxmlformats.org/drawingml/2006/main">
            <a:pathLst>
              <a:path w="24599" h="500185">
                <a:moveTo>
                  <a:pt x="0" y="500185"/>
                </a:moveTo>
                <a:lnTo>
                  <a:pt x="0" y="475586"/>
                </a:lnTo>
                <a:lnTo>
                  <a:pt x="24599" y="475586"/>
                </a:lnTo>
                <a:lnTo>
                  <a:pt x="24599" y="500185"/>
                </a:lnTo>
                <a:lnTo>
                  <a:pt x="0" y="500185"/>
                </a:lnTo>
                <a:moveTo>
                  <a:pt x="0" y="450987"/>
                </a:moveTo>
                <a:lnTo>
                  <a:pt x="0" y="426387"/>
                </a:lnTo>
                <a:lnTo>
                  <a:pt x="24599" y="426387"/>
                </a:lnTo>
                <a:lnTo>
                  <a:pt x="24599" y="450987"/>
                </a:lnTo>
                <a:lnTo>
                  <a:pt x="0" y="450987"/>
                </a:lnTo>
                <a:moveTo>
                  <a:pt x="0" y="405888"/>
                </a:moveTo>
                <a:lnTo>
                  <a:pt x="0" y="381289"/>
                </a:lnTo>
                <a:lnTo>
                  <a:pt x="24599" y="381289"/>
                </a:lnTo>
                <a:lnTo>
                  <a:pt x="24599" y="405888"/>
                </a:lnTo>
                <a:lnTo>
                  <a:pt x="0" y="405888"/>
                </a:lnTo>
                <a:moveTo>
                  <a:pt x="0" y="356690"/>
                </a:moveTo>
                <a:lnTo>
                  <a:pt x="0" y="332090"/>
                </a:lnTo>
                <a:lnTo>
                  <a:pt x="24599" y="332090"/>
                </a:lnTo>
                <a:lnTo>
                  <a:pt x="24599" y="356690"/>
                </a:lnTo>
                <a:lnTo>
                  <a:pt x="0" y="356690"/>
                </a:lnTo>
                <a:moveTo>
                  <a:pt x="0" y="307491"/>
                </a:moveTo>
                <a:lnTo>
                  <a:pt x="0" y="282891"/>
                </a:lnTo>
                <a:lnTo>
                  <a:pt x="24599" y="282891"/>
                </a:lnTo>
                <a:lnTo>
                  <a:pt x="24599" y="307491"/>
                </a:lnTo>
                <a:lnTo>
                  <a:pt x="0" y="307491"/>
                </a:lnTo>
                <a:moveTo>
                  <a:pt x="0" y="262392"/>
                </a:moveTo>
                <a:lnTo>
                  <a:pt x="0" y="237793"/>
                </a:lnTo>
                <a:lnTo>
                  <a:pt x="24599" y="237793"/>
                </a:lnTo>
                <a:lnTo>
                  <a:pt x="24599" y="262392"/>
                </a:lnTo>
                <a:lnTo>
                  <a:pt x="0" y="262392"/>
                </a:lnTo>
                <a:moveTo>
                  <a:pt x="0" y="213194"/>
                </a:moveTo>
                <a:lnTo>
                  <a:pt x="0" y="188594"/>
                </a:lnTo>
                <a:lnTo>
                  <a:pt x="24599" y="188594"/>
                </a:lnTo>
                <a:lnTo>
                  <a:pt x="24599" y="213194"/>
                </a:lnTo>
                <a:lnTo>
                  <a:pt x="0" y="213194"/>
                </a:lnTo>
                <a:moveTo>
                  <a:pt x="0" y="163995"/>
                </a:moveTo>
                <a:lnTo>
                  <a:pt x="0" y="143496"/>
                </a:lnTo>
                <a:lnTo>
                  <a:pt x="24599" y="143496"/>
                </a:lnTo>
                <a:lnTo>
                  <a:pt x="24599" y="163995"/>
                </a:lnTo>
                <a:lnTo>
                  <a:pt x="0" y="163995"/>
                </a:lnTo>
                <a:moveTo>
                  <a:pt x="0" y="118897"/>
                </a:moveTo>
                <a:lnTo>
                  <a:pt x="0" y="94297"/>
                </a:lnTo>
                <a:lnTo>
                  <a:pt x="24599" y="94297"/>
                </a:lnTo>
                <a:lnTo>
                  <a:pt x="24599" y="118897"/>
                </a:lnTo>
                <a:lnTo>
                  <a:pt x="0" y="118897"/>
                </a:lnTo>
                <a:moveTo>
                  <a:pt x="0" y="69698"/>
                </a:moveTo>
                <a:lnTo>
                  <a:pt x="0" y="45098"/>
                </a:lnTo>
                <a:lnTo>
                  <a:pt x="24599" y="45098"/>
                </a:lnTo>
                <a:lnTo>
                  <a:pt x="24599" y="69698"/>
                </a:lnTo>
                <a:lnTo>
                  <a:pt x="0" y="69698"/>
                </a:lnTo>
                <a:moveTo>
                  <a:pt x="0" y="20499"/>
                </a:moveTo>
                <a:lnTo>
                  <a:pt x="0" y="0"/>
                </a:lnTo>
                <a:lnTo>
                  <a:pt x="24599" y="0"/>
                </a:lnTo>
                <a:lnTo>
                  <a:pt x="24599" y="20499"/>
                </a:lnTo>
                <a:lnTo>
                  <a:pt x="0" y="204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59DDD650-8AD8-4A8C-A3CF-A6253F72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437" y="8880893"/>
            <a:ext cx="24599" cy="504286"/>
          </a:xfrm>
          <a:custGeom xmlns:a="http://schemas.openxmlformats.org/drawingml/2006/main">
            <a:pathLst>
              <a:path w="24599" h="504286">
                <a:moveTo>
                  <a:pt x="0" y="504286"/>
                </a:moveTo>
                <a:lnTo>
                  <a:pt x="0" y="479686"/>
                </a:lnTo>
                <a:lnTo>
                  <a:pt x="24599" y="479686"/>
                </a:lnTo>
                <a:lnTo>
                  <a:pt x="24599" y="504286"/>
                </a:lnTo>
                <a:lnTo>
                  <a:pt x="0" y="504286"/>
                </a:lnTo>
                <a:moveTo>
                  <a:pt x="0" y="455087"/>
                </a:moveTo>
                <a:lnTo>
                  <a:pt x="0" y="430488"/>
                </a:lnTo>
                <a:lnTo>
                  <a:pt x="24599" y="430488"/>
                </a:lnTo>
                <a:lnTo>
                  <a:pt x="24599" y="455087"/>
                </a:lnTo>
                <a:lnTo>
                  <a:pt x="0" y="455087"/>
                </a:lnTo>
                <a:moveTo>
                  <a:pt x="0" y="405888"/>
                </a:moveTo>
                <a:lnTo>
                  <a:pt x="0" y="385389"/>
                </a:lnTo>
                <a:lnTo>
                  <a:pt x="24599" y="385389"/>
                </a:lnTo>
                <a:lnTo>
                  <a:pt x="24599" y="405888"/>
                </a:lnTo>
                <a:lnTo>
                  <a:pt x="0" y="405888"/>
                </a:lnTo>
                <a:moveTo>
                  <a:pt x="0" y="360790"/>
                </a:moveTo>
                <a:lnTo>
                  <a:pt x="0" y="336191"/>
                </a:lnTo>
                <a:lnTo>
                  <a:pt x="24599" y="336191"/>
                </a:lnTo>
                <a:lnTo>
                  <a:pt x="24599" y="360790"/>
                </a:lnTo>
                <a:lnTo>
                  <a:pt x="0" y="360790"/>
                </a:lnTo>
                <a:moveTo>
                  <a:pt x="0" y="311591"/>
                </a:moveTo>
                <a:lnTo>
                  <a:pt x="0" y="286992"/>
                </a:lnTo>
                <a:lnTo>
                  <a:pt x="24599" y="286992"/>
                </a:lnTo>
                <a:lnTo>
                  <a:pt x="24599" y="311591"/>
                </a:lnTo>
                <a:lnTo>
                  <a:pt x="0" y="311591"/>
                </a:lnTo>
                <a:moveTo>
                  <a:pt x="0" y="266493"/>
                </a:moveTo>
                <a:lnTo>
                  <a:pt x="0" y="241893"/>
                </a:lnTo>
                <a:lnTo>
                  <a:pt x="24599" y="241893"/>
                </a:lnTo>
                <a:lnTo>
                  <a:pt x="24599" y="266493"/>
                </a:lnTo>
                <a:lnTo>
                  <a:pt x="0" y="266493"/>
                </a:lnTo>
                <a:moveTo>
                  <a:pt x="0" y="217294"/>
                </a:moveTo>
                <a:lnTo>
                  <a:pt x="0" y="192695"/>
                </a:lnTo>
                <a:lnTo>
                  <a:pt x="24599" y="192695"/>
                </a:lnTo>
                <a:lnTo>
                  <a:pt x="24599" y="217294"/>
                </a:lnTo>
                <a:lnTo>
                  <a:pt x="0" y="217294"/>
                </a:lnTo>
                <a:moveTo>
                  <a:pt x="0" y="168095"/>
                </a:moveTo>
                <a:lnTo>
                  <a:pt x="0" y="143496"/>
                </a:lnTo>
                <a:lnTo>
                  <a:pt x="24599" y="143496"/>
                </a:lnTo>
                <a:lnTo>
                  <a:pt x="24599" y="168095"/>
                </a:lnTo>
                <a:lnTo>
                  <a:pt x="0" y="168095"/>
                </a:lnTo>
                <a:moveTo>
                  <a:pt x="0" y="122997"/>
                </a:moveTo>
                <a:lnTo>
                  <a:pt x="0" y="98397"/>
                </a:lnTo>
                <a:lnTo>
                  <a:pt x="24599" y="98397"/>
                </a:lnTo>
                <a:lnTo>
                  <a:pt x="24599" y="122997"/>
                </a:lnTo>
                <a:lnTo>
                  <a:pt x="0" y="122997"/>
                </a:lnTo>
                <a:moveTo>
                  <a:pt x="0" y="73798"/>
                </a:moveTo>
                <a:lnTo>
                  <a:pt x="0" y="49199"/>
                </a:lnTo>
                <a:lnTo>
                  <a:pt x="24599" y="49199"/>
                </a:lnTo>
                <a:lnTo>
                  <a:pt x="24599" y="73798"/>
                </a:lnTo>
                <a:lnTo>
                  <a:pt x="0" y="73798"/>
                </a:lnTo>
                <a:moveTo>
                  <a:pt x="0" y="24599"/>
                </a:move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  <a:lnTo>
                  <a:pt x="0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8F751EB8-314A-4DCA-9D98-5FC7105E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437" y="8356108"/>
            <a:ext cx="24599" cy="504286"/>
          </a:xfrm>
          <a:custGeom xmlns:a="http://schemas.openxmlformats.org/drawingml/2006/main">
            <a:pathLst>
              <a:path w="24599" h="504286">
                <a:moveTo>
                  <a:pt x="0" y="504286"/>
                </a:moveTo>
                <a:lnTo>
                  <a:pt x="0" y="479686"/>
                </a:lnTo>
                <a:lnTo>
                  <a:pt x="24599" y="479686"/>
                </a:lnTo>
                <a:lnTo>
                  <a:pt x="24599" y="504286"/>
                </a:lnTo>
                <a:lnTo>
                  <a:pt x="0" y="504286"/>
                </a:lnTo>
                <a:moveTo>
                  <a:pt x="0" y="455087"/>
                </a:moveTo>
                <a:lnTo>
                  <a:pt x="0" y="430488"/>
                </a:lnTo>
                <a:lnTo>
                  <a:pt x="24599" y="430488"/>
                </a:lnTo>
                <a:lnTo>
                  <a:pt x="24599" y="455087"/>
                </a:lnTo>
                <a:lnTo>
                  <a:pt x="0" y="455087"/>
                </a:lnTo>
                <a:moveTo>
                  <a:pt x="0" y="405888"/>
                </a:moveTo>
                <a:lnTo>
                  <a:pt x="0" y="381289"/>
                </a:lnTo>
                <a:lnTo>
                  <a:pt x="24599" y="381289"/>
                </a:lnTo>
                <a:lnTo>
                  <a:pt x="24599" y="405888"/>
                </a:lnTo>
                <a:lnTo>
                  <a:pt x="0" y="405888"/>
                </a:lnTo>
                <a:moveTo>
                  <a:pt x="0" y="360790"/>
                </a:moveTo>
                <a:lnTo>
                  <a:pt x="0" y="336191"/>
                </a:lnTo>
                <a:lnTo>
                  <a:pt x="24599" y="336191"/>
                </a:lnTo>
                <a:lnTo>
                  <a:pt x="24599" y="360790"/>
                </a:lnTo>
                <a:lnTo>
                  <a:pt x="0" y="360790"/>
                </a:lnTo>
                <a:moveTo>
                  <a:pt x="0" y="311591"/>
                </a:moveTo>
                <a:lnTo>
                  <a:pt x="0" y="286992"/>
                </a:lnTo>
                <a:lnTo>
                  <a:pt x="24599" y="286992"/>
                </a:lnTo>
                <a:lnTo>
                  <a:pt x="24599" y="311591"/>
                </a:lnTo>
                <a:lnTo>
                  <a:pt x="0" y="311591"/>
                </a:lnTo>
                <a:moveTo>
                  <a:pt x="0" y="262392"/>
                </a:moveTo>
                <a:lnTo>
                  <a:pt x="0" y="241893"/>
                </a:lnTo>
                <a:lnTo>
                  <a:pt x="24599" y="241893"/>
                </a:lnTo>
                <a:lnTo>
                  <a:pt x="24599" y="262392"/>
                </a:lnTo>
                <a:lnTo>
                  <a:pt x="0" y="262392"/>
                </a:lnTo>
                <a:moveTo>
                  <a:pt x="0" y="217294"/>
                </a:moveTo>
                <a:lnTo>
                  <a:pt x="0" y="192695"/>
                </a:lnTo>
                <a:lnTo>
                  <a:pt x="24599" y="192695"/>
                </a:lnTo>
                <a:lnTo>
                  <a:pt x="24599" y="217294"/>
                </a:lnTo>
                <a:lnTo>
                  <a:pt x="0" y="217294"/>
                </a:lnTo>
                <a:moveTo>
                  <a:pt x="0" y="168095"/>
                </a:moveTo>
                <a:lnTo>
                  <a:pt x="0" y="143496"/>
                </a:lnTo>
                <a:lnTo>
                  <a:pt x="24599" y="143496"/>
                </a:lnTo>
                <a:lnTo>
                  <a:pt x="24599" y="168095"/>
                </a:lnTo>
                <a:lnTo>
                  <a:pt x="0" y="168095"/>
                </a:lnTo>
                <a:moveTo>
                  <a:pt x="0" y="118897"/>
                </a:moveTo>
                <a:lnTo>
                  <a:pt x="0" y="98397"/>
                </a:lnTo>
                <a:lnTo>
                  <a:pt x="24599" y="98397"/>
                </a:lnTo>
                <a:lnTo>
                  <a:pt x="24599" y="118897"/>
                </a:lnTo>
                <a:lnTo>
                  <a:pt x="0" y="118897"/>
                </a:lnTo>
                <a:moveTo>
                  <a:pt x="0" y="73798"/>
                </a:moveTo>
                <a:lnTo>
                  <a:pt x="0" y="49199"/>
                </a:lnTo>
                <a:lnTo>
                  <a:pt x="24599" y="49199"/>
                </a:lnTo>
                <a:lnTo>
                  <a:pt x="24599" y="73798"/>
                </a:lnTo>
                <a:lnTo>
                  <a:pt x="0" y="73798"/>
                </a:lnTo>
                <a:moveTo>
                  <a:pt x="0" y="24599"/>
                </a:move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  <a:lnTo>
                  <a:pt x="0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DBC9E189-2656-48E2-AFDB-DB8D8D19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437" y="7831323"/>
            <a:ext cx="24599" cy="500185"/>
          </a:xfrm>
          <a:custGeom xmlns:a="http://schemas.openxmlformats.org/drawingml/2006/main">
            <a:pathLst>
              <a:path w="24599" h="500185">
                <a:moveTo>
                  <a:pt x="0" y="500185"/>
                </a:moveTo>
                <a:lnTo>
                  <a:pt x="0" y="479686"/>
                </a:lnTo>
                <a:lnTo>
                  <a:pt x="24599" y="479686"/>
                </a:lnTo>
                <a:lnTo>
                  <a:pt x="24599" y="500185"/>
                </a:lnTo>
                <a:lnTo>
                  <a:pt x="0" y="500185"/>
                </a:lnTo>
                <a:moveTo>
                  <a:pt x="0" y="455087"/>
                </a:moveTo>
                <a:lnTo>
                  <a:pt x="0" y="430488"/>
                </a:lnTo>
                <a:lnTo>
                  <a:pt x="24599" y="430488"/>
                </a:lnTo>
                <a:lnTo>
                  <a:pt x="24599" y="455087"/>
                </a:lnTo>
                <a:lnTo>
                  <a:pt x="0" y="455087"/>
                </a:lnTo>
                <a:moveTo>
                  <a:pt x="0" y="405888"/>
                </a:moveTo>
                <a:lnTo>
                  <a:pt x="0" y="381289"/>
                </a:lnTo>
                <a:lnTo>
                  <a:pt x="24599" y="381289"/>
                </a:lnTo>
                <a:lnTo>
                  <a:pt x="24599" y="405888"/>
                </a:lnTo>
                <a:lnTo>
                  <a:pt x="0" y="405888"/>
                </a:lnTo>
                <a:moveTo>
                  <a:pt x="0" y="360789"/>
                </a:moveTo>
                <a:lnTo>
                  <a:pt x="0" y="336191"/>
                </a:lnTo>
                <a:lnTo>
                  <a:pt x="24599" y="336191"/>
                </a:lnTo>
                <a:lnTo>
                  <a:pt x="24599" y="360789"/>
                </a:lnTo>
                <a:lnTo>
                  <a:pt x="0" y="360789"/>
                </a:lnTo>
                <a:moveTo>
                  <a:pt x="0" y="311591"/>
                </a:moveTo>
                <a:lnTo>
                  <a:pt x="0" y="286992"/>
                </a:lnTo>
                <a:lnTo>
                  <a:pt x="24599" y="286992"/>
                </a:lnTo>
                <a:lnTo>
                  <a:pt x="24599" y="311591"/>
                </a:lnTo>
                <a:lnTo>
                  <a:pt x="0" y="311591"/>
                </a:lnTo>
                <a:moveTo>
                  <a:pt x="0" y="262392"/>
                </a:moveTo>
                <a:lnTo>
                  <a:pt x="0" y="237793"/>
                </a:lnTo>
                <a:lnTo>
                  <a:pt x="24599" y="237793"/>
                </a:lnTo>
                <a:lnTo>
                  <a:pt x="24599" y="262392"/>
                </a:lnTo>
                <a:lnTo>
                  <a:pt x="0" y="262392"/>
                </a:lnTo>
                <a:moveTo>
                  <a:pt x="0" y="217293"/>
                </a:moveTo>
                <a:lnTo>
                  <a:pt x="0" y="192694"/>
                </a:lnTo>
                <a:lnTo>
                  <a:pt x="24599" y="192694"/>
                </a:lnTo>
                <a:lnTo>
                  <a:pt x="24599" y="217293"/>
                </a:lnTo>
                <a:lnTo>
                  <a:pt x="0" y="217293"/>
                </a:lnTo>
                <a:moveTo>
                  <a:pt x="0" y="168095"/>
                </a:moveTo>
                <a:lnTo>
                  <a:pt x="0" y="143496"/>
                </a:lnTo>
                <a:lnTo>
                  <a:pt x="24599" y="143496"/>
                </a:lnTo>
                <a:lnTo>
                  <a:pt x="24599" y="168095"/>
                </a:lnTo>
                <a:lnTo>
                  <a:pt x="0" y="168095"/>
                </a:lnTo>
                <a:moveTo>
                  <a:pt x="0" y="118897"/>
                </a:moveTo>
                <a:lnTo>
                  <a:pt x="0" y="94297"/>
                </a:lnTo>
                <a:lnTo>
                  <a:pt x="24599" y="94297"/>
                </a:lnTo>
                <a:lnTo>
                  <a:pt x="24599" y="118897"/>
                </a:lnTo>
                <a:lnTo>
                  <a:pt x="0" y="118897"/>
                </a:lnTo>
                <a:moveTo>
                  <a:pt x="0" y="73797"/>
                </a:moveTo>
                <a:lnTo>
                  <a:pt x="0" y="49198"/>
                </a:lnTo>
                <a:lnTo>
                  <a:pt x="24599" y="49198"/>
                </a:lnTo>
                <a:lnTo>
                  <a:pt x="24599" y="73797"/>
                </a:lnTo>
                <a:lnTo>
                  <a:pt x="0" y="73797"/>
                </a:lnTo>
                <a:moveTo>
                  <a:pt x="0" y="24599"/>
                </a:move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  <a:lnTo>
                  <a:pt x="0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EA203E8F-B7A7-4A7D-9C7F-FCDC36AE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437" y="7306538"/>
            <a:ext cx="24599" cy="500185"/>
          </a:xfrm>
          <a:custGeom xmlns:a="http://schemas.openxmlformats.org/drawingml/2006/main">
            <a:pathLst>
              <a:path w="24599" h="500185">
                <a:moveTo>
                  <a:pt x="0" y="500185"/>
                </a:moveTo>
                <a:lnTo>
                  <a:pt x="0" y="475586"/>
                </a:lnTo>
                <a:lnTo>
                  <a:pt x="24599" y="475586"/>
                </a:lnTo>
                <a:lnTo>
                  <a:pt x="24599" y="500185"/>
                </a:lnTo>
                <a:lnTo>
                  <a:pt x="0" y="500185"/>
                </a:lnTo>
                <a:moveTo>
                  <a:pt x="0" y="455087"/>
                </a:moveTo>
                <a:lnTo>
                  <a:pt x="0" y="430488"/>
                </a:lnTo>
                <a:lnTo>
                  <a:pt x="24599" y="430488"/>
                </a:lnTo>
                <a:lnTo>
                  <a:pt x="24599" y="455087"/>
                </a:lnTo>
                <a:lnTo>
                  <a:pt x="0" y="455087"/>
                </a:lnTo>
                <a:moveTo>
                  <a:pt x="0" y="405888"/>
                </a:moveTo>
                <a:lnTo>
                  <a:pt x="0" y="381289"/>
                </a:lnTo>
                <a:lnTo>
                  <a:pt x="24599" y="381289"/>
                </a:lnTo>
                <a:lnTo>
                  <a:pt x="24599" y="405888"/>
                </a:lnTo>
                <a:lnTo>
                  <a:pt x="0" y="405888"/>
                </a:lnTo>
                <a:moveTo>
                  <a:pt x="0" y="356690"/>
                </a:moveTo>
                <a:lnTo>
                  <a:pt x="0" y="336191"/>
                </a:lnTo>
                <a:lnTo>
                  <a:pt x="24599" y="336191"/>
                </a:lnTo>
                <a:lnTo>
                  <a:pt x="24599" y="356690"/>
                </a:lnTo>
                <a:lnTo>
                  <a:pt x="0" y="356690"/>
                </a:lnTo>
                <a:moveTo>
                  <a:pt x="0" y="311591"/>
                </a:moveTo>
                <a:lnTo>
                  <a:pt x="0" y="286992"/>
                </a:lnTo>
                <a:lnTo>
                  <a:pt x="24599" y="286992"/>
                </a:lnTo>
                <a:lnTo>
                  <a:pt x="24599" y="311591"/>
                </a:lnTo>
                <a:lnTo>
                  <a:pt x="0" y="311591"/>
                </a:lnTo>
                <a:moveTo>
                  <a:pt x="0" y="262392"/>
                </a:moveTo>
                <a:lnTo>
                  <a:pt x="0" y="237793"/>
                </a:lnTo>
                <a:lnTo>
                  <a:pt x="24599" y="237793"/>
                </a:lnTo>
                <a:lnTo>
                  <a:pt x="24599" y="262392"/>
                </a:lnTo>
                <a:lnTo>
                  <a:pt x="0" y="262392"/>
                </a:lnTo>
                <a:moveTo>
                  <a:pt x="0" y="213194"/>
                </a:moveTo>
                <a:lnTo>
                  <a:pt x="0" y="192694"/>
                </a:lnTo>
                <a:lnTo>
                  <a:pt x="24599" y="192694"/>
                </a:lnTo>
                <a:lnTo>
                  <a:pt x="24599" y="213194"/>
                </a:lnTo>
                <a:lnTo>
                  <a:pt x="0" y="213194"/>
                </a:lnTo>
                <a:moveTo>
                  <a:pt x="0" y="168095"/>
                </a:moveTo>
                <a:lnTo>
                  <a:pt x="0" y="143496"/>
                </a:lnTo>
                <a:lnTo>
                  <a:pt x="24599" y="143496"/>
                </a:lnTo>
                <a:lnTo>
                  <a:pt x="24599" y="168095"/>
                </a:lnTo>
                <a:lnTo>
                  <a:pt x="0" y="168095"/>
                </a:lnTo>
                <a:moveTo>
                  <a:pt x="0" y="118897"/>
                </a:moveTo>
                <a:lnTo>
                  <a:pt x="0" y="94297"/>
                </a:lnTo>
                <a:lnTo>
                  <a:pt x="24599" y="94297"/>
                </a:lnTo>
                <a:lnTo>
                  <a:pt x="24599" y="118897"/>
                </a:lnTo>
                <a:lnTo>
                  <a:pt x="0" y="118897"/>
                </a:lnTo>
                <a:moveTo>
                  <a:pt x="0" y="69698"/>
                </a:moveTo>
                <a:lnTo>
                  <a:pt x="0" y="49198"/>
                </a:lnTo>
                <a:lnTo>
                  <a:pt x="24599" y="49198"/>
                </a:lnTo>
                <a:lnTo>
                  <a:pt x="24599" y="69698"/>
                </a:lnTo>
                <a:lnTo>
                  <a:pt x="0" y="69698"/>
                </a:lnTo>
                <a:moveTo>
                  <a:pt x="0" y="24599"/>
                </a:move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  <a:lnTo>
                  <a:pt x="0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6C52CA72-B2BF-48FB-8E7A-4A0BFD02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437" y="6781753"/>
            <a:ext cx="24599" cy="500185"/>
          </a:xfrm>
          <a:custGeom xmlns:a="http://schemas.openxmlformats.org/drawingml/2006/main">
            <a:pathLst>
              <a:path w="24599" h="500185">
                <a:moveTo>
                  <a:pt x="0" y="500185"/>
                </a:moveTo>
                <a:lnTo>
                  <a:pt x="0" y="475586"/>
                </a:lnTo>
                <a:lnTo>
                  <a:pt x="24599" y="475586"/>
                </a:lnTo>
                <a:lnTo>
                  <a:pt x="24599" y="500185"/>
                </a:lnTo>
                <a:lnTo>
                  <a:pt x="0" y="500185"/>
                </a:lnTo>
                <a:moveTo>
                  <a:pt x="0" y="455087"/>
                </a:moveTo>
                <a:lnTo>
                  <a:pt x="0" y="430488"/>
                </a:lnTo>
                <a:lnTo>
                  <a:pt x="24599" y="430488"/>
                </a:lnTo>
                <a:lnTo>
                  <a:pt x="24599" y="455087"/>
                </a:lnTo>
                <a:lnTo>
                  <a:pt x="0" y="455087"/>
                </a:lnTo>
                <a:moveTo>
                  <a:pt x="0" y="405888"/>
                </a:moveTo>
                <a:lnTo>
                  <a:pt x="0" y="381289"/>
                </a:lnTo>
                <a:lnTo>
                  <a:pt x="24599" y="381289"/>
                </a:lnTo>
                <a:lnTo>
                  <a:pt x="24599" y="405888"/>
                </a:lnTo>
                <a:lnTo>
                  <a:pt x="0" y="405888"/>
                </a:lnTo>
                <a:moveTo>
                  <a:pt x="0" y="356690"/>
                </a:moveTo>
                <a:lnTo>
                  <a:pt x="0" y="332090"/>
                </a:lnTo>
                <a:lnTo>
                  <a:pt x="24599" y="332090"/>
                </a:lnTo>
                <a:lnTo>
                  <a:pt x="24599" y="356690"/>
                </a:lnTo>
                <a:lnTo>
                  <a:pt x="0" y="356690"/>
                </a:lnTo>
                <a:moveTo>
                  <a:pt x="0" y="311591"/>
                </a:moveTo>
                <a:lnTo>
                  <a:pt x="0" y="286992"/>
                </a:lnTo>
                <a:lnTo>
                  <a:pt x="24599" y="286992"/>
                </a:lnTo>
                <a:lnTo>
                  <a:pt x="24599" y="311591"/>
                </a:lnTo>
                <a:lnTo>
                  <a:pt x="0" y="311591"/>
                </a:lnTo>
                <a:moveTo>
                  <a:pt x="0" y="262392"/>
                </a:moveTo>
                <a:lnTo>
                  <a:pt x="0" y="237793"/>
                </a:lnTo>
                <a:lnTo>
                  <a:pt x="24599" y="237793"/>
                </a:lnTo>
                <a:lnTo>
                  <a:pt x="24599" y="262392"/>
                </a:lnTo>
                <a:lnTo>
                  <a:pt x="0" y="262392"/>
                </a:lnTo>
                <a:moveTo>
                  <a:pt x="0" y="213194"/>
                </a:moveTo>
                <a:lnTo>
                  <a:pt x="0" y="188594"/>
                </a:lnTo>
                <a:lnTo>
                  <a:pt x="24599" y="188594"/>
                </a:lnTo>
                <a:lnTo>
                  <a:pt x="24599" y="213194"/>
                </a:lnTo>
                <a:lnTo>
                  <a:pt x="0" y="213194"/>
                </a:lnTo>
                <a:moveTo>
                  <a:pt x="0" y="168095"/>
                </a:moveTo>
                <a:lnTo>
                  <a:pt x="0" y="143496"/>
                </a:lnTo>
                <a:lnTo>
                  <a:pt x="24599" y="143496"/>
                </a:lnTo>
                <a:lnTo>
                  <a:pt x="24599" y="168095"/>
                </a:lnTo>
                <a:lnTo>
                  <a:pt x="0" y="168095"/>
                </a:lnTo>
                <a:moveTo>
                  <a:pt x="0" y="118897"/>
                </a:moveTo>
                <a:lnTo>
                  <a:pt x="0" y="94297"/>
                </a:lnTo>
                <a:lnTo>
                  <a:pt x="24599" y="94297"/>
                </a:lnTo>
                <a:lnTo>
                  <a:pt x="24599" y="118897"/>
                </a:lnTo>
                <a:lnTo>
                  <a:pt x="0" y="118897"/>
                </a:lnTo>
                <a:moveTo>
                  <a:pt x="0" y="69698"/>
                </a:moveTo>
                <a:lnTo>
                  <a:pt x="0" y="45098"/>
                </a:lnTo>
                <a:lnTo>
                  <a:pt x="24599" y="45098"/>
                </a:lnTo>
                <a:lnTo>
                  <a:pt x="24599" y="69698"/>
                </a:lnTo>
                <a:lnTo>
                  <a:pt x="0" y="69698"/>
                </a:lnTo>
                <a:moveTo>
                  <a:pt x="0" y="24599"/>
                </a:move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  <a:lnTo>
                  <a:pt x="0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7DB8B196-4791-4CCD-B106-3B41E7C8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437" y="6256968"/>
            <a:ext cx="24599" cy="500185"/>
          </a:xfrm>
          <a:custGeom xmlns:a="http://schemas.openxmlformats.org/drawingml/2006/main">
            <a:pathLst>
              <a:path w="24599" h="500185">
                <a:moveTo>
                  <a:pt x="0" y="500185"/>
                </a:moveTo>
                <a:lnTo>
                  <a:pt x="0" y="475586"/>
                </a:lnTo>
                <a:lnTo>
                  <a:pt x="24599" y="475586"/>
                </a:lnTo>
                <a:lnTo>
                  <a:pt x="24599" y="500185"/>
                </a:lnTo>
                <a:lnTo>
                  <a:pt x="0" y="500185"/>
                </a:lnTo>
                <a:moveTo>
                  <a:pt x="0" y="450987"/>
                </a:moveTo>
                <a:lnTo>
                  <a:pt x="0" y="430488"/>
                </a:lnTo>
                <a:lnTo>
                  <a:pt x="24599" y="430488"/>
                </a:lnTo>
                <a:lnTo>
                  <a:pt x="24599" y="450987"/>
                </a:lnTo>
                <a:lnTo>
                  <a:pt x="0" y="450987"/>
                </a:lnTo>
                <a:moveTo>
                  <a:pt x="0" y="405888"/>
                </a:moveTo>
                <a:lnTo>
                  <a:pt x="0" y="381289"/>
                </a:lnTo>
                <a:lnTo>
                  <a:pt x="24599" y="381289"/>
                </a:lnTo>
                <a:lnTo>
                  <a:pt x="24599" y="405888"/>
                </a:lnTo>
                <a:lnTo>
                  <a:pt x="0" y="405888"/>
                </a:lnTo>
                <a:moveTo>
                  <a:pt x="0" y="356690"/>
                </a:moveTo>
                <a:lnTo>
                  <a:pt x="0" y="332090"/>
                </a:lnTo>
                <a:lnTo>
                  <a:pt x="24599" y="332090"/>
                </a:lnTo>
                <a:lnTo>
                  <a:pt x="24599" y="356690"/>
                </a:lnTo>
                <a:lnTo>
                  <a:pt x="0" y="356690"/>
                </a:lnTo>
                <a:moveTo>
                  <a:pt x="0" y="307491"/>
                </a:moveTo>
                <a:lnTo>
                  <a:pt x="0" y="286992"/>
                </a:lnTo>
                <a:lnTo>
                  <a:pt x="24599" y="286992"/>
                </a:lnTo>
                <a:lnTo>
                  <a:pt x="24599" y="307491"/>
                </a:lnTo>
                <a:lnTo>
                  <a:pt x="0" y="307491"/>
                </a:lnTo>
                <a:moveTo>
                  <a:pt x="0" y="262392"/>
                </a:moveTo>
                <a:lnTo>
                  <a:pt x="0" y="237793"/>
                </a:lnTo>
                <a:lnTo>
                  <a:pt x="24599" y="237793"/>
                </a:lnTo>
                <a:lnTo>
                  <a:pt x="24599" y="262392"/>
                </a:lnTo>
                <a:lnTo>
                  <a:pt x="0" y="262392"/>
                </a:lnTo>
                <a:moveTo>
                  <a:pt x="0" y="213194"/>
                </a:moveTo>
                <a:lnTo>
                  <a:pt x="0" y="188594"/>
                </a:lnTo>
                <a:lnTo>
                  <a:pt x="24599" y="188594"/>
                </a:lnTo>
                <a:lnTo>
                  <a:pt x="24599" y="213194"/>
                </a:lnTo>
                <a:lnTo>
                  <a:pt x="0" y="213194"/>
                </a:lnTo>
                <a:moveTo>
                  <a:pt x="0" y="163995"/>
                </a:moveTo>
                <a:lnTo>
                  <a:pt x="0" y="143496"/>
                </a:lnTo>
                <a:lnTo>
                  <a:pt x="24599" y="143496"/>
                </a:lnTo>
                <a:lnTo>
                  <a:pt x="24599" y="163995"/>
                </a:lnTo>
                <a:lnTo>
                  <a:pt x="0" y="163995"/>
                </a:lnTo>
                <a:moveTo>
                  <a:pt x="0" y="118897"/>
                </a:moveTo>
                <a:lnTo>
                  <a:pt x="0" y="94297"/>
                </a:lnTo>
                <a:lnTo>
                  <a:pt x="24599" y="94297"/>
                </a:lnTo>
                <a:lnTo>
                  <a:pt x="24599" y="118897"/>
                </a:lnTo>
                <a:lnTo>
                  <a:pt x="0" y="118897"/>
                </a:lnTo>
                <a:moveTo>
                  <a:pt x="0" y="69698"/>
                </a:moveTo>
                <a:lnTo>
                  <a:pt x="0" y="45098"/>
                </a:lnTo>
                <a:lnTo>
                  <a:pt x="24599" y="45098"/>
                </a:lnTo>
                <a:lnTo>
                  <a:pt x="24599" y="69698"/>
                </a:lnTo>
                <a:lnTo>
                  <a:pt x="0" y="69698"/>
                </a:lnTo>
                <a:moveTo>
                  <a:pt x="0" y="24599"/>
                </a:move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  <a:lnTo>
                  <a:pt x="0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BA822548-40C6-4121-9296-BAD0F45E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437" y="5395993"/>
            <a:ext cx="24599" cy="836376"/>
          </a:xfrm>
          <a:custGeom xmlns:a="http://schemas.openxmlformats.org/drawingml/2006/main">
            <a:pathLst>
              <a:path w="24599" h="836376">
                <a:moveTo>
                  <a:pt x="0" y="836376"/>
                </a:moveTo>
                <a:lnTo>
                  <a:pt x="0" y="811777"/>
                </a:lnTo>
                <a:lnTo>
                  <a:pt x="24599" y="811777"/>
                </a:lnTo>
                <a:lnTo>
                  <a:pt x="24599" y="836376"/>
                </a:lnTo>
                <a:lnTo>
                  <a:pt x="0" y="836376"/>
                </a:lnTo>
                <a:moveTo>
                  <a:pt x="0" y="787178"/>
                </a:moveTo>
                <a:lnTo>
                  <a:pt x="0" y="762578"/>
                </a:lnTo>
                <a:lnTo>
                  <a:pt x="24599" y="762578"/>
                </a:lnTo>
                <a:lnTo>
                  <a:pt x="24599" y="787178"/>
                </a:lnTo>
                <a:lnTo>
                  <a:pt x="0" y="787178"/>
                </a:lnTo>
                <a:moveTo>
                  <a:pt x="0" y="742079"/>
                </a:moveTo>
                <a:lnTo>
                  <a:pt x="0" y="717480"/>
                </a:lnTo>
                <a:lnTo>
                  <a:pt x="24599" y="717480"/>
                </a:lnTo>
                <a:lnTo>
                  <a:pt x="24599" y="742079"/>
                </a:lnTo>
                <a:lnTo>
                  <a:pt x="0" y="742079"/>
                </a:lnTo>
                <a:moveTo>
                  <a:pt x="0" y="692881"/>
                </a:moveTo>
                <a:lnTo>
                  <a:pt x="0" y="668281"/>
                </a:lnTo>
                <a:lnTo>
                  <a:pt x="24599" y="668281"/>
                </a:lnTo>
                <a:lnTo>
                  <a:pt x="24599" y="692881"/>
                </a:lnTo>
                <a:lnTo>
                  <a:pt x="0" y="692881"/>
                </a:lnTo>
                <a:moveTo>
                  <a:pt x="0" y="643682"/>
                </a:moveTo>
                <a:lnTo>
                  <a:pt x="0" y="619082"/>
                </a:lnTo>
                <a:lnTo>
                  <a:pt x="24599" y="619082"/>
                </a:lnTo>
                <a:lnTo>
                  <a:pt x="24599" y="643682"/>
                </a:lnTo>
                <a:lnTo>
                  <a:pt x="0" y="643682"/>
                </a:lnTo>
                <a:moveTo>
                  <a:pt x="0" y="598583"/>
                </a:moveTo>
                <a:lnTo>
                  <a:pt x="0" y="573984"/>
                </a:lnTo>
                <a:lnTo>
                  <a:pt x="24599" y="573984"/>
                </a:lnTo>
                <a:lnTo>
                  <a:pt x="24599" y="598583"/>
                </a:lnTo>
                <a:lnTo>
                  <a:pt x="0" y="598583"/>
                </a:lnTo>
                <a:moveTo>
                  <a:pt x="0" y="549385"/>
                </a:moveTo>
                <a:lnTo>
                  <a:pt x="0" y="524785"/>
                </a:lnTo>
                <a:lnTo>
                  <a:pt x="24599" y="524785"/>
                </a:lnTo>
                <a:lnTo>
                  <a:pt x="24599" y="549385"/>
                </a:lnTo>
                <a:lnTo>
                  <a:pt x="0" y="549385"/>
                </a:lnTo>
                <a:moveTo>
                  <a:pt x="0" y="500186"/>
                </a:moveTo>
                <a:lnTo>
                  <a:pt x="0" y="475587"/>
                </a:lnTo>
                <a:lnTo>
                  <a:pt x="24599" y="475587"/>
                </a:lnTo>
                <a:lnTo>
                  <a:pt x="24599" y="500186"/>
                </a:lnTo>
                <a:lnTo>
                  <a:pt x="0" y="500186"/>
                </a:lnTo>
                <a:moveTo>
                  <a:pt x="0" y="455087"/>
                </a:moveTo>
                <a:lnTo>
                  <a:pt x="0" y="430488"/>
                </a:lnTo>
                <a:lnTo>
                  <a:pt x="24599" y="430488"/>
                </a:lnTo>
                <a:lnTo>
                  <a:pt x="24599" y="455087"/>
                </a:lnTo>
                <a:lnTo>
                  <a:pt x="0" y="455087"/>
                </a:lnTo>
                <a:moveTo>
                  <a:pt x="0" y="405889"/>
                </a:moveTo>
                <a:lnTo>
                  <a:pt x="0" y="381289"/>
                </a:lnTo>
                <a:lnTo>
                  <a:pt x="24599" y="381289"/>
                </a:lnTo>
                <a:lnTo>
                  <a:pt x="24599" y="405889"/>
                </a:lnTo>
                <a:lnTo>
                  <a:pt x="0" y="405889"/>
                </a:lnTo>
                <a:moveTo>
                  <a:pt x="0" y="356690"/>
                </a:moveTo>
                <a:lnTo>
                  <a:pt x="0" y="336191"/>
                </a:lnTo>
                <a:lnTo>
                  <a:pt x="24599" y="336191"/>
                </a:lnTo>
                <a:lnTo>
                  <a:pt x="24599" y="356690"/>
                </a:lnTo>
                <a:lnTo>
                  <a:pt x="0" y="356690"/>
                </a:lnTo>
                <a:moveTo>
                  <a:pt x="0" y="311591"/>
                </a:moveTo>
                <a:lnTo>
                  <a:pt x="0" y="286992"/>
                </a:lnTo>
                <a:lnTo>
                  <a:pt x="24599" y="286992"/>
                </a:lnTo>
                <a:lnTo>
                  <a:pt x="24599" y="311591"/>
                </a:lnTo>
                <a:lnTo>
                  <a:pt x="0" y="311591"/>
                </a:lnTo>
                <a:moveTo>
                  <a:pt x="0" y="262393"/>
                </a:moveTo>
                <a:lnTo>
                  <a:pt x="0" y="237793"/>
                </a:lnTo>
                <a:lnTo>
                  <a:pt x="24599" y="237793"/>
                </a:lnTo>
                <a:lnTo>
                  <a:pt x="24599" y="262393"/>
                </a:lnTo>
                <a:lnTo>
                  <a:pt x="0" y="262393"/>
                </a:lnTo>
                <a:moveTo>
                  <a:pt x="0" y="213194"/>
                </a:moveTo>
                <a:lnTo>
                  <a:pt x="0" y="192695"/>
                </a:lnTo>
                <a:lnTo>
                  <a:pt x="24599" y="192695"/>
                </a:lnTo>
                <a:lnTo>
                  <a:pt x="24599" y="213194"/>
                </a:lnTo>
                <a:lnTo>
                  <a:pt x="0" y="213194"/>
                </a:lnTo>
                <a:moveTo>
                  <a:pt x="0" y="168095"/>
                </a:moveTo>
                <a:lnTo>
                  <a:pt x="0" y="143496"/>
                </a:lnTo>
                <a:lnTo>
                  <a:pt x="24599" y="143496"/>
                </a:lnTo>
                <a:lnTo>
                  <a:pt x="24599" y="168095"/>
                </a:lnTo>
                <a:lnTo>
                  <a:pt x="0" y="168095"/>
                </a:lnTo>
                <a:moveTo>
                  <a:pt x="0" y="118897"/>
                </a:moveTo>
                <a:lnTo>
                  <a:pt x="0" y="94298"/>
                </a:lnTo>
                <a:lnTo>
                  <a:pt x="24599" y="94298"/>
                </a:lnTo>
                <a:lnTo>
                  <a:pt x="24599" y="118897"/>
                </a:lnTo>
                <a:lnTo>
                  <a:pt x="0" y="118897"/>
                </a:lnTo>
                <a:moveTo>
                  <a:pt x="0" y="69698"/>
                </a:moveTo>
                <a:lnTo>
                  <a:pt x="0" y="49199"/>
                </a:lnTo>
                <a:lnTo>
                  <a:pt x="24599" y="49199"/>
                </a:lnTo>
                <a:lnTo>
                  <a:pt x="24599" y="69698"/>
                </a:lnTo>
                <a:lnTo>
                  <a:pt x="0" y="69698"/>
                </a:lnTo>
                <a:moveTo>
                  <a:pt x="0" y="24599"/>
                </a:move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  <a:lnTo>
                  <a:pt x="0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0804D516-6ADD-4A1C-9DD1-266A22A5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437" y="4871207"/>
            <a:ext cx="24599" cy="500186"/>
          </a:xfrm>
          <a:custGeom xmlns:a="http://schemas.openxmlformats.org/drawingml/2006/main">
            <a:pathLst>
              <a:path w="24599" h="500186">
                <a:moveTo>
                  <a:pt x="0" y="500186"/>
                </a:moveTo>
                <a:lnTo>
                  <a:pt x="0" y="475587"/>
                </a:lnTo>
                <a:lnTo>
                  <a:pt x="24599" y="475587"/>
                </a:lnTo>
                <a:lnTo>
                  <a:pt x="24599" y="500186"/>
                </a:lnTo>
                <a:lnTo>
                  <a:pt x="0" y="500186"/>
                </a:lnTo>
                <a:moveTo>
                  <a:pt x="0" y="455087"/>
                </a:moveTo>
                <a:lnTo>
                  <a:pt x="0" y="430488"/>
                </a:lnTo>
                <a:lnTo>
                  <a:pt x="24599" y="430488"/>
                </a:lnTo>
                <a:lnTo>
                  <a:pt x="24599" y="455087"/>
                </a:lnTo>
                <a:lnTo>
                  <a:pt x="0" y="455087"/>
                </a:lnTo>
                <a:moveTo>
                  <a:pt x="0" y="405889"/>
                </a:moveTo>
                <a:lnTo>
                  <a:pt x="0" y="381289"/>
                </a:lnTo>
                <a:lnTo>
                  <a:pt x="24599" y="381289"/>
                </a:lnTo>
                <a:lnTo>
                  <a:pt x="24599" y="405889"/>
                </a:lnTo>
                <a:lnTo>
                  <a:pt x="0" y="405889"/>
                </a:lnTo>
                <a:moveTo>
                  <a:pt x="0" y="356690"/>
                </a:moveTo>
                <a:lnTo>
                  <a:pt x="0" y="332091"/>
                </a:lnTo>
                <a:lnTo>
                  <a:pt x="24599" y="332091"/>
                </a:lnTo>
                <a:lnTo>
                  <a:pt x="24599" y="356690"/>
                </a:lnTo>
                <a:lnTo>
                  <a:pt x="0" y="356690"/>
                </a:lnTo>
                <a:moveTo>
                  <a:pt x="0" y="311591"/>
                </a:moveTo>
                <a:lnTo>
                  <a:pt x="0" y="286992"/>
                </a:lnTo>
                <a:lnTo>
                  <a:pt x="24599" y="286992"/>
                </a:lnTo>
                <a:lnTo>
                  <a:pt x="24599" y="311591"/>
                </a:lnTo>
                <a:lnTo>
                  <a:pt x="0" y="311591"/>
                </a:lnTo>
                <a:moveTo>
                  <a:pt x="0" y="262393"/>
                </a:moveTo>
                <a:lnTo>
                  <a:pt x="0" y="237793"/>
                </a:lnTo>
                <a:lnTo>
                  <a:pt x="24599" y="237793"/>
                </a:lnTo>
                <a:lnTo>
                  <a:pt x="24599" y="262393"/>
                </a:lnTo>
                <a:lnTo>
                  <a:pt x="0" y="262393"/>
                </a:lnTo>
                <a:moveTo>
                  <a:pt x="0" y="213194"/>
                </a:moveTo>
                <a:lnTo>
                  <a:pt x="0" y="188595"/>
                </a:lnTo>
                <a:lnTo>
                  <a:pt x="24599" y="188595"/>
                </a:lnTo>
                <a:lnTo>
                  <a:pt x="24599" y="213194"/>
                </a:lnTo>
                <a:lnTo>
                  <a:pt x="0" y="213194"/>
                </a:lnTo>
                <a:moveTo>
                  <a:pt x="0" y="168095"/>
                </a:moveTo>
                <a:lnTo>
                  <a:pt x="0" y="143496"/>
                </a:lnTo>
                <a:lnTo>
                  <a:pt x="24599" y="143496"/>
                </a:lnTo>
                <a:lnTo>
                  <a:pt x="24599" y="168095"/>
                </a:lnTo>
                <a:lnTo>
                  <a:pt x="0" y="168095"/>
                </a:lnTo>
                <a:moveTo>
                  <a:pt x="0" y="118897"/>
                </a:moveTo>
                <a:lnTo>
                  <a:pt x="0" y="94298"/>
                </a:lnTo>
                <a:lnTo>
                  <a:pt x="24599" y="94298"/>
                </a:lnTo>
                <a:lnTo>
                  <a:pt x="24599" y="118897"/>
                </a:lnTo>
                <a:lnTo>
                  <a:pt x="0" y="118897"/>
                </a:lnTo>
                <a:moveTo>
                  <a:pt x="0" y="69698"/>
                </a:moveTo>
                <a:lnTo>
                  <a:pt x="0" y="45099"/>
                </a:lnTo>
                <a:lnTo>
                  <a:pt x="24599" y="45099"/>
                </a:lnTo>
                <a:lnTo>
                  <a:pt x="24599" y="69698"/>
                </a:lnTo>
                <a:lnTo>
                  <a:pt x="0" y="69698"/>
                </a:lnTo>
                <a:moveTo>
                  <a:pt x="0" y="24599"/>
                </a:move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  <a:lnTo>
                  <a:pt x="0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343B2CD5-CC50-4A79-912E-F9C4BAC6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437" y="4346422"/>
            <a:ext cx="24599" cy="500186"/>
          </a:xfrm>
          <a:custGeom xmlns:a="http://schemas.openxmlformats.org/drawingml/2006/main">
            <a:pathLst>
              <a:path w="24599" h="500186">
                <a:moveTo>
                  <a:pt x="0" y="500186"/>
                </a:moveTo>
                <a:lnTo>
                  <a:pt x="0" y="475587"/>
                </a:lnTo>
                <a:lnTo>
                  <a:pt x="24599" y="475587"/>
                </a:lnTo>
                <a:lnTo>
                  <a:pt x="24599" y="500186"/>
                </a:lnTo>
                <a:lnTo>
                  <a:pt x="0" y="500186"/>
                </a:lnTo>
                <a:moveTo>
                  <a:pt x="0" y="450987"/>
                </a:moveTo>
                <a:lnTo>
                  <a:pt x="0" y="430488"/>
                </a:lnTo>
                <a:lnTo>
                  <a:pt x="24599" y="430488"/>
                </a:lnTo>
                <a:lnTo>
                  <a:pt x="24599" y="450987"/>
                </a:lnTo>
                <a:lnTo>
                  <a:pt x="0" y="450987"/>
                </a:lnTo>
                <a:moveTo>
                  <a:pt x="0" y="405889"/>
                </a:moveTo>
                <a:lnTo>
                  <a:pt x="0" y="381289"/>
                </a:lnTo>
                <a:lnTo>
                  <a:pt x="24599" y="381289"/>
                </a:lnTo>
                <a:lnTo>
                  <a:pt x="24599" y="405889"/>
                </a:lnTo>
                <a:lnTo>
                  <a:pt x="0" y="405889"/>
                </a:lnTo>
                <a:moveTo>
                  <a:pt x="0" y="356690"/>
                </a:moveTo>
                <a:lnTo>
                  <a:pt x="0" y="332091"/>
                </a:lnTo>
                <a:lnTo>
                  <a:pt x="24599" y="332091"/>
                </a:lnTo>
                <a:lnTo>
                  <a:pt x="24599" y="356690"/>
                </a:lnTo>
                <a:lnTo>
                  <a:pt x="0" y="356690"/>
                </a:lnTo>
                <a:moveTo>
                  <a:pt x="0" y="307491"/>
                </a:moveTo>
                <a:lnTo>
                  <a:pt x="0" y="286992"/>
                </a:lnTo>
                <a:lnTo>
                  <a:pt x="24599" y="286992"/>
                </a:lnTo>
                <a:lnTo>
                  <a:pt x="24599" y="307491"/>
                </a:lnTo>
                <a:lnTo>
                  <a:pt x="0" y="307491"/>
                </a:lnTo>
                <a:moveTo>
                  <a:pt x="0" y="262393"/>
                </a:moveTo>
                <a:lnTo>
                  <a:pt x="0" y="237793"/>
                </a:lnTo>
                <a:lnTo>
                  <a:pt x="24599" y="237793"/>
                </a:lnTo>
                <a:lnTo>
                  <a:pt x="24599" y="262393"/>
                </a:lnTo>
                <a:lnTo>
                  <a:pt x="0" y="262393"/>
                </a:lnTo>
                <a:moveTo>
                  <a:pt x="0" y="213194"/>
                </a:moveTo>
                <a:lnTo>
                  <a:pt x="0" y="188595"/>
                </a:lnTo>
                <a:lnTo>
                  <a:pt x="24599" y="188595"/>
                </a:lnTo>
                <a:lnTo>
                  <a:pt x="24599" y="213194"/>
                </a:lnTo>
                <a:lnTo>
                  <a:pt x="0" y="213194"/>
                </a:lnTo>
                <a:moveTo>
                  <a:pt x="0" y="163995"/>
                </a:moveTo>
                <a:lnTo>
                  <a:pt x="0" y="143496"/>
                </a:lnTo>
                <a:lnTo>
                  <a:pt x="24599" y="143496"/>
                </a:lnTo>
                <a:lnTo>
                  <a:pt x="24599" y="163995"/>
                </a:lnTo>
                <a:lnTo>
                  <a:pt x="0" y="163995"/>
                </a:lnTo>
                <a:moveTo>
                  <a:pt x="0" y="118897"/>
                </a:moveTo>
                <a:lnTo>
                  <a:pt x="0" y="94298"/>
                </a:lnTo>
                <a:lnTo>
                  <a:pt x="24599" y="94298"/>
                </a:lnTo>
                <a:lnTo>
                  <a:pt x="24599" y="118897"/>
                </a:lnTo>
                <a:lnTo>
                  <a:pt x="0" y="118897"/>
                </a:lnTo>
                <a:moveTo>
                  <a:pt x="0" y="69698"/>
                </a:moveTo>
                <a:lnTo>
                  <a:pt x="0" y="45099"/>
                </a:lnTo>
                <a:lnTo>
                  <a:pt x="24599" y="45099"/>
                </a:lnTo>
                <a:lnTo>
                  <a:pt x="24599" y="69698"/>
                </a:lnTo>
                <a:lnTo>
                  <a:pt x="0" y="69698"/>
                </a:lnTo>
                <a:moveTo>
                  <a:pt x="0" y="24599"/>
                </a:move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  <a:lnTo>
                  <a:pt x="0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4DC88593-0D0F-4873-8EA4-A3744BDF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437" y="3821636"/>
            <a:ext cx="24599" cy="500186"/>
          </a:xfrm>
          <a:custGeom xmlns:a="http://schemas.openxmlformats.org/drawingml/2006/main">
            <a:pathLst>
              <a:path w="24599" h="500186">
                <a:moveTo>
                  <a:pt x="0" y="500186"/>
                </a:moveTo>
                <a:lnTo>
                  <a:pt x="0" y="475587"/>
                </a:lnTo>
                <a:lnTo>
                  <a:pt x="24599" y="475587"/>
                </a:lnTo>
                <a:lnTo>
                  <a:pt x="24599" y="500186"/>
                </a:lnTo>
                <a:lnTo>
                  <a:pt x="0" y="500186"/>
                </a:lnTo>
                <a:moveTo>
                  <a:pt x="0" y="450987"/>
                </a:moveTo>
                <a:lnTo>
                  <a:pt x="0" y="426388"/>
                </a:lnTo>
                <a:lnTo>
                  <a:pt x="24599" y="426388"/>
                </a:lnTo>
                <a:lnTo>
                  <a:pt x="24599" y="450987"/>
                </a:lnTo>
                <a:lnTo>
                  <a:pt x="0" y="450987"/>
                </a:lnTo>
                <a:moveTo>
                  <a:pt x="0" y="405889"/>
                </a:moveTo>
                <a:lnTo>
                  <a:pt x="0" y="381289"/>
                </a:lnTo>
                <a:lnTo>
                  <a:pt x="24599" y="381289"/>
                </a:lnTo>
                <a:lnTo>
                  <a:pt x="24599" y="405889"/>
                </a:lnTo>
                <a:lnTo>
                  <a:pt x="0" y="405889"/>
                </a:lnTo>
                <a:moveTo>
                  <a:pt x="0" y="356690"/>
                </a:moveTo>
                <a:lnTo>
                  <a:pt x="0" y="332091"/>
                </a:lnTo>
                <a:lnTo>
                  <a:pt x="24599" y="332091"/>
                </a:lnTo>
                <a:lnTo>
                  <a:pt x="24599" y="356690"/>
                </a:lnTo>
                <a:lnTo>
                  <a:pt x="0" y="356690"/>
                </a:lnTo>
                <a:moveTo>
                  <a:pt x="0" y="307491"/>
                </a:moveTo>
                <a:lnTo>
                  <a:pt x="0" y="282892"/>
                </a:lnTo>
                <a:lnTo>
                  <a:pt x="24599" y="282892"/>
                </a:lnTo>
                <a:lnTo>
                  <a:pt x="24599" y="307491"/>
                </a:lnTo>
                <a:lnTo>
                  <a:pt x="0" y="307491"/>
                </a:lnTo>
                <a:moveTo>
                  <a:pt x="0" y="262393"/>
                </a:moveTo>
                <a:lnTo>
                  <a:pt x="0" y="237793"/>
                </a:lnTo>
                <a:lnTo>
                  <a:pt x="24599" y="237793"/>
                </a:lnTo>
                <a:lnTo>
                  <a:pt x="24599" y="262393"/>
                </a:lnTo>
                <a:lnTo>
                  <a:pt x="0" y="262393"/>
                </a:lnTo>
                <a:moveTo>
                  <a:pt x="0" y="213194"/>
                </a:moveTo>
                <a:lnTo>
                  <a:pt x="0" y="188595"/>
                </a:lnTo>
                <a:lnTo>
                  <a:pt x="24599" y="188595"/>
                </a:lnTo>
                <a:lnTo>
                  <a:pt x="24599" y="213194"/>
                </a:lnTo>
                <a:lnTo>
                  <a:pt x="0" y="213194"/>
                </a:lnTo>
                <a:moveTo>
                  <a:pt x="0" y="163995"/>
                </a:moveTo>
                <a:lnTo>
                  <a:pt x="0" y="139396"/>
                </a:lnTo>
                <a:lnTo>
                  <a:pt x="24599" y="139396"/>
                </a:lnTo>
                <a:lnTo>
                  <a:pt x="24599" y="163995"/>
                </a:lnTo>
                <a:lnTo>
                  <a:pt x="0" y="163995"/>
                </a:lnTo>
                <a:moveTo>
                  <a:pt x="0" y="118897"/>
                </a:moveTo>
                <a:lnTo>
                  <a:pt x="0" y="94298"/>
                </a:lnTo>
                <a:lnTo>
                  <a:pt x="24599" y="94298"/>
                </a:lnTo>
                <a:lnTo>
                  <a:pt x="24599" y="118897"/>
                </a:lnTo>
                <a:lnTo>
                  <a:pt x="0" y="118897"/>
                </a:lnTo>
                <a:moveTo>
                  <a:pt x="0" y="69698"/>
                </a:moveTo>
                <a:lnTo>
                  <a:pt x="0" y="45099"/>
                </a:lnTo>
                <a:lnTo>
                  <a:pt x="24599" y="45099"/>
                </a:lnTo>
                <a:lnTo>
                  <a:pt x="24599" y="69698"/>
                </a:lnTo>
                <a:lnTo>
                  <a:pt x="0" y="69698"/>
                </a:lnTo>
                <a:moveTo>
                  <a:pt x="0" y="20499"/>
                </a:moveTo>
                <a:lnTo>
                  <a:pt x="0" y="0"/>
                </a:lnTo>
                <a:lnTo>
                  <a:pt x="24599" y="0"/>
                </a:lnTo>
                <a:lnTo>
                  <a:pt x="24599" y="20499"/>
                </a:lnTo>
                <a:lnTo>
                  <a:pt x="0" y="204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E5335454-8713-42B1-AC26-43812A23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437" y="3292752"/>
            <a:ext cx="24599" cy="504286"/>
          </a:xfrm>
          <a:custGeom xmlns:a="http://schemas.openxmlformats.org/drawingml/2006/main">
            <a:pathLst>
              <a:path w="24599" h="504286">
                <a:moveTo>
                  <a:pt x="0" y="504286"/>
                </a:moveTo>
                <a:lnTo>
                  <a:pt x="0" y="479686"/>
                </a:lnTo>
                <a:lnTo>
                  <a:pt x="24599" y="479686"/>
                </a:lnTo>
                <a:lnTo>
                  <a:pt x="24599" y="504286"/>
                </a:lnTo>
                <a:lnTo>
                  <a:pt x="0" y="504286"/>
                </a:lnTo>
                <a:moveTo>
                  <a:pt x="0" y="455087"/>
                </a:moveTo>
                <a:lnTo>
                  <a:pt x="0" y="430488"/>
                </a:lnTo>
                <a:lnTo>
                  <a:pt x="24599" y="430488"/>
                </a:lnTo>
                <a:lnTo>
                  <a:pt x="24599" y="455087"/>
                </a:lnTo>
                <a:lnTo>
                  <a:pt x="0" y="455087"/>
                </a:lnTo>
                <a:moveTo>
                  <a:pt x="0" y="405889"/>
                </a:moveTo>
                <a:lnTo>
                  <a:pt x="0" y="385389"/>
                </a:lnTo>
                <a:lnTo>
                  <a:pt x="24599" y="385389"/>
                </a:lnTo>
                <a:lnTo>
                  <a:pt x="24599" y="405889"/>
                </a:lnTo>
                <a:lnTo>
                  <a:pt x="0" y="405889"/>
                </a:lnTo>
                <a:moveTo>
                  <a:pt x="0" y="360790"/>
                </a:moveTo>
                <a:lnTo>
                  <a:pt x="0" y="336191"/>
                </a:lnTo>
                <a:lnTo>
                  <a:pt x="24599" y="336191"/>
                </a:lnTo>
                <a:lnTo>
                  <a:pt x="24599" y="360790"/>
                </a:lnTo>
                <a:lnTo>
                  <a:pt x="0" y="360790"/>
                </a:lnTo>
                <a:moveTo>
                  <a:pt x="0" y="311591"/>
                </a:moveTo>
                <a:lnTo>
                  <a:pt x="0" y="286992"/>
                </a:lnTo>
                <a:lnTo>
                  <a:pt x="24599" y="286992"/>
                </a:lnTo>
                <a:lnTo>
                  <a:pt x="24599" y="311591"/>
                </a:lnTo>
                <a:lnTo>
                  <a:pt x="0" y="311591"/>
                </a:lnTo>
                <a:moveTo>
                  <a:pt x="0" y="262393"/>
                </a:moveTo>
                <a:lnTo>
                  <a:pt x="0" y="241893"/>
                </a:lnTo>
                <a:lnTo>
                  <a:pt x="24599" y="241893"/>
                </a:lnTo>
                <a:lnTo>
                  <a:pt x="24599" y="262393"/>
                </a:lnTo>
                <a:lnTo>
                  <a:pt x="0" y="262393"/>
                </a:lnTo>
                <a:moveTo>
                  <a:pt x="0" y="217294"/>
                </a:moveTo>
                <a:lnTo>
                  <a:pt x="0" y="192695"/>
                </a:lnTo>
                <a:lnTo>
                  <a:pt x="24599" y="192695"/>
                </a:lnTo>
                <a:lnTo>
                  <a:pt x="24599" y="217294"/>
                </a:lnTo>
                <a:lnTo>
                  <a:pt x="0" y="217294"/>
                </a:lnTo>
                <a:moveTo>
                  <a:pt x="0" y="168095"/>
                </a:moveTo>
                <a:lnTo>
                  <a:pt x="0" y="143496"/>
                </a:lnTo>
                <a:lnTo>
                  <a:pt x="24599" y="143496"/>
                </a:lnTo>
                <a:lnTo>
                  <a:pt x="24599" y="168095"/>
                </a:lnTo>
                <a:lnTo>
                  <a:pt x="0" y="168095"/>
                </a:lnTo>
                <a:moveTo>
                  <a:pt x="0" y="122996"/>
                </a:moveTo>
                <a:lnTo>
                  <a:pt x="0" y="98397"/>
                </a:lnTo>
                <a:lnTo>
                  <a:pt x="24599" y="98397"/>
                </a:lnTo>
                <a:lnTo>
                  <a:pt x="24599" y="122996"/>
                </a:lnTo>
                <a:lnTo>
                  <a:pt x="0" y="122996"/>
                </a:lnTo>
                <a:moveTo>
                  <a:pt x="0" y="73798"/>
                </a:moveTo>
                <a:lnTo>
                  <a:pt x="0" y="49199"/>
                </a:lnTo>
                <a:lnTo>
                  <a:pt x="24599" y="49199"/>
                </a:lnTo>
                <a:lnTo>
                  <a:pt x="24599" y="73798"/>
                </a:lnTo>
                <a:lnTo>
                  <a:pt x="0" y="73798"/>
                </a:lnTo>
                <a:moveTo>
                  <a:pt x="0" y="24599"/>
                </a:move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  <a:lnTo>
                  <a:pt x="0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672429DC-7958-4128-9C59-B7ADEDA6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437" y="2767967"/>
            <a:ext cx="24599" cy="504286"/>
          </a:xfrm>
          <a:custGeom xmlns:a="http://schemas.openxmlformats.org/drawingml/2006/main">
            <a:pathLst>
              <a:path w="24599" h="504286">
                <a:moveTo>
                  <a:pt x="0" y="504286"/>
                </a:moveTo>
                <a:lnTo>
                  <a:pt x="0" y="479686"/>
                </a:lnTo>
                <a:lnTo>
                  <a:pt x="24599" y="479686"/>
                </a:lnTo>
                <a:lnTo>
                  <a:pt x="24599" y="504286"/>
                </a:lnTo>
                <a:lnTo>
                  <a:pt x="0" y="504286"/>
                </a:lnTo>
                <a:moveTo>
                  <a:pt x="0" y="455087"/>
                </a:moveTo>
                <a:lnTo>
                  <a:pt x="0" y="430488"/>
                </a:lnTo>
                <a:lnTo>
                  <a:pt x="24599" y="430488"/>
                </a:lnTo>
                <a:lnTo>
                  <a:pt x="24599" y="455087"/>
                </a:lnTo>
                <a:lnTo>
                  <a:pt x="0" y="455087"/>
                </a:lnTo>
                <a:moveTo>
                  <a:pt x="0" y="405889"/>
                </a:moveTo>
                <a:lnTo>
                  <a:pt x="0" y="381289"/>
                </a:lnTo>
                <a:lnTo>
                  <a:pt x="24599" y="381289"/>
                </a:lnTo>
                <a:lnTo>
                  <a:pt x="24599" y="405889"/>
                </a:lnTo>
                <a:lnTo>
                  <a:pt x="0" y="405889"/>
                </a:lnTo>
                <a:moveTo>
                  <a:pt x="0" y="360790"/>
                </a:moveTo>
                <a:lnTo>
                  <a:pt x="0" y="336191"/>
                </a:lnTo>
                <a:lnTo>
                  <a:pt x="24599" y="336191"/>
                </a:lnTo>
                <a:lnTo>
                  <a:pt x="24599" y="360790"/>
                </a:lnTo>
                <a:lnTo>
                  <a:pt x="0" y="360790"/>
                </a:lnTo>
                <a:moveTo>
                  <a:pt x="0" y="311591"/>
                </a:moveTo>
                <a:lnTo>
                  <a:pt x="0" y="286992"/>
                </a:lnTo>
                <a:lnTo>
                  <a:pt x="24599" y="286992"/>
                </a:lnTo>
                <a:lnTo>
                  <a:pt x="24599" y="311591"/>
                </a:lnTo>
                <a:lnTo>
                  <a:pt x="0" y="311591"/>
                </a:lnTo>
                <a:moveTo>
                  <a:pt x="0" y="262393"/>
                </a:moveTo>
                <a:lnTo>
                  <a:pt x="0" y="237793"/>
                </a:lnTo>
                <a:lnTo>
                  <a:pt x="24599" y="237793"/>
                </a:lnTo>
                <a:lnTo>
                  <a:pt x="24599" y="262393"/>
                </a:lnTo>
                <a:lnTo>
                  <a:pt x="0" y="262393"/>
                </a:lnTo>
                <a:moveTo>
                  <a:pt x="0" y="217294"/>
                </a:moveTo>
                <a:lnTo>
                  <a:pt x="0" y="192695"/>
                </a:lnTo>
                <a:lnTo>
                  <a:pt x="24599" y="192695"/>
                </a:lnTo>
                <a:lnTo>
                  <a:pt x="24599" y="217294"/>
                </a:lnTo>
                <a:lnTo>
                  <a:pt x="0" y="217294"/>
                </a:lnTo>
                <a:moveTo>
                  <a:pt x="0" y="168095"/>
                </a:moveTo>
                <a:lnTo>
                  <a:pt x="0" y="143496"/>
                </a:lnTo>
                <a:lnTo>
                  <a:pt x="24599" y="143496"/>
                </a:lnTo>
                <a:lnTo>
                  <a:pt x="24599" y="168095"/>
                </a:lnTo>
                <a:lnTo>
                  <a:pt x="0" y="168095"/>
                </a:lnTo>
                <a:moveTo>
                  <a:pt x="0" y="118897"/>
                </a:moveTo>
                <a:lnTo>
                  <a:pt x="0" y="98397"/>
                </a:lnTo>
                <a:lnTo>
                  <a:pt x="24599" y="98397"/>
                </a:lnTo>
                <a:lnTo>
                  <a:pt x="24599" y="118897"/>
                </a:lnTo>
                <a:lnTo>
                  <a:pt x="0" y="118897"/>
                </a:lnTo>
                <a:moveTo>
                  <a:pt x="0" y="73798"/>
                </a:moveTo>
                <a:lnTo>
                  <a:pt x="0" y="49199"/>
                </a:lnTo>
                <a:lnTo>
                  <a:pt x="24599" y="49199"/>
                </a:lnTo>
                <a:lnTo>
                  <a:pt x="24599" y="73798"/>
                </a:lnTo>
                <a:lnTo>
                  <a:pt x="0" y="73798"/>
                </a:lnTo>
                <a:moveTo>
                  <a:pt x="0" y="24599"/>
                </a:move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  <a:lnTo>
                  <a:pt x="0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215BA2B7-950D-4C6E-8136-826D4FF2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437" y="2243182"/>
            <a:ext cx="24599" cy="500186"/>
          </a:xfrm>
          <a:custGeom xmlns:a="http://schemas.openxmlformats.org/drawingml/2006/main">
            <a:pathLst>
              <a:path w="24599" h="500186">
                <a:moveTo>
                  <a:pt x="0" y="500186"/>
                </a:moveTo>
                <a:lnTo>
                  <a:pt x="0" y="479686"/>
                </a:lnTo>
                <a:lnTo>
                  <a:pt x="24599" y="479686"/>
                </a:lnTo>
                <a:lnTo>
                  <a:pt x="24599" y="500186"/>
                </a:lnTo>
                <a:lnTo>
                  <a:pt x="0" y="500186"/>
                </a:lnTo>
                <a:moveTo>
                  <a:pt x="0" y="455087"/>
                </a:moveTo>
                <a:lnTo>
                  <a:pt x="0" y="430488"/>
                </a:lnTo>
                <a:lnTo>
                  <a:pt x="24599" y="430488"/>
                </a:lnTo>
                <a:lnTo>
                  <a:pt x="24599" y="455087"/>
                </a:lnTo>
                <a:lnTo>
                  <a:pt x="0" y="455087"/>
                </a:lnTo>
                <a:moveTo>
                  <a:pt x="0" y="405889"/>
                </a:moveTo>
                <a:lnTo>
                  <a:pt x="0" y="381289"/>
                </a:lnTo>
                <a:lnTo>
                  <a:pt x="24599" y="381289"/>
                </a:lnTo>
                <a:lnTo>
                  <a:pt x="24599" y="405889"/>
                </a:lnTo>
                <a:lnTo>
                  <a:pt x="0" y="405889"/>
                </a:lnTo>
                <a:moveTo>
                  <a:pt x="0" y="356690"/>
                </a:moveTo>
                <a:lnTo>
                  <a:pt x="0" y="336191"/>
                </a:lnTo>
                <a:lnTo>
                  <a:pt x="24599" y="336191"/>
                </a:lnTo>
                <a:lnTo>
                  <a:pt x="24599" y="356690"/>
                </a:lnTo>
                <a:lnTo>
                  <a:pt x="0" y="356690"/>
                </a:lnTo>
                <a:moveTo>
                  <a:pt x="0" y="311591"/>
                </a:moveTo>
                <a:lnTo>
                  <a:pt x="0" y="286992"/>
                </a:lnTo>
                <a:lnTo>
                  <a:pt x="24599" y="286992"/>
                </a:lnTo>
                <a:lnTo>
                  <a:pt x="24599" y="311591"/>
                </a:lnTo>
                <a:lnTo>
                  <a:pt x="0" y="311591"/>
                </a:lnTo>
                <a:moveTo>
                  <a:pt x="0" y="262393"/>
                </a:moveTo>
                <a:lnTo>
                  <a:pt x="0" y="237793"/>
                </a:lnTo>
                <a:lnTo>
                  <a:pt x="24599" y="237793"/>
                </a:lnTo>
                <a:lnTo>
                  <a:pt x="24599" y="262393"/>
                </a:lnTo>
                <a:lnTo>
                  <a:pt x="0" y="262393"/>
                </a:lnTo>
                <a:moveTo>
                  <a:pt x="0" y="217294"/>
                </a:moveTo>
                <a:lnTo>
                  <a:pt x="0" y="192695"/>
                </a:lnTo>
                <a:lnTo>
                  <a:pt x="24599" y="192695"/>
                </a:lnTo>
                <a:lnTo>
                  <a:pt x="24599" y="217294"/>
                </a:lnTo>
                <a:lnTo>
                  <a:pt x="0" y="217294"/>
                </a:lnTo>
                <a:moveTo>
                  <a:pt x="0" y="168095"/>
                </a:moveTo>
                <a:lnTo>
                  <a:pt x="0" y="143496"/>
                </a:lnTo>
                <a:lnTo>
                  <a:pt x="24599" y="143496"/>
                </a:lnTo>
                <a:lnTo>
                  <a:pt x="24599" y="168095"/>
                </a:lnTo>
                <a:lnTo>
                  <a:pt x="0" y="168095"/>
                </a:lnTo>
                <a:moveTo>
                  <a:pt x="0" y="118897"/>
                </a:moveTo>
                <a:lnTo>
                  <a:pt x="0" y="94298"/>
                </a:lnTo>
                <a:lnTo>
                  <a:pt x="24599" y="94298"/>
                </a:lnTo>
                <a:lnTo>
                  <a:pt x="24599" y="118897"/>
                </a:lnTo>
                <a:lnTo>
                  <a:pt x="0" y="118897"/>
                </a:lnTo>
                <a:moveTo>
                  <a:pt x="0" y="73798"/>
                </a:moveTo>
                <a:lnTo>
                  <a:pt x="0" y="49199"/>
                </a:lnTo>
                <a:lnTo>
                  <a:pt x="24599" y="49199"/>
                </a:lnTo>
                <a:lnTo>
                  <a:pt x="24599" y="73798"/>
                </a:lnTo>
                <a:lnTo>
                  <a:pt x="0" y="73798"/>
                </a:lnTo>
                <a:moveTo>
                  <a:pt x="0" y="24599"/>
                </a:move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  <a:lnTo>
                  <a:pt x="0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10A7DE94-8FD3-4502-98A1-23F29276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437" y="1718396"/>
            <a:ext cx="24599" cy="500186"/>
          </a:xfrm>
          <a:custGeom xmlns:a="http://schemas.openxmlformats.org/drawingml/2006/main">
            <a:pathLst>
              <a:path w="24599" h="500186">
                <a:moveTo>
                  <a:pt x="0" y="500186"/>
                </a:moveTo>
                <a:lnTo>
                  <a:pt x="0" y="475587"/>
                </a:lnTo>
                <a:lnTo>
                  <a:pt x="24599" y="475587"/>
                </a:lnTo>
                <a:lnTo>
                  <a:pt x="24599" y="500186"/>
                </a:lnTo>
                <a:lnTo>
                  <a:pt x="0" y="500186"/>
                </a:lnTo>
                <a:moveTo>
                  <a:pt x="0" y="455087"/>
                </a:moveTo>
                <a:lnTo>
                  <a:pt x="0" y="430488"/>
                </a:lnTo>
                <a:lnTo>
                  <a:pt x="24599" y="430488"/>
                </a:lnTo>
                <a:lnTo>
                  <a:pt x="24599" y="455087"/>
                </a:lnTo>
                <a:lnTo>
                  <a:pt x="0" y="455087"/>
                </a:lnTo>
                <a:moveTo>
                  <a:pt x="0" y="405889"/>
                </a:moveTo>
                <a:lnTo>
                  <a:pt x="0" y="381289"/>
                </a:lnTo>
                <a:lnTo>
                  <a:pt x="24599" y="381289"/>
                </a:lnTo>
                <a:lnTo>
                  <a:pt x="24599" y="405889"/>
                </a:lnTo>
                <a:lnTo>
                  <a:pt x="0" y="405889"/>
                </a:lnTo>
                <a:moveTo>
                  <a:pt x="0" y="356690"/>
                </a:moveTo>
                <a:lnTo>
                  <a:pt x="0" y="332091"/>
                </a:lnTo>
                <a:lnTo>
                  <a:pt x="24599" y="332091"/>
                </a:lnTo>
                <a:lnTo>
                  <a:pt x="24599" y="356690"/>
                </a:lnTo>
                <a:lnTo>
                  <a:pt x="0" y="356690"/>
                </a:lnTo>
                <a:moveTo>
                  <a:pt x="0" y="311591"/>
                </a:moveTo>
                <a:lnTo>
                  <a:pt x="0" y="286992"/>
                </a:lnTo>
                <a:lnTo>
                  <a:pt x="24599" y="286992"/>
                </a:lnTo>
                <a:lnTo>
                  <a:pt x="24599" y="311591"/>
                </a:lnTo>
                <a:lnTo>
                  <a:pt x="0" y="311591"/>
                </a:lnTo>
                <a:moveTo>
                  <a:pt x="0" y="262393"/>
                </a:moveTo>
                <a:lnTo>
                  <a:pt x="0" y="237793"/>
                </a:lnTo>
                <a:lnTo>
                  <a:pt x="24599" y="237793"/>
                </a:lnTo>
                <a:lnTo>
                  <a:pt x="24599" y="262393"/>
                </a:lnTo>
                <a:lnTo>
                  <a:pt x="0" y="262393"/>
                </a:lnTo>
                <a:moveTo>
                  <a:pt x="0" y="213194"/>
                </a:moveTo>
                <a:lnTo>
                  <a:pt x="0" y="192695"/>
                </a:lnTo>
                <a:lnTo>
                  <a:pt x="24599" y="192695"/>
                </a:lnTo>
                <a:lnTo>
                  <a:pt x="24599" y="213194"/>
                </a:lnTo>
                <a:lnTo>
                  <a:pt x="0" y="213194"/>
                </a:lnTo>
                <a:moveTo>
                  <a:pt x="0" y="168095"/>
                </a:moveTo>
                <a:lnTo>
                  <a:pt x="0" y="143496"/>
                </a:lnTo>
                <a:lnTo>
                  <a:pt x="24599" y="143496"/>
                </a:lnTo>
                <a:lnTo>
                  <a:pt x="24599" y="168095"/>
                </a:lnTo>
                <a:lnTo>
                  <a:pt x="0" y="168095"/>
                </a:lnTo>
                <a:moveTo>
                  <a:pt x="0" y="118897"/>
                </a:moveTo>
                <a:lnTo>
                  <a:pt x="0" y="94297"/>
                </a:lnTo>
                <a:lnTo>
                  <a:pt x="24599" y="94297"/>
                </a:lnTo>
                <a:lnTo>
                  <a:pt x="24599" y="118897"/>
                </a:lnTo>
                <a:lnTo>
                  <a:pt x="0" y="118897"/>
                </a:lnTo>
                <a:moveTo>
                  <a:pt x="0" y="69698"/>
                </a:moveTo>
                <a:lnTo>
                  <a:pt x="0" y="49199"/>
                </a:lnTo>
                <a:lnTo>
                  <a:pt x="24599" y="49199"/>
                </a:lnTo>
                <a:lnTo>
                  <a:pt x="24599" y="69698"/>
                </a:lnTo>
                <a:lnTo>
                  <a:pt x="0" y="69698"/>
                </a:lnTo>
                <a:moveTo>
                  <a:pt x="0" y="24599"/>
                </a:move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  <a:lnTo>
                  <a:pt x="0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FEEAA4DF-6A6C-4B8E-B231-008FDDC4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437" y="857421"/>
            <a:ext cx="24599" cy="836376"/>
          </a:xfrm>
          <a:custGeom xmlns:a="http://schemas.openxmlformats.org/drawingml/2006/main">
            <a:pathLst>
              <a:path w="24599" h="836376">
                <a:moveTo>
                  <a:pt x="0" y="836376"/>
                </a:moveTo>
                <a:lnTo>
                  <a:pt x="0" y="811777"/>
                </a:lnTo>
                <a:lnTo>
                  <a:pt x="24599" y="811777"/>
                </a:lnTo>
                <a:lnTo>
                  <a:pt x="24599" y="836376"/>
                </a:lnTo>
                <a:lnTo>
                  <a:pt x="0" y="836376"/>
                </a:lnTo>
                <a:moveTo>
                  <a:pt x="0" y="787178"/>
                </a:moveTo>
                <a:lnTo>
                  <a:pt x="0" y="766678"/>
                </a:lnTo>
                <a:lnTo>
                  <a:pt x="24599" y="766678"/>
                </a:lnTo>
                <a:lnTo>
                  <a:pt x="24599" y="787178"/>
                </a:lnTo>
                <a:lnTo>
                  <a:pt x="0" y="787178"/>
                </a:lnTo>
                <a:moveTo>
                  <a:pt x="0" y="742079"/>
                </a:moveTo>
                <a:lnTo>
                  <a:pt x="0" y="717480"/>
                </a:lnTo>
                <a:lnTo>
                  <a:pt x="24599" y="717480"/>
                </a:lnTo>
                <a:lnTo>
                  <a:pt x="24599" y="742079"/>
                </a:lnTo>
                <a:lnTo>
                  <a:pt x="0" y="742079"/>
                </a:lnTo>
                <a:moveTo>
                  <a:pt x="0" y="692880"/>
                </a:moveTo>
                <a:lnTo>
                  <a:pt x="0" y="668281"/>
                </a:lnTo>
                <a:lnTo>
                  <a:pt x="24599" y="668281"/>
                </a:lnTo>
                <a:lnTo>
                  <a:pt x="24599" y="692880"/>
                </a:lnTo>
                <a:lnTo>
                  <a:pt x="0" y="692880"/>
                </a:lnTo>
                <a:moveTo>
                  <a:pt x="0" y="643682"/>
                </a:moveTo>
                <a:lnTo>
                  <a:pt x="0" y="623182"/>
                </a:lnTo>
                <a:lnTo>
                  <a:pt x="24599" y="623182"/>
                </a:lnTo>
                <a:lnTo>
                  <a:pt x="24599" y="643682"/>
                </a:lnTo>
                <a:lnTo>
                  <a:pt x="0" y="643682"/>
                </a:lnTo>
                <a:moveTo>
                  <a:pt x="0" y="598583"/>
                </a:moveTo>
                <a:lnTo>
                  <a:pt x="0" y="573984"/>
                </a:lnTo>
                <a:lnTo>
                  <a:pt x="24599" y="573984"/>
                </a:lnTo>
                <a:lnTo>
                  <a:pt x="24599" y="598583"/>
                </a:lnTo>
                <a:lnTo>
                  <a:pt x="0" y="598583"/>
                </a:lnTo>
                <a:moveTo>
                  <a:pt x="0" y="549384"/>
                </a:moveTo>
                <a:lnTo>
                  <a:pt x="0" y="524785"/>
                </a:lnTo>
                <a:lnTo>
                  <a:pt x="24599" y="524785"/>
                </a:lnTo>
                <a:lnTo>
                  <a:pt x="24599" y="549384"/>
                </a:lnTo>
                <a:lnTo>
                  <a:pt x="0" y="549384"/>
                </a:lnTo>
                <a:moveTo>
                  <a:pt x="0" y="504286"/>
                </a:moveTo>
                <a:lnTo>
                  <a:pt x="0" y="479686"/>
                </a:lnTo>
                <a:lnTo>
                  <a:pt x="24599" y="479686"/>
                </a:lnTo>
                <a:lnTo>
                  <a:pt x="24599" y="504286"/>
                </a:lnTo>
                <a:lnTo>
                  <a:pt x="0" y="504286"/>
                </a:lnTo>
                <a:moveTo>
                  <a:pt x="0" y="455087"/>
                </a:moveTo>
                <a:lnTo>
                  <a:pt x="0" y="430488"/>
                </a:lnTo>
                <a:lnTo>
                  <a:pt x="24599" y="430488"/>
                </a:lnTo>
                <a:lnTo>
                  <a:pt x="24599" y="455087"/>
                </a:lnTo>
                <a:lnTo>
                  <a:pt x="0" y="455087"/>
                </a:lnTo>
                <a:moveTo>
                  <a:pt x="0" y="405889"/>
                </a:moveTo>
                <a:lnTo>
                  <a:pt x="0" y="381289"/>
                </a:lnTo>
                <a:lnTo>
                  <a:pt x="24599" y="381289"/>
                </a:lnTo>
                <a:lnTo>
                  <a:pt x="24599" y="405889"/>
                </a:lnTo>
                <a:lnTo>
                  <a:pt x="0" y="405889"/>
                </a:lnTo>
                <a:moveTo>
                  <a:pt x="0" y="360790"/>
                </a:moveTo>
                <a:lnTo>
                  <a:pt x="0" y="336190"/>
                </a:lnTo>
                <a:lnTo>
                  <a:pt x="24599" y="336190"/>
                </a:lnTo>
                <a:lnTo>
                  <a:pt x="24599" y="360790"/>
                </a:lnTo>
                <a:lnTo>
                  <a:pt x="0" y="360790"/>
                </a:lnTo>
                <a:moveTo>
                  <a:pt x="0" y="311591"/>
                </a:moveTo>
                <a:lnTo>
                  <a:pt x="0" y="286992"/>
                </a:lnTo>
                <a:lnTo>
                  <a:pt x="24599" y="286992"/>
                </a:lnTo>
                <a:lnTo>
                  <a:pt x="24599" y="311591"/>
                </a:lnTo>
                <a:lnTo>
                  <a:pt x="0" y="311591"/>
                </a:lnTo>
                <a:moveTo>
                  <a:pt x="0" y="262393"/>
                </a:moveTo>
                <a:lnTo>
                  <a:pt x="0" y="237793"/>
                </a:lnTo>
                <a:lnTo>
                  <a:pt x="24599" y="237793"/>
                </a:lnTo>
                <a:lnTo>
                  <a:pt x="24599" y="262393"/>
                </a:lnTo>
                <a:lnTo>
                  <a:pt x="0" y="262393"/>
                </a:lnTo>
                <a:moveTo>
                  <a:pt x="0" y="217294"/>
                </a:moveTo>
                <a:lnTo>
                  <a:pt x="0" y="192694"/>
                </a:lnTo>
                <a:lnTo>
                  <a:pt x="24599" y="192694"/>
                </a:lnTo>
                <a:lnTo>
                  <a:pt x="24599" y="217294"/>
                </a:lnTo>
                <a:lnTo>
                  <a:pt x="0" y="217294"/>
                </a:lnTo>
                <a:moveTo>
                  <a:pt x="0" y="168095"/>
                </a:moveTo>
                <a:lnTo>
                  <a:pt x="0" y="143496"/>
                </a:lnTo>
                <a:lnTo>
                  <a:pt x="24599" y="143496"/>
                </a:lnTo>
                <a:lnTo>
                  <a:pt x="24599" y="168095"/>
                </a:lnTo>
                <a:lnTo>
                  <a:pt x="0" y="168095"/>
                </a:lnTo>
                <a:moveTo>
                  <a:pt x="0" y="118897"/>
                </a:moveTo>
                <a:lnTo>
                  <a:pt x="0" y="98397"/>
                </a:lnTo>
                <a:lnTo>
                  <a:pt x="24599" y="98397"/>
                </a:lnTo>
                <a:lnTo>
                  <a:pt x="24599" y="118897"/>
                </a:lnTo>
                <a:lnTo>
                  <a:pt x="0" y="118897"/>
                </a:lnTo>
                <a:moveTo>
                  <a:pt x="0" y="73798"/>
                </a:moveTo>
                <a:lnTo>
                  <a:pt x="0" y="49199"/>
                </a:lnTo>
                <a:lnTo>
                  <a:pt x="24599" y="49199"/>
                </a:lnTo>
                <a:lnTo>
                  <a:pt x="24599" y="73798"/>
                </a:lnTo>
                <a:lnTo>
                  <a:pt x="0" y="73798"/>
                </a:lnTo>
                <a:moveTo>
                  <a:pt x="0" y="24599"/>
                </a:move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  <a:lnTo>
                  <a:pt x="0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A4F4EA67-8127-4FF0-9A55-75E94714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437" y="332636"/>
            <a:ext cx="24599" cy="500186"/>
          </a:xfrm>
          <a:custGeom xmlns:a="http://schemas.openxmlformats.org/drawingml/2006/main">
            <a:pathLst>
              <a:path w="24599" h="500186">
                <a:moveTo>
                  <a:pt x="0" y="500186"/>
                </a:moveTo>
                <a:lnTo>
                  <a:pt x="0" y="479686"/>
                </a:lnTo>
                <a:lnTo>
                  <a:pt x="24599" y="479686"/>
                </a:lnTo>
                <a:lnTo>
                  <a:pt x="24599" y="500186"/>
                </a:lnTo>
                <a:lnTo>
                  <a:pt x="0" y="500186"/>
                </a:lnTo>
                <a:moveTo>
                  <a:pt x="0" y="455087"/>
                </a:moveTo>
                <a:lnTo>
                  <a:pt x="0" y="430488"/>
                </a:lnTo>
                <a:lnTo>
                  <a:pt x="24599" y="430488"/>
                </a:lnTo>
                <a:lnTo>
                  <a:pt x="24599" y="455087"/>
                </a:lnTo>
                <a:lnTo>
                  <a:pt x="0" y="455087"/>
                </a:lnTo>
                <a:moveTo>
                  <a:pt x="0" y="405889"/>
                </a:moveTo>
                <a:lnTo>
                  <a:pt x="0" y="381289"/>
                </a:lnTo>
                <a:lnTo>
                  <a:pt x="24599" y="381289"/>
                </a:lnTo>
                <a:lnTo>
                  <a:pt x="24599" y="405889"/>
                </a:lnTo>
                <a:lnTo>
                  <a:pt x="0" y="405889"/>
                </a:lnTo>
                <a:moveTo>
                  <a:pt x="0" y="356690"/>
                </a:moveTo>
                <a:lnTo>
                  <a:pt x="0" y="336191"/>
                </a:lnTo>
                <a:lnTo>
                  <a:pt x="24599" y="336191"/>
                </a:lnTo>
                <a:lnTo>
                  <a:pt x="24599" y="356690"/>
                </a:lnTo>
                <a:lnTo>
                  <a:pt x="0" y="356690"/>
                </a:lnTo>
                <a:moveTo>
                  <a:pt x="0" y="311591"/>
                </a:moveTo>
                <a:lnTo>
                  <a:pt x="0" y="286992"/>
                </a:lnTo>
                <a:lnTo>
                  <a:pt x="24599" y="286992"/>
                </a:lnTo>
                <a:lnTo>
                  <a:pt x="24599" y="311591"/>
                </a:lnTo>
                <a:lnTo>
                  <a:pt x="0" y="311591"/>
                </a:lnTo>
                <a:moveTo>
                  <a:pt x="0" y="262393"/>
                </a:moveTo>
                <a:lnTo>
                  <a:pt x="0" y="237793"/>
                </a:lnTo>
                <a:lnTo>
                  <a:pt x="24599" y="237793"/>
                </a:lnTo>
                <a:lnTo>
                  <a:pt x="24599" y="262393"/>
                </a:lnTo>
                <a:lnTo>
                  <a:pt x="0" y="262393"/>
                </a:lnTo>
                <a:moveTo>
                  <a:pt x="0" y="213194"/>
                </a:moveTo>
                <a:lnTo>
                  <a:pt x="0" y="192695"/>
                </a:lnTo>
                <a:lnTo>
                  <a:pt x="24599" y="192695"/>
                </a:lnTo>
                <a:lnTo>
                  <a:pt x="24599" y="213194"/>
                </a:lnTo>
                <a:lnTo>
                  <a:pt x="0" y="213194"/>
                </a:lnTo>
                <a:moveTo>
                  <a:pt x="0" y="168095"/>
                </a:moveTo>
                <a:lnTo>
                  <a:pt x="0" y="143496"/>
                </a:lnTo>
                <a:lnTo>
                  <a:pt x="24599" y="143496"/>
                </a:lnTo>
                <a:lnTo>
                  <a:pt x="24599" y="168095"/>
                </a:lnTo>
                <a:lnTo>
                  <a:pt x="0" y="168095"/>
                </a:lnTo>
                <a:moveTo>
                  <a:pt x="0" y="118897"/>
                </a:moveTo>
                <a:lnTo>
                  <a:pt x="0" y="94297"/>
                </a:lnTo>
                <a:lnTo>
                  <a:pt x="24599" y="94297"/>
                </a:lnTo>
                <a:lnTo>
                  <a:pt x="24599" y="118897"/>
                </a:lnTo>
                <a:lnTo>
                  <a:pt x="0" y="118897"/>
                </a:lnTo>
                <a:moveTo>
                  <a:pt x="0" y="73798"/>
                </a:moveTo>
                <a:lnTo>
                  <a:pt x="0" y="49199"/>
                </a:lnTo>
                <a:lnTo>
                  <a:pt x="24599" y="49199"/>
                </a:lnTo>
                <a:lnTo>
                  <a:pt x="24599" y="73798"/>
                </a:lnTo>
                <a:lnTo>
                  <a:pt x="0" y="73798"/>
                </a:lnTo>
                <a:moveTo>
                  <a:pt x="0" y="24599"/>
                </a:move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  <a:lnTo>
                  <a:pt x="0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1A77B0A7-BDC5-4EF4-A2EF-B0C898AA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437" y="41544"/>
            <a:ext cx="336190" cy="266492"/>
          </a:xfrm>
          <a:custGeom xmlns:a="http://schemas.openxmlformats.org/drawingml/2006/main">
            <a:pathLst>
              <a:path w="336190" h="266492">
                <a:moveTo>
                  <a:pt x="0" y="266492"/>
                </a:moveTo>
                <a:lnTo>
                  <a:pt x="0" y="241893"/>
                </a:lnTo>
                <a:lnTo>
                  <a:pt x="24599" y="241893"/>
                </a:lnTo>
                <a:lnTo>
                  <a:pt x="24599" y="266492"/>
                </a:lnTo>
                <a:lnTo>
                  <a:pt x="0" y="266492"/>
                </a:lnTo>
                <a:moveTo>
                  <a:pt x="0" y="221394"/>
                </a:moveTo>
                <a:lnTo>
                  <a:pt x="0" y="196794"/>
                </a:lnTo>
                <a:lnTo>
                  <a:pt x="24599" y="196794"/>
                </a:lnTo>
                <a:lnTo>
                  <a:pt x="24599" y="221394"/>
                </a:lnTo>
                <a:lnTo>
                  <a:pt x="0" y="221394"/>
                </a:lnTo>
                <a:moveTo>
                  <a:pt x="0" y="172195"/>
                </a:moveTo>
                <a:lnTo>
                  <a:pt x="4100" y="155796"/>
                </a:lnTo>
                <a:lnTo>
                  <a:pt x="8200" y="147596"/>
                </a:lnTo>
                <a:lnTo>
                  <a:pt x="28699" y="151696"/>
                </a:lnTo>
                <a:lnTo>
                  <a:pt x="28699" y="159895"/>
                </a:lnTo>
                <a:lnTo>
                  <a:pt x="24599" y="172195"/>
                </a:lnTo>
                <a:lnTo>
                  <a:pt x="0" y="172195"/>
                </a:lnTo>
                <a:moveTo>
                  <a:pt x="12300" y="122997"/>
                </a:moveTo>
                <a:lnTo>
                  <a:pt x="16400" y="118897"/>
                </a:lnTo>
                <a:lnTo>
                  <a:pt x="24599" y="102497"/>
                </a:lnTo>
                <a:lnTo>
                  <a:pt x="24599" y="98397"/>
                </a:lnTo>
                <a:lnTo>
                  <a:pt x="45099" y="110697"/>
                </a:lnTo>
                <a:lnTo>
                  <a:pt x="36899" y="127096"/>
                </a:lnTo>
                <a:lnTo>
                  <a:pt x="36899" y="131196"/>
                </a:lnTo>
                <a:lnTo>
                  <a:pt x="12300" y="122997"/>
                </a:lnTo>
                <a:moveTo>
                  <a:pt x="40999" y="77898"/>
                </a:moveTo>
                <a:lnTo>
                  <a:pt x="53299" y="57398"/>
                </a:lnTo>
                <a:lnTo>
                  <a:pt x="73798" y="73798"/>
                </a:lnTo>
                <a:lnTo>
                  <a:pt x="57399" y="94297"/>
                </a:lnTo>
                <a:lnTo>
                  <a:pt x="40999" y="77898"/>
                </a:lnTo>
                <a:moveTo>
                  <a:pt x="73798" y="40999"/>
                </a:moveTo>
                <a:lnTo>
                  <a:pt x="86097" y="32799"/>
                </a:lnTo>
                <a:lnTo>
                  <a:pt x="94297" y="24599"/>
                </a:lnTo>
                <a:lnTo>
                  <a:pt x="106597" y="45099"/>
                </a:lnTo>
                <a:lnTo>
                  <a:pt x="98397" y="53299"/>
                </a:lnTo>
                <a:lnTo>
                  <a:pt x="102497" y="49199"/>
                </a:lnTo>
                <a:lnTo>
                  <a:pt x="90197" y="61498"/>
                </a:lnTo>
                <a:lnTo>
                  <a:pt x="73798" y="40999"/>
                </a:lnTo>
                <a:moveTo>
                  <a:pt x="118897" y="16399"/>
                </a:moveTo>
                <a:lnTo>
                  <a:pt x="118897" y="12300"/>
                </a:lnTo>
                <a:lnTo>
                  <a:pt x="139396" y="8200"/>
                </a:lnTo>
                <a:lnTo>
                  <a:pt x="143496" y="4100"/>
                </a:lnTo>
                <a:lnTo>
                  <a:pt x="147596" y="28699"/>
                </a:lnTo>
                <a:lnTo>
                  <a:pt x="143496" y="28699"/>
                </a:lnTo>
                <a:lnTo>
                  <a:pt x="127096" y="36899"/>
                </a:lnTo>
                <a:lnTo>
                  <a:pt x="131196" y="36899"/>
                </a:lnTo>
                <a:lnTo>
                  <a:pt x="127096" y="36899"/>
                </a:lnTo>
                <a:lnTo>
                  <a:pt x="118897" y="16399"/>
                </a:lnTo>
                <a:moveTo>
                  <a:pt x="168095" y="0"/>
                </a:moveTo>
                <a:lnTo>
                  <a:pt x="176295" y="0"/>
                </a:lnTo>
                <a:lnTo>
                  <a:pt x="192695" y="0"/>
                </a:lnTo>
                <a:lnTo>
                  <a:pt x="192695" y="20499"/>
                </a:lnTo>
                <a:lnTo>
                  <a:pt x="176295" y="24599"/>
                </a:lnTo>
                <a:lnTo>
                  <a:pt x="180395" y="24599"/>
                </a:lnTo>
                <a:lnTo>
                  <a:pt x="172195" y="24599"/>
                </a:lnTo>
                <a:lnTo>
                  <a:pt x="168095" y="0"/>
                </a:lnTo>
                <a:moveTo>
                  <a:pt x="217294" y="0"/>
                </a:moveTo>
                <a:lnTo>
                  <a:pt x="241893" y="0"/>
                </a:lnTo>
                <a:lnTo>
                  <a:pt x="241893" y="20499"/>
                </a:lnTo>
                <a:lnTo>
                  <a:pt x="217294" y="20499"/>
                </a:lnTo>
                <a:lnTo>
                  <a:pt x="217294" y="0"/>
                </a:lnTo>
                <a:moveTo>
                  <a:pt x="262393" y="0"/>
                </a:moveTo>
                <a:lnTo>
                  <a:pt x="286992" y="0"/>
                </a:lnTo>
                <a:lnTo>
                  <a:pt x="286992" y="20499"/>
                </a:lnTo>
                <a:lnTo>
                  <a:pt x="262393" y="20499"/>
                </a:lnTo>
                <a:lnTo>
                  <a:pt x="262393" y="0"/>
                </a:lnTo>
                <a:moveTo>
                  <a:pt x="311592" y="0"/>
                </a:moveTo>
                <a:lnTo>
                  <a:pt x="336190" y="0"/>
                </a:lnTo>
                <a:lnTo>
                  <a:pt x="336190" y="20499"/>
                </a:lnTo>
                <a:lnTo>
                  <a:pt x="311592" y="20499"/>
                </a:lnTo>
                <a:lnTo>
                  <a:pt x="311592" y="0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D9BCDAA5-F342-4CEC-804C-3E01BAEA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27" y="41544"/>
            <a:ext cx="500185" cy="20499"/>
          </a:xfrm>
          <a:custGeom xmlns:a="http://schemas.openxmlformats.org/drawingml/2006/main">
            <a:pathLst>
              <a:path w="500185" h="20499">
                <a:moveTo>
                  <a:pt x="0" y="0"/>
                </a:moveTo>
                <a:lnTo>
                  <a:pt x="20499" y="0"/>
                </a:lnTo>
                <a:lnTo>
                  <a:pt x="20499" y="20499"/>
                </a:lnTo>
                <a:lnTo>
                  <a:pt x="0" y="20499"/>
                </a:lnTo>
                <a:lnTo>
                  <a:pt x="0" y="0"/>
                </a:lnTo>
                <a:moveTo>
                  <a:pt x="45098" y="0"/>
                </a:moveTo>
                <a:lnTo>
                  <a:pt x="69698" y="0"/>
                </a:lnTo>
                <a:lnTo>
                  <a:pt x="69698" y="20499"/>
                </a:lnTo>
                <a:lnTo>
                  <a:pt x="45098" y="20499"/>
                </a:lnTo>
                <a:lnTo>
                  <a:pt x="45098" y="0"/>
                </a:lnTo>
                <a:moveTo>
                  <a:pt x="94297" y="0"/>
                </a:moveTo>
                <a:lnTo>
                  <a:pt x="118897" y="0"/>
                </a:lnTo>
                <a:lnTo>
                  <a:pt x="118897" y="20499"/>
                </a:lnTo>
                <a:lnTo>
                  <a:pt x="94297" y="20499"/>
                </a:lnTo>
                <a:lnTo>
                  <a:pt x="94297" y="0"/>
                </a:lnTo>
                <a:moveTo>
                  <a:pt x="143496" y="0"/>
                </a:moveTo>
                <a:lnTo>
                  <a:pt x="163995" y="0"/>
                </a:lnTo>
                <a:lnTo>
                  <a:pt x="163995" y="20499"/>
                </a:lnTo>
                <a:lnTo>
                  <a:pt x="143496" y="20499"/>
                </a:lnTo>
                <a:lnTo>
                  <a:pt x="143496" y="0"/>
                </a:lnTo>
                <a:moveTo>
                  <a:pt x="188594" y="0"/>
                </a:moveTo>
                <a:lnTo>
                  <a:pt x="213194" y="0"/>
                </a:lnTo>
                <a:lnTo>
                  <a:pt x="213194" y="20499"/>
                </a:lnTo>
                <a:lnTo>
                  <a:pt x="188594" y="20499"/>
                </a:lnTo>
                <a:lnTo>
                  <a:pt x="188594" y="0"/>
                </a:lnTo>
                <a:moveTo>
                  <a:pt x="237793" y="0"/>
                </a:moveTo>
                <a:lnTo>
                  <a:pt x="262392" y="0"/>
                </a:lnTo>
                <a:lnTo>
                  <a:pt x="262392" y="20499"/>
                </a:lnTo>
                <a:lnTo>
                  <a:pt x="237793" y="20499"/>
                </a:lnTo>
                <a:lnTo>
                  <a:pt x="237793" y="0"/>
                </a:lnTo>
                <a:moveTo>
                  <a:pt x="286992" y="0"/>
                </a:moveTo>
                <a:lnTo>
                  <a:pt x="307492" y="0"/>
                </a:lnTo>
                <a:lnTo>
                  <a:pt x="307492" y="20499"/>
                </a:lnTo>
                <a:lnTo>
                  <a:pt x="286992" y="20499"/>
                </a:lnTo>
                <a:lnTo>
                  <a:pt x="286992" y="0"/>
                </a:lnTo>
                <a:moveTo>
                  <a:pt x="332090" y="0"/>
                </a:moveTo>
                <a:lnTo>
                  <a:pt x="356690" y="0"/>
                </a:lnTo>
                <a:lnTo>
                  <a:pt x="356690" y="20499"/>
                </a:lnTo>
                <a:lnTo>
                  <a:pt x="332090" y="20499"/>
                </a:lnTo>
                <a:lnTo>
                  <a:pt x="332090" y="0"/>
                </a:lnTo>
                <a:moveTo>
                  <a:pt x="381289" y="0"/>
                </a:moveTo>
                <a:lnTo>
                  <a:pt x="405888" y="0"/>
                </a:lnTo>
                <a:lnTo>
                  <a:pt x="405888" y="20499"/>
                </a:lnTo>
                <a:lnTo>
                  <a:pt x="381289" y="20499"/>
                </a:lnTo>
                <a:lnTo>
                  <a:pt x="381289" y="0"/>
                </a:lnTo>
                <a:moveTo>
                  <a:pt x="430488" y="0"/>
                </a:moveTo>
                <a:lnTo>
                  <a:pt x="450988" y="0"/>
                </a:lnTo>
                <a:lnTo>
                  <a:pt x="450988" y="20499"/>
                </a:lnTo>
                <a:lnTo>
                  <a:pt x="430488" y="20499"/>
                </a:lnTo>
                <a:lnTo>
                  <a:pt x="430488" y="0"/>
                </a:lnTo>
                <a:moveTo>
                  <a:pt x="475586" y="0"/>
                </a:moveTo>
                <a:lnTo>
                  <a:pt x="500185" y="0"/>
                </a:lnTo>
                <a:lnTo>
                  <a:pt x="500185" y="20499"/>
                </a:lnTo>
                <a:lnTo>
                  <a:pt x="475586" y="20499"/>
                </a:lnTo>
                <a:lnTo>
                  <a:pt x="475586" y="0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7DCC10E9-1E5B-4360-8AF9-4CC87E05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012" y="41544"/>
            <a:ext cx="500185" cy="20499"/>
          </a:xfrm>
          <a:custGeom xmlns:a="http://schemas.openxmlformats.org/drawingml/2006/main">
            <a:pathLst>
              <a:path w="500185" h="20499">
                <a:moveTo>
                  <a:pt x="0" y="0"/>
                </a:moveTo>
                <a:lnTo>
                  <a:pt x="24599" y="0"/>
                </a:lnTo>
                <a:lnTo>
                  <a:pt x="24599" y="20499"/>
                </a:lnTo>
                <a:lnTo>
                  <a:pt x="0" y="20499"/>
                </a:lnTo>
                <a:lnTo>
                  <a:pt x="0" y="0"/>
                </a:lnTo>
                <a:moveTo>
                  <a:pt x="45098" y="0"/>
                </a:moveTo>
                <a:lnTo>
                  <a:pt x="69698" y="0"/>
                </a:lnTo>
                <a:lnTo>
                  <a:pt x="69698" y="20499"/>
                </a:lnTo>
                <a:lnTo>
                  <a:pt x="45098" y="20499"/>
                </a:lnTo>
                <a:lnTo>
                  <a:pt x="45098" y="0"/>
                </a:lnTo>
                <a:moveTo>
                  <a:pt x="94297" y="0"/>
                </a:moveTo>
                <a:lnTo>
                  <a:pt x="118897" y="0"/>
                </a:lnTo>
                <a:lnTo>
                  <a:pt x="118897" y="20499"/>
                </a:lnTo>
                <a:lnTo>
                  <a:pt x="94297" y="20499"/>
                </a:lnTo>
                <a:lnTo>
                  <a:pt x="94297" y="0"/>
                </a:lnTo>
                <a:moveTo>
                  <a:pt x="143496" y="0"/>
                </a:moveTo>
                <a:lnTo>
                  <a:pt x="168095" y="0"/>
                </a:lnTo>
                <a:lnTo>
                  <a:pt x="168095" y="20499"/>
                </a:lnTo>
                <a:lnTo>
                  <a:pt x="143496" y="20499"/>
                </a:lnTo>
                <a:lnTo>
                  <a:pt x="143496" y="0"/>
                </a:lnTo>
                <a:moveTo>
                  <a:pt x="188594" y="0"/>
                </a:moveTo>
                <a:lnTo>
                  <a:pt x="213194" y="0"/>
                </a:lnTo>
                <a:lnTo>
                  <a:pt x="213194" y="20499"/>
                </a:lnTo>
                <a:lnTo>
                  <a:pt x="188594" y="20499"/>
                </a:lnTo>
                <a:lnTo>
                  <a:pt x="188594" y="0"/>
                </a:lnTo>
                <a:moveTo>
                  <a:pt x="237793" y="0"/>
                </a:moveTo>
                <a:lnTo>
                  <a:pt x="262392" y="0"/>
                </a:lnTo>
                <a:lnTo>
                  <a:pt x="262392" y="20499"/>
                </a:lnTo>
                <a:lnTo>
                  <a:pt x="237793" y="20499"/>
                </a:lnTo>
                <a:lnTo>
                  <a:pt x="237793" y="0"/>
                </a:lnTo>
                <a:moveTo>
                  <a:pt x="286992" y="0"/>
                </a:moveTo>
                <a:lnTo>
                  <a:pt x="311591" y="0"/>
                </a:lnTo>
                <a:lnTo>
                  <a:pt x="311591" y="20499"/>
                </a:lnTo>
                <a:lnTo>
                  <a:pt x="286992" y="20499"/>
                </a:lnTo>
                <a:lnTo>
                  <a:pt x="286992" y="0"/>
                </a:lnTo>
                <a:moveTo>
                  <a:pt x="332090" y="0"/>
                </a:moveTo>
                <a:lnTo>
                  <a:pt x="356690" y="0"/>
                </a:lnTo>
                <a:lnTo>
                  <a:pt x="356690" y="20499"/>
                </a:lnTo>
                <a:lnTo>
                  <a:pt x="332090" y="20499"/>
                </a:lnTo>
                <a:lnTo>
                  <a:pt x="332090" y="0"/>
                </a:lnTo>
                <a:moveTo>
                  <a:pt x="381289" y="0"/>
                </a:moveTo>
                <a:lnTo>
                  <a:pt x="405888" y="0"/>
                </a:lnTo>
                <a:lnTo>
                  <a:pt x="405888" y="20499"/>
                </a:lnTo>
                <a:lnTo>
                  <a:pt x="381289" y="20499"/>
                </a:lnTo>
                <a:lnTo>
                  <a:pt x="381289" y="0"/>
                </a:lnTo>
                <a:moveTo>
                  <a:pt x="430488" y="0"/>
                </a:moveTo>
                <a:lnTo>
                  <a:pt x="455087" y="0"/>
                </a:lnTo>
                <a:lnTo>
                  <a:pt x="455087" y="20499"/>
                </a:lnTo>
                <a:lnTo>
                  <a:pt x="430488" y="20499"/>
                </a:lnTo>
                <a:lnTo>
                  <a:pt x="430488" y="0"/>
                </a:lnTo>
                <a:moveTo>
                  <a:pt x="475586" y="0"/>
                </a:moveTo>
                <a:lnTo>
                  <a:pt x="500185" y="0"/>
                </a:lnTo>
                <a:lnTo>
                  <a:pt x="500185" y="20499"/>
                </a:lnTo>
                <a:lnTo>
                  <a:pt x="475586" y="20499"/>
                </a:lnTo>
                <a:lnTo>
                  <a:pt x="475586" y="0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006115C9-81E2-4729-AF58-694CAC76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799" y="41544"/>
            <a:ext cx="500185" cy="20499"/>
          </a:xfrm>
          <a:custGeom xmlns:a="http://schemas.openxmlformats.org/drawingml/2006/main">
            <a:pathLst>
              <a:path w="500185" h="20499">
                <a:moveTo>
                  <a:pt x="0" y="0"/>
                </a:moveTo>
                <a:lnTo>
                  <a:pt x="24599" y="0"/>
                </a:lnTo>
                <a:lnTo>
                  <a:pt x="24599" y="20499"/>
                </a:lnTo>
                <a:lnTo>
                  <a:pt x="0" y="20499"/>
                </a:lnTo>
                <a:lnTo>
                  <a:pt x="0" y="0"/>
                </a:lnTo>
                <a:moveTo>
                  <a:pt x="49199" y="0"/>
                </a:moveTo>
                <a:lnTo>
                  <a:pt x="69698" y="0"/>
                </a:lnTo>
                <a:lnTo>
                  <a:pt x="69698" y="20499"/>
                </a:lnTo>
                <a:lnTo>
                  <a:pt x="49199" y="20499"/>
                </a:lnTo>
                <a:lnTo>
                  <a:pt x="49199" y="0"/>
                </a:lnTo>
                <a:moveTo>
                  <a:pt x="94297" y="0"/>
                </a:moveTo>
                <a:lnTo>
                  <a:pt x="118897" y="0"/>
                </a:lnTo>
                <a:lnTo>
                  <a:pt x="118897" y="20499"/>
                </a:lnTo>
                <a:lnTo>
                  <a:pt x="94297" y="20499"/>
                </a:lnTo>
                <a:lnTo>
                  <a:pt x="94297" y="0"/>
                </a:lnTo>
                <a:moveTo>
                  <a:pt x="143496" y="0"/>
                </a:moveTo>
                <a:lnTo>
                  <a:pt x="168095" y="0"/>
                </a:lnTo>
                <a:lnTo>
                  <a:pt x="168095" y="20499"/>
                </a:lnTo>
                <a:lnTo>
                  <a:pt x="143496" y="20499"/>
                </a:lnTo>
                <a:lnTo>
                  <a:pt x="143496" y="0"/>
                </a:lnTo>
                <a:moveTo>
                  <a:pt x="192695" y="0"/>
                </a:moveTo>
                <a:lnTo>
                  <a:pt x="213194" y="0"/>
                </a:lnTo>
                <a:lnTo>
                  <a:pt x="213194" y="20499"/>
                </a:lnTo>
                <a:lnTo>
                  <a:pt x="192695" y="20499"/>
                </a:lnTo>
                <a:lnTo>
                  <a:pt x="192695" y="0"/>
                </a:lnTo>
                <a:moveTo>
                  <a:pt x="237793" y="0"/>
                </a:moveTo>
                <a:lnTo>
                  <a:pt x="262392" y="0"/>
                </a:lnTo>
                <a:lnTo>
                  <a:pt x="262392" y="20499"/>
                </a:lnTo>
                <a:lnTo>
                  <a:pt x="237793" y="20499"/>
                </a:lnTo>
                <a:lnTo>
                  <a:pt x="237793" y="0"/>
                </a:lnTo>
                <a:moveTo>
                  <a:pt x="286992" y="0"/>
                </a:moveTo>
                <a:lnTo>
                  <a:pt x="311591" y="0"/>
                </a:lnTo>
                <a:lnTo>
                  <a:pt x="311591" y="20499"/>
                </a:lnTo>
                <a:lnTo>
                  <a:pt x="286992" y="20499"/>
                </a:lnTo>
                <a:lnTo>
                  <a:pt x="286992" y="0"/>
                </a:lnTo>
                <a:moveTo>
                  <a:pt x="336191" y="0"/>
                </a:moveTo>
                <a:lnTo>
                  <a:pt x="356690" y="0"/>
                </a:lnTo>
                <a:lnTo>
                  <a:pt x="356690" y="20499"/>
                </a:lnTo>
                <a:lnTo>
                  <a:pt x="336191" y="20499"/>
                </a:lnTo>
                <a:lnTo>
                  <a:pt x="336191" y="0"/>
                </a:lnTo>
                <a:moveTo>
                  <a:pt x="381289" y="0"/>
                </a:moveTo>
                <a:lnTo>
                  <a:pt x="405888" y="0"/>
                </a:lnTo>
                <a:lnTo>
                  <a:pt x="405888" y="20499"/>
                </a:lnTo>
                <a:lnTo>
                  <a:pt x="381289" y="20499"/>
                </a:lnTo>
                <a:lnTo>
                  <a:pt x="381289" y="0"/>
                </a:lnTo>
                <a:moveTo>
                  <a:pt x="430488" y="0"/>
                </a:moveTo>
                <a:lnTo>
                  <a:pt x="455087" y="0"/>
                </a:lnTo>
                <a:lnTo>
                  <a:pt x="455087" y="20499"/>
                </a:lnTo>
                <a:lnTo>
                  <a:pt x="430488" y="20499"/>
                </a:lnTo>
                <a:lnTo>
                  <a:pt x="430488" y="0"/>
                </a:lnTo>
                <a:moveTo>
                  <a:pt x="475586" y="0"/>
                </a:moveTo>
                <a:lnTo>
                  <a:pt x="500185" y="0"/>
                </a:lnTo>
                <a:lnTo>
                  <a:pt x="500185" y="20499"/>
                </a:lnTo>
                <a:lnTo>
                  <a:pt x="475586" y="20499"/>
                </a:lnTo>
                <a:lnTo>
                  <a:pt x="475586" y="0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A7542E07-63F0-4504-A7F3-A8C2EB74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4584" y="41544"/>
            <a:ext cx="500185" cy="20499"/>
          </a:xfrm>
          <a:custGeom xmlns:a="http://schemas.openxmlformats.org/drawingml/2006/main">
            <a:pathLst>
              <a:path w="500185" h="20499">
                <a:moveTo>
                  <a:pt x="0" y="0"/>
                </a:moveTo>
                <a:lnTo>
                  <a:pt x="24599" y="0"/>
                </a:lnTo>
                <a:lnTo>
                  <a:pt x="24599" y="20499"/>
                </a:lnTo>
                <a:lnTo>
                  <a:pt x="0" y="20499"/>
                </a:lnTo>
                <a:lnTo>
                  <a:pt x="0" y="0"/>
                </a:lnTo>
                <a:moveTo>
                  <a:pt x="49199" y="0"/>
                </a:moveTo>
                <a:lnTo>
                  <a:pt x="73798" y="0"/>
                </a:lnTo>
                <a:lnTo>
                  <a:pt x="73798" y="20499"/>
                </a:lnTo>
                <a:lnTo>
                  <a:pt x="49199" y="20499"/>
                </a:lnTo>
                <a:lnTo>
                  <a:pt x="49199" y="0"/>
                </a:lnTo>
                <a:moveTo>
                  <a:pt x="94297" y="0"/>
                </a:moveTo>
                <a:lnTo>
                  <a:pt x="118897" y="0"/>
                </a:lnTo>
                <a:lnTo>
                  <a:pt x="118897" y="20499"/>
                </a:lnTo>
                <a:lnTo>
                  <a:pt x="94297" y="20499"/>
                </a:lnTo>
                <a:lnTo>
                  <a:pt x="94297" y="0"/>
                </a:lnTo>
                <a:moveTo>
                  <a:pt x="143496" y="0"/>
                </a:moveTo>
                <a:lnTo>
                  <a:pt x="168095" y="0"/>
                </a:lnTo>
                <a:lnTo>
                  <a:pt x="168095" y="20499"/>
                </a:lnTo>
                <a:lnTo>
                  <a:pt x="143496" y="20499"/>
                </a:lnTo>
                <a:lnTo>
                  <a:pt x="143496" y="0"/>
                </a:lnTo>
                <a:moveTo>
                  <a:pt x="192695" y="0"/>
                </a:moveTo>
                <a:lnTo>
                  <a:pt x="217294" y="0"/>
                </a:lnTo>
                <a:lnTo>
                  <a:pt x="217294" y="20499"/>
                </a:lnTo>
                <a:lnTo>
                  <a:pt x="192695" y="20499"/>
                </a:lnTo>
                <a:lnTo>
                  <a:pt x="192695" y="0"/>
                </a:lnTo>
                <a:moveTo>
                  <a:pt x="237793" y="0"/>
                </a:moveTo>
                <a:lnTo>
                  <a:pt x="262392" y="0"/>
                </a:lnTo>
                <a:lnTo>
                  <a:pt x="262392" y="20499"/>
                </a:lnTo>
                <a:lnTo>
                  <a:pt x="237793" y="20499"/>
                </a:lnTo>
                <a:lnTo>
                  <a:pt x="237793" y="0"/>
                </a:lnTo>
                <a:moveTo>
                  <a:pt x="286992" y="0"/>
                </a:moveTo>
                <a:lnTo>
                  <a:pt x="311591" y="0"/>
                </a:lnTo>
                <a:lnTo>
                  <a:pt x="311591" y="20499"/>
                </a:lnTo>
                <a:lnTo>
                  <a:pt x="286992" y="20499"/>
                </a:lnTo>
                <a:lnTo>
                  <a:pt x="286992" y="0"/>
                </a:lnTo>
                <a:moveTo>
                  <a:pt x="336191" y="0"/>
                </a:moveTo>
                <a:lnTo>
                  <a:pt x="360790" y="0"/>
                </a:lnTo>
                <a:lnTo>
                  <a:pt x="360790" y="20499"/>
                </a:lnTo>
                <a:lnTo>
                  <a:pt x="336191" y="20499"/>
                </a:lnTo>
                <a:lnTo>
                  <a:pt x="336191" y="0"/>
                </a:lnTo>
                <a:moveTo>
                  <a:pt x="381289" y="0"/>
                </a:moveTo>
                <a:lnTo>
                  <a:pt x="405888" y="0"/>
                </a:lnTo>
                <a:lnTo>
                  <a:pt x="405888" y="20499"/>
                </a:lnTo>
                <a:lnTo>
                  <a:pt x="381289" y="20499"/>
                </a:lnTo>
                <a:lnTo>
                  <a:pt x="381289" y="0"/>
                </a:lnTo>
                <a:moveTo>
                  <a:pt x="430488" y="0"/>
                </a:moveTo>
                <a:lnTo>
                  <a:pt x="455087" y="0"/>
                </a:lnTo>
                <a:lnTo>
                  <a:pt x="455087" y="20499"/>
                </a:lnTo>
                <a:lnTo>
                  <a:pt x="430488" y="20499"/>
                </a:lnTo>
                <a:lnTo>
                  <a:pt x="430488" y="0"/>
                </a:lnTo>
                <a:moveTo>
                  <a:pt x="479686" y="0"/>
                </a:moveTo>
                <a:lnTo>
                  <a:pt x="500185" y="0"/>
                </a:lnTo>
                <a:lnTo>
                  <a:pt x="500185" y="20499"/>
                </a:lnTo>
                <a:lnTo>
                  <a:pt x="479686" y="20499"/>
                </a:lnTo>
                <a:lnTo>
                  <a:pt x="479686" y="0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F37DE037-C217-4231-87AD-5C116C6D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9367" y="41544"/>
            <a:ext cx="504286" cy="20499"/>
          </a:xfrm>
          <a:custGeom xmlns:a="http://schemas.openxmlformats.org/drawingml/2006/main">
            <a:pathLst>
              <a:path w="504286" h="20499">
                <a:moveTo>
                  <a:pt x="0" y="0"/>
                </a:moveTo>
                <a:lnTo>
                  <a:pt x="24599" y="0"/>
                </a:lnTo>
                <a:lnTo>
                  <a:pt x="24599" y="20499"/>
                </a:lnTo>
                <a:lnTo>
                  <a:pt x="0" y="20499"/>
                </a:lnTo>
                <a:lnTo>
                  <a:pt x="0" y="0"/>
                </a:lnTo>
                <a:moveTo>
                  <a:pt x="49199" y="0"/>
                </a:moveTo>
                <a:lnTo>
                  <a:pt x="73798" y="0"/>
                </a:lnTo>
                <a:lnTo>
                  <a:pt x="73798" y="20499"/>
                </a:lnTo>
                <a:lnTo>
                  <a:pt x="49199" y="20499"/>
                </a:lnTo>
                <a:lnTo>
                  <a:pt x="49199" y="0"/>
                </a:lnTo>
                <a:moveTo>
                  <a:pt x="98397" y="0"/>
                </a:moveTo>
                <a:lnTo>
                  <a:pt x="118897" y="0"/>
                </a:lnTo>
                <a:lnTo>
                  <a:pt x="118897" y="20499"/>
                </a:lnTo>
                <a:lnTo>
                  <a:pt x="98397" y="20499"/>
                </a:lnTo>
                <a:lnTo>
                  <a:pt x="98397" y="0"/>
                </a:lnTo>
                <a:moveTo>
                  <a:pt x="143496" y="0"/>
                </a:moveTo>
                <a:lnTo>
                  <a:pt x="168095" y="0"/>
                </a:lnTo>
                <a:lnTo>
                  <a:pt x="168095" y="20499"/>
                </a:lnTo>
                <a:lnTo>
                  <a:pt x="143496" y="20499"/>
                </a:lnTo>
                <a:lnTo>
                  <a:pt x="143496" y="0"/>
                </a:lnTo>
                <a:moveTo>
                  <a:pt x="192695" y="0"/>
                </a:moveTo>
                <a:lnTo>
                  <a:pt x="217294" y="0"/>
                </a:lnTo>
                <a:lnTo>
                  <a:pt x="217294" y="20499"/>
                </a:lnTo>
                <a:lnTo>
                  <a:pt x="192695" y="20499"/>
                </a:lnTo>
                <a:lnTo>
                  <a:pt x="192695" y="0"/>
                </a:lnTo>
                <a:moveTo>
                  <a:pt x="241893" y="0"/>
                </a:moveTo>
                <a:lnTo>
                  <a:pt x="262392" y="0"/>
                </a:lnTo>
                <a:lnTo>
                  <a:pt x="262392" y="20499"/>
                </a:lnTo>
                <a:lnTo>
                  <a:pt x="241893" y="20499"/>
                </a:lnTo>
                <a:lnTo>
                  <a:pt x="241893" y="0"/>
                </a:lnTo>
                <a:moveTo>
                  <a:pt x="286992" y="0"/>
                </a:moveTo>
                <a:lnTo>
                  <a:pt x="311591" y="0"/>
                </a:lnTo>
                <a:lnTo>
                  <a:pt x="311591" y="20499"/>
                </a:lnTo>
                <a:lnTo>
                  <a:pt x="286992" y="20499"/>
                </a:lnTo>
                <a:lnTo>
                  <a:pt x="286992" y="0"/>
                </a:lnTo>
                <a:moveTo>
                  <a:pt x="336191" y="0"/>
                </a:moveTo>
                <a:lnTo>
                  <a:pt x="360790" y="0"/>
                </a:lnTo>
                <a:lnTo>
                  <a:pt x="360790" y="20499"/>
                </a:lnTo>
                <a:lnTo>
                  <a:pt x="336191" y="20499"/>
                </a:lnTo>
                <a:lnTo>
                  <a:pt x="336191" y="0"/>
                </a:lnTo>
                <a:moveTo>
                  <a:pt x="381289" y="0"/>
                </a:moveTo>
                <a:lnTo>
                  <a:pt x="405888" y="0"/>
                </a:lnTo>
                <a:lnTo>
                  <a:pt x="405888" y="20499"/>
                </a:lnTo>
                <a:lnTo>
                  <a:pt x="381289" y="20499"/>
                </a:lnTo>
                <a:lnTo>
                  <a:pt x="381289" y="0"/>
                </a:lnTo>
                <a:moveTo>
                  <a:pt x="430488" y="0"/>
                </a:moveTo>
                <a:lnTo>
                  <a:pt x="455087" y="0"/>
                </a:lnTo>
                <a:lnTo>
                  <a:pt x="455087" y="20499"/>
                </a:lnTo>
                <a:lnTo>
                  <a:pt x="430488" y="20499"/>
                </a:lnTo>
                <a:lnTo>
                  <a:pt x="430488" y="0"/>
                </a:lnTo>
                <a:moveTo>
                  <a:pt x="479686" y="0"/>
                </a:moveTo>
                <a:lnTo>
                  <a:pt x="504286" y="0"/>
                </a:lnTo>
                <a:lnTo>
                  <a:pt x="504286" y="20499"/>
                </a:lnTo>
                <a:lnTo>
                  <a:pt x="479686" y="20499"/>
                </a:lnTo>
                <a:lnTo>
                  <a:pt x="479686" y="0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68E2AAB5-DD48-4B67-8EA0-39E869E5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153" y="41544"/>
            <a:ext cx="836376" cy="20499"/>
          </a:xfrm>
          <a:custGeom xmlns:a="http://schemas.openxmlformats.org/drawingml/2006/main">
            <a:pathLst>
              <a:path w="836376" h="20499">
                <a:moveTo>
                  <a:pt x="0" y="0"/>
                </a:moveTo>
                <a:lnTo>
                  <a:pt x="24599" y="0"/>
                </a:lnTo>
                <a:lnTo>
                  <a:pt x="24599" y="20499"/>
                </a:lnTo>
                <a:lnTo>
                  <a:pt x="0" y="20499"/>
                </a:lnTo>
                <a:lnTo>
                  <a:pt x="0" y="0"/>
                </a:lnTo>
                <a:moveTo>
                  <a:pt x="49199" y="0"/>
                </a:moveTo>
                <a:lnTo>
                  <a:pt x="73798" y="0"/>
                </a:lnTo>
                <a:lnTo>
                  <a:pt x="73798" y="20499"/>
                </a:lnTo>
                <a:lnTo>
                  <a:pt x="49199" y="20499"/>
                </a:lnTo>
                <a:lnTo>
                  <a:pt x="49199" y="0"/>
                </a:lnTo>
                <a:moveTo>
                  <a:pt x="98397" y="0"/>
                </a:moveTo>
                <a:lnTo>
                  <a:pt x="122997" y="0"/>
                </a:lnTo>
                <a:lnTo>
                  <a:pt x="122997" y="20499"/>
                </a:lnTo>
                <a:lnTo>
                  <a:pt x="98397" y="20499"/>
                </a:lnTo>
                <a:lnTo>
                  <a:pt x="98397" y="0"/>
                </a:lnTo>
                <a:moveTo>
                  <a:pt x="143496" y="0"/>
                </a:moveTo>
                <a:lnTo>
                  <a:pt x="168095" y="0"/>
                </a:lnTo>
                <a:lnTo>
                  <a:pt x="168095" y="20499"/>
                </a:lnTo>
                <a:lnTo>
                  <a:pt x="143496" y="20499"/>
                </a:lnTo>
                <a:lnTo>
                  <a:pt x="143496" y="0"/>
                </a:lnTo>
                <a:moveTo>
                  <a:pt x="192695" y="0"/>
                </a:moveTo>
                <a:lnTo>
                  <a:pt x="217294" y="0"/>
                </a:lnTo>
                <a:lnTo>
                  <a:pt x="217294" y="20499"/>
                </a:lnTo>
                <a:lnTo>
                  <a:pt x="192695" y="20499"/>
                </a:lnTo>
                <a:lnTo>
                  <a:pt x="192695" y="0"/>
                </a:lnTo>
                <a:moveTo>
                  <a:pt x="241893" y="0"/>
                </a:moveTo>
                <a:lnTo>
                  <a:pt x="266493" y="0"/>
                </a:lnTo>
                <a:lnTo>
                  <a:pt x="266493" y="20499"/>
                </a:lnTo>
                <a:lnTo>
                  <a:pt x="241893" y="20499"/>
                </a:lnTo>
                <a:lnTo>
                  <a:pt x="241893" y="0"/>
                </a:lnTo>
                <a:moveTo>
                  <a:pt x="286992" y="0"/>
                </a:moveTo>
                <a:lnTo>
                  <a:pt x="311591" y="0"/>
                </a:lnTo>
                <a:lnTo>
                  <a:pt x="311591" y="20499"/>
                </a:lnTo>
                <a:lnTo>
                  <a:pt x="286992" y="20499"/>
                </a:lnTo>
                <a:lnTo>
                  <a:pt x="286992" y="0"/>
                </a:lnTo>
                <a:moveTo>
                  <a:pt x="336191" y="0"/>
                </a:moveTo>
                <a:lnTo>
                  <a:pt x="360790" y="0"/>
                </a:lnTo>
                <a:lnTo>
                  <a:pt x="360790" y="20499"/>
                </a:lnTo>
                <a:lnTo>
                  <a:pt x="336191" y="20499"/>
                </a:lnTo>
                <a:lnTo>
                  <a:pt x="336191" y="0"/>
                </a:lnTo>
                <a:moveTo>
                  <a:pt x="385389" y="0"/>
                </a:moveTo>
                <a:lnTo>
                  <a:pt x="405888" y="0"/>
                </a:lnTo>
                <a:lnTo>
                  <a:pt x="405888" y="20499"/>
                </a:lnTo>
                <a:lnTo>
                  <a:pt x="385389" y="20499"/>
                </a:lnTo>
                <a:lnTo>
                  <a:pt x="385389" y="0"/>
                </a:lnTo>
                <a:moveTo>
                  <a:pt x="430488" y="0"/>
                </a:moveTo>
                <a:lnTo>
                  <a:pt x="455087" y="0"/>
                </a:lnTo>
                <a:lnTo>
                  <a:pt x="455087" y="20499"/>
                </a:lnTo>
                <a:lnTo>
                  <a:pt x="430488" y="20499"/>
                </a:lnTo>
                <a:lnTo>
                  <a:pt x="430488" y="0"/>
                </a:lnTo>
                <a:moveTo>
                  <a:pt x="479686" y="0"/>
                </a:moveTo>
                <a:lnTo>
                  <a:pt x="504286" y="0"/>
                </a:lnTo>
                <a:lnTo>
                  <a:pt x="504286" y="20499"/>
                </a:lnTo>
                <a:lnTo>
                  <a:pt x="479686" y="20499"/>
                </a:lnTo>
                <a:lnTo>
                  <a:pt x="479686" y="0"/>
                </a:lnTo>
                <a:moveTo>
                  <a:pt x="528885" y="0"/>
                </a:moveTo>
                <a:lnTo>
                  <a:pt x="549384" y="0"/>
                </a:lnTo>
                <a:lnTo>
                  <a:pt x="549384" y="20499"/>
                </a:lnTo>
                <a:lnTo>
                  <a:pt x="528885" y="20499"/>
                </a:lnTo>
                <a:lnTo>
                  <a:pt x="528885" y="0"/>
                </a:lnTo>
                <a:moveTo>
                  <a:pt x="573984" y="0"/>
                </a:moveTo>
                <a:lnTo>
                  <a:pt x="598583" y="0"/>
                </a:lnTo>
                <a:lnTo>
                  <a:pt x="598583" y="20499"/>
                </a:lnTo>
                <a:lnTo>
                  <a:pt x="573984" y="20499"/>
                </a:lnTo>
                <a:lnTo>
                  <a:pt x="573984" y="0"/>
                </a:lnTo>
                <a:moveTo>
                  <a:pt x="623182" y="0"/>
                </a:moveTo>
                <a:lnTo>
                  <a:pt x="647782" y="0"/>
                </a:lnTo>
                <a:lnTo>
                  <a:pt x="647782" y="20499"/>
                </a:lnTo>
                <a:lnTo>
                  <a:pt x="623182" y="20499"/>
                </a:lnTo>
                <a:lnTo>
                  <a:pt x="623182" y="0"/>
                </a:lnTo>
                <a:moveTo>
                  <a:pt x="672381" y="0"/>
                </a:moveTo>
                <a:lnTo>
                  <a:pt x="692880" y="0"/>
                </a:lnTo>
                <a:lnTo>
                  <a:pt x="692880" y="20499"/>
                </a:lnTo>
                <a:lnTo>
                  <a:pt x="672381" y="20499"/>
                </a:lnTo>
                <a:lnTo>
                  <a:pt x="672381" y="0"/>
                </a:lnTo>
                <a:moveTo>
                  <a:pt x="717479" y="0"/>
                </a:moveTo>
                <a:lnTo>
                  <a:pt x="742079" y="0"/>
                </a:lnTo>
                <a:lnTo>
                  <a:pt x="742079" y="20499"/>
                </a:lnTo>
                <a:lnTo>
                  <a:pt x="717479" y="20499"/>
                </a:lnTo>
                <a:lnTo>
                  <a:pt x="717479" y="0"/>
                </a:lnTo>
                <a:moveTo>
                  <a:pt x="766678" y="0"/>
                </a:moveTo>
                <a:lnTo>
                  <a:pt x="791278" y="0"/>
                </a:lnTo>
                <a:lnTo>
                  <a:pt x="791278" y="20499"/>
                </a:lnTo>
                <a:lnTo>
                  <a:pt x="766678" y="20499"/>
                </a:lnTo>
                <a:lnTo>
                  <a:pt x="766678" y="0"/>
                </a:lnTo>
                <a:moveTo>
                  <a:pt x="811777" y="0"/>
                </a:moveTo>
                <a:lnTo>
                  <a:pt x="836376" y="0"/>
                </a:lnTo>
                <a:lnTo>
                  <a:pt x="836376" y="20499"/>
                </a:lnTo>
                <a:lnTo>
                  <a:pt x="811777" y="20499"/>
                </a:lnTo>
                <a:lnTo>
                  <a:pt x="811777" y="0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4353B615-399D-4CAF-ADF0-5B11C702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5129" y="41544"/>
            <a:ext cx="500185" cy="20499"/>
          </a:xfrm>
          <a:custGeom xmlns:a="http://schemas.openxmlformats.org/drawingml/2006/main">
            <a:pathLst>
              <a:path w="500185" h="20499">
                <a:moveTo>
                  <a:pt x="0" y="0"/>
                </a:moveTo>
                <a:lnTo>
                  <a:pt x="24599" y="0"/>
                </a:lnTo>
                <a:lnTo>
                  <a:pt x="24599" y="20499"/>
                </a:lnTo>
                <a:lnTo>
                  <a:pt x="0" y="20499"/>
                </a:lnTo>
                <a:lnTo>
                  <a:pt x="0" y="0"/>
                </a:lnTo>
                <a:moveTo>
                  <a:pt x="49199" y="0"/>
                </a:moveTo>
                <a:lnTo>
                  <a:pt x="73798" y="0"/>
                </a:lnTo>
                <a:lnTo>
                  <a:pt x="73798" y="20499"/>
                </a:lnTo>
                <a:lnTo>
                  <a:pt x="49199" y="20499"/>
                </a:lnTo>
                <a:lnTo>
                  <a:pt x="49199" y="0"/>
                </a:lnTo>
                <a:moveTo>
                  <a:pt x="94297" y="0"/>
                </a:moveTo>
                <a:lnTo>
                  <a:pt x="118897" y="0"/>
                </a:lnTo>
                <a:lnTo>
                  <a:pt x="118897" y="20499"/>
                </a:lnTo>
                <a:lnTo>
                  <a:pt x="94297" y="20499"/>
                </a:lnTo>
                <a:lnTo>
                  <a:pt x="94297" y="0"/>
                </a:lnTo>
                <a:moveTo>
                  <a:pt x="143496" y="0"/>
                </a:moveTo>
                <a:lnTo>
                  <a:pt x="168095" y="0"/>
                </a:lnTo>
                <a:lnTo>
                  <a:pt x="168095" y="20499"/>
                </a:lnTo>
                <a:lnTo>
                  <a:pt x="143496" y="20499"/>
                </a:lnTo>
                <a:lnTo>
                  <a:pt x="143496" y="0"/>
                </a:lnTo>
                <a:moveTo>
                  <a:pt x="192695" y="0"/>
                </a:moveTo>
                <a:lnTo>
                  <a:pt x="217294" y="0"/>
                </a:lnTo>
                <a:lnTo>
                  <a:pt x="217294" y="20499"/>
                </a:lnTo>
                <a:lnTo>
                  <a:pt x="192695" y="20499"/>
                </a:lnTo>
                <a:lnTo>
                  <a:pt x="192695" y="0"/>
                </a:lnTo>
                <a:moveTo>
                  <a:pt x="237793" y="0"/>
                </a:moveTo>
                <a:lnTo>
                  <a:pt x="262392" y="0"/>
                </a:lnTo>
                <a:lnTo>
                  <a:pt x="262392" y="20499"/>
                </a:lnTo>
                <a:lnTo>
                  <a:pt x="237793" y="20499"/>
                </a:lnTo>
                <a:lnTo>
                  <a:pt x="237793" y="0"/>
                </a:lnTo>
                <a:moveTo>
                  <a:pt x="286992" y="0"/>
                </a:moveTo>
                <a:lnTo>
                  <a:pt x="311591" y="0"/>
                </a:lnTo>
                <a:lnTo>
                  <a:pt x="311591" y="20499"/>
                </a:lnTo>
                <a:lnTo>
                  <a:pt x="286992" y="20499"/>
                </a:lnTo>
                <a:lnTo>
                  <a:pt x="286992" y="0"/>
                </a:lnTo>
                <a:moveTo>
                  <a:pt x="336191" y="0"/>
                </a:moveTo>
                <a:lnTo>
                  <a:pt x="360790" y="0"/>
                </a:lnTo>
                <a:lnTo>
                  <a:pt x="360790" y="20499"/>
                </a:lnTo>
                <a:lnTo>
                  <a:pt x="336191" y="20499"/>
                </a:lnTo>
                <a:lnTo>
                  <a:pt x="336191" y="0"/>
                </a:lnTo>
                <a:moveTo>
                  <a:pt x="381289" y="0"/>
                </a:moveTo>
                <a:lnTo>
                  <a:pt x="405888" y="0"/>
                </a:lnTo>
                <a:lnTo>
                  <a:pt x="405888" y="20499"/>
                </a:lnTo>
                <a:lnTo>
                  <a:pt x="381289" y="20499"/>
                </a:lnTo>
                <a:lnTo>
                  <a:pt x="381289" y="0"/>
                </a:lnTo>
                <a:moveTo>
                  <a:pt x="430488" y="0"/>
                </a:moveTo>
                <a:lnTo>
                  <a:pt x="455087" y="0"/>
                </a:lnTo>
                <a:lnTo>
                  <a:pt x="455087" y="20499"/>
                </a:lnTo>
                <a:lnTo>
                  <a:pt x="430488" y="20499"/>
                </a:lnTo>
                <a:lnTo>
                  <a:pt x="430488" y="0"/>
                </a:lnTo>
                <a:moveTo>
                  <a:pt x="479686" y="0"/>
                </a:moveTo>
                <a:lnTo>
                  <a:pt x="500185" y="0"/>
                </a:lnTo>
                <a:lnTo>
                  <a:pt x="500185" y="20499"/>
                </a:lnTo>
                <a:lnTo>
                  <a:pt x="479686" y="20499"/>
                </a:lnTo>
                <a:lnTo>
                  <a:pt x="479686" y="0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B4C361C9-7E8C-4074-90B7-4E548EA1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9913" y="41544"/>
            <a:ext cx="504286" cy="20499"/>
          </a:xfrm>
          <a:custGeom xmlns:a="http://schemas.openxmlformats.org/drawingml/2006/main">
            <a:pathLst>
              <a:path w="504286" h="20499">
                <a:moveTo>
                  <a:pt x="0" y="0"/>
                </a:moveTo>
                <a:lnTo>
                  <a:pt x="24599" y="0"/>
                </a:lnTo>
                <a:lnTo>
                  <a:pt x="24599" y="20499"/>
                </a:lnTo>
                <a:lnTo>
                  <a:pt x="0" y="20499"/>
                </a:lnTo>
                <a:lnTo>
                  <a:pt x="0" y="0"/>
                </a:lnTo>
                <a:moveTo>
                  <a:pt x="49199" y="0"/>
                </a:moveTo>
                <a:lnTo>
                  <a:pt x="73798" y="0"/>
                </a:lnTo>
                <a:lnTo>
                  <a:pt x="73798" y="20499"/>
                </a:lnTo>
                <a:lnTo>
                  <a:pt x="49199" y="20499"/>
                </a:lnTo>
                <a:lnTo>
                  <a:pt x="49199" y="0"/>
                </a:lnTo>
                <a:moveTo>
                  <a:pt x="98397" y="0"/>
                </a:moveTo>
                <a:lnTo>
                  <a:pt x="118897" y="0"/>
                </a:lnTo>
                <a:lnTo>
                  <a:pt x="118897" y="20499"/>
                </a:lnTo>
                <a:lnTo>
                  <a:pt x="98397" y="20499"/>
                </a:lnTo>
                <a:lnTo>
                  <a:pt x="98397" y="0"/>
                </a:lnTo>
                <a:moveTo>
                  <a:pt x="143496" y="0"/>
                </a:moveTo>
                <a:lnTo>
                  <a:pt x="168095" y="0"/>
                </a:lnTo>
                <a:lnTo>
                  <a:pt x="168095" y="20499"/>
                </a:lnTo>
                <a:lnTo>
                  <a:pt x="143496" y="20499"/>
                </a:lnTo>
                <a:lnTo>
                  <a:pt x="143496" y="0"/>
                </a:lnTo>
                <a:moveTo>
                  <a:pt x="192695" y="0"/>
                </a:moveTo>
                <a:lnTo>
                  <a:pt x="217294" y="0"/>
                </a:lnTo>
                <a:lnTo>
                  <a:pt x="217294" y="20499"/>
                </a:lnTo>
                <a:lnTo>
                  <a:pt x="192695" y="20499"/>
                </a:lnTo>
                <a:lnTo>
                  <a:pt x="192695" y="0"/>
                </a:lnTo>
                <a:moveTo>
                  <a:pt x="241893" y="0"/>
                </a:moveTo>
                <a:lnTo>
                  <a:pt x="262392" y="0"/>
                </a:lnTo>
                <a:lnTo>
                  <a:pt x="262392" y="20499"/>
                </a:lnTo>
                <a:lnTo>
                  <a:pt x="241893" y="20499"/>
                </a:lnTo>
                <a:lnTo>
                  <a:pt x="241893" y="0"/>
                </a:lnTo>
                <a:moveTo>
                  <a:pt x="286992" y="0"/>
                </a:moveTo>
                <a:lnTo>
                  <a:pt x="311591" y="0"/>
                </a:lnTo>
                <a:lnTo>
                  <a:pt x="311591" y="20499"/>
                </a:lnTo>
                <a:lnTo>
                  <a:pt x="286992" y="20499"/>
                </a:lnTo>
                <a:lnTo>
                  <a:pt x="286992" y="0"/>
                </a:lnTo>
                <a:moveTo>
                  <a:pt x="336191" y="0"/>
                </a:moveTo>
                <a:lnTo>
                  <a:pt x="360790" y="0"/>
                </a:lnTo>
                <a:lnTo>
                  <a:pt x="360790" y="20499"/>
                </a:lnTo>
                <a:lnTo>
                  <a:pt x="336191" y="20499"/>
                </a:lnTo>
                <a:lnTo>
                  <a:pt x="336191" y="0"/>
                </a:lnTo>
                <a:moveTo>
                  <a:pt x="381289" y="0"/>
                </a:moveTo>
                <a:lnTo>
                  <a:pt x="405888" y="0"/>
                </a:lnTo>
                <a:lnTo>
                  <a:pt x="405888" y="20499"/>
                </a:lnTo>
                <a:lnTo>
                  <a:pt x="381289" y="20499"/>
                </a:lnTo>
                <a:lnTo>
                  <a:pt x="381289" y="0"/>
                </a:lnTo>
                <a:moveTo>
                  <a:pt x="430488" y="0"/>
                </a:moveTo>
                <a:lnTo>
                  <a:pt x="455087" y="0"/>
                </a:lnTo>
                <a:lnTo>
                  <a:pt x="455087" y="20499"/>
                </a:lnTo>
                <a:lnTo>
                  <a:pt x="430488" y="20499"/>
                </a:lnTo>
                <a:lnTo>
                  <a:pt x="430488" y="0"/>
                </a:lnTo>
                <a:moveTo>
                  <a:pt x="479686" y="0"/>
                </a:moveTo>
                <a:lnTo>
                  <a:pt x="504286" y="0"/>
                </a:lnTo>
                <a:lnTo>
                  <a:pt x="504286" y="20499"/>
                </a:lnTo>
                <a:lnTo>
                  <a:pt x="479686" y="20499"/>
                </a:lnTo>
                <a:lnTo>
                  <a:pt x="479686" y="0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9DCBF465-C95C-4F41-870E-879C926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700" y="41544"/>
            <a:ext cx="504286" cy="20499"/>
          </a:xfrm>
          <a:custGeom xmlns:a="http://schemas.openxmlformats.org/drawingml/2006/main">
            <a:pathLst>
              <a:path w="504286" h="20499">
                <a:moveTo>
                  <a:pt x="0" y="0"/>
                </a:moveTo>
                <a:lnTo>
                  <a:pt x="24599" y="0"/>
                </a:lnTo>
                <a:lnTo>
                  <a:pt x="24599" y="20499"/>
                </a:lnTo>
                <a:lnTo>
                  <a:pt x="0" y="20499"/>
                </a:lnTo>
                <a:lnTo>
                  <a:pt x="0" y="0"/>
                </a:lnTo>
                <a:moveTo>
                  <a:pt x="49199" y="0"/>
                </a:moveTo>
                <a:lnTo>
                  <a:pt x="73798" y="0"/>
                </a:lnTo>
                <a:lnTo>
                  <a:pt x="73798" y="20499"/>
                </a:lnTo>
                <a:lnTo>
                  <a:pt x="49199" y="20499"/>
                </a:lnTo>
                <a:lnTo>
                  <a:pt x="49199" y="0"/>
                </a:lnTo>
                <a:moveTo>
                  <a:pt x="98397" y="0"/>
                </a:moveTo>
                <a:lnTo>
                  <a:pt x="122997" y="0"/>
                </a:lnTo>
                <a:lnTo>
                  <a:pt x="122997" y="20499"/>
                </a:lnTo>
                <a:lnTo>
                  <a:pt x="98397" y="20499"/>
                </a:lnTo>
                <a:lnTo>
                  <a:pt x="98397" y="0"/>
                </a:lnTo>
                <a:moveTo>
                  <a:pt x="143496" y="0"/>
                </a:moveTo>
                <a:lnTo>
                  <a:pt x="168095" y="0"/>
                </a:lnTo>
                <a:lnTo>
                  <a:pt x="168095" y="20499"/>
                </a:lnTo>
                <a:lnTo>
                  <a:pt x="143496" y="20499"/>
                </a:lnTo>
                <a:lnTo>
                  <a:pt x="143496" y="0"/>
                </a:lnTo>
                <a:moveTo>
                  <a:pt x="192695" y="0"/>
                </a:moveTo>
                <a:lnTo>
                  <a:pt x="217294" y="0"/>
                </a:lnTo>
                <a:lnTo>
                  <a:pt x="217294" y="20499"/>
                </a:lnTo>
                <a:lnTo>
                  <a:pt x="192695" y="20499"/>
                </a:lnTo>
                <a:lnTo>
                  <a:pt x="192695" y="0"/>
                </a:lnTo>
                <a:moveTo>
                  <a:pt x="241893" y="0"/>
                </a:moveTo>
                <a:lnTo>
                  <a:pt x="266493" y="0"/>
                </a:lnTo>
                <a:lnTo>
                  <a:pt x="266493" y="20499"/>
                </a:lnTo>
                <a:lnTo>
                  <a:pt x="241893" y="20499"/>
                </a:lnTo>
                <a:lnTo>
                  <a:pt x="241893" y="0"/>
                </a:lnTo>
                <a:moveTo>
                  <a:pt x="286992" y="0"/>
                </a:moveTo>
                <a:lnTo>
                  <a:pt x="311591" y="0"/>
                </a:lnTo>
                <a:lnTo>
                  <a:pt x="311591" y="20499"/>
                </a:lnTo>
                <a:lnTo>
                  <a:pt x="286992" y="20499"/>
                </a:lnTo>
                <a:lnTo>
                  <a:pt x="286992" y="0"/>
                </a:lnTo>
                <a:moveTo>
                  <a:pt x="336191" y="0"/>
                </a:moveTo>
                <a:lnTo>
                  <a:pt x="360790" y="0"/>
                </a:lnTo>
                <a:lnTo>
                  <a:pt x="360790" y="20499"/>
                </a:lnTo>
                <a:lnTo>
                  <a:pt x="336191" y="20499"/>
                </a:lnTo>
                <a:lnTo>
                  <a:pt x="336191" y="0"/>
                </a:lnTo>
                <a:moveTo>
                  <a:pt x="385389" y="0"/>
                </a:moveTo>
                <a:lnTo>
                  <a:pt x="405888" y="0"/>
                </a:lnTo>
                <a:lnTo>
                  <a:pt x="405888" y="20499"/>
                </a:lnTo>
                <a:lnTo>
                  <a:pt x="385389" y="20499"/>
                </a:lnTo>
                <a:lnTo>
                  <a:pt x="385389" y="0"/>
                </a:lnTo>
                <a:moveTo>
                  <a:pt x="430488" y="0"/>
                </a:moveTo>
                <a:lnTo>
                  <a:pt x="455087" y="0"/>
                </a:lnTo>
                <a:lnTo>
                  <a:pt x="455087" y="20499"/>
                </a:lnTo>
                <a:lnTo>
                  <a:pt x="430488" y="20499"/>
                </a:lnTo>
                <a:lnTo>
                  <a:pt x="430488" y="0"/>
                </a:lnTo>
                <a:moveTo>
                  <a:pt x="479686" y="0"/>
                </a:moveTo>
                <a:lnTo>
                  <a:pt x="504286" y="0"/>
                </a:lnTo>
                <a:lnTo>
                  <a:pt x="504286" y="20499"/>
                </a:lnTo>
                <a:lnTo>
                  <a:pt x="479686" y="20499"/>
                </a:lnTo>
                <a:lnTo>
                  <a:pt x="479686" y="0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C9B59FF0-82B5-43DE-A58A-A12127B0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3583" y="41544"/>
            <a:ext cx="500185" cy="20499"/>
          </a:xfrm>
          <a:custGeom xmlns:a="http://schemas.openxmlformats.org/drawingml/2006/main">
            <a:pathLst>
              <a:path w="500185" h="20499">
                <a:moveTo>
                  <a:pt x="0" y="0"/>
                </a:moveTo>
                <a:lnTo>
                  <a:pt x="20499" y="0"/>
                </a:lnTo>
                <a:lnTo>
                  <a:pt x="20499" y="20499"/>
                </a:lnTo>
                <a:lnTo>
                  <a:pt x="0" y="20499"/>
                </a:lnTo>
                <a:lnTo>
                  <a:pt x="0" y="0"/>
                </a:lnTo>
                <a:moveTo>
                  <a:pt x="45098" y="0"/>
                </a:moveTo>
                <a:lnTo>
                  <a:pt x="69698" y="0"/>
                </a:lnTo>
                <a:lnTo>
                  <a:pt x="69698" y="20499"/>
                </a:lnTo>
                <a:lnTo>
                  <a:pt x="45098" y="20499"/>
                </a:lnTo>
                <a:lnTo>
                  <a:pt x="45098" y="0"/>
                </a:lnTo>
                <a:moveTo>
                  <a:pt x="94297" y="0"/>
                </a:moveTo>
                <a:lnTo>
                  <a:pt x="118897" y="0"/>
                </a:lnTo>
                <a:lnTo>
                  <a:pt x="118897" y="20499"/>
                </a:lnTo>
                <a:lnTo>
                  <a:pt x="94297" y="20499"/>
                </a:lnTo>
                <a:lnTo>
                  <a:pt x="94297" y="0"/>
                </a:lnTo>
                <a:moveTo>
                  <a:pt x="143496" y="0"/>
                </a:moveTo>
                <a:lnTo>
                  <a:pt x="163995" y="0"/>
                </a:lnTo>
                <a:lnTo>
                  <a:pt x="163995" y="20499"/>
                </a:lnTo>
                <a:lnTo>
                  <a:pt x="143496" y="20499"/>
                </a:lnTo>
                <a:lnTo>
                  <a:pt x="143496" y="0"/>
                </a:lnTo>
                <a:moveTo>
                  <a:pt x="188594" y="0"/>
                </a:moveTo>
                <a:lnTo>
                  <a:pt x="213194" y="0"/>
                </a:lnTo>
                <a:lnTo>
                  <a:pt x="213194" y="20499"/>
                </a:lnTo>
                <a:lnTo>
                  <a:pt x="188594" y="20499"/>
                </a:lnTo>
                <a:lnTo>
                  <a:pt x="188594" y="0"/>
                </a:lnTo>
                <a:moveTo>
                  <a:pt x="237793" y="0"/>
                </a:moveTo>
                <a:lnTo>
                  <a:pt x="262392" y="0"/>
                </a:lnTo>
                <a:lnTo>
                  <a:pt x="262392" y="20499"/>
                </a:lnTo>
                <a:lnTo>
                  <a:pt x="237793" y="20499"/>
                </a:lnTo>
                <a:lnTo>
                  <a:pt x="237793" y="0"/>
                </a:lnTo>
                <a:moveTo>
                  <a:pt x="282892" y="0"/>
                </a:moveTo>
                <a:lnTo>
                  <a:pt x="307492" y="0"/>
                </a:lnTo>
                <a:lnTo>
                  <a:pt x="307492" y="20499"/>
                </a:lnTo>
                <a:lnTo>
                  <a:pt x="282892" y="20499"/>
                </a:lnTo>
                <a:lnTo>
                  <a:pt x="282892" y="0"/>
                </a:lnTo>
                <a:moveTo>
                  <a:pt x="332090" y="0"/>
                </a:moveTo>
                <a:lnTo>
                  <a:pt x="356690" y="0"/>
                </a:lnTo>
                <a:lnTo>
                  <a:pt x="356690" y="20499"/>
                </a:lnTo>
                <a:lnTo>
                  <a:pt x="332090" y="20499"/>
                </a:lnTo>
                <a:lnTo>
                  <a:pt x="332090" y="0"/>
                </a:lnTo>
                <a:moveTo>
                  <a:pt x="381289" y="0"/>
                </a:moveTo>
                <a:lnTo>
                  <a:pt x="405888" y="0"/>
                </a:lnTo>
                <a:lnTo>
                  <a:pt x="405888" y="20499"/>
                </a:lnTo>
                <a:lnTo>
                  <a:pt x="381289" y="20499"/>
                </a:lnTo>
                <a:lnTo>
                  <a:pt x="381289" y="0"/>
                </a:lnTo>
                <a:moveTo>
                  <a:pt x="426388" y="0"/>
                </a:moveTo>
                <a:lnTo>
                  <a:pt x="450988" y="0"/>
                </a:lnTo>
                <a:lnTo>
                  <a:pt x="450988" y="20499"/>
                </a:lnTo>
                <a:lnTo>
                  <a:pt x="426388" y="20499"/>
                </a:lnTo>
                <a:lnTo>
                  <a:pt x="426388" y="0"/>
                </a:lnTo>
                <a:moveTo>
                  <a:pt x="475586" y="0"/>
                </a:moveTo>
                <a:lnTo>
                  <a:pt x="500185" y="0"/>
                </a:lnTo>
                <a:lnTo>
                  <a:pt x="500185" y="20499"/>
                </a:lnTo>
                <a:lnTo>
                  <a:pt x="475586" y="20499"/>
                </a:lnTo>
                <a:lnTo>
                  <a:pt x="475586" y="0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FD96AA62-E776-426E-AF47-7D5F1EDB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8370" y="41544"/>
            <a:ext cx="500185" cy="20499"/>
          </a:xfrm>
          <a:custGeom xmlns:a="http://schemas.openxmlformats.org/drawingml/2006/main">
            <a:pathLst>
              <a:path w="500185" h="20499">
                <a:moveTo>
                  <a:pt x="0" y="0"/>
                </a:moveTo>
                <a:lnTo>
                  <a:pt x="24599" y="0"/>
                </a:lnTo>
                <a:lnTo>
                  <a:pt x="24599" y="20499"/>
                </a:lnTo>
                <a:lnTo>
                  <a:pt x="0" y="20499"/>
                </a:lnTo>
                <a:lnTo>
                  <a:pt x="0" y="0"/>
                </a:lnTo>
                <a:moveTo>
                  <a:pt x="45098" y="0"/>
                </a:moveTo>
                <a:lnTo>
                  <a:pt x="69698" y="0"/>
                </a:lnTo>
                <a:lnTo>
                  <a:pt x="69698" y="20499"/>
                </a:lnTo>
                <a:lnTo>
                  <a:pt x="45098" y="20499"/>
                </a:lnTo>
                <a:lnTo>
                  <a:pt x="45098" y="0"/>
                </a:lnTo>
                <a:moveTo>
                  <a:pt x="94297" y="0"/>
                </a:moveTo>
                <a:lnTo>
                  <a:pt x="118897" y="0"/>
                </a:lnTo>
                <a:lnTo>
                  <a:pt x="118897" y="20499"/>
                </a:lnTo>
                <a:lnTo>
                  <a:pt x="94297" y="20499"/>
                </a:lnTo>
                <a:lnTo>
                  <a:pt x="94297" y="0"/>
                </a:lnTo>
                <a:moveTo>
                  <a:pt x="143496" y="0"/>
                </a:moveTo>
                <a:lnTo>
                  <a:pt x="168095" y="0"/>
                </a:lnTo>
                <a:lnTo>
                  <a:pt x="168095" y="20499"/>
                </a:lnTo>
                <a:lnTo>
                  <a:pt x="143496" y="20499"/>
                </a:lnTo>
                <a:lnTo>
                  <a:pt x="143496" y="0"/>
                </a:lnTo>
                <a:moveTo>
                  <a:pt x="188594" y="0"/>
                </a:moveTo>
                <a:lnTo>
                  <a:pt x="213194" y="0"/>
                </a:lnTo>
                <a:lnTo>
                  <a:pt x="213194" y="20499"/>
                </a:lnTo>
                <a:lnTo>
                  <a:pt x="188594" y="20499"/>
                </a:lnTo>
                <a:lnTo>
                  <a:pt x="188594" y="0"/>
                </a:lnTo>
                <a:moveTo>
                  <a:pt x="237793" y="0"/>
                </a:moveTo>
                <a:lnTo>
                  <a:pt x="262392" y="0"/>
                </a:lnTo>
                <a:lnTo>
                  <a:pt x="262392" y="20499"/>
                </a:lnTo>
                <a:lnTo>
                  <a:pt x="237793" y="20499"/>
                </a:lnTo>
                <a:lnTo>
                  <a:pt x="237793" y="0"/>
                </a:lnTo>
                <a:moveTo>
                  <a:pt x="286992" y="0"/>
                </a:moveTo>
                <a:lnTo>
                  <a:pt x="307492" y="0"/>
                </a:lnTo>
                <a:lnTo>
                  <a:pt x="307492" y="20499"/>
                </a:lnTo>
                <a:lnTo>
                  <a:pt x="286992" y="20499"/>
                </a:lnTo>
                <a:lnTo>
                  <a:pt x="286992" y="0"/>
                </a:lnTo>
                <a:moveTo>
                  <a:pt x="332090" y="0"/>
                </a:moveTo>
                <a:lnTo>
                  <a:pt x="356690" y="0"/>
                </a:lnTo>
                <a:lnTo>
                  <a:pt x="356690" y="20499"/>
                </a:lnTo>
                <a:lnTo>
                  <a:pt x="332090" y="20499"/>
                </a:lnTo>
                <a:lnTo>
                  <a:pt x="332090" y="0"/>
                </a:lnTo>
                <a:moveTo>
                  <a:pt x="381289" y="0"/>
                </a:moveTo>
                <a:lnTo>
                  <a:pt x="405888" y="0"/>
                </a:lnTo>
                <a:lnTo>
                  <a:pt x="405888" y="20499"/>
                </a:lnTo>
                <a:lnTo>
                  <a:pt x="381289" y="20499"/>
                </a:lnTo>
                <a:lnTo>
                  <a:pt x="381289" y="0"/>
                </a:lnTo>
                <a:moveTo>
                  <a:pt x="430488" y="0"/>
                </a:moveTo>
                <a:lnTo>
                  <a:pt x="450988" y="0"/>
                </a:lnTo>
                <a:lnTo>
                  <a:pt x="450988" y="20499"/>
                </a:lnTo>
                <a:lnTo>
                  <a:pt x="430488" y="20499"/>
                </a:lnTo>
                <a:lnTo>
                  <a:pt x="430488" y="0"/>
                </a:lnTo>
                <a:moveTo>
                  <a:pt x="475586" y="0"/>
                </a:moveTo>
                <a:lnTo>
                  <a:pt x="500185" y="0"/>
                </a:lnTo>
                <a:lnTo>
                  <a:pt x="500185" y="20499"/>
                </a:lnTo>
                <a:lnTo>
                  <a:pt x="475586" y="20499"/>
                </a:lnTo>
                <a:lnTo>
                  <a:pt x="475586" y="0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C938EAC2-B79C-40EE-80ED-1CBC89A2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3153" y="41544"/>
            <a:ext cx="500185" cy="20499"/>
          </a:xfrm>
          <a:custGeom xmlns:a="http://schemas.openxmlformats.org/drawingml/2006/main">
            <a:pathLst>
              <a:path w="500185" h="20499">
                <a:moveTo>
                  <a:pt x="0" y="0"/>
                </a:moveTo>
                <a:lnTo>
                  <a:pt x="24599" y="0"/>
                </a:lnTo>
                <a:lnTo>
                  <a:pt x="24599" y="20499"/>
                </a:lnTo>
                <a:lnTo>
                  <a:pt x="0" y="20499"/>
                </a:lnTo>
                <a:lnTo>
                  <a:pt x="0" y="0"/>
                </a:lnTo>
                <a:moveTo>
                  <a:pt x="49199" y="0"/>
                </a:moveTo>
                <a:lnTo>
                  <a:pt x="69698" y="0"/>
                </a:lnTo>
                <a:lnTo>
                  <a:pt x="69698" y="20499"/>
                </a:lnTo>
                <a:lnTo>
                  <a:pt x="49199" y="20499"/>
                </a:lnTo>
                <a:lnTo>
                  <a:pt x="49199" y="0"/>
                </a:lnTo>
                <a:moveTo>
                  <a:pt x="94297" y="0"/>
                </a:moveTo>
                <a:lnTo>
                  <a:pt x="118897" y="0"/>
                </a:lnTo>
                <a:lnTo>
                  <a:pt x="118897" y="20499"/>
                </a:lnTo>
                <a:lnTo>
                  <a:pt x="94297" y="20499"/>
                </a:lnTo>
                <a:lnTo>
                  <a:pt x="94297" y="0"/>
                </a:lnTo>
                <a:moveTo>
                  <a:pt x="143496" y="0"/>
                </a:moveTo>
                <a:lnTo>
                  <a:pt x="168095" y="0"/>
                </a:lnTo>
                <a:lnTo>
                  <a:pt x="168095" y="20499"/>
                </a:lnTo>
                <a:lnTo>
                  <a:pt x="143496" y="20499"/>
                </a:lnTo>
                <a:lnTo>
                  <a:pt x="143496" y="0"/>
                </a:lnTo>
                <a:moveTo>
                  <a:pt x="188594" y="0"/>
                </a:moveTo>
                <a:lnTo>
                  <a:pt x="213194" y="0"/>
                </a:lnTo>
                <a:lnTo>
                  <a:pt x="213194" y="20499"/>
                </a:lnTo>
                <a:lnTo>
                  <a:pt x="188594" y="20499"/>
                </a:lnTo>
                <a:lnTo>
                  <a:pt x="188594" y="0"/>
                </a:lnTo>
                <a:moveTo>
                  <a:pt x="237793" y="0"/>
                </a:moveTo>
                <a:lnTo>
                  <a:pt x="262392" y="0"/>
                </a:lnTo>
                <a:lnTo>
                  <a:pt x="262392" y="20499"/>
                </a:lnTo>
                <a:lnTo>
                  <a:pt x="237793" y="20499"/>
                </a:lnTo>
                <a:lnTo>
                  <a:pt x="237793" y="0"/>
                </a:lnTo>
                <a:moveTo>
                  <a:pt x="286992" y="0"/>
                </a:moveTo>
                <a:lnTo>
                  <a:pt x="311591" y="0"/>
                </a:lnTo>
                <a:lnTo>
                  <a:pt x="311591" y="20499"/>
                </a:lnTo>
                <a:lnTo>
                  <a:pt x="286992" y="20499"/>
                </a:lnTo>
                <a:lnTo>
                  <a:pt x="286992" y="0"/>
                </a:lnTo>
                <a:moveTo>
                  <a:pt x="332090" y="0"/>
                </a:moveTo>
                <a:lnTo>
                  <a:pt x="356690" y="0"/>
                </a:lnTo>
                <a:lnTo>
                  <a:pt x="356690" y="20499"/>
                </a:lnTo>
                <a:lnTo>
                  <a:pt x="332090" y="20499"/>
                </a:lnTo>
                <a:lnTo>
                  <a:pt x="332090" y="0"/>
                </a:lnTo>
                <a:moveTo>
                  <a:pt x="381289" y="0"/>
                </a:moveTo>
                <a:lnTo>
                  <a:pt x="405888" y="0"/>
                </a:lnTo>
                <a:lnTo>
                  <a:pt x="405888" y="20499"/>
                </a:lnTo>
                <a:lnTo>
                  <a:pt x="381289" y="20499"/>
                </a:lnTo>
                <a:lnTo>
                  <a:pt x="381289" y="0"/>
                </a:lnTo>
                <a:moveTo>
                  <a:pt x="430488" y="0"/>
                </a:moveTo>
                <a:lnTo>
                  <a:pt x="455087" y="0"/>
                </a:lnTo>
                <a:lnTo>
                  <a:pt x="455087" y="20499"/>
                </a:lnTo>
                <a:lnTo>
                  <a:pt x="430488" y="20499"/>
                </a:lnTo>
                <a:lnTo>
                  <a:pt x="430488" y="0"/>
                </a:lnTo>
                <a:moveTo>
                  <a:pt x="475586" y="0"/>
                </a:moveTo>
                <a:lnTo>
                  <a:pt x="500185" y="0"/>
                </a:lnTo>
                <a:lnTo>
                  <a:pt x="500185" y="20499"/>
                </a:lnTo>
                <a:lnTo>
                  <a:pt x="475586" y="20499"/>
                </a:lnTo>
                <a:lnTo>
                  <a:pt x="475586" y="0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9643D0B5-EA0A-4D6E-9B34-67AF3389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7938" y="41544"/>
            <a:ext cx="500185" cy="20499"/>
          </a:xfrm>
          <a:custGeom xmlns:a="http://schemas.openxmlformats.org/drawingml/2006/main">
            <a:pathLst>
              <a:path w="500185" h="20499">
                <a:moveTo>
                  <a:pt x="0" y="0"/>
                </a:moveTo>
                <a:lnTo>
                  <a:pt x="24599" y="0"/>
                </a:lnTo>
                <a:lnTo>
                  <a:pt x="24599" y="20499"/>
                </a:lnTo>
                <a:lnTo>
                  <a:pt x="0" y="20499"/>
                </a:lnTo>
                <a:lnTo>
                  <a:pt x="0" y="0"/>
                </a:lnTo>
                <a:moveTo>
                  <a:pt x="49199" y="0"/>
                </a:moveTo>
                <a:lnTo>
                  <a:pt x="73798" y="0"/>
                </a:lnTo>
                <a:lnTo>
                  <a:pt x="73798" y="20499"/>
                </a:lnTo>
                <a:lnTo>
                  <a:pt x="49199" y="20499"/>
                </a:lnTo>
                <a:lnTo>
                  <a:pt x="49199" y="0"/>
                </a:lnTo>
                <a:moveTo>
                  <a:pt x="94297" y="0"/>
                </a:moveTo>
                <a:lnTo>
                  <a:pt x="118897" y="0"/>
                </a:lnTo>
                <a:lnTo>
                  <a:pt x="118897" y="20499"/>
                </a:lnTo>
                <a:lnTo>
                  <a:pt x="94297" y="20499"/>
                </a:lnTo>
                <a:lnTo>
                  <a:pt x="94297" y="0"/>
                </a:lnTo>
                <a:moveTo>
                  <a:pt x="143496" y="0"/>
                </a:moveTo>
                <a:lnTo>
                  <a:pt x="168095" y="0"/>
                </a:lnTo>
                <a:lnTo>
                  <a:pt x="168095" y="20499"/>
                </a:lnTo>
                <a:lnTo>
                  <a:pt x="143496" y="20499"/>
                </a:lnTo>
                <a:lnTo>
                  <a:pt x="143496" y="0"/>
                </a:lnTo>
                <a:moveTo>
                  <a:pt x="192695" y="0"/>
                </a:moveTo>
                <a:lnTo>
                  <a:pt x="213194" y="0"/>
                </a:lnTo>
                <a:lnTo>
                  <a:pt x="213194" y="20499"/>
                </a:lnTo>
                <a:lnTo>
                  <a:pt x="192695" y="20499"/>
                </a:lnTo>
                <a:lnTo>
                  <a:pt x="192695" y="0"/>
                </a:lnTo>
                <a:moveTo>
                  <a:pt x="237793" y="0"/>
                </a:moveTo>
                <a:lnTo>
                  <a:pt x="262392" y="0"/>
                </a:lnTo>
                <a:lnTo>
                  <a:pt x="262392" y="20499"/>
                </a:lnTo>
                <a:lnTo>
                  <a:pt x="237793" y="20499"/>
                </a:lnTo>
                <a:lnTo>
                  <a:pt x="237793" y="0"/>
                </a:lnTo>
                <a:moveTo>
                  <a:pt x="286992" y="0"/>
                </a:moveTo>
                <a:lnTo>
                  <a:pt x="311591" y="0"/>
                </a:lnTo>
                <a:lnTo>
                  <a:pt x="311591" y="20499"/>
                </a:lnTo>
                <a:lnTo>
                  <a:pt x="286992" y="20499"/>
                </a:lnTo>
                <a:lnTo>
                  <a:pt x="286992" y="0"/>
                </a:lnTo>
                <a:moveTo>
                  <a:pt x="336191" y="0"/>
                </a:moveTo>
                <a:lnTo>
                  <a:pt x="356690" y="0"/>
                </a:lnTo>
                <a:lnTo>
                  <a:pt x="356690" y="20499"/>
                </a:lnTo>
                <a:lnTo>
                  <a:pt x="336191" y="20499"/>
                </a:lnTo>
                <a:lnTo>
                  <a:pt x="336191" y="0"/>
                </a:lnTo>
                <a:moveTo>
                  <a:pt x="381289" y="0"/>
                </a:moveTo>
                <a:lnTo>
                  <a:pt x="405888" y="0"/>
                </a:lnTo>
                <a:lnTo>
                  <a:pt x="405888" y="20499"/>
                </a:lnTo>
                <a:lnTo>
                  <a:pt x="381289" y="20499"/>
                </a:lnTo>
                <a:lnTo>
                  <a:pt x="381289" y="0"/>
                </a:lnTo>
                <a:moveTo>
                  <a:pt x="430488" y="0"/>
                </a:moveTo>
                <a:lnTo>
                  <a:pt x="455087" y="0"/>
                </a:lnTo>
                <a:lnTo>
                  <a:pt x="455087" y="20499"/>
                </a:lnTo>
                <a:lnTo>
                  <a:pt x="430488" y="20499"/>
                </a:lnTo>
                <a:lnTo>
                  <a:pt x="430488" y="0"/>
                </a:lnTo>
                <a:moveTo>
                  <a:pt x="479686" y="0"/>
                </a:moveTo>
                <a:lnTo>
                  <a:pt x="500185" y="0"/>
                </a:lnTo>
                <a:lnTo>
                  <a:pt x="500185" y="20499"/>
                </a:lnTo>
                <a:lnTo>
                  <a:pt x="479686" y="20499"/>
                </a:lnTo>
                <a:lnTo>
                  <a:pt x="479686" y="0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0A20C3DB-D965-4F36-87D0-E172BD2B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2724" y="41544"/>
            <a:ext cx="824076" cy="86098"/>
          </a:xfrm>
          <a:custGeom xmlns:a="http://schemas.openxmlformats.org/drawingml/2006/main">
            <a:pathLst>
              <a:path w="824076" h="86098">
                <a:moveTo>
                  <a:pt x="0" y="0"/>
                </a:moveTo>
                <a:lnTo>
                  <a:pt x="24598" y="0"/>
                </a:lnTo>
                <a:lnTo>
                  <a:pt x="24598" y="20499"/>
                </a:lnTo>
                <a:lnTo>
                  <a:pt x="0" y="20499"/>
                </a:lnTo>
                <a:lnTo>
                  <a:pt x="0" y="0"/>
                </a:lnTo>
                <a:moveTo>
                  <a:pt x="49199" y="0"/>
                </a:moveTo>
                <a:lnTo>
                  <a:pt x="73797" y="0"/>
                </a:lnTo>
                <a:lnTo>
                  <a:pt x="73797" y="20499"/>
                </a:lnTo>
                <a:lnTo>
                  <a:pt x="49199" y="20499"/>
                </a:lnTo>
                <a:lnTo>
                  <a:pt x="49199" y="0"/>
                </a:lnTo>
                <a:moveTo>
                  <a:pt x="94297" y="0"/>
                </a:moveTo>
                <a:lnTo>
                  <a:pt x="118897" y="0"/>
                </a:lnTo>
                <a:lnTo>
                  <a:pt x="118897" y="20499"/>
                </a:lnTo>
                <a:lnTo>
                  <a:pt x="94297" y="20499"/>
                </a:lnTo>
                <a:lnTo>
                  <a:pt x="94297" y="0"/>
                </a:lnTo>
                <a:moveTo>
                  <a:pt x="143496" y="0"/>
                </a:moveTo>
                <a:lnTo>
                  <a:pt x="168094" y="0"/>
                </a:lnTo>
                <a:lnTo>
                  <a:pt x="168094" y="20499"/>
                </a:lnTo>
                <a:lnTo>
                  <a:pt x="143496" y="20499"/>
                </a:lnTo>
                <a:lnTo>
                  <a:pt x="143496" y="0"/>
                </a:lnTo>
                <a:moveTo>
                  <a:pt x="192695" y="0"/>
                </a:moveTo>
                <a:lnTo>
                  <a:pt x="217293" y="0"/>
                </a:lnTo>
                <a:lnTo>
                  <a:pt x="217293" y="20499"/>
                </a:lnTo>
                <a:lnTo>
                  <a:pt x="192695" y="20499"/>
                </a:lnTo>
                <a:lnTo>
                  <a:pt x="192695" y="0"/>
                </a:lnTo>
                <a:moveTo>
                  <a:pt x="237793" y="0"/>
                </a:moveTo>
                <a:lnTo>
                  <a:pt x="262393" y="0"/>
                </a:lnTo>
                <a:lnTo>
                  <a:pt x="262393" y="20499"/>
                </a:lnTo>
                <a:lnTo>
                  <a:pt x="237793" y="20499"/>
                </a:lnTo>
                <a:lnTo>
                  <a:pt x="237793" y="0"/>
                </a:lnTo>
                <a:moveTo>
                  <a:pt x="286992" y="0"/>
                </a:moveTo>
                <a:lnTo>
                  <a:pt x="311592" y="0"/>
                </a:lnTo>
                <a:lnTo>
                  <a:pt x="311592" y="20499"/>
                </a:lnTo>
                <a:lnTo>
                  <a:pt x="286992" y="20499"/>
                </a:lnTo>
                <a:lnTo>
                  <a:pt x="286992" y="0"/>
                </a:lnTo>
                <a:moveTo>
                  <a:pt x="336191" y="0"/>
                </a:moveTo>
                <a:lnTo>
                  <a:pt x="360789" y="0"/>
                </a:lnTo>
                <a:lnTo>
                  <a:pt x="360789" y="20499"/>
                </a:lnTo>
                <a:lnTo>
                  <a:pt x="336191" y="20499"/>
                </a:lnTo>
                <a:lnTo>
                  <a:pt x="336191" y="0"/>
                </a:lnTo>
                <a:moveTo>
                  <a:pt x="381289" y="0"/>
                </a:moveTo>
                <a:lnTo>
                  <a:pt x="405889" y="0"/>
                </a:lnTo>
                <a:lnTo>
                  <a:pt x="405889" y="20499"/>
                </a:lnTo>
                <a:lnTo>
                  <a:pt x="381289" y="20499"/>
                </a:lnTo>
                <a:lnTo>
                  <a:pt x="381289" y="0"/>
                </a:lnTo>
                <a:moveTo>
                  <a:pt x="430488" y="0"/>
                </a:moveTo>
                <a:lnTo>
                  <a:pt x="455088" y="0"/>
                </a:lnTo>
                <a:lnTo>
                  <a:pt x="455088" y="20499"/>
                </a:lnTo>
                <a:lnTo>
                  <a:pt x="430488" y="20499"/>
                </a:lnTo>
                <a:lnTo>
                  <a:pt x="430488" y="0"/>
                </a:lnTo>
                <a:moveTo>
                  <a:pt x="479686" y="0"/>
                </a:moveTo>
                <a:lnTo>
                  <a:pt x="504285" y="0"/>
                </a:lnTo>
                <a:lnTo>
                  <a:pt x="504285" y="20499"/>
                </a:lnTo>
                <a:lnTo>
                  <a:pt x="479686" y="20499"/>
                </a:lnTo>
                <a:lnTo>
                  <a:pt x="479686" y="0"/>
                </a:lnTo>
                <a:moveTo>
                  <a:pt x="524785" y="0"/>
                </a:moveTo>
                <a:lnTo>
                  <a:pt x="549385" y="0"/>
                </a:lnTo>
                <a:lnTo>
                  <a:pt x="549385" y="20499"/>
                </a:lnTo>
                <a:lnTo>
                  <a:pt x="524785" y="20499"/>
                </a:lnTo>
                <a:lnTo>
                  <a:pt x="524785" y="0"/>
                </a:lnTo>
                <a:moveTo>
                  <a:pt x="573984" y="0"/>
                </a:moveTo>
                <a:lnTo>
                  <a:pt x="598584" y="0"/>
                </a:lnTo>
                <a:lnTo>
                  <a:pt x="598584" y="20499"/>
                </a:lnTo>
                <a:lnTo>
                  <a:pt x="573984" y="20499"/>
                </a:lnTo>
                <a:lnTo>
                  <a:pt x="573984" y="0"/>
                </a:lnTo>
                <a:moveTo>
                  <a:pt x="623182" y="0"/>
                </a:moveTo>
                <a:lnTo>
                  <a:pt x="643682" y="0"/>
                </a:lnTo>
                <a:lnTo>
                  <a:pt x="643682" y="20499"/>
                </a:lnTo>
                <a:lnTo>
                  <a:pt x="623182" y="20499"/>
                </a:lnTo>
                <a:lnTo>
                  <a:pt x="623182" y="0"/>
                </a:lnTo>
                <a:moveTo>
                  <a:pt x="668281" y="0"/>
                </a:moveTo>
                <a:lnTo>
                  <a:pt x="676481" y="0"/>
                </a:lnTo>
                <a:lnTo>
                  <a:pt x="692881" y="0"/>
                </a:lnTo>
                <a:lnTo>
                  <a:pt x="692881" y="24599"/>
                </a:lnTo>
                <a:lnTo>
                  <a:pt x="672381" y="20499"/>
                </a:lnTo>
                <a:lnTo>
                  <a:pt x="676481" y="20499"/>
                </a:lnTo>
                <a:lnTo>
                  <a:pt x="668281" y="20499"/>
                </a:lnTo>
                <a:lnTo>
                  <a:pt x="668281" y="0"/>
                </a:lnTo>
                <a:moveTo>
                  <a:pt x="721580" y="4100"/>
                </a:moveTo>
                <a:lnTo>
                  <a:pt x="733879" y="8200"/>
                </a:lnTo>
                <a:lnTo>
                  <a:pt x="742080" y="12300"/>
                </a:lnTo>
                <a:lnTo>
                  <a:pt x="733879" y="32799"/>
                </a:lnTo>
                <a:lnTo>
                  <a:pt x="725680" y="28699"/>
                </a:lnTo>
                <a:lnTo>
                  <a:pt x="713379" y="28699"/>
                </a:lnTo>
                <a:lnTo>
                  <a:pt x="721580" y="4100"/>
                </a:lnTo>
                <a:moveTo>
                  <a:pt x="766678" y="20499"/>
                </a:moveTo>
                <a:lnTo>
                  <a:pt x="766678" y="20499"/>
                </a:lnTo>
                <a:lnTo>
                  <a:pt x="783078" y="32799"/>
                </a:lnTo>
                <a:lnTo>
                  <a:pt x="787178" y="36899"/>
                </a:lnTo>
                <a:lnTo>
                  <a:pt x="774879" y="53299"/>
                </a:lnTo>
                <a:lnTo>
                  <a:pt x="770779" y="49199"/>
                </a:lnTo>
                <a:lnTo>
                  <a:pt x="770779" y="53299"/>
                </a:lnTo>
                <a:lnTo>
                  <a:pt x="754379" y="40999"/>
                </a:lnTo>
                <a:lnTo>
                  <a:pt x="758479" y="45099"/>
                </a:lnTo>
                <a:lnTo>
                  <a:pt x="754379" y="40999"/>
                </a:lnTo>
                <a:lnTo>
                  <a:pt x="766678" y="20499"/>
                </a:lnTo>
                <a:moveTo>
                  <a:pt x="807676" y="49199"/>
                </a:moveTo>
                <a:lnTo>
                  <a:pt x="811777" y="57398"/>
                </a:lnTo>
                <a:lnTo>
                  <a:pt x="824076" y="69698"/>
                </a:lnTo>
                <a:lnTo>
                  <a:pt x="807676" y="86098"/>
                </a:lnTo>
                <a:lnTo>
                  <a:pt x="795377" y="73798"/>
                </a:lnTo>
                <a:lnTo>
                  <a:pt x="791277" y="69698"/>
                </a:lnTo>
                <a:lnTo>
                  <a:pt x="807676" y="491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DB6FFE88-9975-4250-85FF-7D83CC55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2700" y="131741"/>
            <a:ext cx="49199" cy="504286"/>
          </a:xfrm>
          <a:custGeom xmlns:a="http://schemas.openxmlformats.org/drawingml/2006/main">
            <a:pathLst>
              <a:path w="49199" h="504286">
                <a:moveTo>
                  <a:pt x="20500" y="0"/>
                </a:moveTo>
                <a:lnTo>
                  <a:pt x="28699" y="12300"/>
                </a:lnTo>
                <a:lnTo>
                  <a:pt x="32799" y="20499"/>
                </a:lnTo>
                <a:lnTo>
                  <a:pt x="12301" y="32799"/>
                </a:lnTo>
                <a:lnTo>
                  <a:pt x="4100" y="20499"/>
                </a:lnTo>
                <a:lnTo>
                  <a:pt x="0" y="12300"/>
                </a:lnTo>
                <a:lnTo>
                  <a:pt x="20500" y="0"/>
                </a:lnTo>
                <a:moveTo>
                  <a:pt x="41000" y="45099"/>
                </a:moveTo>
                <a:lnTo>
                  <a:pt x="45098" y="65598"/>
                </a:lnTo>
                <a:lnTo>
                  <a:pt x="49199" y="69698"/>
                </a:lnTo>
                <a:lnTo>
                  <a:pt x="24600" y="73798"/>
                </a:lnTo>
                <a:lnTo>
                  <a:pt x="24600" y="69698"/>
                </a:lnTo>
                <a:lnTo>
                  <a:pt x="20500" y="53299"/>
                </a:lnTo>
                <a:lnTo>
                  <a:pt x="41000" y="45099"/>
                </a:lnTo>
                <a:moveTo>
                  <a:pt x="49199" y="94297"/>
                </a:moveTo>
                <a:lnTo>
                  <a:pt x="49199" y="102497"/>
                </a:lnTo>
                <a:lnTo>
                  <a:pt x="49199" y="118897"/>
                </a:lnTo>
                <a:lnTo>
                  <a:pt x="24600" y="118897"/>
                </a:lnTo>
                <a:lnTo>
                  <a:pt x="24600" y="102497"/>
                </a:lnTo>
                <a:lnTo>
                  <a:pt x="24600" y="106597"/>
                </a:lnTo>
                <a:lnTo>
                  <a:pt x="24600" y="98397"/>
                </a:lnTo>
                <a:lnTo>
                  <a:pt x="49199" y="94297"/>
                </a:lnTo>
                <a:moveTo>
                  <a:pt x="49199" y="143496"/>
                </a:moveTo>
                <a:lnTo>
                  <a:pt x="49199" y="168095"/>
                </a:lnTo>
                <a:lnTo>
                  <a:pt x="24600" y="168095"/>
                </a:lnTo>
                <a:lnTo>
                  <a:pt x="24600" y="143496"/>
                </a:lnTo>
                <a:lnTo>
                  <a:pt x="49199" y="143496"/>
                </a:lnTo>
                <a:moveTo>
                  <a:pt x="49199" y="192695"/>
                </a:moveTo>
                <a:lnTo>
                  <a:pt x="49199" y="217294"/>
                </a:lnTo>
                <a:lnTo>
                  <a:pt x="24600" y="217294"/>
                </a:lnTo>
                <a:lnTo>
                  <a:pt x="24600" y="192695"/>
                </a:lnTo>
                <a:lnTo>
                  <a:pt x="49199" y="192695"/>
                </a:lnTo>
                <a:moveTo>
                  <a:pt x="49199" y="241893"/>
                </a:moveTo>
                <a:lnTo>
                  <a:pt x="49199" y="262393"/>
                </a:lnTo>
                <a:lnTo>
                  <a:pt x="24600" y="262393"/>
                </a:lnTo>
                <a:lnTo>
                  <a:pt x="24600" y="241893"/>
                </a:lnTo>
                <a:lnTo>
                  <a:pt x="49199" y="241893"/>
                </a:lnTo>
                <a:moveTo>
                  <a:pt x="49199" y="286992"/>
                </a:moveTo>
                <a:lnTo>
                  <a:pt x="49199" y="311591"/>
                </a:lnTo>
                <a:lnTo>
                  <a:pt x="24600" y="311591"/>
                </a:lnTo>
                <a:lnTo>
                  <a:pt x="24600" y="286992"/>
                </a:lnTo>
                <a:lnTo>
                  <a:pt x="49199" y="286992"/>
                </a:lnTo>
                <a:moveTo>
                  <a:pt x="49199" y="336191"/>
                </a:moveTo>
                <a:lnTo>
                  <a:pt x="49199" y="360790"/>
                </a:lnTo>
                <a:lnTo>
                  <a:pt x="24600" y="360790"/>
                </a:lnTo>
                <a:lnTo>
                  <a:pt x="24600" y="336191"/>
                </a:lnTo>
                <a:lnTo>
                  <a:pt x="49199" y="336191"/>
                </a:lnTo>
                <a:moveTo>
                  <a:pt x="49199" y="381289"/>
                </a:moveTo>
                <a:lnTo>
                  <a:pt x="49199" y="405889"/>
                </a:lnTo>
                <a:lnTo>
                  <a:pt x="24600" y="405889"/>
                </a:lnTo>
                <a:lnTo>
                  <a:pt x="24600" y="381289"/>
                </a:lnTo>
                <a:lnTo>
                  <a:pt x="49199" y="381289"/>
                </a:lnTo>
                <a:moveTo>
                  <a:pt x="49199" y="430488"/>
                </a:moveTo>
                <a:lnTo>
                  <a:pt x="49199" y="455087"/>
                </a:lnTo>
                <a:lnTo>
                  <a:pt x="24600" y="455087"/>
                </a:lnTo>
                <a:lnTo>
                  <a:pt x="24600" y="430488"/>
                </a:lnTo>
                <a:lnTo>
                  <a:pt x="49199" y="430488"/>
                </a:lnTo>
                <a:moveTo>
                  <a:pt x="49199" y="479686"/>
                </a:moveTo>
                <a:lnTo>
                  <a:pt x="49199" y="504286"/>
                </a:lnTo>
                <a:lnTo>
                  <a:pt x="24600" y="504286"/>
                </a:lnTo>
                <a:lnTo>
                  <a:pt x="24600" y="479686"/>
                </a:lnTo>
                <a:lnTo>
                  <a:pt x="49199" y="479686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992FFB68-3935-45A7-9C9D-A206D6AA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300" y="656527"/>
            <a:ext cx="24598" cy="504286"/>
          </a:xfrm>
          <a:custGeom xmlns:a="http://schemas.openxmlformats.org/drawingml/2006/main">
            <a:pathLst>
              <a:path w="24598" h="504286">
                <a:moveTo>
                  <a:pt x="24598" y="0"/>
                </a:moveTo>
                <a:lnTo>
                  <a:pt x="24598" y="24599"/>
                </a:lnTo>
                <a:lnTo>
                  <a:pt x="0" y="24599"/>
                </a:lnTo>
                <a:lnTo>
                  <a:pt x="0" y="0"/>
                </a:lnTo>
                <a:lnTo>
                  <a:pt x="24598" y="0"/>
                </a:lnTo>
                <a:moveTo>
                  <a:pt x="24598" y="49199"/>
                </a:moveTo>
                <a:lnTo>
                  <a:pt x="24598" y="73798"/>
                </a:lnTo>
                <a:lnTo>
                  <a:pt x="0" y="73798"/>
                </a:lnTo>
                <a:lnTo>
                  <a:pt x="0" y="49199"/>
                </a:lnTo>
                <a:lnTo>
                  <a:pt x="24598" y="49199"/>
                </a:lnTo>
                <a:moveTo>
                  <a:pt x="24598" y="98397"/>
                </a:moveTo>
                <a:lnTo>
                  <a:pt x="24598" y="122996"/>
                </a:lnTo>
                <a:lnTo>
                  <a:pt x="0" y="122996"/>
                </a:lnTo>
                <a:lnTo>
                  <a:pt x="0" y="98397"/>
                </a:lnTo>
                <a:lnTo>
                  <a:pt x="24598" y="98397"/>
                </a:lnTo>
                <a:moveTo>
                  <a:pt x="24598" y="143496"/>
                </a:moveTo>
                <a:lnTo>
                  <a:pt x="24598" y="168095"/>
                </a:lnTo>
                <a:lnTo>
                  <a:pt x="0" y="168095"/>
                </a:lnTo>
                <a:lnTo>
                  <a:pt x="0" y="143496"/>
                </a:lnTo>
                <a:lnTo>
                  <a:pt x="24598" y="143496"/>
                </a:lnTo>
                <a:moveTo>
                  <a:pt x="24598" y="192695"/>
                </a:moveTo>
                <a:lnTo>
                  <a:pt x="24598" y="217294"/>
                </a:lnTo>
                <a:lnTo>
                  <a:pt x="0" y="217294"/>
                </a:lnTo>
                <a:lnTo>
                  <a:pt x="0" y="192695"/>
                </a:lnTo>
                <a:lnTo>
                  <a:pt x="24598" y="192695"/>
                </a:lnTo>
                <a:moveTo>
                  <a:pt x="24598" y="241893"/>
                </a:moveTo>
                <a:lnTo>
                  <a:pt x="24598" y="266492"/>
                </a:lnTo>
                <a:lnTo>
                  <a:pt x="0" y="266492"/>
                </a:lnTo>
                <a:lnTo>
                  <a:pt x="0" y="241893"/>
                </a:lnTo>
                <a:lnTo>
                  <a:pt x="24598" y="241893"/>
                </a:lnTo>
                <a:moveTo>
                  <a:pt x="24598" y="286992"/>
                </a:moveTo>
                <a:lnTo>
                  <a:pt x="24598" y="311591"/>
                </a:lnTo>
                <a:lnTo>
                  <a:pt x="0" y="311591"/>
                </a:lnTo>
                <a:lnTo>
                  <a:pt x="0" y="286992"/>
                </a:lnTo>
                <a:lnTo>
                  <a:pt x="24598" y="286992"/>
                </a:lnTo>
                <a:moveTo>
                  <a:pt x="24598" y="336191"/>
                </a:moveTo>
                <a:lnTo>
                  <a:pt x="24598" y="360790"/>
                </a:lnTo>
                <a:lnTo>
                  <a:pt x="0" y="360790"/>
                </a:lnTo>
                <a:lnTo>
                  <a:pt x="0" y="336191"/>
                </a:lnTo>
                <a:lnTo>
                  <a:pt x="24598" y="336191"/>
                </a:lnTo>
                <a:moveTo>
                  <a:pt x="24598" y="385389"/>
                </a:moveTo>
                <a:lnTo>
                  <a:pt x="24598" y="405889"/>
                </a:lnTo>
                <a:lnTo>
                  <a:pt x="0" y="405889"/>
                </a:lnTo>
                <a:lnTo>
                  <a:pt x="0" y="385389"/>
                </a:lnTo>
                <a:lnTo>
                  <a:pt x="24598" y="385389"/>
                </a:lnTo>
                <a:moveTo>
                  <a:pt x="24598" y="430488"/>
                </a:moveTo>
                <a:lnTo>
                  <a:pt x="24598" y="455087"/>
                </a:lnTo>
                <a:lnTo>
                  <a:pt x="0" y="455087"/>
                </a:lnTo>
                <a:lnTo>
                  <a:pt x="0" y="430488"/>
                </a:lnTo>
                <a:lnTo>
                  <a:pt x="24598" y="430488"/>
                </a:lnTo>
                <a:moveTo>
                  <a:pt x="24598" y="479686"/>
                </a:moveTo>
                <a:lnTo>
                  <a:pt x="24598" y="504286"/>
                </a:lnTo>
                <a:lnTo>
                  <a:pt x="0" y="504286"/>
                </a:lnTo>
                <a:lnTo>
                  <a:pt x="0" y="479686"/>
                </a:lnTo>
                <a:lnTo>
                  <a:pt x="24598" y="479686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9EA17AE7-4314-47C1-9B02-3249FF98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300" y="1185412"/>
            <a:ext cx="24598" cy="500186"/>
          </a:xfrm>
          <a:custGeom xmlns:a="http://schemas.openxmlformats.org/drawingml/2006/main">
            <a:pathLst>
              <a:path w="24598" h="500186">
                <a:moveTo>
                  <a:pt x="24598" y="0"/>
                </a:moveTo>
                <a:lnTo>
                  <a:pt x="24598" y="20499"/>
                </a:lnTo>
                <a:lnTo>
                  <a:pt x="0" y="20499"/>
                </a:lnTo>
                <a:lnTo>
                  <a:pt x="0" y="0"/>
                </a:lnTo>
                <a:lnTo>
                  <a:pt x="24598" y="0"/>
                </a:lnTo>
                <a:moveTo>
                  <a:pt x="24598" y="45099"/>
                </a:moveTo>
                <a:lnTo>
                  <a:pt x="24598" y="69698"/>
                </a:lnTo>
                <a:lnTo>
                  <a:pt x="0" y="69698"/>
                </a:lnTo>
                <a:lnTo>
                  <a:pt x="0" y="45099"/>
                </a:lnTo>
                <a:lnTo>
                  <a:pt x="24598" y="45099"/>
                </a:lnTo>
                <a:moveTo>
                  <a:pt x="24598" y="94297"/>
                </a:moveTo>
                <a:lnTo>
                  <a:pt x="24598" y="118897"/>
                </a:lnTo>
                <a:lnTo>
                  <a:pt x="0" y="118897"/>
                </a:lnTo>
                <a:lnTo>
                  <a:pt x="0" y="94297"/>
                </a:lnTo>
                <a:lnTo>
                  <a:pt x="24598" y="94297"/>
                </a:lnTo>
                <a:moveTo>
                  <a:pt x="24598" y="143496"/>
                </a:moveTo>
                <a:lnTo>
                  <a:pt x="24598" y="163995"/>
                </a:lnTo>
                <a:lnTo>
                  <a:pt x="0" y="163995"/>
                </a:lnTo>
                <a:lnTo>
                  <a:pt x="0" y="143496"/>
                </a:lnTo>
                <a:lnTo>
                  <a:pt x="24598" y="143496"/>
                </a:lnTo>
                <a:moveTo>
                  <a:pt x="24598" y="188595"/>
                </a:moveTo>
                <a:lnTo>
                  <a:pt x="24598" y="213194"/>
                </a:lnTo>
                <a:lnTo>
                  <a:pt x="0" y="213194"/>
                </a:lnTo>
                <a:lnTo>
                  <a:pt x="0" y="188595"/>
                </a:lnTo>
                <a:lnTo>
                  <a:pt x="24598" y="188595"/>
                </a:lnTo>
                <a:moveTo>
                  <a:pt x="24598" y="237793"/>
                </a:moveTo>
                <a:lnTo>
                  <a:pt x="24598" y="262393"/>
                </a:lnTo>
                <a:lnTo>
                  <a:pt x="0" y="262393"/>
                </a:lnTo>
                <a:lnTo>
                  <a:pt x="0" y="237793"/>
                </a:lnTo>
                <a:lnTo>
                  <a:pt x="24598" y="237793"/>
                </a:lnTo>
                <a:moveTo>
                  <a:pt x="24598" y="282892"/>
                </a:moveTo>
                <a:lnTo>
                  <a:pt x="24598" y="307491"/>
                </a:lnTo>
                <a:lnTo>
                  <a:pt x="0" y="307491"/>
                </a:lnTo>
                <a:lnTo>
                  <a:pt x="0" y="282892"/>
                </a:lnTo>
                <a:lnTo>
                  <a:pt x="24598" y="282892"/>
                </a:lnTo>
                <a:moveTo>
                  <a:pt x="24598" y="332091"/>
                </a:moveTo>
                <a:lnTo>
                  <a:pt x="24598" y="356690"/>
                </a:lnTo>
                <a:lnTo>
                  <a:pt x="0" y="356690"/>
                </a:lnTo>
                <a:lnTo>
                  <a:pt x="0" y="332091"/>
                </a:lnTo>
                <a:lnTo>
                  <a:pt x="24598" y="332091"/>
                </a:lnTo>
                <a:moveTo>
                  <a:pt x="24598" y="381289"/>
                </a:moveTo>
                <a:lnTo>
                  <a:pt x="24598" y="405889"/>
                </a:lnTo>
                <a:lnTo>
                  <a:pt x="0" y="405889"/>
                </a:lnTo>
                <a:lnTo>
                  <a:pt x="0" y="381289"/>
                </a:lnTo>
                <a:lnTo>
                  <a:pt x="24598" y="381289"/>
                </a:lnTo>
                <a:moveTo>
                  <a:pt x="24598" y="426388"/>
                </a:moveTo>
                <a:lnTo>
                  <a:pt x="24598" y="450987"/>
                </a:lnTo>
                <a:lnTo>
                  <a:pt x="0" y="450987"/>
                </a:lnTo>
                <a:lnTo>
                  <a:pt x="0" y="426388"/>
                </a:lnTo>
                <a:lnTo>
                  <a:pt x="24598" y="426388"/>
                </a:lnTo>
                <a:moveTo>
                  <a:pt x="24598" y="475587"/>
                </a:moveTo>
                <a:lnTo>
                  <a:pt x="24598" y="500186"/>
                </a:lnTo>
                <a:lnTo>
                  <a:pt x="0" y="500186"/>
                </a:lnTo>
                <a:lnTo>
                  <a:pt x="0" y="475587"/>
                </a:lnTo>
                <a:lnTo>
                  <a:pt x="24598" y="475587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CFDD9BC3-915D-471B-A9BB-D7288C4A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300" y="1710197"/>
            <a:ext cx="24598" cy="500186"/>
          </a:xfrm>
          <a:custGeom xmlns:a="http://schemas.openxmlformats.org/drawingml/2006/main">
            <a:pathLst>
              <a:path w="24598" h="500186">
                <a:moveTo>
                  <a:pt x="24598" y="0"/>
                </a:moveTo>
                <a:lnTo>
                  <a:pt x="24598" y="24599"/>
                </a:lnTo>
                <a:lnTo>
                  <a:pt x="0" y="24599"/>
                </a:lnTo>
                <a:lnTo>
                  <a:pt x="0" y="0"/>
                </a:lnTo>
                <a:lnTo>
                  <a:pt x="24598" y="0"/>
                </a:lnTo>
                <a:moveTo>
                  <a:pt x="24598" y="45099"/>
                </a:moveTo>
                <a:lnTo>
                  <a:pt x="24598" y="69698"/>
                </a:lnTo>
                <a:lnTo>
                  <a:pt x="0" y="69698"/>
                </a:lnTo>
                <a:lnTo>
                  <a:pt x="0" y="45099"/>
                </a:lnTo>
                <a:lnTo>
                  <a:pt x="24598" y="45099"/>
                </a:lnTo>
                <a:moveTo>
                  <a:pt x="24598" y="94297"/>
                </a:moveTo>
                <a:lnTo>
                  <a:pt x="24598" y="118897"/>
                </a:lnTo>
                <a:lnTo>
                  <a:pt x="0" y="118897"/>
                </a:lnTo>
                <a:lnTo>
                  <a:pt x="0" y="94297"/>
                </a:lnTo>
                <a:lnTo>
                  <a:pt x="24598" y="94297"/>
                </a:lnTo>
                <a:moveTo>
                  <a:pt x="24598" y="143496"/>
                </a:moveTo>
                <a:lnTo>
                  <a:pt x="24598" y="168095"/>
                </a:lnTo>
                <a:lnTo>
                  <a:pt x="0" y="168095"/>
                </a:lnTo>
                <a:lnTo>
                  <a:pt x="0" y="143496"/>
                </a:lnTo>
                <a:lnTo>
                  <a:pt x="24598" y="143496"/>
                </a:lnTo>
                <a:moveTo>
                  <a:pt x="24598" y="188595"/>
                </a:moveTo>
                <a:lnTo>
                  <a:pt x="24598" y="213194"/>
                </a:lnTo>
                <a:lnTo>
                  <a:pt x="0" y="213194"/>
                </a:lnTo>
                <a:lnTo>
                  <a:pt x="0" y="188595"/>
                </a:lnTo>
                <a:lnTo>
                  <a:pt x="24598" y="188595"/>
                </a:lnTo>
                <a:moveTo>
                  <a:pt x="24598" y="237793"/>
                </a:moveTo>
                <a:lnTo>
                  <a:pt x="24598" y="262393"/>
                </a:lnTo>
                <a:lnTo>
                  <a:pt x="0" y="262393"/>
                </a:lnTo>
                <a:lnTo>
                  <a:pt x="0" y="237793"/>
                </a:lnTo>
                <a:lnTo>
                  <a:pt x="24598" y="237793"/>
                </a:lnTo>
                <a:moveTo>
                  <a:pt x="24598" y="286992"/>
                </a:moveTo>
                <a:lnTo>
                  <a:pt x="24598" y="307491"/>
                </a:lnTo>
                <a:lnTo>
                  <a:pt x="0" y="307491"/>
                </a:lnTo>
                <a:lnTo>
                  <a:pt x="0" y="286992"/>
                </a:lnTo>
                <a:lnTo>
                  <a:pt x="24598" y="286992"/>
                </a:lnTo>
                <a:moveTo>
                  <a:pt x="24598" y="332091"/>
                </a:moveTo>
                <a:lnTo>
                  <a:pt x="24598" y="356690"/>
                </a:lnTo>
                <a:lnTo>
                  <a:pt x="0" y="356690"/>
                </a:lnTo>
                <a:lnTo>
                  <a:pt x="0" y="332091"/>
                </a:lnTo>
                <a:lnTo>
                  <a:pt x="24598" y="332091"/>
                </a:lnTo>
                <a:moveTo>
                  <a:pt x="24598" y="381289"/>
                </a:moveTo>
                <a:lnTo>
                  <a:pt x="24598" y="405888"/>
                </a:lnTo>
                <a:lnTo>
                  <a:pt x="0" y="405888"/>
                </a:lnTo>
                <a:lnTo>
                  <a:pt x="0" y="381289"/>
                </a:lnTo>
                <a:lnTo>
                  <a:pt x="24598" y="381289"/>
                </a:lnTo>
                <a:moveTo>
                  <a:pt x="24598" y="430488"/>
                </a:moveTo>
                <a:lnTo>
                  <a:pt x="24598" y="450987"/>
                </a:lnTo>
                <a:lnTo>
                  <a:pt x="0" y="450987"/>
                </a:lnTo>
                <a:lnTo>
                  <a:pt x="0" y="430488"/>
                </a:lnTo>
                <a:lnTo>
                  <a:pt x="24598" y="430488"/>
                </a:lnTo>
                <a:moveTo>
                  <a:pt x="24598" y="475587"/>
                </a:moveTo>
                <a:lnTo>
                  <a:pt x="24598" y="500186"/>
                </a:lnTo>
                <a:lnTo>
                  <a:pt x="0" y="500186"/>
                </a:lnTo>
                <a:lnTo>
                  <a:pt x="0" y="475587"/>
                </a:lnTo>
                <a:lnTo>
                  <a:pt x="24598" y="475587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86378843-5CC0-4E5F-A9AE-B919D1A0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300" y="2234982"/>
            <a:ext cx="24598" cy="500186"/>
          </a:xfrm>
          <a:custGeom xmlns:a="http://schemas.openxmlformats.org/drawingml/2006/main">
            <a:pathLst>
              <a:path w="24598" h="500186">
                <a:moveTo>
                  <a:pt x="24598" y="0"/>
                </a:moveTo>
                <a:lnTo>
                  <a:pt x="24598" y="24599"/>
                </a:lnTo>
                <a:lnTo>
                  <a:pt x="0" y="24599"/>
                </a:lnTo>
                <a:lnTo>
                  <a:pt x="0" y="0"/>
                </a:lnTo>
                <a:lnTo>
                  <a:pt x="24598" y="0"/>
                </a:lnTo>
                <a:moveTo>
                  <a:pt x="24598" y="49199"/>
                </a:moveTo>
                <a:lnTo>
                  <a:pt x="24598" y="69698"/>
                </a:lnTo>
                <a:lnTo>
                  <a:pt x="0" y="69698"/>
                </a:lnTo>
                <a:lnTo>
                  <a:pt x="0" y="49199"/>
                </a:lnTo>
                <a:lnTo>
                  <a:pt x="24598" y="49199"/>
                </a:lnTo>
                <a:moveTo>
                  <a:pt x="24598" y="94297"/>
                </a:moveTo>
                <a:lnTo>
                  <a:pt x="24598" y="118897"/>
                </a:lnTo>
                <a:lnTo>
                  <a:pt x="0" y="118897"/>
                </a:lnTo>
                <a:lnTo>
                  <a:pt x="0" y="94297"/>
                </a:lnTo>
                <a:lnTo>
                  <a:pt x="24598" y="94297"/>
                </a:lnTo>
                <a:moveTo>
                  <a:pt x="24598" y="143496"/>
                </a:moveTo>
                <a:lnTo>
                  <a:pt x="24598" y="168095"/>
                </a:lnTo>
                <a:lnTo>
                  <a:pt x="0" y="168095"/>
                </a:lnTo>
                <a:lnTo>
                  <a:pt x="0" y="143496"/>
                </a:lnTo>
                <a:lnTo>
                  <a:pt x="24598" y="143496"/>
                </a:lnTo>
                <a:moveTo>
                  <a:pt x="24598" y="188595"/>
                </a:moveTo>
                <a:lnTo>
                  <a:pt x="24598" y="213194"/>
                </a:lnTo>
                <a:lnTo>
                  <a:pt x="0" y="213194"/>
                </a:lnTo>
                <a:lnTo>
                  <a:pt x="0" y="188595"/>
                </a:lnTo>
                <a:lnTo>
                  <a:pt x="24598" y="188595"/>
                </a:lnTo>
                <a:moveTo>
                  <a:pt x="24598" y="237793"/>
                </a:moveTo>
                <a:lnTo>
                  <a:pt x="24598" y="262392"/>
                </a:lnTo>
                <a:lnTo>
                  <a:pt x="0" y="262392"/>
                </a:lnTo>
                <a:lnTo>
                  <a:pt x="0" y="237793"/>
                </a:lnTo>
                <a:lnTo>
                  <a:pt x="24598" y="237793"/>
                </a:lnTo>
                <a:moveTo>
                  <a:pt x="24598" y="286992"/>
                </a:moveTo>
                <a:lnTo>
                  <a:pt x="24598" y="311591"/>
                </a:lnTo>
                <a:lnTo>
                  <a:pt x="0" y="311591"/>
                </a:lnTo>
                <a:lnTo>
                  <a:pt x="0" y="286992"/>
                </a:lnTo>
                <a:lnTo>
                  <a:pt x="24598" y="286992"/>
                </a:lnTo>
                <a:moveTo>
                  <a:pt x="24598" y="332091"/>
                </a:moveTo>
                <a:lnTo>
                  <a:pt x="24598" y="356690"/>
                </a:lnTo>
                <a:lnTo>
                  <a:pt x="0" y="356690"/>
                </a:lnTo>
                <a:lnTo>
                  <a:pt x="0" y="332091"/>
                </a:lnTo>
                <a:lnTo>
                  <a:pt x="24598" y="332091"/>
                </a:lnTo>
                <a:moveTo>
                  <a:pt x="24598" y="381289"/>
                </a:moveTo>
                <a:lnTo>
                  <a:pt x="24598" y="405888"/>
                </a:lnTo>
                <a:lnTo>
                  <a:pt x="0" y="405888"/>
                </a:lnTo>
                <a:lnTo>
                  <a:pt x="0" y="381289"/>
                </a:lnTo>
                <a:lnTo>
                  <a:pt x="24598" y="381289"/>
                </a:lnTo>
                <a:moveTo>
                  <a:pt x="24598" y="430488"/>
                </a:moveTo>
                <a:lnTo>
                  <a:pt x="24598" y="455087"/>
                </a:lnTo>
                <a:lnTo>
                  <a:pt x="0" y="455087"/>
                </a:lnTo>
                <a:lnTo>
                  <a:pt x="0" y="430488"/>
                </a:lnTo>
                <a:lnTo>
                  <a:pt x="24598" y="430488"/>
                </a:lnTo>
                <a:moveTo>
                  <a:pt x="24598" y="475587"/>
                </a:moveTo>
                <a:lnTo>
                  <a:pt x="24598" y="500186"/>
                </a:lnTo>
                <a:lnTo>
                  <a:pt x="0" y="500186"/>
                </a:lnTo>
                <a:lnTo>
                  <a:pt x="0" y="475587"/>
                </a:lnTo>
                <a:lnTo>
                  <a:pt x="24598" y="475587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CD03D769-8F55-4051-A9E2-B32BFC8F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300" y="2759767"/>
            <a:ext cx="24598" cy="500186"/>
          </a:xfrm>
          <a:custGeom xmlns:a="http://schemas.openxmlformats.org/drawingml/2006/main">
            <a:pathLst>
              <a:path w="24598" h="500186">
                <a:moveTo>
                  <a:pt x="24598" y="0"/>
                </a:moveTo>
                <a:lnTo>
                  <a:pt x="24598" y="24599"/>
                </a:lnTo>
                <a:lnTo>
                  <a:pt x="0" y="24599"/>
                </a:lnTo>
                <a:lnTo>
                  <a:pt x="0" y="0"/>
                </a:lnTo>
                <a:lnTo>
                  <a:pt x="24598" y="0"/>
                </a:lnTo>
                <a:moveTo>
                  <a:pt x="24598" y="49199"/>
                </a:moveTo>
                <a:lnTo>
                  <a:pt x="24598" y="73798"/>
                </a:lnTo>
                <a:lnTo>
                  <a:pt x="0" y="73798"/>
                </a:lnTo>
                <a:lnTo>
                  <a:pt x="0" y="49199"/>
                </a:lnTo>
                <a:lnTo>
                  <a:pt x="24598" y="49199"/>
                </a:lnTo>
                <a:moveTo>
                  <a:pt x="24598" y="94297"/>
                </a:moveTo>
                <a:lnTo>
                  <a:pt x="24598" y="118897"/>
                </a:lnTo>
                <a:lnTo>
                  <a:pt x="0" y="118897"/>
                </a:lnTo>
                <a:lnTo>
                  <a:pt x="0" y="94297"/>
                </a:lnTo>
                <a:lnTo>
                  <a:pt x="24598" y="94297"/>
                </a:lnTo>
                <a:moveTo>
                  <a:pt x="24598" y="143496"/>
                </a:moveTo>
                <a:lnTo>
                  <a:pt x="24598" y="168095"/>
                </a:lnTo>
                <a:lnTo>
                  <a:pt x="0" y="168095"/>
                </a:lnTo>
                <a:lnTo>
                  <a:pt x="0" y="143496"/>
                </a:lnTo>
                <a:lnTo>
                  <a:pt x="24598" y="143496"/>
                </a:lnTo>
                <a:moveTo>
                  <a:pt x="24598" y="192695"/>
                </a:moveTo>
                <a:lnTo>
                  <a:pt x="24598" y="213194"/>
                </a:lnTo>
                <a:lnTo>
                  <a:pt x="0" y="213194"/>
                </a:lnTo>
                <a:lnTo>
                  <a:pt x="0" y="192695"/>
                </a:lnTo>
                <a:lnTo>
                  <a:pt x="24598" y="192695"/>
                </a:lnTo>
                <a:moveTo>
                  <a:pt x="24598" y="237793"/>
                </a:moveTo>
                <a:lnTo>
                  <a:pt x="24598" y="262392"/>
                </a:lnTo>
                <a:lnTo>
                  <a:pt x="0" y="262392"/>
                </a:lnTo>
                <a:lnTo>
                  <a:pt x="0" y="237793"/>
                </a:lnTo>
                <a:lnTo>
                  <a:pt x="24598" y="237793"/>
                </a:lnTo>
                <a:moveTo>
                  <a:pt x="24598" y="286992"/>
                </a:moveTo>
                <a:lnTo>
                  <a:pt x="24598" y="311591"/>
                </a:lnTo>
                <a:lnTo>
                  <a:pt x="0" y="311591"/>
                </a:lnTo>
                <a:lnTo>
                  <a:pt x="0" y="286992"/>
                </a:lnTo>
                <a:lnTo>
                  <a:pt x="24598" y="286992"/>
                </a:lnTo>
                <a:moveTo>
                  <a:pt x="24598" y="336191"/>
                </a:moveTo>
                <a:lnTo>
                  <a:pt x="24598" y="356690"/>
                </a:lnTo>
                <a:lnTo>
                  <a:pt x="0" y="356690"/>
                </a:lnTo>
                <a:lnTo>
                  <a:pt x="0" y="336191"/>
                </a:lnTo>
                <a:lnTo>
                  <a:pt x="24598" y="336191"/>
                </a:lnTo>
                <a:moveTo>
                  <a:pt x="24598" y="381289"/>
                </a:moveTo>
                <a:lnTo>
                  <a:pt x="24598" y="405888"/>
                </a:lnTo>
                <a:lnTo>
                  <a:pt x="0" y="405888"/>
                </a:lnTo>
                <a:lnTo>
                  <a:pt x="0" y="381289"/>
                </a:lnTo>
                <a:lnTo>
                  <a:pt x="24598" y="381289"/>
                </a:lnTo>
                <a:moveTo>
                  <a:pt x="24598" y="430488"/>
                </a:moveTo>
                <a:lnTo>
                  <a:pt x="24598" y="455087"/>
                </a:lnTo>
                <a:lnTo>
                  <a:pt x="0" y="455087"/>
                </a:lnTo>
                <a:lnTo>
                  <a:pt x="0" y="430488"/>
                </a:lnTo>
                <a:lnTo>
                  <a:pt x="24598" y="430488"/>
                </a:lnTo>
                <a:moveTo>
                  <a:pt x="24598" y="479686"/>
                </a:moveTo>
                <a:lnTo>
                  <a:pt x="24598" y="500186"/>
                </a:lnTo>
                <a:lnTo>
                  <a:pt x="0" y="500186"/>
                </a:lnTo>
                <a:lnTo>
                  <a:pt x="0" y="479686"/>
                </a:lnTo>
                <a:lnTo>
                  <a:pt x="24598" y="479686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AD249A59-BE79-4BAE-8A0E-64ECD911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300" y="3284552"/>
            <a:ext cx="24598" cy="504286"/>
          </a:xfrm>
          <a:custGeom xmlns:a="http://schemas.openxmlformats.org/drawingml/2006/main">
            <a:pathLst>
              <a:path w="24598" h="504286">
                <a:moveTo>
                  <a:pt x="24598" y="0"/>
                </a:moveTo>
                <a:lnTo>
                  <a:pt x="24598" y="24599"/>
                </a:lnTo>
                <a:lnTo>
                  <a:pt x="0" y="24599"/>
                </a:lnTo>
                <a:lnTo>
                  <a:pt x="0" y="0"/>
                </a:lnTo>
                <a:lnTo>
                  <a:pt x="24598" y="0"/>
                </a:lnTo>
                <a:moveTo>
                  <a:pt x="24598" y="49199"/>
                </a:moveTo>
                <a:lnTo>
                  <a:pt x="24598" y="73798"/>
                </a:lnTo>
                <a:lnTo>
                  <a:pt x="0" y="73798"/>
                </a:lnTo>
                <a:lnTo>
                  <a:pt x="0" y="49199"/>
                </a:lnTo>
                <a:lnTo>
                  <a:pt x="24598" y="49199"/>
                </a:lnTo>
                <a:moveTo>
                  <a:pt x="24598" y="94297"/>
                </a:moveTo>
                <a:lnTo>
                  <a:pt x="24598" y="118897"/>
                </a:lnTo>
                <a:lnTo>
                  <a:pt x="0" y="118897"/>
                </a:lnTo>
                <a:lnTo>
                  <a:pt x="0" y="94297"/>
                </a:lnTo>
                <a:lnTo>
                  <a:pt x="24598" y="94297"/>
                </a:lnTo>
                <a:moveTo>
                  <a:pt x="24598" y="143496"/>
                </a:moveTo>
                <a:lnTo>
                  <a:pt x="24598" y="168095"/>
                </a:lnTo>
                <a:lnTo>
                  <a:pt x="0" y="168095"/>
                </a:lnTo>
                <a:lnTo>
                  <a:pt x="0" y="143496"/>
                </a:lnTo>
                <a:lnTo>
                  <a:pt x="24598" y="143496"/>
                </a:lnTo>
                <a:moveTo>
                  <a:pt x="24598" y="192695"/>
                </a:moveTo>
                <a:lnTo>
                  <a:pt x="24598" y="217294"/>
                </a:lnTo>
                <a:lnTo>
                  <a:pt x="0" y="217294"/>
                </a:lnTo>
                <a:lnTo>
                  <a:pt x="0" y="192695"/>
                </a:lnTo>
                <a:lnTo>
                  <a:pt x="24598" y="192695"/>
                </a:lnTo>
                <a:moveTo>
                  <a:pt x="24598" y="237793"/>
                </a:moveTo>
                <a:lnTo>
                  <a:pt x="24598" y="262392"/>
                </a:lnTo>
                <a:lnTo>
                  <a:pt x="0" y="262392"/>
                </a:lnTo>
                <a:lnTo>
                  <a:pt x="0" y="237793"/>
                </a:lnTo>
                <a:lnTo>
                  <a:pt x="24598" y="237793"/>
                </a:lnTo>
                <a:moveTo>
                  <a:pt x="24598" y="286992"/>
                </a:moveTo>
                <a:lnTo>
                  <a:pt x="24598" y="311591"/>
                </a:lnTo>
                <a:lnTo>
                  <a:pt x="0" y="311591"/>
                </a:lnTo>
                <a:lnTo>
                  <a:pt x="0" y="286992"/>
                </a:lnTo>
                <a:lnTo>
                  <a:pt x="24598" y="286992"/>
                </a:lnTo>
                <a:moveTo>
                  <a:pt x="24598" y="336191"/>
                </a:moveTo>
                <a:lnTo>
                  <a:pt x="24598" y="360790"/>
                </a:lnTo>
                <a:lnTo>
                  <a:pt x="0" y="360790"/>
                </a:lnTo>
                <a:lnTo>
                  <a:pt x="0" y="336191"/>
                </a:lnTo>
                <a:lnTo>
                  <a:pt x="24598" y="336191"/>
                </a:lnTo>
                <a:moveTo>
                  <a:pt x="24598" y="381289"/>
                </a:moveTo>
                <a:lnTo>
                  <a:pt x="24598" y="405888"/>
                </a:lnTo>
                <a:lnTo>
                  <a:pt x="0" y="405888"/>
                </a:lnTo>
                <a:lnTo>
                  <a:pt x="0" y="381289"/>
                </a:lnTo>
                <a:lnTo>
                  <a:pt x="24598" y="381289"/>
                </a:lnTo>
                <a:moveTo>
                  <a:pt x="24598" y="430488"/>
                </a:moveTo>
                <a:lnTo>
                  <a:pt x="24598" y="455087"/>
                </a:lnTo>
                <a:lnTo>
                  <a:pt x="0" y="455087"/>
                </a:lnTo>
                <a:lnTo>
                  <a:pt x="0" y="430488"/>
                </a:lnTo>
                <a:lnTo>
                  <a:pt x="24598" y="430488"/>
                </a:lnTo>
                <a:moveTo>
                  <a:pt x="24598" y="479686"/>
                </a:moveTo>
                <a:lnTo>
                  <a:pt x="24598" y="504286"/>
                </a:lnTo>
                <a:lnTo>
                  <a:pt x="0" y="504286"/>
                </a:lnTo>
                <a:lnTo>
                  <a:pt x="0" y="479686"/>
                </a:lnTo>
                <a:lnTo>
                  <a:pt x="24598" y="479686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F44BCFB2-EC62-4C5B-A2A8-4C3D68F9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300" y="3809337"/>
            <a:ext cx="24598" cy="836376"/>
          </a:xfrm>
          <a:custGeom xmlns:a="http://schemas.openxmlformats.org/drawingml/2006/main">
            <a:pathLst>
              <a:path w="24598" h="836376">
                <a:moveTo>
                  <a:pt x="24598" y="0"/>
                </a:moveTo>
                <a:lnTo>
                  <a:pt x="24598" y="24599"/>
                </a:lnTo>
                <a:lnTo>
                  <a:pt x="0" y="24599"/>
                </a:lnTo>
                <a:lnTo>
                  <a:pt x="0" y="0"/>
                </a:lnTo>
                <a:lnTo>
                  <a:pt x="24598" y="0"/>
                </a:lnTo>
                <a:moveTo>
                  <a:pt x="24598" y="49199"/>
                </a:moveTo>
                <a:lnTo>
                  <a:pt x="24598" y="73798"/>
                </a:lnTo>
                <a:lnTo>
                  <a:pt x="0" y="73798"/>
                </a:lnTo>
                <a:lnTo>
                  <a:pt x="0" y="49199"/>
                </a:lnTo>
                <a:lnTo>
                  <a:pt x="24598" y="49199"/>
                </a:lnTo>
                <a:moveTo>
                  <a:pt x="24598" y="98397"/>
                </a:moveTo>
                <a:lnTo>
                  <a:pt x="24598" y="118897"/>
                </a:lnTo>
                <a:lnTo>
                  <a:pt x="0" y="118897"/>
                </a:lnTo>
                <a:lnTo>
                  <a:pt x="0" y="98397"/>
                </a:lnTo>
                <a:lnTo>
                  <a:pt x="24598" y="98397"/>
                </a:lnTo>
                <a:moveTo>
                  <a:pt x="24598" y="143496"/>
                </a:moveTo>
                <a:lnTo>
                  <a:pt x="24598" y="168095"/>
                </a:lnTo>
                <a:lnTo>
                  <a:pt x="0" y="168095"/>
                </a:lnTo>
                <a:lnTo>
                  <a:pt x="0" y="143496"/>
                </a:lnTo>
                <a:lnTo>
                  <a:pt x="24598" y="143496"/>
                </a:lnTo>
                <a:moveTo>
                  <a:pt x="24598" y="192695"/>
                </a:moveTo>
                <a:lnTo>
                  <a:pt x="24598" y="217294"/>
                </a:lnTo>
                <a:lnTo>
                  <a:pt x="0" y="217294"/>
                </a:lnTo>
                <a:lnTo>
                  <a:pt x="0" y="192695"/>
                </a:lnTo>
                <a:lnTo>
                  <a:pt x="24598" y="192695"/>
                </a:lnTo>
                <a:moveTo>
                  <a:pt x="24598" y="241893"/>
                </a:moveTo>
                <a:lnTo>
                  <a:pt x="24598" y="262392"/>
                </a:lnTo>
                <a:lnTo>
                  <a:pt x="0" y="262392"/>
                </a:lnTo>
                <a:lnTo>
                  <a:pt x="0" y="241893"/>
                </a:lnTo>
                <a:lnTo>
                  <a:pt x="24598" y="241893"/>
                </a:lnTo>
                <a:moveTo>
                  <a:pt x="24598" y="286992"/>
                </a:moveTo>
                <a:lnTo>
                  <a:pt x="24598" y="311591"/>
                </a:lnTo>
                <a:lnTo>
                  <a:pt x="0" y="311591"/>
                </a:lnTo>
                <a:lnTo>
                  <a:pt x="0" y="286992"/>
                </a:lnTo>
                <a:lnTo>
                  <a:pt x="24598" y="286992"/>
                </a:lnTo>
                <a:moveTo>
                  <a:pt x="24598" y="336191"/>
                </a:moveTo>
                <a:lnTo>
                  <a:pt x="24598" y="360790"/>
                </a:lnTo>
                <a:lnTo>
                  <a:pt x="0" y="360790"/>
                </a:lnTo>
                <a:lnTo>
                  <a:pt x="0" y="336191"/>
                </a:lnTo>
                <a:lnTo>
                  <a:pt x="24598" y="336191"/>
                </a:lnTo>
                <a:moveTo>
                  <a:pt x="24598" y="385389"/>
                </a:moveTo>
                <a:lnTo>
                  <a:pt x="24598" y="405888"/>
                </a:lnTo>
                <a:lnTo>
                  <a:pt x="0" y="405888"/>
                </a:lnTo>
                <a:lnTo>
                  <a:pt x="0" y="385389"/>
                </a:lnTo>
                <a:lnTo>
                  <a:pt x="24598" y="385389"/>
                </a:lnTo>
                <a:moveTo>
                  <a:pt x="24598" y="430488"/>
                </a:moveTo>
                <a:lnTo>
                  <a:pt x="24598" y="455087"/>
                </a:lnTo>
                <a:lnTo>
                  <a:pt x="0" y="455087"/>
                </a:lnTo>
                <a:lnTo>
                  <a:pt x="0" y="430488"/>
                </a:lnTo>
                <a:lnTo>
                  <a:pt x="24598" y="430488"/>
                </a:lnTo>
                <a:moveTo>
                  <a:pt x="24598" y="479686"/>
                </a:moveTo>
                <a:lnTo>
                  <a:pt x="24598" y="504286"/>
                </a:lnTo>
                <a:lnTo>
                  <a:pt x="0" y="504286"/>
                </a:lnTo>
                <a:lnTo>
                  <a:pt x="0" y="479686"/>
                </a:lnTo>
                <a:lnTo>
                  <a:pt x="24598" y="479686"/>
                </a:lnTo>
                <a:moveTo>
                  <a:pt x="24598" y="524785"/>
                </a:moveTo>
                <a:lnTo>
                  <a:pt x="24598" y="549384"/>
                </a:lnTo>
                <a:lnTo>
                  <a:pt x="0" y="549384"/>
                </a:lnTo>
                <a:lnTo>
                  <a:pt x="0" y="524785"/>
                </a:lnTo>
                <a:lnTo>
                  <a:pt x="24598" y="524785"/>
                </a:lnTo>
                <a:moveTo>
                  <a:pt x="24598" y="573984"/>
                </a:moveTo>
                <a:lnTo>
                  <a:pt x="24598" y="598583"/>
                </a:lnTo>
                <a:lnTo>
                  <a:pt x="0" y="598583"/>
                </a:lnTo>
                <a:lnTo>
                  <a:pt x="0" y="573984"/>
                </a:lnTo>
                <a:lnTo>
                  <a:pt x="24598" y="573984"/>
                </a:lnTo>
                <a:moveTo>
                  <a:pt x="24598" y="623182"/>
                </a:moveTo>
                <a:lnTo>
                  <a:pt x="24598" y="647782"/>
                </a:lnTo>
                <a:lnTo>
                  <a:pt x="0" y="647782"/>
                </a:lnTo>
                <a:lnTo>
                  <a:pt x="0" y="623182"/>
                </a:lnTo>
                <a:lnTo>
                  <a:pt x="24598" y="623182"/>
                </a:lnTo>
                <a:moveTo>
                  <a:pt x="24598" y="668281"/>
                </a:moveTo>
                <a:lnTo>
                  <a:pt x="24598" y="692881"/>
                </a:lnTo>
                <a:lnTo>
                  <a:pt x="0" y="692881"/>
                </a:lnTo>
                <a:lnTo>
                  <a:pt x="0" y="668281"/>
                </a:lnTo>
                <a:lnTo>
                  <a:pt x="24598" y="668281"/>
                </a:lnTo>
                <a:moveTo>
                  <a:pt x="24598" y="717479"/>
                </a:moveTo>
                <a:lnTo>
                  <a:pt x="24598" y="742079"/>
                </a:lnTo>
                <a:lnTo>
                  <a:pt x="0" y="742079"/>
                </a:lnTo>
                <a:lnTo>
                  <a:pt x="0" y="717479"/>
                </a:lnTo>
                <a:lnTo>
                  <a:pt x="24598" y="717479"/>
                </a:lnTo>
                <a:moveTo>
                  <a:pt x="24598" y="766678"/>
                </a:moveTo>
                <a:lnTo>
                  <a:pt x="24598" y="791278"/>
                </a:lnTo>
                <a:lnTo>
                  <a:pt x="0" y="791278"/>
                </a:lnTo>
                <a:lnTo>
                  <a:pt x="0" y="766678"/>
                </a:lnTo>
                <a:lnTo>
                  <a:pt x="24598" y="766678"/>
                </a:lnTo>
                <a:moveTo>
                  <a:pt x="24598" y="811777"/>
                </a:moveTo>
                <a:lnTo>
                  <a:pt x="24598" y="836376"/>
                </a:lnTo>
                <a:lnTo>
                  <a:pt x="0" y="836376"/>
                </a:lnTo>
                <a:lnTo>
                  <a:pt x="0" y="811777"/>
                </a:lnTo>
                <a:lnTo>
                  <a:pt x="24598" y="811777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5D1B684B-A871-46AA-A5A5-7973A44F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300" y="4670312"/>
            <a:ext cx="24598" cy="500186"/>
          </a:xfrm>
          <a:custGeom xmlns:a="http://schemas.openxmlformats.org/drawingml/2006/main">
            <a:pathLst>
              <a:path w="24598" h="500186">
                <a:moveTo>
                  <a:pt x="24598" y="0"/>
                </a:moveTo>
                <a:lnTo>
                  <a:pt x="24598" y="24599"/>
                </a:lnTo>
                <a:lnTo>
                  <a:pt x="0" y="24599"/>
                </a:lnTo>
                <a:lnTo>
                  <a:pt x="0" y="0"/>
                </a:lnTo>
                <a:lnTo>
                  <a:pt x="24598" y="0"/>
                </a:lnTo>
                <a:moveTo>
                  <a:pt x="24598" y="49199"/>
                </a:moveTo>
                <a:lnTo>
                  <a:pt x="24598" y="73798"/>
                </a:lnTo>
                <a:lnTo>
                  <a:pt x="0" y="73798"/>
                </a:lnTo>
                <a:lnTo>
                  <a:pt x="0" y="49199"/>
                </a:lnTo>
                <a:lnTo>
                  <a:pt x="24598" y="49199"/>
                </a:lnTo>
                <a:moveTo>
                  <a:pt x="24598" y="94297"/>
                </a:moveTo>
                <a:lnTo>
                  <a:pt x="24598" y="118897"/>
                </a:lnTo>
                <a:lnTo>
                  <a:pt x="0" y="118897"/>
                </a:lnTo>
                <a:lnTo>
                  <a:pt x="0" y="94297"/>
                </a:lnTo>
                <a:lnTo>
                  <a:pt x="24598" y="94297"/>
                </a:lnTo>
                <a:moveTo>
                  <a:pt x="24598" y="143496"/>
                </a:moveTo>
                <a:lnTo>
                  <a:pt x="24598" y="168095"/>
                </a:lnTo>
                <a:lnTo>
                  <a:pt x="0" y="168095"/>
                </a:lnTo>
                <a:lnTo>
                  <a:pt x="0" y="143496"/>
                </a:lnTo>
                <a:lnTo>
                  <a:pt x="24598" y="143496"/>
                </a:lnTo>
                <a:moveTo>
                  <a:pt x="24598" y="192695"/>
                </a:moveTo>
                <a:lnTo>
                  <a:pt x="24598" y="213194"/>
                </a:lnTo>
                <a:lnTo>
                  <a:pt x="0" y="213194"/>
                </a:lnTo>
                <a:lnTo>
                  <a:pt x="0" y="192695"/>
                </a:lnTo>
                <a:lnTo>
                  <a:pt x="24598" y="192695"/>
                </a:lnTo>
                <a:moveTo>
                  <a:pt x="24598" y="237793"/>
                </a:moveTo>
                <a:lnTo>
                  <a:pt x="24598" y="262392"/>
                </a:lnTo>
                <a:lnTo>
                  <a:pt x="0" y="262392"/>
                </a:lnTo>
                <a:lnTo>
                  <a:pt x="0" y="237793"/>
                </a:lnTo>
                <a:lnTo>
                  <a:pt x="24598" y="237793"/>
                </a:lnTo>
                <a:moveTo>
                  <a:pt x="24598" y="286992"/>
                </a:moveTo>
                <a:lnTo>
                  <a:pt x="24598" y="311591"/>
                </a:lnTo>
                <a:lnTo>
                  <a:pt x="0" y="311591"/>
                </a:lnTo>
                <a:lnTo>
                  <a:pt x="0" y="286992"/>
                </a:lnTo>
                <a:lnTo>
                  <a:pt x="24598" y="286992"/>
                </a:lnTo>
                <a:moveTo>
                  <a:pt x="24598" y="336191"/>
                </a:moveTo>
                <a:lnTo>
                  <a:pt x="24598" y="356690"/>
                </a:lnTo>
                <a:lnTo>
                  <a:pt x="0" y="356690"/>
                </a:lnTo>
                <a:lnTo>
                  <a:pt x="0" y="336191"/>
                </a:lnTo>
                <a:lnTo>
                  <a:pt x="24598" y="336191"/>
                </a:lnTo>
                <a:moveTo>
                  <a:pt x="24598" y="381289"/>
                </a:moveTo>
                <a:lnTo>
                  <a:pt x="24598" y="405888"/>
                </a:lnTo>
                <a:lnTo>
                  <a:pt x="0" y="405888"/>
                </a:lnTo>
                <a:lnTo>
                  <a:pt x="0" y="381289"/>
                </a:lnTo>
                <a:lnTo>
                  <a:pt x="24598" y="381289"/>
                </a:lnTo>
                <a:moveTo>
                  <a:pt x="24598" y="430488"/>
                </a:moveTo>
                <a:lnTo>
                  <a:pt x="24598" y="455087"/>
                </a:lnTo>
                <a:lnTo>
                  <a:pt x="0" y="455087"/>
                </a:lnTo>
                <a:lnTo>
                  <a:pt x="0" y="430488"/>
                </a:lnTo>
                <a:lnTo>
                  <a:pt x="24598" y="430488"/>
                </a:lnTo>
                <a:moveTo>
                  <a:pt x="24598" y="479686"/>
                </a:moveTo>
                <a:lnTo>
                  <a:pt x="24598" y="500186"/>
                </a:lnTo>
                <a:lnTo>
                  <a:pt x="0" y="500186"/>
                </a:lnTo>
                <a:lnTo>
                  <a:pt x="0" y="479686"/>
                </a:lnTo>
                <a:lnTo>
                  <a:pt x="24598" y="479686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3C76A439-92CF-44F7-84E7-26C248CF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300" y="5195098"/>
            <a:ext cx="24598" cy="504286"/>
          </a:xfrm>
          <a:custGeom xmlns:a="http://schemas.openxmlformats.org/drawingml/2006/main">
            <a:pathLst>
              <a:path w="24598" h="504286">
                <a:moveTo>
                  <a:pt x="24598" y="0"/>
                </a:moveTo>
                <a:lnTo>
                  <a:pt x="24598" y="24599"/>
                </a:lnTo>
                <a:lnTo>
                  <a:pt x="0" y="24599"/>
                </a:lnTo>
                <a:lnTo>
                  <a:pt x="0" y="0"/>
                </a:lnTo>
                <a:lnTo>
                  <a:pt x="24598" y="0"/>
                </a:lnTo>
                <a:moveTo>
                  <a:pt x="24598" y="49199"/>
                </a:moveTo>
                <a:lnTo>
                  <a:pt x="24598" y="73798"/>
                </a:lnTo>
                <a:lnTo>
                  <a:pt x="0" y="73798"/>
                </a:lnTo>
                <a:lnTo>
                  <a:pt x="0" y="49199"/>
                </a:lnTo>
                <a:lnTo>
                  <a:pt x="24598" y="49199"/>
                </a:lnTo>
                <a:moveTo>
                  <a:pt x="24598" y="94297"/>
                </a:moveTo>
                <a:lnTo>
                  <a:pt x="24598" y="118897"/>
                </a:lnTo>
                <a:lnTo>
                  <a:pt x="0" y="118897"/>
                </a:lnTo>
                <a:lnTo>
                  <a:pt x="0" y="94297"/>
                </a:lnTo>
                <a:lnTo>
                  <a:pt x="24598" y="94297"/>
                </a:lnTo>
                <a:moveTo>
                  <a:pt x="24598" y="143496"/>
                </a:moveTo>
                <a:lnTo>
                  <a:pt x="24598" y="168095"/>
                </a:lnTo>
                <a:lnTo>
                  <a:pt x="0" y="168095"/>
                </a:lnTo>
                <a:lnTo>
                  <a:pt x="0" y="143496"/>
                </a:lnTo>
                <a:lnTo>
                  <a:pt x="24598" y="143496"/>
                </a:lnTo>
                <a:moveTo>
                  <a:pt x="24598" y="192695"/>
                </a:moveTo>
                <a:lnTo>
                  <a:pt x="24598" y="217294"/>
                </a:lnTo>
                <a:lnTo>
                  <a:pt x="0" y="217294"/>
                </a:lnTo>
                <a:lnTo>
                  <a:pt x="0" y="192695"/>
                </a:lnTo>
                <a:lnTo>
                  <a:pt x="24598" y="192695"/>
                </a:lnTo>
                <a:moveTo>
                  <a:pt x="24598" y="237793"/>
                </a:moveTo>
                <a:lnTo>
                  <a:pt x="24598" y="262392"/>
                </a:lnTo>
                <a:lnTo>
                  <a:pt x="0" y="262392"/>
                </a:lnTo>
                <a:lnTo>
                  <a:pt x="0" y="237793"/>
                </a:lnTo>
                <a:lnTo>
                  <a:pt x="24598" y="237793"/>
                </a:lnTo>
                <a:moveTo>
                  <a:pt x="24598" y="286992"/>
                </a:moveTo>
                <a:lnTo>
                  <a:pt x="24598" y="311591"/>
                </a:lnTo>
                <a:lnTo>
                  <a:pt x="0" y="311591"/>
                </a:lnTo>
                <a:lnTo>
                  <a:pt x="0" y="286992"/>
                </a:lnTo>
                <a:lnTo>
                  <a:pt x="24598" y="286992"/>
                </a:lnTo>
                <a:moveTo>
                  <a:pt x="24598" y="336191"/>
                </a:moveTo>
                <a:lnTo>
                  <a:pt x="24598" y="360790"/>
                </a:lnTo>
                <a:lnTo>
                  <a:pt x="0" y="360790"/>
                </a:lnTo>
                <a:lnTo>
                  <a:pt x="0" y="336191"/>
                </a:lnTo>
                <a:lnTo>
                  <a:pt x="24598" y="336191"/>
                </a:lnTo>
                <a:moveTo>
                  <a:pt x="24598" y="381289"/>
                </a:moveTo>
                <a:lnTo>
                  <a:pt x="24598" y="405888"/>
                </a:lnTo>
                <a:lnTo>
                  <a:pt x="0" y="405888"/>
                </a:lnTo>
                <a:lnTo>
                  <a:pt x="0" y="381289"/>
                </a:lnTo>
                <a:lnTo>
                  <a:pt x="24598" y="381289"/>
                </a:lnTo>
                <a:moveTo>
                  <a:pt x="24598" y="430488"/>
                </a:moveTo>
                <a:lnTo>
                  <a:pt x="24598" y="455087"/>
                </a:lnTo>
                <a:lnTo>
                  <a:pt x="0" y="455087"/>
                </a:lnTo>
                <a:lnTo>
                  <a:pt x="0" y="430488"/>
                </a:lnTo>
                <a:lnTo>
                  <a:pt x="24598" y="430488"/>
                </a:lnTo>
                <a:moveTo>
                  <a:pt x="24598" y="479686"/>
                </a:moveTo>
                <a:lnTo>
                  <a:pt x="24598" y="504286"/>
                </a:lnTo>
                <a:lnTo>
                  <a:pt x="0" y="504286"/>
                </a:lnTo>
                <a:lnTo>
                  <a:pt x="0" y="479686"/>
                </a:lnTo>
                <a:lnTo>
                  <a:pt x="24598" y="479686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68DC32A2-6EA7-4F79-ADC3-592FB3D9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300" y="5719883"/>
            <a:ext cx="24598" cy="504286"/>
          </a:xfrm>
          <a:custGeom xmlns:a="http://schemas.openxmlformats.org/drawingml/2006/main">
            <a:pathLst>
              <a:path w="24598" h="504286">
                <a:moveTo>
                  <a:pt x="24598" y="0"/>
                </a:moveTo>
                <a:lnTo>
                  <a:pt x="24598" y="24599"/>
                </a:lnTo>
                <a:lnTo>
                  <a:pt x="0" y="24599"/>
                </a:lnTo>
                <a:lnTo>
                  <a:pt x="0" y="0"/>
                </a:lnTo>
                <a:lnTo>
                  <a:pt x="24598" y="0"/>
                </a:lnTo>
                <a:moveTo>
                  <a:pt x="24598" y="49199"/>
                </a:moveTo>
                <a:lnTo>
                  <a:pt x="24598" y="73798"/>
                </a:lnTo>
                <a:lnTo>
                  <a:pt x="0" y="73798"/>
                </a:lnTo>
                <a:lnTo>
                  <a:pt x="0" y="49199"/>
                </a:lnTo>
                <a:lnTo>
                  <a:pt x="24598" y="49199"/>
                </a:lnTo>
                <a:moveTo>
                  <a:pt x="24598" y="98397"/>
                </a:moveTo>
                <a:lnTo>
                  <a:pt x="24598" y="118897"/>
                </a:lnTo>
                <a:lnTo>
                  <a:pt x="0" y="118897"/>
                </a:lnTo>
                <a:lnTo>
                  <a:pt x="0" y="98397"/>
                </a:lnTo>
                <a:lnTo>
                  <a:pt x="24598" y="98397"/>
                </a:lnTo>
                <a:moveTo>
                  <a:pt x="24598" y="143496"/>
                </a:moveTo>
                <a:lnTo>
                  <a:pt x="24598" y="168095"/>
                </a:lnTo>
                <a:lnTo>
                  <a:pt x="0" y="168095"/>
                </a:lnTo>
                <a:lnTo>
                  <a:pt x="0" y="143496"/>
                </a:lnTo>
                <a:lnTo>
                  <a:pt x="24598" y="143496"/>
                </a:lnTo>
                <a:moveTo>
                  <a:pt x="24598" y="192695"/>
                </a:moveTo>
                <a:lnTo>
                  <a:pt x="24598" y="217294"/>
                </a:lnTo>
                <a:lnTo>
                  <a:pt x="0" y="217294"/>
                </a:lnTo>
                <a:lnTo>
                  <a:pt x="0" y="192695"/>
                </a:lnTo>
                <a:lnTo>
                  <a:pt x="24598" y="192695"/>
                </a:lnTo>
                <a:moveTo>
                  <a:pt x="24598" y="241893"/>
                </a:moveTo>
                <a:lnTo>
                  <a:pt x="24598" y="262392"/>
                </a:lnTo>
                <a:lnTo>
                  <a:pt x="0" y="262392"/>
                </a:lnTo>
                <a:lnTo>
                  <a:pt x="0" y="241893"/>
                </a:lnTo>
                <a:lnTo>
                  <a:pt x="24598" y="241893"/>
                </a:lnTo>
                <a:moveTo>
                  <a:pt x="24598" y="286992"/>
                </a:moveTo>
                <a:lnTo>
                  <a:pt x="24598" y="311591"/>
                </a:lnTo>
                <a:lnTo>
                  <a:pt x="0" y="311591"/>
                </a:lnTo>
                <a:lnTo>
                  <a:pt x="0" y="286992"/>
                </a:lnTo>
                <a:lnTo>
                  <a:pt x="24598" y="286992"/>
                </a:lnTo>
                <a:moveTo>
                  <a:pt x="24598" y="336191"/>
                </a:moveTo>
                <a:lnTo>
                  <a:pt x="24598" y="360790"/>
                </a:lnTo>
                <a:lnTo>
                  <a:pt x="0" y="360790"/>
                </a:lnTo>
                <a:lnTo>
                  <a:pt x="0" y="336191"/>
                </a:lnTo>
                <a:lnTo>
                  <a:pt x="24598" y="336191"/>
                </a:lnTo>
                <a:moveTo>
                  <a:pt x="24598" y="385389"/>
                </a:moveTo>
                <a:lnTo>
                  <a:pt x="24598" y="405888"/>
                </a:lnTo>
                <a:lnTo>
                  <a:pt x="0" y="405888"/>
                </a:lnTo>
                <a:lnTo>
                  <a:pt x="0" y="385389"/>
                </a:lnTo>
                <a:lnTo>
                  <a:pt x="24598" y="385389"/>
                </a:lnTo>
                <a:moveTo>
                  <a:pt x="24598" y="430488"/>
                </a:moveTo>
                <a:lnTo>
                  <a:pt x="24598" y="455087"/>
                </a:lnTo>
                <a:lnTo>
                  <a:pt x="0" y="455087"/>
                </a:lnTo>
                <a:lnTo>
                  <a:pt x="0" y="430488"/>
                </a:lnTo>
                <a:lnTo>
                  <a:pt x="24598" y="430488"/>
                </a:lnTo>
                <a:moveTo>
                  <a:pt x="24598" y="479686"/>
                </a:moveTo>
                <a:lnTo>
                  <a:pt x="24598" y="504286"/>
                </a:lnTo>
                <a:lnTo>
                  <a:pt x="0" y="504286"/>
                </a:lnTo>
                <a:lnTo>
                  <a:pt x="0" y="479686"/>
                </a:lnTo>
                <a:lnTo>
                  <a:pt x="24598" y="479686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6F0B31EC-7C30-4999-A0D2-1133FB42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300" y="6244668"/>
            <a:ext cx="24598" cy="504286"/>
          </a:xfrm>
          <a:custGeom xmlns:a="http://schemas.openxmlformats.org/drawingml/2006/main">
            <a:pathLst>
              <a:path w="24598" h="504286">
                <a:moveTo>
                  <a:pt x="24598" y="0"/>
                </a:moveTo>
                <a:lnTo>
                  <a:pt x="24598" y="24599"/>
                </a:lnTo>
                <a:lnTo>
                  <a:pt x="0" y="24599"/>
                </a:lnTo>
                <a:lnTo>
                  <a:pt x="0" y="0"/>
                </a:lnTo>
                <a:lnTo>
                  <a:pt x="24598" y="0"/>
                </a:lnTo>
                <a:moveTo>
                  <a:pt x="24598" y="49199"/>
                </a:moveTo>
                <a:lnTo>
                  <a:pt x="24598" y="73798"/>
                </a:lnTo>
                <a:lnTo>
                  <a:pt x="0" y="73798"/>
                </a:lnTo>
                <a:lnTo>
                  <a:pt x="0" y="49199"/>
                </a:lnTo>
                <a:lnTo>
                  <a:pt x="24598" y="49199"/>
                </a:lnTo>
                <a:moveTo>
                  <a:pt x="24598" y="98397"/>
                </a:moveTo>
                <a:lnTo>
                  <a:pt x="24598" y="122997"/>
                </a:lnTo>
                <a:lnTo>
                  <a:pt x="0" y="122997"/>
                </a:lnTo>
                <a:lnTo>
                  <a:pt x="0" y="98397"/>
                </a:lnTo>
                <a:lnTo>
                  <a:pt x="24598" y="98397"/>
                </a:lnTo>
                <a:moveTo>
                  <a:pt x="24598" y="143496"/>
                </a:moveTo>
                <a:lnTo>
                  <a:pt x="24598" y="168095"/>
                </a:lnTo>
                <a:lnTo>
                  <a:pt x="0" y="168095"/>
                </a:lnTo>
                <a:lnTo>
                  <a:pt x="0" y="143496"/>
                </a:lnTo>
                <a:lnTo>
                  <a:pt x="24598" y="143496"/>
                </a:lnTo>
                <a:moveTo>
                  <a:pt x="24598" y="192695"/>
                </a:moveTo>
                <a:lnTo>
                  <a:pt x="24598" y="217294"/>
                </a:lnTo>
                <a:lnTo>
                  <a:pt x="0" y="217294"/>
                </a:lnTo>
                <a:lnTo>
                  <a:pt x="0" y="192695"/>
                </a:lnTo>
                <a:lnTo>
                  <a:pt x="24598" y="192695"/>
                </a:lnTo>
                <a:moveTo>
                  <a:pt x="24598" y="241893"/>
                </a:moveTo>
                <a:lnTo>
                  <a:pt x="24598" y="266493"/>
                </a:lnTo>
                <a:lnTo>
                  <a:pt x="0" y="266493"/>
                </a:lnTo>
                <a:lnTo>
                  <a:pt x="0" y="241893"/>
                </a:lnTo>
                <a:lnTo>
                  <a:pt x="24598" y="241893"/>
                </a:lnTo>
                <a:moveTo>
                  <a:pt x="24598" y="286992"/>
                </a:moveTo>
                <a:lnTo>
                  <a:pt x="24598" y="311591"/>
                </a:lnTo>
                <a:lnTo>
                  <a:pt x="0" y="311591"/>
                </a:lnTo>
                <a:lnTo>
                  <a:pt x="0" y="286992"/>
                </a:lnTo>
                <a:lnTo>
                  <a:pt x="24598" y="286992"/>
                </a:lnTo>
                <a:moveTo>
                  <a:pt x="24598" y="336191"/>
                </a:moveTo>
                <a:lnTo>
                  <a:pt x="24598" y="360790"/>
                </a:lnTo>
                <a:lnTo>
                  <a:pt x="0" y="360790"/>
                </a:lnTo>
                <a:lnTo>
                  <a:pt x="0" y="336191"/>
                </a:lnTo>
                <a:lnTo>
                  <a:pt x="24598" y="336191"/>
                </a:lnTo>
                <a:moveTo>
                  <a:pt x="24598" y="385389"/>
                </a:moveTo>
                <a:lnTo>
                  <a:pt x="24598" y="409989"/>
                </a:lnTo>
                <a:lnTo>
                  <a:pt x="0" y="409989"/>
                </a:lnTo>
                <a:lnTo>
                  <a:pt x="0" y="385389"/>
                </a:lnTo>
                <a:lnTo>
                  <a:pt x="24598" y="385389"/>
                </a:lnTo>
                <a:moveTo>
                  <a:pt x="24598" y="430488"/>
                </a:moveTo>
                <a:lnTo>
                  <a:pt x="24598" y="455087"/>
                </a:lnTo>
                <a:lnTo>
                  <a:pt x="0" y="455087"/>
                </a:lnTo>
                <a:lnTo>
                  <a:pt x="0" y="430488"/>
                </a:lnTo>
                <a:lnTo>
                  <a:pt x="24598" y="430488"/>
                </a:lnTo>
                <a:moveTo>
                  <a:pt x="24598" y="479686"/>
                </a:moveTo>
                <a:lnTo>
                  <a:pt x="24598" y="504286"/>
                </a:lnTo>
                <a:lnTo>
                  <a:pt x="0" y="504286"/>
                </a:lnTo>
                <a:lnTo>
                  <a:pt x="0" y="479686"/>
                </a:lnTo>
                <a:lnTo>
                  <a:pt x="24598" y="479686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609678E6-193D-40BE-B2C5-8D2E22CF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300" y="6773553"/>
            <a:ext cx="24598" cy="500185"/>
          </a:xfrm>
          <a:custGeom xmlns:a="http://schemas.openxmlformats.org/drawingml/2006/main">
            <a:pathLst>
              <a:path w="24598" h="500185">
                <a:moveTo>
                  <a:pt x="24598" y="0"/>
                </a:moveTo>
                <a:lnTo>
                  <a:pt x="24598" y="20499"/>
                </a:lnTo>
                <a:lnTo>
                  <a:pt x="0" y="20499"/>
                </a:lnTo>
                <a:lnTo>
                  <a:pt x="0" y="0"/>
                </a:lnTo>
                <a:lnTo>
                  <a:pt x="24598" y="0"/>
                </a:lnTo>
                <a:moveTo>
                  <a:pt x="24598" y="45098"/>
                </a:moveTo>
                <a:lnTo>
                  <a:pt x="24598" y="69698"/>
                </a:lnTo>
                <a:lnTo>
                  <a:pt x="0" y="69698"/>
                </a:lnTo>
                <a:lnTo>
                  <a:pt x="0" y="45098"/>
                </a:lnTo>
                <a:lnTo>
                  <a:pt x="24598" y="45098"/>
                </a:lnTo>
                <a:moveTo>
                  <a:pt x="24598" y="94297"/>
                </a:moveTo>
                <a:lnTo>
                  <a:pt x="24598" y="118897"/>
                </a:lnTo>
                <a:lnTo>
                  <a:pt x="0" y="118897"/>
                </a:lnTo>
                <a:lnTo>
                  <a:pt x="0" y="94297"/>
                </a:lnTo>
                <a:lnTo>
                  <a:pt x="24598" y="94297"/>
                </a:lnTo>
                <a:moveTo>
                  <a:pt x="24598" y="143496"/>
                </a:moveTo>
                <a:lnTo>
                  <a:pt x="24598" y="163995"/>
                </a:lnTo>
                <a:lnTo>
                  <a:pt x="0" y="163995"/>
                </a:lnTo>
                <a:lnTo>
                  <a:pt x="0" y="143496"/>
                </a:lnTo>
                <a:lnTo>
                  <a:pt x="24598" y="143496"/>
                </a:lnTo>
                <a:moveTo>
                  <a:pt x="24598" y="188594"/>
                </a:moveTo>
                <a:lnTo>
                  <a:pt x="24598" y="213194"/>
                </a:lnTo>
                <a:lnTo>
                  <a:pt x="0" y="213194"/>
                </a:lnTo>
                <a:lnTo>
                  <a:pt x="0" y="188594"/>
                </a:lnTo>
                <a:lnTo>
                  <a:pt x="24598" y="188594"/>
                </a:lnTo>
                <a:moveTo>
                  <a:pt x="24598" y="237793"/>
                </a:moveTo>
                <a:lnTo>
                  <a:pt x="24598" y="262392"/>
                </a:lnTo>
                <a:lnTo>
                  <a:pt x="0" y="262392"/>
                </a:lnTo>
                <a:lnTo>
                  <a:pt x="0" y="237793"/>
                </a:lnTo>
                <a:lnTo>
                  <a:pt x="24598" y="237793"/>
                </a:lnTo>
                <a:moveTo>
                  <a:pt x="24598" y="286992"/>
                </a:moveTo>
                <a:lnTo>
                  <a:pt x="24598" y="307492"/>
                </a:lnTo>
                <a:lnTo>
                  <a:pt x="0" y="307492"/>
                </a:lnTo>
                <a:lnTo>
                  <a:pt x="0" y="286992"/>
                </a:lnTo>
                <a:lnTo>
                  <a:pt x="24598" y="286992"/>
                </a:lnTo>
                <a:moveTo>
                  <a:pt x="24598" y="332090"/>
                </a:moveTo>
                <a:lnTo>
                  <a:pt x="24598" y="356690"/>
                </a:lnTo>
                <a:lnTo>
                  <a:pt x="0" y="356690"/>
                </a:lnTo>
                <a:lnTo>
                  <a:pt x="0" y="332090"/>
                </a:lnTo>
                <a:lnTo>
                  <a:pt x="24598" y="332090"/>
                </a:lnTo>
                <a:moveTo>
                  <a:pt x="24598" y="381289"/>
                </a:moveTo>
                <a:lnTo>
                  <a:pt x="24598" y="405888"/>
                </a:lnTo>
                <a:lnTo>
                  <a:pt x="0" y="405888"/>
                </a:lnTo>
                <a:lnTo>
                  <a:pt x="0" y="381289"/>
                </a:lnTo>
                <a:lnTo>
                  <a:pt x="24598" y="381289"/>
                </a:lnTo>
                <a:moveTo>
                  <a:pt x="24598" y="426388"/>
                </a:moveTo>
                <a:lnTo>
                  <a:pt x="24598" y="450988"/>
                </a:lnTo>
                <a:lnTo>
                  <a:pt x="0" y="450988"/>
                </a:lnTo>
                <a:lnTo>
                  <a:pt x="0" y="426388"/>
                </a:lnTo>
                <a:lnTo>
                  <a:pt x="24598" y="426388"/>
                </a:lnTo>
                <a:moveTo>
                  <a:pt x="24598" y="475586"/>
                </a:moveTo>
                <a:lnTo>
                  <a:pt x="24598" y="500185"/>
                </a:lnTo>
                <a:lnTo>
                  <a:pt x="0" y="500185"/>
                </a:lnTo>
                <a:lnTo>
                  <a:pt x="0" y="475586"/>
                </a:lnTo>
                <a:lnTo>
                  <a:pt x="24598" y="475586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27124F1C-6C7A-4AB4-BF5F-43AC7284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300" y="7298337"/>
            <a:ext cx="24598" cy="500185"/>
          </a:xfrm>
          <a:custGeom xmlns:a="http://schemas.openxmlformats.org/drawingml/2006/main">
            <a:pathLst>
              <a:path w="24598" h="500185">
                <a:moveTo>
                  <a:pt x="24598" y="0"/>
                </a:moveTo>
                <a:lnTo>
                  <a:pt x="24598" y="24599"/>
                </a:lnTo>
                <a:lnTo>
                  <a:pt x="0" y="24599"/>
                </a:lnTo>
                <a:lnTo>
                  <a:pt x="0" y="0"/>
                </a:lnTo>
                <a:lnTo>
                  <a:pt x="24598" y="0"/>
                </a:lnTo>
                <a:moveTo>
                  <a:pt x="24598" y="45098"/>
                </a:moveTo>
                <a:lnTo>
                  <a:pt x="24598" y="69698"/>
                </a:lnTo>
                <a:lnTo>
                  <a:pt x="0" y="69698"/>
                </a:lnTo>
                <a:lnTo>
                  <a:pt x="0" y="45098"/>
                </a:lnTo>
                <a:lnTo>
                  <a:pt x="24598" y="45098"/>
                </a:lnTo>
                <a:moveTo>
                  <a:pt x="24598" y="94297"/>
                </a:moveTo>
                <a:lnTo>
                  <a:pt x="24598" y="118897"/>
                </a:lnTo>
                <a:lnTo>
                  <a:pt x="0" y="118897"/>
                </a:lnTo>
                <a:lnTo>
                  <a:pt x="0" y="94297"/>
                </a:lnTo>
                <a:lnTo>
                  <a:pt x="24598" y="94297"/>
                </a:lnTo>
                <a:moveTo>
                  <a:pt x="24598" y="143496"/>
                </a:moveTo>
                <a:lnTo>
                  <a:pt x="24598" y="168095"/>
                </a:lnTo>
                <a:lnTo>
                  <a:pt x="0" y="168095"/>
                </a:lnTo>
                <a:lnTo>
                  <a:pt x="0" y="143496"/>
                </a:lnTo>
                <a:lnTo>
                  <a:pt x="24598" y="143496"/>
                </a:lnTo>
                <a:moveTo>
                  <a:pt x="24598" y="188594"/>
                </a:moveTo>
                <a:lnTo>
                  <a:pt x="24598" y="213194"/>
                </a:lnTo>
                <a:lnTo>
                  <a:pt x="0" y="213194"/>
                </a:lnTo>
                <a:lnTo>
                  <a:pt x="0" y="188594"/>
                </a:lnTo>
                <a:lnTo>
                  <a:pt x="24598" y="188594"/>
                </a:lnTo>
                <a:moveTo>
                  <a:pt x="24598" y="237793"/>
                </a:moveTo>
                <a:lnTo>
                  <a:pt x="24598" y="262392"/>
                </a:lnTo>
                <a:lnTo>
                  <a:pt x="0" y="262392"/>
                </a:lnTo>
                <a:lnTo>
                  <a:pt x="0" y="237793"/>
                </a:lnTo>
                <a:lnTo>
                  <a:pt x="24598" y="237793"/>
                </a:lnTo>
                <a:moveTo>
                  <a:pt x="24598" y="286992"/>
                </a:moveTo>
                <a:lnTo>
                  <a:pt x="24598" y="311591"/>
                </a:lnTo>
                <a:lnTo>
                  <a:pt x="0" y="311591"/>
                </a:lnTo>
                <a:lnTo>
                  <a:pt x="0" y="286992"/>
                </a:lnTo>
                <a:lnTo>
                  <a:pt x="24598" y="286992"/>
                </a:lnTo>
                <a:moveTo>
                  <a:pt x="24598" y="332090"/>
                </a:moveTo>
                <a:lnTo>
                  <a:pt x="24598" y="356690"/>
                </a:lnTo>
                <a:lnTo>
                  <a:pt x="0" y="356690"/>
                </a:lnTo>
                <a:lnTo>
                  <a:pt x="0" y="332090"/>
                </a:lnTo>
                <a:lnTo>
                  <a:pt x="24598" y="332090"/>
                </a:lnTo>
                <a:moveTo>
                  <a:pt x="24598" y="381289"/>
                </a:moveTo>
                <a:lnTo>
                  <a:pt x="24598" y="405888"/>
                </a:lnTo>
                <a:lnTo>
                  <a:pt x="0" y="405888"/>
                </a:lnTo>
                <a:lnTo>
                  <a:pt x="0" y="381289"/>
                </a:lnTo>
                <a:lnTo>
                  <a:pt x="24598" y="381289"/>
                </a:lnTo>
                <a:moveTo>
                  <a:pt x="24598" y="430488"/>
                </a:moveTo>
                <a:lnTo>
                  <a:pt x="24598" y="450988"/>
                </a:lnTo>
                <a:lnTo>
                  <a:pt x="0" y="450988"/>
                </a:lnTo>
                <a:lnTo>
                  <a:pt x="0" y="430488"/>
                </a:lnTo>
                <a:lnTo>
                  <a:pt x="24598" y="430488"/>
                </a:lnTo>
                <a:moveTo>
                  <a:pt x="24598" y="475586"/>
                </a:moveTo>
                <a:lnTo>
                  <a:pt x="24598" y="500185"/>
                </a:lnTo>
                <a:lnTo>
                  <a:pt x="0" y="500185"/>
                </a:lnTo>
                <a:lnTo>
                  <a:pt x="0" y="475586"/>
                </a:lnTo>
                <a:lnTo>
                  <a:pt x="24598" y="475586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BF45155A-ABCA-493D-8872-3013D719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300" y="7823123"/>
            <a:ext cx="24598" cy="500185"/>
          </a:xfrm>
          <a:custGeom xmlns:a="http://schemas.openxmlformats.org/drawingml/2006/main">
            <a:pathLst>
              <a:path w="24598" h="500185">
                <a:moveTo>
                  <a:pt x="24598" y="0"/>
                </a:moveTo>
                <a:lnTo>
                  <a:pt x="24598" y="24599"/>
                </a:lnTo>
                <a:lnTo>
                  <a:pt x="0" y="24599"/>
                </a:lnTo>
                <a:lnTo>
                  <a:pt x="0" y="0"/>
                </a:lnTo>
                <a:lnTo>
                  <a:pt x="24598" y="0"/>
                </a:lnTo>
                <a:moveTo>
                  <a:pt x="24598" y="49199"/>
                </a:moveTo>
                <a:lnTo>
                  <a:pt x="24598" y="69698"/>
                </a:lnTo>
                <a:lnTo>
                  <a:pt x="0" y="69698"/>
                </a:lnTo>
                <a:lnTo>
                  <a:pt x="0" y="49199"/>
                </a:lnTo>
                <a:lnTo>
                  <a:pt x="24598" y="49199"/>
                </a:lnTo>
                <a:moveTo>
                  <a:pt x="24598" y="94297"/>
                </a:moveTo>
                <a:lnTo>
                  <a:pt x="24598" y="118897"/>
                </a:lnTo>
                <a:lnTo>
                  <a:pt x="0" y="118897"/>
                </a:lnTo>
                <a:lnTo>
                  <a:pt x="0" y="94297"/>
                </a:lnTo>
                <a:lnTo>
                  <a:pt x="24598" y="94297"/>
                </a:lnTo>
                <a:moveTo>
                  <a:pt x="24598" y="143496"/>
                </a:moveTo>
                <a:lnTo>
                  <a:pt x="24598" y="168095"/>
                </a:lnTo>
                <a:lnTo>
                  <a:pt x="0" y="168095"/>
                </a:lnTo>
                <a:lnTo>
                  <a:pt x="0" y="143496"/>
                </a:lnTo>
                <a:lnTo>
                  <a:pt x="24598" y="143496"/>
                </a:lnTo>
                <a:moveTo>
                  <a:pt x="24598" y="192695"/>
                </a:moveTo>
                <a:lnTo>
                  <a:pt x="24598" y="213194"/>
                </a:lnTo>
                <a:lnTo>
                  <a:pt x="0" y="213194"/>
                </a:lnTo>
                <a:lnTo>
                  <a:pt x="0" y="192695"/>
                </a:lnTo>
                <a:lnTo>
                  <a:pt x="24598" y="192695"/>
                </a:lnTo>
                <a:moveTo>
                  <a:pt x="24598" y="237793"/>
                </a:moveTo>
                <a:lnTo>
                  <a:pt x="24598" y="262392"/>
                </a:lnTo>
                <a:lnTo>
                  <a:pt x="0" y="262392"/>
                </a:lnTo>
                <a:lnTo>
                  <a:pt x="0" y="237793"/>
                </a:lnTo>
                <a:lnTo>
                  <a:pt x="24598" y="237793"/>
                </a:lnTo>
                <a:moveTo>
                  <a:pt x="24598" y="286992"/>
                </a:moveTo>
                <a:lnTo>
                  <a:pt x="24598" y="311591"/>
                </a:lnTo>
                <a:lnTo>
                  <a:pt x="0" y="311591"/>
                </a:lnTo>
                <a:lnTo>
                  <a:pt x="0" y="286992"/>
                </a:lnTo>
                <a:lnTo>
                  <a:pt x="24598" y="286992"/>
                </a:lnTo>
                <a:moveTo>
                  <a:pt x="24598" y="332090"/>
                </a:moveTo>
                <a:lnTo>
                  <a:pt x="24598" y="356690"/>
                </a:lnTo>
                <a:lnTo>
                  <a:pt x="0" y="356690"/>
                </a:lnTo>
                <a:lnTo>
                  <a:pt x="0" y="332090"/>
                </a:lnTo>
                <a:lnTo>
                  <a:pt x="24598" y="332090"/>
                </a:lnTo>
                <a:moveTo>
                  <a:pt x="24598" y="381289"/>
                </a:moveTo>
                <a:lnTo>
                  <a:pt x="24598" y="405888"/>
                </a:lnTo>
                <a:lnTo>
                  <a:pt x="0" y="405888"/>
                </a:lnTo>
                <a:lnTo>
                  <a:pt x="0" y="381289"/>
                </a:lnTo>
                <a:lnTo>
                  <a:pt x="24598" y="381289"/>
                </a:lnTo>
                <a:moveTo>
                  <a:pt x="24598" y="430488"/>
                </a:moveTo>
                <a:lnTo>
                  <a:pt x="24598" y="455087"/>
                </a:lnTo>
                <a:lnTo>
                  <a:pt x="0" y="455087"/>
                </a:lnTo>
                <a:lnTo>
                  <a:pt x="0" y="430488"/>
                </a:lnTo>
                <a:lnTo>
                  <a:pt x="24598" y="430488"/>
                </a:lnTo>
                <a:moveTo>
                  <a:pt x="24598" y="475586"/>
                </a:moveTo>
                <a:lnTo>
                  <a:pt x="24598" y="500185"/>
                </a:lnTo>
                <a:lnTo>
                  <a:pt x="0" y="500185"/>
                </a:lnTo>
                <a:lnTo>
                  <a:pt x="0" y="475586"/>
                </a:lnTo>
                <a:lnTo>
                  <a:pt x="24598" y="475586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B65BFA4E-BAE2-4D3D-B1C2-C4730A14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300" y="8347908"/>
            <a:ext cx="24598" cy="836376"/>
          </a:xfrm>
          <a:custGeom xmlns:a="http://schemas.openxmlformats.org/drawingml/2006/main">
            <a:pathLst>
              <a:path w="24598" h="836376">
                <a:moveTo>
                  <a:pt x="24598" y="0"/>
                </a:moveTo>
                <a:lnTo>
                  <a:pt x="24598" y="24599"/>
                </a:lnTo>
                <a:lnTo>
                  <a:pt x="0" y="24599"/>
                </a:lnTo>
                <a:lnTo>
                  <a:pt x="0" y="0"/>
                </a:lnTo>
                <a:lnTo>
                  <a:pt x="24598" y="0"/>
                </a:lnTo>
                <a:moveTo>
                  <a:pt x="24598" y="49199"/>
                </a:moveTo>
                <a:lnTo>
                  <a:pt x="24598" y="73798"/>
                </a:lnTo>
                <a:lnTo>
                  <a:pt x="0" y="73798"/>
                </a:lnTo>
                <a:lnTo>
                  <a:pt x="0" y="49199"/>
                </a:lnTo>
                <a:lnTo>
                  <a:pt x="24598" y="49199"/>
                </a:lnTo>
                <a:moveTo>
                  <a:pt x="24598" y="94297"/>
                </a:moveTo>
                <a:lnTo>
                  <a:pt x="24598" y="118897"/>
                </a:lnTo>
                <a:lnTo>
                  <a:pt x="0" y="118897"/>
                </a:lnTo>
                <a:lnTo>
                  <a:pt x="0" y="94297"/>
                </a:lnTo>
                <a:lnTo>
                  <a:pt x="24598" y="94297"/>
                </a:lnTo>
                <a:moveTo>
                  <a:pt x="24598" y="143496"/>
                </a:moveTo>
                <a:lnTo>
                  <a:pt x="24598" y="168095"/>
                </a:lnTo>
                <a:lnTo>
                  <a:pt x="0" y="168095"/>
                </a:lnTo>
                <a:lnTo>
                  <a:pt x="0" y="143496"/>
                </a:lnTo>
                <a:lnTo>
                  <a:pt x="24598" y="143496"/>
                </a:lnTo>
                <a:moveTo>
                  <a:pt x="24598" y="192695"/>
                </a:moveTo>
                <a:lnTo>
                  <a:pt x="24598" y="217294"/>
                </a:lnTo>
                <a:lnTo>
                  <a:pt x="0" y="217294"/>
                </a:lnTo>
                <a:lnTo>
                  <a:pt x="0" y="192695"/>
                </a:lnTo>
                <a:lnTo>
                  <a:pt x="24598" y="192695"/>
                </a:lnTo>
                <a:moveTo>
                  <a:pt x="24598" y="237793"/>
                </a:moveTo>
                <a:lnTo>
                  <a:pt x="24598" y="262392"/>
                </a:lnTo>
                <a:lnTo>
                  <a:pt x="0" y="262392"/>
                </a:lnTo>
                <a:lnTo>
                  <a:pt x="0" y="237793"/>
                </a:lnTo>
                <a:lnTo>
                  <a:pt x="24598" y="237793"/>
                </a:lnTo>
                <a:moveTo>
                  <a:pt x="24598" y="286992"/>
                </a:moveTo>
                <a:lnTo>
                  <a:pt x="24598" y="311591"/>
                </a:lnTo>
                <a:lnTo>
                  <a:pt x="0" y="311591"/>
                </a:lnTo>
                <a:lnTo>
                  <a:pt x="0" y="286992"/>
                </a:lnTo>
                <a:lnTo>
                  <a:pt x="24598" y="286992"/>
                </a:lnTo>
                <a:moveTo>
                  <a:pt x="24598" y="336191"/>
                </a:moveTo>
                <a:lnTo>
                  <a:pt x="24598" y="356690"/>
                </a:lnTo>
                <a:lnTo>
                  <a:pt x="0" y="356690"/>
                </a:lnTo>
                <a:lnTo>
                  <a:pt x="0" y="336191"/>
                </a:lnTo>
                <a:lnTo>
                  <a:pt x="24598" y="336191"/>
                </a:lnTo>
                <a:moveTo>
                  <a:pt x="24598" y="381289"/>
                </a:moveTo>
                <a:lnTo>
                  <a:pt x="24598" y="405888"/>
                </a:lnTo>
                <a:lnTo>
                  <a:pt x="0" y="405888"/>
                </a:lnTo>
                <a:lnTo>
                  <a:pt x="0" y="381289"/>
                </a:lnTo>
                <a:lnTo>
                  <a:pt x="24598" y="381289"/>
                </a:lnTo>
                <a:moveTo>
                  <a:pt x="24598" y="430488"/>
                </a:moveTo>
                <a:lnTo>
                  <a:pt x="24598" y="455087"/>
                </a:lnTo>
                <a:lnTo>
                  <a:pt x="0" y="455087"/>
                </a:lnTo>
                <a:lnTo>
                  <a:pt x="0" y="430488"/>
                </a:lnTo>
                <a:lnTo>
                  <a:pt x="24598" y="430488"/>
                </a:lnTo>
                <a:moveTo>
                  <a:pt x="24598" y="479686"/>
                </a:moveTo>
                <a:lnTo>
                  <a:pt x="24598" y="500185"/>
                </a:lnTo>
                <a:lnTo>
                  <a:pt x="0" y="500185"/>
                </a:lnTo>
                <a:lnTo>
                  <a:pt x="0" y="479686"/>
                </a:lnTo>
                <a:lnTo>
                  <a:pt x="24598" y="479686"/>
                </a:lnTo>
                <a:moveTo>
                  <a:pt x="24598" y="524785"/>
                </a:moveTo>
                <a:lnTo>
                  <a:pt x="24598" y="549384"/>
                </a:lnTo>
                <a:lnTo>
                  <a:pt x="0" y="549384"/>
                </a:lnTo>
                <a:lnTo>
                  <a:pt x="0" y="524785"/>
                </a:lnTo>
                <a:lnTo>
                  <a:pt x="24598" y="524785"/>
                </a:lnTo>
                <a:moveTo>
                  <a:pt x="24598" y="573984"/>
                </a:moveTo>
                <a:lnTo>
                  <a:pt x="24598" y="598583"/>
                </a:lnTo>
                <a:lnTo>
                  <a:pt x="0" y="598583"/>
                </a:lnTo>
                <a:lnTo>
                  <a:pt x="0" y="573984"/>
                </a:lnTo>
                <a:lnTo>
                  <a:pt x="24598" y="573984"/>
                </a:lnTo>
                <a:moveTo>
                  <a:pt x="24598" y="623182"/>
                </a:moveTo>
                <a:lnTo>
                  <a:pt x="24598" y="643681"/>
                </a:lnTo>
                <a:lnTo>
                  <a:pt x="0" y="643681"/>
                </a:lnTo>
                <a:lnTo>
                  <a:pt x="0" y="623182"/>
                </a:lnTo>
                <a:lnTo>
                  <a:pt x="24598" y="623182"/>
                </a:lnTo>
                <a:moveTo>
                  <a:pt x="24598" y="668281"/>
                </a:moveTo>
                <a:lnTo>
                  <a:pt x="24598" y="692880"/>
                </a:lnTo>
                <a:lnTo>
                  <a:pt x="0" y="692880"/>
                </a:lnTo>
                <a:lnTo>
                  <a:pt x="0" y="668281"/>
                </a:lnTo>
                <a:lnTo>
                  <a:pt x="24598" y="668281"/>
                </a:lnTo>
                <a:moveTo>
                  <a:pt x="24598" y="717479"/>
                </a:moveTo>
                <a:lnTo>
                  <a:pt x="24598" y="742079"/>
                </a:lnTo>
                <a:lnTo>
                  <a:pt x="0" y="742079"/>
                </a:lnTo>
                <a:lnTo>
                  <a:pt x="0" y="717479"/>
                </a:lnTo>
                <a:lnTo>
                  <a:pt x="24598" y="717479"/>
                </a:lnTo>
                <a:moveTo>
                  <a:pt x="24598" y="762579"/>
                </a:moveTo>
                <a:lnTo>
                  <a:pt x="24598" y="787177"/>
                </a:lnTo>
                <a:lnTo>
                  <a:pt x="0" y="787177"/>
                </a:lnTo>
                <a:lnTo>
                  <a:pt x="0" y="762579"/>
                </a:lnTo>
                <a:lnTo>
                  <a:pt x="24598" y="762579"/>
                </a:lnTo>
                <a:moveTo>
                  <a:pt x="24598" y="811777"/>
                </a:moveTo>
                <a:lnTo>
                  <a:pt x="24598" y="836376"/>
                </a:lnTo>
                <a:lnTo>
                  <a:pt x="0" y="836376"/>
                </a:lnTo>
                <a:lnTo>
                  <a:pt x="0" y="811777"/>
                </a:lnTo>
                <a:lnTo>
                  <a:pt x="24598" y="811777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F9C54DB3-C28B-4C19-8848-073144CC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7300" y="9208884"/>
            <a:ext cx="24598" cy="500185"/>
          </a:xfrm>
          <a:custGeom xmlns:a="http://schemas.openxmlformats.org/drawingml/2006/main">
            <a:pathLst>
              <a:path w="24598" h="500185">
                <a:moveTo>
                  <a:pt x="24598" y="0"/>
                </a:moveTo>
                <a:lnTo>
                  <a:pt x="24598" y="24599"/>
                </a:lnTo>
                <a:lnTo>
                  <a:pt x="0" y="24599"/>
                </a:lnTo>
                <a:lnTo>
                  <a:pt x="0" y="0"/>
                </a:lnTo>
                <a:lnTo>
                  <a:pt x="24598" y="0"/>
                </a:lnTo>
                <a:moveTo>
                  <a:pt x="24598" y="45098"/>
                </a:moveTo>
                <a:lnTo>
                  <a:pt x="24598" y="69698"/>
                </a:lnTo>
                <a:lnTo>
                  <a:pt x="0" y="69698"/>
                </a:lnTo>
                <a:lnTo>
                  <a:pt x="0" y="45098"/>
                </a:lnTo>
                <a:lnTo>
                  <a:pt x="24598" y="45098"/>
                </a:lnTo>
                <a:moveTo>
                  <a:pt x="24598" y="94297"/>
                </a:moveTo>
                <a:lnTo>
                  <a:pt x="24598" y="118897"/>
                </a:lnTo>
                <a:lnTo>
                  <a:pt x="0" y="118897"/>
                </a:lnTo>
                <a:lnTo>
                  <a:pt x="0" y="94297"/>
                </a:lnTo>
                <a:lnTo>
                  <a:pt x="24598" y="94297"/>
                </a:lnTo>
                <a:moveTo>
                  <a:pt x="24598" y="143496"/>
                </a:moveTo>
                <a:lnTo>
                  <a:pt x="24598" y="168095"/>
                </a:lnTo>
                <a:lnTo>
                  <a:pt x="0" y="168095"/>
                </a:lnTo>
                <a:lnTo>
                  <a:pt x="0" y="143496"/>
                </a:lnTo>
                <a:lnTo>
                  <a:pt x="24598" y="143496"/>
                </a:lnTo>
                <a:moveTo>
                  <a:pt x="24598" y="188594"/>
                </a:moveTo>
                <a:lnTo>
                  <a:pt x="24598" y="213194"/>
                </a:lnTo>
                <a:lnTo>
                  <a:pt x="0" y="213194"/>
                </a:lnTo>
                <a:lnTo>
                  <a:pt x="0" y="188594"/>
                </a:lnTo>
                <a:lnTo>
                  <a:pt x="24598" y="188594"/>
                </a:lnTo>
                <a:moveTo>
                  <a:pt x="24598" y="237793"/>
                </a:moveTo>
                <a:lnTo>
                  <a:pt x="24598" y="262392"/>
                </a:lnTo>
                <a:lnTo>
                  <a:pt x="0" y="262392"/>
                </a:lnTo>
                <a:lnTo>
                  <a:pt x="0" y="237793"/>
                </a:lnTo>
                <a:lnTo>
                  <a:pt x="24598" y="237793"/>
                </a:lnTo>
                <a:moveTo>
                  <a:pt x="24598" y="286992"/>
                </a:moveTo>
                <a:lnTo>
                  <a:pt x="24598" y="311591"/>
                </a:lnTo>
                <a:lnTo>
                  <a:pt x="0" y="311591"/>
                </a:lnTo>
                <a:lnTo>
                  <a:pt x="0" y="286992"/>
                </a:lnTo>
                <a:lnTo>
                  <a:pt x="24598" y="286992"/>
                </a:lnTo>
                <a:moveTo>
                  <a:pt x="24598" y="332090"/>
                </a:moveTo>
                <a:lnTo>
                  <a:pt x="24598" y="356690"/>
                </a:lnTo>
                <a:lnTo>
                  <a:pt x="0" y="356690"/>
                </a:lnTo>
                <a:lnTo>
                  <a:pt x="0" y="332090"/>
                </a:lnTo>
                <a:lnTo>
                  <a:pt x="24598" y="332090"/>
                </a:lnTo>
                <a:moveTo>
                  <a:pt x="24598" y="381289"/>
                </a:moveTo>
                <a:lnTo>
                  <a:pt x="24598" y="405888"/>
                </a:lnTo>
                <a:lnTo>
                  <a:pt x="0" y="405888"/>
                </a:lnTo>
                <a:lnTo>
                  <a:pt x="0" y="381289"/>
                </a:lnTo>
                <a:lnTo>
                  <a:pt x="24598" y="381289"/>
                </a:lnTo>
                <a:moveTo>
                  <a:pt x="24598" y="430488"/>
                </a:moveTo>
                <a:lnTo>
                  <a:pt x="24598" y="450988"/>
                </a:lnTo>
                <a:lnTo>
                  <a:pt x="0" y="450988"/>
                </a:lnTo>
                <a:lnTo>
                  <a:pt x="0" y="430488"/>
                </a:lnTo>
                <a:lnTo>
                  <a:pt x="24598" y="430488"/>
                </a:lnTo>
                <a:moveTo>
                  <a:pt x="24598" y="475586"/>
                </a:moveTo>
                <a:lnTo>
                  <a:pt x="24598" y="500185"/>
                </a:lnTo>
                <a:lnTo>
                  <a:pt x="0" y="500185"/>
                </a:lnTo>
                <a:lnTo>
                  <a:pt x="0" y="475586"/>
                </a:lnTo>
                <a:lnTo>
                  <a:pt x="24598" y="475586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7F669B4C-F4C2-4299-AF7D-E4543724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2305" y="9733669"/>
            <a:ext cx="229594" cy="373089"/>
          </a:xfrm>
          <a:custGeom xmlns:a="http://schemas.openxmlformats.org/drawingml/2006/main">
            <a:pathLst>
              <a:path w="229594" h="373089">
                <a:moveTo>
                  <a:pt x="229594" y="0"/>
                </a:moveTo>
                <a:lnTo>
                  <a:pt x="229594" y="24599"/>
                </a:lnTo>
                <a:lnTo>
                  <a:pt x="204996" y="24599"/>
                </a:lnTo>
                <a:lnTo>
                  <a:pt x="204996" y="0"/>
                </a:lnTo>
                <a:lnTo>
                  <a:pt x="229594" y="0"/>
                </a:lnTo>
                <a:moveTo>
                  <a:pt x="229594" y="49199"/>
                </a:moveTo>
                <a:lnTo>
                  <a:pt x="229594" y="69698"/>
                </a:lnTo>
                <a:lnTo>
                  <a:pt x="204996" y="69698"/>
                </a:lnTo>
                <a:lnTo>
                  <a:pt x="204996" y="49199"/>
                </a:lnTo>
                <a:lnTo>
                  <a:pt x="229594" y="49199"/>
                </a:lnTo>
                <a:moveTo>
                  <a:pt x="229594" y="94297"/>
                </a:moveTo>
                <a:lnTo>
                  <a:pt x="229594" y="118897"/>
                </a:lnTo>
                <a:lnTo>
                  <a:pt x="204996" y="118897"/>
                </a:lnTo>
                <a:lnTo>
                  <a:pt x="204996" y="94297"/>
                </a:lnTo>
                <a:lnTo>
                  <a:pt x="229594" y="94297"/>
                </a:lnTo>
                <a:moveTo>
                  <a:pt x="229594" y="143496"/>
                </a:moveTo>
                <a:lnTo>
                  <a:pt x="229594" y="168095"/>
                </a:lnTo>
                <a:lnTo>
                  <a:pt x="204996" y="168095"/>
                </a:lnTo>
                <a:lnTo>
                  <a:pt x="204996" y="143496"/>
                </a:lnTo>
                <a:lnTo>
                  <a:pt x="229594" y="143496"/>
                </a:lnTo>
                <a:moveTo>
                  <a:pt x="229594" y="192695"/>
                </a:moveTo>
                <a:lnTo>
                  <a:pt x="229594" y="196794"/>
                </a:lnTo>
                <a:lnTo>
                  <a:pt x="225494" y="217294"/>
                </a:lnTo>
                <a:lnTo>
                  <a:pt x="204996" y="213194"/>
                </a:lnTo>
                <a:lnTo>
                  <a:pt x="204996" y="209094"/>
                </a:lnTo>
                <a:lnTo>
                  <a:pt x="204996" y="213194"/>
                </a:lnTo>
                <a:lnTo>
                  <a:pt x="204996" y="192695"/>
                </a:lnTo>
                <a:lnTo>
                  <a:pt x="204996" y="188594"/>
                </a:lnTo>
                <a:lnTo>
                  <a:pt x="229594" y="192695"/>
                </a:lnTo>
                <a:moveTo>
                  <a:pt x="221395" y="241893"/>
                </a:moveTo>
                <a:lnTo>
                  <a:pt x="217295" y="250093"/>
                </a:lnTo>
                <a:lnTo>
                  <a:pt x="209094" y="266493"/>
                </a:lnTo>
                <a:lnTo>
                  <a:pt x="188596" y="254193"/>
                </a:lnTo>
                <a:lnTo>
                  <a:pt x="192695" y="241893"/>
                </a:lnTo>
                <a:lnTo>
                  <a:pt x="196795" y="233694"/>
                </a:lnTo>
                <a:lnTo>
                  <a:pt x="221395" y="241893"/>
                </a:lnTo>
                <a:moveTo>
                  <a:pt x="196795" y="286992"/>
                </a:moveTo>
                <a:lnTo>
                  <a:pt x="180395" y="307491"/>
                </a:lnTo>
                <a:lnTo>
                  <a:pt x="163996" y="291092"/>
                </a:lnTo>
                <a:lnTo>
                  <a:pt x="176295" y="270592"/>
                </a:lnTo>
                <a:lnTo>
                  <a:pt x="196795" y="286992"/>
                </a:lnTo>
                <a:moveTo>
                  <a:pt x="163996" y="323890"/>
                </a:moveTo>
                <a:lnTo>
                  <a:pt x="143496" y="336191"/>
                </a:lnTo>
                <a:lnTo>
                  <a:pt x="143496" y="340290"/>
                </a:lnTo>
                <a:lnTo>
                  <a:pt x="131197" y="319791"/>
                </a:lnTo>
                <a:lnTo>
                  <a:pt x="147596" y="307491"/>
                </a:lnTo>
                <a:lnTo>
                  <a:pt x="163996" y="323890"/>
                </a:lnTo>
                <a:moveTo>
                  <a:pt x="118897" y="352590"/>
                </a:moveTo>
                <a:lnTo>
                  <a:pt x="110697" y="356690"/>
                </a:lnTo>
                <a:lnTo>
                  <a:pt x="98397" y="360790"/>
                </a:lnTo>
                <a:lnTo>
                  <a:pt x="90199" y="340290"/>
                </a:lnTo>
                <a:lnTo>
                  <a:pt x="102498" y="332090"/>
                </a:lnTo>
                <a:lnTo>
                  <a:pt x="102498" y="336191"/>
                </a:lnTo>
                <a:lnTo>
                  <a:pt x="110697" y="332090"/>
                </a:lnTo>
                <a:lnTo>
                  <a:pt x="118897" y="352590"/>
                </a:lnTo>
                <a:moveTo>
                  <a:pt x="69699" y="368990"/>
                </a:moveTo>
                <a:lnTo>
                  <a:pt x="53299" y="368990"/>
                </a:lnTo>
                <a:lnTo>
                  <a:pt x="45100" y="368990"/>
                </a:lnTo>
                <a:lnTo>
                  <a:pt x="45100" y="348490"/>
                </a:lnTo>
                <a:lnTo>
                  <a:pt x="53299" y="348490"/>
                </a:lnTo>
                <a:lnTo>
                  <a:pt x="69699" y="344390"/>
                </a:lnTo>
                <a:lnTo>
                  <a:pt x="69699" y="368990"/>
                </a:lnTo>
                <a:moveTo>
                  <a:pt x="20500" y="373089"/>
                </a:moveTo>
                <a:lnTo>
                  <a:pt x="0" y="373089"/>
                </a:lnTo>
                <a:lnTo>
                  <a:pt x="0" y="348490"/>
                </a:lnTo>
                <a:lnTo>
                  <a:pt x="20500" y="348490"/>
                </a:lnTo>
                <a:lnTo>
                  <a:pt x="20500" y="37308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615F2881-5D33-4AFC-B079-7C7ABD81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3423" y="10082159"/>
            <a:ext cx="504285" cy="24599"/>
          </a:xfrm>
          <a:custGeom xmlns:a="http://schemas.openxmlformats.org/drawingml/2006/main">
            <a:pathLst>
              <a:path w="504285" h="24599">
                <a:moveTo>
                  <a:pt x="504285" y="24599"/>
                </a:moveTo>
                <a:lnTo>
                  <a:pt x="479686" y="24599"/>
                </a:lnTo>
                <a:lnTo>
                  <a:pt x="479686" y="0"/>
                </a:lnTo>
                <a:lnTo>
                  <a:pt x="504285" y="0"/>
                </a:lnTo>
                <a:lnTo>
                  <a:pt x="504285" y="24599"/>
                </a:lnTo>
                <a:moveTo>
                  <a:pt x="455086" y="24599"/>
                </a:moveTo>
                <a:lnTo>
                  <a:pt x="430488" y="24599"/>
                </a:lnTo>
                <a:lnTo>
                  <a:pt x="430488" y="0"/>
                </a:lnTo>
                <a:lnTo>
                  <a:pt x="455086" y="0"/>
                </a:lnTo>
                <a:lnTo>
                  <a:pt x="455086" y="24599"/>
                </a:lnTo>
                <a:moveTo>
                  <a:pt x="405887" y="24599"/>
                </a:moveTo>
                <a:lnTo>
                  <a:pt x="385388" y="24599"/>
                </a:lnTo>
                <a:lnTo>
                  <a:pt x="385388" y="0"/>
                </a:lnTo>
                <a:lnTo>
                  <a:pt x="405887" y="0"/>
                </a:lnTo>
                <a:lnTo>
                  <a:pt x="405887" y="24599"/>
                </a:lnTo>
                <a:moveTo>
                  <a:pt x="360789" y="24599"/>
                </a:moveTo>
                <a:lnTo>
                  <a:pt x="336191" y="24599"/>
                </a:lnTo>
                <a:lnTo>
                  <a:pt x="336191" y="0"/>
                </a:lnTo>
                <a:lnTo>
                  <a:pt x="360789" y="0"/>
                </a:lnTo>
                <a:lnTo>
                  <a:pt x="360789" y="24599"/>
                </a:lnTo>
                <a:moveTo>
                  <a:pt x="311590" y="24599"/>
                </a:moveTo>
                <a:lnTo>
                  <a:pt x="286992" y="24599"/>
                </a:lnTo>
                <a:lnTo>
                  <a:pt x="286992" y="0"/>
                </a:lnTo>
                <a:lnTo>
                  <a:pt x="311590" y="0"/>
                </a:lnTo>
                <a:lnTo>
                  <a:pt x="311590" y="24599"/>
                </a:lnTo>
                <a:moveTo>
                  <a:pt x="266492" y="24599"/>
                </a:moveTo>
                <a:lnTo>
                  <a:pt x="241892" y="24599"/>
                </a:lnTo>
                <a:lnTo>
                  <a:pt x="241892" y="0"/>
                </a:lnTo>
                <a:lnTo>
                  <a:pt x="266492" y="0"/>
                </a:lnTo>
                <a:lnTo>
                  <a:pt x="266492" y="24599"/>
                </a:lnTo>
                <a:moveTo>
                  <a:pt x="217293" y="24599"/>
                </a:moveTo>
                <a:lnTo>
                  <a:pt x="192693" y="24599"/>
                </a:lnTo>
                <a:lnTo>
                  <a:pt x="192693" y="0"/>
                </a:lnTo>
                <a:lnTo>
                  <a:pt x="217293" y="0"/>
                </a:lnTo>
                <a:lnTo>
                  <a:pt x="217293" y="24599"/>
                </a:lnTo>
                <a:moveTo>
                  <a:pt x="168094" y="24599"/>
                </a:moveTo>
                <a:lnTo>
                  <a:pt x="143496" y="24599"/>
                </a:lnTo>
                <a:lnTo>
                  <a:pt x="143496" y="0"/>
                </a:lnTo>
                <a:lnTo>
                  <a:pt x="168094" y="0"/>
                </a:lnTo>
                <a:lnTo>
                  <a:pt x="168094" y="24599"/>
                </a:lnTo>
                <a:moveTo>
                  <a:pt x="122996" y="24599"/>
                </a:moveTo>
                <a:lnTo>
                  <a:pt x="98396" y="24599"/>
                </a:lnTo>
                <a:lnTo>
                  <a:pt x="98396" y="0"/>
                </a:lnTo>
                <a:lnTo>
                  <a:pt x="122996" y="0"/>
                </a:lnTo>
                <a:lnTo>
                  <a:pt x="122996" y="24599"/>
                </a:lnTo>
                <a:moveTo>
                  <a:pt x="73797" y="24599"/>
                </a:moveTo>
                <a:lnTo>
                  <a:pt x="49197" y="24599"/>
                </a:lnTo>
                <a:lnTo>
                  <a:pt x="49197" y="0"/>
                </a:lnTo>
                <a:lnTo>
                  <a:pt x="73797" y="0"/>
                </a:lnTo>
                <a:lnTo>
                  <a:pt x="73797" y="24599"/>
                </a:lnTo>
                <a:moveTo>
                  <a:pt x="24598" y="24599"/>
                </a:moveTo>
                <a:lnTo>
                  <a:pt x="0" y="24599"/>
                </a:lnTo>
                <a:lnTo>
                  <a:pt x="0" y="0"/>
                </a:lnTo>
                <a:lnTo>
                  <a:pt x="24598" y="0"/>
                </a:lnTo>
                <a:lnTo>
                  <a:pt x="24598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7EC94A87-C933-4A9C-B673-C5286E9A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8635" y="10082159"/>
            <a:ext cx="504286" cy="24599"/>
          </a:xfrm>
          <a:custGeom xmlns:a="http://schemas.openxmlformats.org/drawingml/2006/main">
            <a:pathLst>
              <a:path w="504286" h="24599">
                <a:moveTo>
                  <a:pt x="504286" y="24599"/>
                </a:moveTo>
                <a:lnTo>
                  <a:pt x="479687" y="24599"/>
                </a:lnTo>
                <a:lnTo>
                  <a:pt x="479687" y="0"/>
                </a:lnTo>
                <a:lnTo>
                  <a:pt x="504286" y="0"/>
                </a:lnTo>
                <a:lnTo>
                  <a:pt x="504286" y="24599"/>
                </a:lnTo>
                <a:moveTo>
                  <a:pt x="455087" y="24599"/>
                </a:moveTo>
                <a:lnTo>
                  <a:pt x="430489" y="24599"/>
                </a:lnTo>
                <a:lnTo>
                  <a:pt x="430489" y="0"/>
                </a:lnTo>
                <a:lnTo>
                  <a:pt x="455087" y="0"/>
                </a:lnTo>
                <a:lnTo>
                  <a:pt x="455087" y="24599"/>
                </a:lnTo>
                <a:moveTo>
                  <a:pt x="405888" y="24599"/>
                </a:moveTo>
                <a:lnTo>
                  <a:pt x="381289" y="24599"/>
                </a:lnTo>
                <a:lnTo>
                  <a:pt x="381289" y="0"/>
                </a:lnTo>
                <a:lnTo>
                  <a:pt x="405888" y="0"/>
                </a:lnTo>
                <a:lnTo>
                  <a:pt x="405888" y="24599"/>
                </a:lnTo>
                <a:moveTo>
                  <a:pt x="360790" y="24599"/>
                </a:moveTo>
                <a:lnTo>
                  <a:pt x="336191" y="24599"/>
                </a:lnTo>
                <a:lnTo>
                  <a:pt x="336191" y="0"/>
                </a:lnTo>
                <a:lnTo>
                  <a:pt x="360790" y="0"/>
                </a:lnTo>
                <a:lnTo>
                  <a:pt x="360790" y="24599"/>
                </a:lnTo>
                <a:moveTo>
                  <a:pt x="311591" y="24599"/>
                </a:moveTo>
                <a:lnTo>
                  <a:pt x="286992" y="24599"/>
                </a:lnTo>
                <a:lnTo>
                  <a:pt x="286992" y="0"/>
                </a:lnTo>
                <a:lnTo>
                  <a:pt x="311591" y="0"/>
                </a:lnTo>
                <a:lnTo>
                  <a:pt x="311591" y="24599"/>
                </a:lnTo>
                <a:moveTo>
                  <a:pt x="262392" y="24599"/>
                </a:moveTo>
                <a:lnTo>
                  <a:pt x="241893" y="24599"/>
                </a:lnTo>
                <a:lnTo>
                  <a:pt x="241893" y="0"/>
                </a:lnTo>
                <a:lnTo>
                  <a:pt x="262392" y="0"/>
                </a:lnTo>
                <a:lnTo>
                  <a:pt x="262392" y="24599"/>
                </a:lnTo>
                <a:moveTo>
                  <a:pt x="217294" y="24599"/>
                </a:moveTo>
                <a:lnTo>
                  <a:pt x="192695" y="24599"/>
                </a:lnTo>
                <a:lnTo>
                  <a:pt x="192695" y="0"/>
                </a:lnTo>
                <a:lnTo>
                  <a:pt x="217294" y="0"/>
                </a:lnTo>
                <a:lnTo>
                  <a:pt x="217294" y="24599"/>
                </a:lnTo>
                <a:moveTo>
                  <a:pt x="168095" y="24599"/>
                </a:moveTo>
                <a:lnTo>
                  <a:pt x="143496" y="24599"/>
                </a:lnTo>
                <a:lnTo>
                  <a:pt x="143496" y="0"/>
                </a:lnTo>
                <a:lnTo>
                  <a:pt x="168095" y="0"/>
                </a:lnTo>
                <a:lnTo>
                  <a:pt x="168095" y="24599"/>
                </a:lnTo>
                <a:moveTo>
                  <a:pt x="118897" y="24599"/>
                </a:moveTo>
                <a:lnTo>
                  <a:pt x="98397" y="24599"/>
                </a:lnTo>
                <a:lnTo>
                  <a:pt x="98397" y="0"/>
                </a:lnTo>
                <a:lnTo>
                  <a:pt x="118897" y="0"/>
                </a:lnTo>
                <a:lnTo>
                  <a:pt x="118897" y="24599"/>
                </a:lnTo>
                <a:moveTo>
                  <a:pt x="73798" y="24599"/>
                </a:moveTo>
                <a:lnTo>
                  <a:pt x="49199" y="24599"/>
                </a:lnTo>
                <a:lnTo>
                  <a:pt x="49199" y="0"/>
                </a:lnTo>
                <a:lnTo>
                  <a:pt x="73798" y="0"/>
                </a:lnTo>
                <a:lnTo>
                  <a:pt x="73798" y="24599"/>
                </a:lnTo>
                <a:moveTo>
                  <a:pt x="24599" y="24599"/>
                </a:moveTo>
                <a:lnTo>
                  <a:pt x="0" y="24599"/>
                </a:ln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31344B3B-D361-4B4C-93D5-E33DFCCF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3852" y="10082159"/>
            <a:ext cx="500185" cy="24599"/>
          </a:xfrm>
          <a:custGeom xmlns:a="http://schemas.openxmlformats.org/drawingml/2006/main">
            <a:pathLst>
              <a:path w="500185" h="24599">
                <a:moveTo>
                  <a:pt x="500185" y="24599"/>
                </a:moveTo>
                <a:lnTo>
                  <a:pt x="479686" y="24599"/>
                </a:lnTo>
                <a:lnTo>
                  <a:pt x="479686" y="0"/>
                </a:lnTo>
                <a:lnTo>
                  <a:pt x="500185" y="0"/>
                </a:lnTo>
                <a:lnTo>
                  <a:pt x="500185" y="24599"/>
                </a:lnTo>
                <a:moveTo>
                  <a:pt x="455087" y="24599"/>
                </a:moveTo>
                <a:lnTo>
                  <a:pt x="430488" y="24599"/>
                </a:lnTo>
                <a:lnTo>
                  <a:pt x="430488" y="0"/>
                </a:lnTo>
                <a:lnTo>
                  <a:pt x="455087" y="0"/>
                </a:lnTo>
                <a:lnTo>
                  <a:pt x="455087" y="24599"/>
                </a:lnTo>
                <a:moveTo>
                  <a:pt x="405888" y="24599"/>
                </a:moveTo>
                <a:lnTo>
                  <a:pt x="381289" y="24599"/>
                </a:lnTo>
                <a:lnTo>
                  <a:pt x="381289" y="0"/>
                </a:lnTo>
                <a:lnTo>
                  <a:pt x="405888" y="0"/>
                </a:lnTo>
                <a:lnTo>
                  <a:pt x="405888" y="24599"/>
                </a:lnTo>
                <a:moveTo>
                  <a:pt x="360789" y="24599"/>
                </a:moveTo>
                <a:lnTo>
                  <a:pt x="336191" y="24599"/>
                </a:lnTo>
                <a:lnTo>
                  <a:pt x="336191" y="0"/>
                </a:lnTo>
                <a:lnTo>
                  <a:pt x="360789" y="0"/>
                </a:lnTo>
                <a:lnTo>
                  <a:pt x="360789" y="24599"/>
                </a:lnTo>
                <a:moveTo>
                  <a:pt x="311591" y="24599"/>
                </a:moveTo>
                <a:lnTo>
                  <a:pt x="286992" y="24599"/>
                </a:lnTo>
                <a:lnTo>
                  <a:pt x="286992" y="0"/>
                </a:lnTo>
                <a:lnTo>
                  <a:pt x="311591" y="0"/>
                </a:lnTo>
                <a:lnTo>
                  <a:pt x="311591" y="24599"/>
                </a:lnTo>
                <a:moveTo>
                  <a:pt x="262392" y="24599"/>
                </a:moveTo>
                <a:lnTo>
                  <a:pt x="237793" y="24599"/>
                </a:lnTo>
                <a:lnTo>
                  <a:pt x="237793" y="0"/>
                </a:lnTo>
                <a:lnTo>
                  <a:pt x="262392" y="0"/>
                </a:lnTo>
                <a:lnTo>
                  <a:pt x="262392" y="24599"/>
                </a:lnTo>
                <a:moveTo>
                  <a:pt x="217293" y="24599"/>
                </a:moveTo>
                <a:lnTo>
                  <a:pt x="192694" y="24599"/>
                </a:lnTo>
                <a:lnTo>
                  <a:pt x="192694" y="0"/>
                </a:lnTo>
                <a:lnTo>
                  <a:pt x="217293" y="0"/>
                </a:lnTo>
                <a:lnTo>
                  <a:pt x="217293" y="24599"/>
                </a:lnTo>
                <a:moveTo>
                  <a:pt x="168095" y="24599"/>
                </a:moveTo>
                <a:lnTo>
                  <a:pt x="143496" y="24599"/>
                </a:lnTo>
                <a:lnTo>
                  <a:pt x="143496" y="0"/>
                </a:lnTo>
                <a:lnTo>
                  <a:pt x="168095" y="0"/>
                </a:lnTo>
                <a:lnTo>
                  <a:pt x="168095" y="24599"/>
                </a:lnTo>
                <a:moveTo>
                  <a:pt x="118897" y="24599"/>
                </a:moveTo>
                <a:lnTo>
                  <a:pt x="94297" y="24599"/>
                </a:lnTo>
                <a:lnTo>
                  <a:pt x="94297" y="0"/>
                </a:lnTo>
                <a:lnTo>
                  <a:pt x="118897" y="0"/>
                </a:lnTo>
                <a:lnTo>
                  <a:pt x="118897" y="24599"/>
                </a:lnTo>
                <a:moveTo>
                  <a:pt x="73797" y="24599"/>
                </a:moveTo>
                <a:lnTo>
                  <a:pt x="49198" y="24599"/>
                </a:lnTo>
                <a:lnTo>
                  <a:pt x="49198" y="0"/>
                </a:lnTo>
                <a:lnTo>
                  <a:pt x="73797" y="0"/>
                </a:lnTo>
                <a:lnTo>
                  <a:pt x="73797" y="24599"/>
                </a:lnTo>
                <a:moveTo>
                  <a:pt x="24599" y="24599"/>
                </a:moveTo>
                <a:lnTo>
                  <a:pt x="0" y="24599"/>
                </a:ln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4D868257-3E2E-4FB0-A2AD-5FE96DE7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9066" y="10082159"/>
            <a:ext cx="500185" cy="24599"/>
          </a:xfrm>
          <a:custGeom xmlns:a="http://schemas.openxmlformats.org/drawingml/2006/main">
            <a:pathLst>
              <a:path w="500185" h="24599">
                <a:moveTo>
                  <a:pt x="500185" y="24599"/>
                </a:moveTo>
                <a:lnTo>
                  <a:pt x="475586" y="24599"/>
                </a:lnTo>
                <a:lnTo>
                  <a:pt x="475586" y="0"/>
                </a:lnTo>
                <a:lnTo>
                  <a:pt x="500185" y="0"/>
                </a:lnTo>
                <a:lnTo>
                  <a:pt x="500185" y="24599"/>
                </a:lnTo>
                <a:moveTo>
                  <a:pt x="455087" y="24599"/>
                </a:moveTo>
                <a:lnTo>
                  <a:pt x="430488" y="24599"/>
                </a:lnTo>
                <a:lnTo>
                  <a:pt x="430488" y="0"/>
                </a:lnTo>
                <a:lnTo>
                  <a:pt x="455087" y="0"/>
                </a:lnTo>
                <a:lnTo>
                  <a:pt x="455087" y="24599"/>
                </a:lnTo>
                <a:moveTo>
                  <a:pt x="405888" y="24599"/>
                </a:moveTo>
                <a:lnTo>
                  <a:pt x="381289" y="24599"/>
                </a:lnTo>
                <a:lnTo>
                  <a:pt x="381289" y="0"/>
                </a:lnTo>
                <a:lnTo>
                  <a:pt x="405888" y="0"/>
                </a:lnTo>
                <a:lnTo>
                  <a:pt x="405888" y="24599"/>
                </a:lnTo>
                <a:moveTo>
                  <a:pt x="356690" y="24599"/>
                </a:moveTo>
                <a:lnTo>
                  <a:pt x="336191" y="24599"/>
                </a:lnTo>
                <a:lnTo>
                  <a:pt x="336191" y="0"/>
                </a:lnTo>
                <a:lnTo>
                  <a:pt x="356690" y="0"/>
                </a:lnTo>
                <a:lnTo>
                  <a:pt x="356690" y="24599"/>
                </a:lnTo>
                <a:moveTo>
                  <a:pt x="311591" y="24599"/>
                </a:moveTo>
                <a:lnTo>
                  <a:pt x="286992" y="24599"/>
                </a:lnTo>
                <a:lnTo>
                  <a:pt x="286992" y="0"/>
                </a:lnTo>
                <a:lnTo>
                  <a:pt x="311591" y="0"/>
                </a:lnTo>
                <a:lnTo>
                  <a:pt x="311591" y="24599"/>
                </a:lnTo>
                <a:moveTo>
                  <a:pt x="262392" y="24599"/>
                </a:moveTo>
                <a:lnTo>
                  <a:pt x="237793" y="24599"/>
                </a:lnTo>
                <a:lnTo>
                  <a:pt x="237793" y="0"/>
                </a:lnTo>
                <a:lnTo>
                  <a:pt x="262392" y="0"/>
                </a:lnTo>
                <a:lnTo>
                  <a:pt x="262392" y="24599"/>
                </a:lnTo>
                <a:moveTo>
                  <a:pt x="213194" y="24599"/>
                </a:moveTo>
                <a:lnTo>
                  <a:pt x="192694" y="24599"/>
                </a:lnTo>
                <a:lnTo>
                  <a:pt x="192694" y="0"/>
                </a:lnTo>
                <a:lnTo>
                  <a:pt x="213194" y="0"/>
                </a:lnTo>
                <a:lnTo>
                  <a:pt x="213194" y="24599"/>
                </a:lnTo>
                <a:moveTo>
                  <a:pt x="168095" y="24599"/>
                </a:moveTo>
                <a:lnTo>
                  <a:pt x="143496" y="24599"/>
                </a:lnTo>
                <a:lnTo>
                  <a:pt x="143496" y="0"/>
                </a:lnTo>
                <a:lnTo>
                  <a:pt x="168095" y="0"/>
                </a:lnTo>
                <a:lnTo>
                  <a:pt x="168095" y="24599"/>
                </a:lnTo>
                <a:moveTo>
                  <a:pt x="118897" y="24599"/>
                </a:moveTo>
                <a:lnTo>
                  <a:pt x="94297" y="24599"/>
                </a:lnTo>
                <a:lnTo>
                  <a:pt x="94297" y="0"/>
                </a:lnTo>
                <a:lnTo>
                  <a:pt x="118897" y="0"/>
                </a:lnTo>
                <a:lnTo>
                  <a:pt x="118897" y="24599"/>
                </a:lnTo>
                <a:moveTo>
                  <a:pt x="69698" y="24599"/>
                </a:moveTo>
                <a:lnTo>
                  <a:pt x="49198" y="24599"/>
                </a:lnTo>
                <a:lnTo>
                  <a:pt x="49198" y="0"/>
                </a:lnTo>
                <a:lnTo>
                  <a:pt x="69698" y="0"/>
                </a:lnTo>
                <a:lnTo>
                  <a:pt x="69698" y="24599"/>
                </a:lnTo>
                <a:moveTo>
                  <a:pt x="24599" y="24599"/>
                </a:moveTo>
                <a:lnTo>
                  <a:pt x="0" y="24599"/>
                </a:ln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F8D5F6D6-C0CA-461A-914E-DAA338B7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4281" y="10082159"/>
            <a:ext cx="500185" cy="24599"/>
          </a:xfrm>
          <a:custGeom xmlns:a="http://schemas.openxmlformats.org/drawingml/2006/main">
            <a:pathLst>
              <a:path w="500185" h="24599">
                <a:moveTo>
                  <a:pt x="500185" y="24599"/>
                </a:moveTo>
                <a:lnTo>
                  <a:pt x="475586" y="24599"/>
                </a:lnTo>
                <a:lnTo>
                  <a:pt x="475586" y="0"/>
                </a:lnTo>
                <a:lnTo>
                  <a:pt x="500185" y="0"/>
                </a:lnTo>
                <a:lnTo>
                  <a:pt x="500185" y="24599"/>
                </a:lnTo>
                <a:moveTo>
                  <a:pt x="455087" y="24599"/>
                </a:moveTo>
                <a:lnTo>
                  <a:pt x="430488" y="24599"/>
                </a:lnTo>
                <a:lnTo>
                  <a:pt x="430488" y="0"/>
                </a:lnTo>
                <a:lnTo>
                  <a:pt x="455087" y="0"/>
                </a:lnTo>
                <a:lnTo>
                  <a:pt x="455087" y="24599"/>
                </a:lnTo>
                <a:moveTo>
                  <a:pt x="405888" y="24599"/>
                </a:moveTo>
                <a:lnTo>
                  <a:pt x="381289" y="24599"/>
                </a:lnTo>
                <a:lnTo>
                  <a:pt x="381289" y="0"/>
                </a:lnTo>
                <a:lnTo>
                  <a:pt x="405888" y="0"/>
                </a:lnTo>
                <a:lnTo>
                  <a:pt x="405888" y="24599"/>
                </a:lnTo>
                <a:moveTo>
                  <a:pt x="356690" y="24599"/>
                </a:moveTo>
                <a:lnTo>
                  <a:pt x="332090" y="24599"/>
                </a:lnTo>
                <a:lnTo>
                  <a:pt x="332090" y="0"/>
                </a:lnTo>
                <a:lnTo>
                  <a:pt x="356690" y="0"/>
                </a:lnTo>
                <a:lnTo>
                  <a:pt x="356690" y="24599"/>
                </a:lnTo>
                <a:moveTo>
                  <a:pt x="311591" y="24599"/>
                </a:moveTo>
                <a:lnTo>
                  <a:pt x="286992" y="24599"/>
                </a:lnTo>
                <a:lnTo>
                  <a:pt x="286992" y="0"/>
                </a:lnTo>
                <a:lnTo>
                  <a:pt x="311591" y="0"/>
                </a:lnTo>
                <a:lnTo>
                  <a:pt x="311591" y="24599"/>
                </a:lnTo>
                <a:moveTo>
                  <a:pt x="262392" y="24599"/>
                </a:moveTo>
                <a:lnTo>
                  <a:pt x="237793" y="24599"/>
                </a:lnTo>
                <a:lnTo>
                  <a:pt x="237793" y="0"/>
                </a:lnTo>
                <a:lnTo>
                  <a:pt x="262392" y="0"/>
                </a:lnTo>
                <a:lnTo>
                  <a:pt x="262392" y="24599"/>
                </a:lnTo>
                <a:moveTo>
                  <a:pt x="213194" y="24599"/>
                </a:moveTo>
                <a:lnTo>
                  <a:pt x="188594" y="24599"/>
                </a:lnTo>
                <a:lnTo>
                  <a:pt x="188594" y="0"/>
                </a:lnTo>
                <a:lnTo>
                  <a:pt x="213194" y="0"/>
                </a:lnTo>
                <a:lnTo>
                  <a:pt x="213194" y="24599"/>
                </a:lnTo>
                <a:moveTo>
                  <a:pt x="168095" y="24599"/>
                </a:moveTo>
                <a:lnTo>
                  <a:pt x="143496" y="24599"/>
                </a:lnTo>
                <a:lnTo>
                  <a:pt x="143496" y="0"/>
                </a:lnTo>
                <a:lnTo>
                  <a:pt x="168095" y="0"/>
                </a:lnTo>
                <a:lnTo>
                  <a:pt x="168095" y="24599"/>
                </a:lnTo>
                <a:moveTo>
                  <a:pt x="118897" y="24599"/>
                </a:moveTo>
                <a:lnTo>
                  <a:pt x="94297" y="24599"/>
                </a:lnTo>
                <a:lnTo>
                  <a:pt x="94297" y="0"/>
                </a:lnTo>
                <a:lnTo>
                  <a:pt x="118897" y="0"/>
                </a:lnTo>
                <a:lnTo>
                  <a:pt x="118897" y="24599"/>
                </a:lnTo>
                <a:moveTo>
                  <a:pt x="69698" y="24599"/>
                </a:moveTo>
                <a:lnTo>
                  <a:pt x="45098" y="24599"/>
                </a:lnTo>
                <a:lnTo>
                  <a:pt x="45098" y="0"/>
                </a:lnTo>
                <a:lnTo>
                  <a:pt x="69698" y="0"/>
                </a:lnTo>
                <a:lnTo>
                  <a:pt x="69698" y="24599"/>
                </a:lnTo>
                <a:moveTo>
                  <a:pt x="24599" y="24599"/>
                </a:moveTo>
                <a:lnTo>
                  <a:pt x="0" y="24599"/>
                </a:ln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df-path-162">
            <a:extLst xmlns:a="http://schemas.openxmlformats.org/drawingml/2006/main">
              <a:ext uri="{FF2B5EF4-FFF2-40B4-BE49-F238E27FC236}">
                <a16:creationId xmlns:a16="http://schemas.microsoft.com/office/drawing/2014/main" id="{ABAB4B0C-8C7D-4BD7-8923-382C741C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3306" y="10082159"/>
            <a:ext cx="836376" cy="24599"/>
          </a:xfrm>
          <a:custGeom xmlns:a="http://schemas.openxmlformats.org/drawingml/2006/main">
            <a:pathLst>
              <a:path w="836376" h="24599">
                <a:moveTo>
                  <a:pt x="836376" y="24599"/>
                </a:moveTo>
                <a:lnTo>
                  <a:pt x="811777" y="24599"/>
                </a:lnTo>
                <a:lnTo>
                  <a:pt x="811777" y="0"/>
                </a:lnTo>
                <a:lnTo>
                  <a:pt x="836376" y="0"/>
                </a:lnTo>
                <a:lnTo>
                  <a:pt x="836376" y="24599"/>
                </a:lnTo>
                <a:moveTo>
                  <a:pt x="787177" y="24599"/>
                </a:moveTo>
                <a:lnTo>
                  <a:pt x="766678" y="24599"/>
                </a:lnTo>
                <a:lnTo>
                  <a:pt x="766678" y="0"/>
                </a:lnTo>
                <a:lnTo>
                  <a:pt x="787177" y="0"/>
                </a:lnTo>
                <a:lnTo>
                  <a:pt x="787177" y="24599"/>
                </a:lnTo>
                <a:moveTo>
                  <a:pt x="742079" y="24599"/>
                </a:moveTo>
                <a:lnTo>
                  <a:pt x="717479" y="24599"/>
                </a:lnTo>
                <a:lnTo>
                  <a:pt x="717479" y="0"/>
                </a:lnTo>
                <a:lnTo>
                  <a:pt x="742079" y="0"/>
                </a:lnTo>
                <a:lnTo>
                  <a:pt x="742079" y="24599"/>
                </a:lnTo>
                <a:moveTo>
                  <a:pt x="692880" y="24599"/>
                </a:moveTo>
                <a:lnTo>
                  <a:pt x="668281" y="24599"/>
                </a:lnTo>
                <a:lnTo>
                  <a:pt x="668281" y="0"/>
                </a:lnTo>
                <a:lnTo>
                  <a:pt x="692880" y="0"/>
                </a:lnTo>
                <a:lnTo>
                  <a:pt x="692880" y="24599"/>
                </a:lnTo>
                <a:moveTo>
                  <a:pt x="643681" y="24599"/>
                </a:moveTo>
                <a:lnTo>
                  <a:pt x="623182" y="24599"/>
                </a:lnTo>
                <a:lnTo>
                  <a:pt x="623182" y="0"/>
                </a:lnTo>
                <a:lnTo>
                  <a:pt x="643681" y="0"/>
                </a:lnTo>
                <a:lnTo>
                  <a:pt x="643681" y="24599"/>
                </a:lnTo>
                <a:moveTo>
                  <a:pt x="598583" y="24599"/>
                </a:moveTo>
                <a:lnTo>
                  <a:pt x="573984" y="24599"/>
                </a:lnTo>
                <a:lnTo>
                  <a:pt x="573984" y="0"/>
                </a:lnTo>
                <a:lnTo>
                  <a:pt x="598583" y="0"/>
                </a:lnTo>
                <a:lnTo>
                  <a:pt x="598583" y="24599"/>
                </a:lnTo>
                <a:moveTo>
                  <a:pt x="549384" y="24599"/>
                </a:moveTo>
                <a:lnTo>
                  <a:pt x="524785" y="24599"/>
                </a:lnTo>
                <a:lnTo>
                  <a:pt x="524785" y="0"/>
                </a:lnTo>
                <a:lnTo>
                  <a:pt x="549384" y="0"/>
                </a:lnTo>
                <a:lnTo>
                  <a:pt x="549384" y="24599"/>
                </a:lnTo>
                <a:moveTo>
                  <a:pt x="500185" y="24599"/>
                </a:moveTo>
                <a:lnTo>
                  <a:pt x="479686" y="24599"/>
                </a:lnTo>
                <a:lnTo>
                  <a:pt x="479686" y="0"/>
                </a:lnTo>
                <a:lnTo>
                  <a:pt x="500185" y="0"/>
                </a:lnTo>
                <a:lnTo>
                  <a:pt x="500185" y="24599"/>
                </a:lnTo>
                <a:moveTo>
                  <a:pt x="455087" y="24599"/>
                </a:moveTo>
                <a:lnTo>
                  <a:pt x="430488" y="24599"/>
                </a:lnTo>
                <a:lnTo>
                  <a:pt x="430488" y="0"/>
                </a:lnTo>
                <a:lnTo>
                  <a:pt x="455087" y="0"/>
                </a:lnTo>
                <a:lnTo>
                  <a:pt x="455087" y="24599"/>
                </a:lnTo>
                <a:moveTo>
                  <a:pt x="405888" y="24599"/>
                </a:moveTo>
                <a:lnTo>
                  <a:pt x="381289" y="24599"/>
                </a:lnTo>
                <a:lnTo>
                  <a:pt x="381289" y="0"/>
                </a:lnTo>
                <a:lnTo>
                  <a:pt x="405888" y="0"/>
                </a:lnTo>
                <a:lnTo>
                  <a:pt x="405888" y="24599"/>
                </a:lnTo>
                <a:moveTo>
                  <a:pt x="360790" y="24599"/>
                </a:moveTo>
                <a:lnTo>
                  <a:pt x="336191" y="24599"/>
                </a:lnTo>
                <a:lnTo>
                  <a:pt x="336191" y="0"/>
                </a:lnTo>
                <a:lnTo>
                  <a:pt x="360790" y="0"/>
                </a:lnTo>
                <a:lnTo>
                  <a:pt x="360790" y="24599"/>
                </a:lnTo>
                <a:moveTo>
                  <a:pt x="311591" y="24599"/>
                </a:moveTo>
                <a:lnTo>
                  <a:pt x="286992" y="24599"/>
                </a:lnTo>
                <a:lnTo>
                  <a:pt x="286992" y="0"/>
                </a:lnTo>
                <a:lnTo>
                  <a:pt x="311591" y="0"/>
                </a:lnTo>
                <a:lnTo>
                  <a:pt x="311591" y="24599"/>
                </a:lnTo>
                <a:moveTo>
                  <a:pt x="262392" y="24599"/>
                </a:moveTo>
                <a:lnTo>
                  <a:pt x="237793" y="24599"/>
                </a:lnTo>
                <a:lnTo>
                  <a:pt x="237793" y="0"/>
                </a:lnTo>
                <a:lnTo>
                  <a:pt x="262392" y="0"/>
                </a:lnTo>
                <a:lnTo>
                  <a:pt x="262392" y="24599"/>
                </a:lnTo>
                <a:moveTo>
                  <a:pt x="217294" y="24599"/>
                </a:moveTo>
                <a:lnTo>
                  <a:pt x="192695" y="24599"/>
                </a:lnTo>
                <a:lnTo>
                  <a:pt x="192695" y="0"/>
                </a:lnTo>
                <a:lnTo>
                  <a:pt x="217294" y="0"/>
                </a:lnTo>
                <a:lnTo>
                  <a:pt x="217294" y="24599"/>
                </a:lnTo>
                <a:moveTo>
                  <a:pt x="168095" y="24599"/>
                </a:moveTo>
                <a:lnTo>
                  <a:pt x="143496" y="24599"/>
                </a:lnTo>
                <a:lnTo>
                  <a:pt x="143496" y="0"/>
                </a:lnTo>
                <a:lnTo>
                  <a:pt x="168095" y="0"/>
                </a:lnTo>
                <a:lnTo>
                  <a:pt x="168095" y="24599"/>
                </a:lnTo>
                <a:moveTo>
                  <a:pt x="118897" y="24599"/>
                </a:moveTo>
                <a:lnTo>
                  <a:pt x="94297" y="24599"/>
                </a:lnTo>
                <a:lnTo>
                  <a:pt x="94297" y="0"/>
                </a:lnTo>
                <a:lnTo>
                  <a:pt x="118897" y="0"/>
                </a:lnTo>
                <a:lnTo>
                  <a:pt x="118897" y="24599"/>
                </a:lnTo>
                <a:moveTo>
                  <a:pt x="73797" y="24599"/>
                </a:moveTo>
                <a:lnTo>
                  <a:pt x="49199" y="24599"/>
                </a:lnTo>
                <a:lnTo>
                  <a:pt x="49199" y="0"/>
                </a:lnTo>
                <a:lnTo>
                  <a:pt x="73797" y="0"/>
                </a:lnTo>
                <a:lnTo>
                  <a:pt x="73797" y="24599"/>
                </a:lnTo>
                <a:moveTo>
                  <a:pt x="24599" y="24599"/>
                </a:moveTo>
                <a:lnTo>
                  <a:pt x="0" y="24599"/>
                </a:ln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88ADE9ED-95B2-40E8-9320-A6E77E7A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9320" y="10082159"/>
            <a:ext cx="549384" cy="24599"/>
          </a:xfrm>
          <a:custGeom xmlns:a="http://schemas.openxmlformats.org/drawingml/2006/main">
            <a:pathLst>
              <a:path w="549384" h="24599">
                <a:moveTo>
                  <a:pt x="549384" y="24599"/>
                </a:moveTo>
                <a:lnTo>
                  <a:pt x="524785" y="24599"/>
                </a:lnTo>
                <a:lnTo>
                  <a:pt x="524785" y="0"/>
                </a:lnTo>
                <a:lnTo>
                  <a:pt x="549384" y="0"/>
                </a:lnTo>
                <a:lnTo>
                  <a:pt x="549384" y="24599"/>
                </a:lnTo>
                <a:moveTo>
                  <a:pt x="504286" y="24599"/>
                </a:moveTo>
                <a:lnTo>
                  <a:pt x="479686" y="24599"/>
                </a:lnTo>
                <a:lnTo>
                  <a:pt x="479686" y="0"/>
                </a:lnTo>
                <a:lnTo>
                  <a:pt x="504286" y="0"/>
                </a:lnTo>
                <a:lnTo>
                  <a:pt x="504286" y="24599"/>
                </a:lnTo>
                <a:moveTo>
                  <a:pt x="455087" y="24599"/>
                </a:moveTo>
                <a:lnTo>
                  <a:pt x="430488" y="24599"/>
                </a:lnTo>
                <a:lnTo>
                  <a:pt x="430488" y="0"/>
                </a:lnTo>
                <a:lnTo>
                  <a:pt x="455087" y="0"/>
                </a:lnTo>
                <a:lnTo>
                  <a:pt x="455087" y="24599"/>
                </a:lnTo>
                <a:moveTo>
                  <a:pt x="405888" y="24599"/>
                </a:moveTo>
                <a:lnTo>
                  <a:pt x="385389" y="24599"/>
                </a:lnTo>
                <a:lnTo>
                  <a:pt x="385389" y="0"/>
                </a:lnTo>
                <a:lnTo>
                  <a:pt x="405888" y="0"/>
                </a:lnTo>
                <a:lnTo>
                  <a:pt x="405888" y="24599"/>
                </a:lnTo>
                <a:moveTo>
                  <a:pt x="360790" y="24599"/>
                </a:moveTo>
                <a:lnTo>
                  <a:pt x="336191" y="24599"/>
                </a:lnTo>
                <a:lnTo>
                  <a:pt x="336191" y="0"/>
                </a:lnTo>
                <a:lnTo>
                  <a:pt x="360790" y="0"/>
                </a:lnTo>
                <a:lnTo>
                  <a:pt x="360790" y="24599"/>
                </a:lnTo>
                <a:moveTo>
                  <a:pt x="311591" y="24599"/>
                </a:moveTo>
                <a:lnTo>
                  <a:pt x="286992" y="24599"/>
                </a:lnTo>
                <a:lnTo>
                  <a:pt x="286992" y="0"/>
                </a:lnTo>
                <a:lnTo>
                  <a:pt x="311591" y="0"/>
                </a:lnTo>
                <a:lnTo>
                  <a:pt x="311591" y="24599"/>
                </a:lnTo>
                <a:moveTo>
                  <a:pt x="262392" y="24599"/>
                </a:moveTo>
                <a:lnTo>
                  <a:pt x="241893" y="24599"/>
                </a:lnTo>
                <a:lnTo>
                  <a:pt x="241893" y="0"/>
                </a:lnTo>
                <a:lnTo>
                  <a:pt x="262392" y="0"/>
                </a:lnTo>
                <a:lnTo>
                  <a:pt x="262392" y="24599"/>
                </a:lnTo>
                <a:moveTo>
                  <a:pt x="217294" y="24599"/>
                </a:moveTo>
                <a:lnTo>
                  <a:pt x="192695" y="24599"/>
                </a:lnTo>
                <a:lnTo>
                  <a:pt x="192695" y="0"/>
                </a:lnTo>
                <a:lnTo>
                  <a:pt x="217294" y="0"/>
                </a:lnTo>
                <a:lnTo>
                  <a:pt x="217294" y="24599"/>
                </a:lnTo>
                <a:moveTo>
                  <a:pt x="168095" y="24599"/>
                </a:moveTo>
                <a:lnTo>
                  <a:pt x="143496" y="24599"/>
                </a:lnTo>
                <a:lnTo>
                  <a:pt x="143496" y="0"/>
                </a:lnTo>
                <a:lnTo>
                  <a:pt x="168095" y="0"/>
                </a:lnTo>
                <a:lnTo>
                  <a:pt x="168095" y="24599"/>
                </a:lnTo>
                <a:moveTo>
                  <a:pt x="118897" y="24599"/>
                </a:moveTo>
                <a:lnTo>
                  <a:pt x="98397" y="24599"/>
                </a:lnTo>
                <a:lnTo>
                  <a:pt x="98397" y="0"/>
                </a:lnTo>
                <a:lnTo>
                  <a:pt x="118897" y="0"/>
                </a:lnTo>
                <a:lnTo>
                  <a:pt x="118897" y="24599"/>
                </a:lnTo>
                <a:moveTo>
                  <a:pt x="73798" y="24599"/>
                </a:moveTo>
                <a:lnTo>
                  <a:pt x="49199" y="24599"/>
                </a:lnTo>
                <a:lnTo>
                  <a:pt x="49199" y="0"/>
                </a:lnTo>
                <a:lnTo>
                  <a:pt x="73798" y="0"/>
                </a:lnTo>
                <a:lnTo>
                  <a:pt x="73798" y="24599"/>
                </a:lnTo>
                <a:moveTo>
                  <a:pt x="24599" y="24599"/>
                </a:moveTo>
                <a:lnTo>
                  <a:pt x="0" y="24599"/>
                </a:ln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df-path-164">
            <a:extLst xmlns:a="http://schemas.openxmlformats.org/drawingml/2006/main">
              <a:ext uri="{FF2B5EF4-FFF2-40B4-BE49-F238E27FC236}">
                <a16:creationId xmlns:a16="http://schemas.microsoft.com/office/drawing/2014/main" id="{CEC82B95-63F5-4FF5-A4BE-86F864D2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9437" y="10082159"/>
            <a:ext cx="549384" cy="24599"/>
          </a:xfrm>
          <a:custGeom xmlns:a="http://schemas.openxmlformats.org/drawingml/2006/main">
            <a:pathLst>
              <a:path w="549384" h="24599">
                <a:moveTo>
                  <a:pt x="549384" y="24599"/>
                </a:moveTo>
                <a:lnTo>
                  <a:pt x="524785" y="24599"/>
                </a:lnTo>
                <a:lnTo>
                  <a:pt x="524785" y="0"/>
                </a:lnTo>
                <a:lnTo>
                  <a:pt x="549384" y="0"/>
                </a:lnTo>
                <a:lnTo>
                  <a:pt x="549384" y="24599"/>
                </a:lnTo>
                <a:moveTo>
                  <a:pt x="500185" y="24599"/>
                </a:moveTo>
                <a:lnTo>
                  <a:pt x="475586" y="24599"/>
                </a:lnTo>
                <a:lnTo>
                  <a:pt x="475586" y="0"/>
                </a:lnTo>
                <a:lnTo>
                  <a:pt x="500185" y="0"/>
                </a:lnTo>
                <a:lnTo>
                  <a:pt x="500185" y="24599"/>
                </a:lnTo>
                <a:moveTo>
                  <a:pt x="450987" y="24599"/>
                </a:moveTo>
                <a:lnTo>
                  <a:pt x="426387" y="24599"/>
                </a:lnTo>
                <a:lnTo>
                  <a:pt x="426387" y="0"/>
                </a:lnTo>
                <a:lnTo>
                  <a:pt x="450987" y="0"/>
                </a:lnTo>
                <a:lnTo>
                  <a:pt x="450987" y="24599"/>
                </a:lnTo>
                <a:moveTo>
                  <a:pt x="405888" y="24599"/>
                </a:moveTo>
                <a:lnTo>
                  <a:pt x="381289" y="24599"/>
                </a:lnTo>
                <a:lnTo>
                  <a:pt x="381289" y="0"/>
                </a:lnTo>
                <a:lnTo>
                  <a:pt x="405888" y="0"/>
                </a:lnTo>
                <a:lnTo>
                  <a:pt x="405888" y="24599"/>
                </a:lnTo>
                <a:moveTo>
                  <a:pt x="356690" y="24599"/>
                </a:moveTo>
                <a:lnTo>
                  <a:pt x="332090" y="24599"/>
                </a:lnTo>
                <a:lnTo>
                  <a:pt x="332090" y="0"/>
                </a:lnTo>
                <a:lnTo>
                  <a:pt x="356690" y="0"/>
                </a:lnTo>
                <a:lnTo>
                  <a:pt x="356690" y="24599"/>
                </a:lnTo>
                <a:moveTo>
                  <a:pt x="307491" y="24599"/>
                </a:moveTo>
                <a:lnTo>
                  <a:pt x="282891" y="24599"/>
                </a:lnTo>
                <a:lnTo>
                  <a:pt x="282891" y="0"/>
                </a:lnTo>
                <a:lnTo>
                  <a:pt x="307491" y="0"/>
                </a:lnTo>
                <a:lnTo>
                  <a:pt x="307491" y="24599"/>
                </a:lnTo>
                <a:moveTo>
                  <a:pt x="262392" y="24599"/>
                </a:moveTo>
                <a:lnTo>
                  <a:pt x="237793" y="24599"/>
                </a:lnTo>
                <a:lnTo>
                  <a:pt x="237793" y="0"/>
                </a:lnTo>
                <a:lnTo>
                  <a:pt x="262392" y="0"/>
                </a:lnTo>
                <a:lnTo>
                  <a:pt x="262392" y="24599"/>
                </a:lnTo>
                <a:moveTo>
                  <a:pt x="213194" y="24599"/>
                </a:moveTo>
                <a:lnTo>
                  <a:pt x="188594" y="24599"/>
                </a:lnTo>
                <a:lnTo>
                  <a:pt x="188594" y="0"/>
                </a:lnTo>
                <a:lnTo>
                  <a:pt x="213194" y="0"/>
                </a:lnTo>
                <a:lnTo>
                  <a:pt x="213194" y="24599"/>
                </a:lnTo>
                <a:moveTo>
                  <a:pt x="163995" y="24599"/>
                </a:moveTo>
                <a:lnTo>
                  <a:pt x="139396" y="24599"/>
                </a:lnTo>
                <a:lnTo>
                  <a:pt x="139396" y="0"/>
                </a:lnTo>
                <a:lnTo>
                  <a:pt x="163995" y="0"/>
                </a:lnTo>
                <a:lnTo>
                  <a:pt x="163995" y="24599"/>
                </a:lnTo>
                <a:moveTo>
                  <a:pt x="118897" y="24599"/>
                </a:moveTo>
                <a:lnTo>
                  <a:pt x="94297" y="24599"/>
                </a:lnTo>
                <a:lnTo>
                  <a:pt x="94297" y="0"/>
                </a:lnTo>
                <a:lnTo>
                  <a:pt x="118897" y="0"/>
                </a:lnTo>
                <a:lnTo>
                  <a:pt x="118897" y="24599"/>
                </a:lnTo>
                <a:moveTo>
                  <a:pt x="69698" y="24599"/>
                </a:moveTo>
                <a:lnTo>
                  <a:pt x="45098" y="24599"/>
                </a:lnTo>
                <a:lnTo>
                  <a:pt x="45098" y="0"/>
                </a:lnTo>
                <a:lnTo>
                  <a:pt x="69698" y="0"/>
                </a:lnTo>
                <a:lnTo>
                  <a:pt x="69698" y="24599"/>
                </a:lnTo>
                <a:moveTo>
                  <a:pt x="20499" y="24599"/>
                </a:moveTo>
                <a:lnTo>
                  <a:pt x="0" y="24599"/>
                </a:lnTo>
                <a:lnTo>
                  <a:pt x="0" y="0"/>
                </a:lnTo>
                <a:lnTo>
                  <a:pt x="20499" y="0"/>
                </a:lnTo>
                <a:lnTo>
                  <a:pt x="20499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325E8E25-5ADC-4600-8964-DA564974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5454" y="10082159"/>
            <a:ext cx="549384" cy="24599"/>
          </a:xfrm>
          <a:custGeom xmlns:a="http://schemas.openxmlformats.org/drawingml/2006/main">
            <a:pathLst>
              <a:path w="549384" h="24599">
                <a:moveTo>
                  <a:pt x="549384" y="24599"/>
                </a:moveTo>
                <a:lnTo>
                  <a:pt x="524785" y="24599"/>
                </a:lnTo>
                <a:lnTo>
                  <a:pt x="524785" y="0"/>
                </a:lnTo>
                <a:lnTo>
                  <a:pt x="549384" y="0"/>
                </a:lnTo>
                <a:lnTo>
                  <a:pt x="549384" y="24599"/>
                </a:lnTo>
                <a:moveTo>
                  <a:pt x="500185" y="24599"/>
                </a:moveTo>
                <a:lnTo>
                  <a:pt x="475586" y="24599"/>
                </a:lnTo>
                <a:lnTo>
                  <a:pt x="475586" y="0"/>
                </a:lnTo>
                <a:lnTo>
                  <a:pt x="500185" y="0"/>
                </a:lnTo>
                <a:lnTo>
                  <a:pt x="500185" y="24599"/>
                </a:lnTo>
                <a:moveTo>
                  <a:pt x="450987" y="24599"/>
                </a:moveTo>
                <a:lnTo>
                  <a:pt x="430488" y="24599"/>
                </a:lnTo>
                <a:lnTo>
                  <a:pt x="430488" y="0"/>
                </a:lnTo>
                <a:lnTo>
                  <a:pt x="450987" y="0"/>
                </a:lnTo>
                <a:lnTo>
                  <a:pt x="450987" y="24599"/>
                </a:lnTo>
                <a:moveTo>
                  <a:pt x="405888" y="24599"/>
                </a:moveTo>
                <a:lnTo>
                  <a:pt x="381289" y="24599"/>
                </a:lnTo>
                <a:lnTo>
                  <a:pt x="381289" y="0"/>
                </a:lnTo>
                <a:lnTo>
                  <a:pt x="405888" y="0"/>
                </a:lnTo>
                <a:lnTo>
                  <a:pt x="405888" y="24599"/>
                </a:lnTo>
                <a:moveTo>
                  <a:pt x="356690" y="24599"/>
                </a:moveTo>
                <a:lnTo>
                  <a:pt x="332090" y="24599"/>
                </a:lnTo>
                <a:lnTo>
                  <a:pt x="332090" y="0"/>
                </a:lnTo>
                <a:lnTo>
                  <a:pt x="356690" y="0"/>
                </a:lnTo>
                <a:lnTo>
                  <a:pt x="356690" y="24599"/>
                </a:lnTo>
                <a:moveTo>
                  <a:pt x="307491" y="24599"/>
                </a:moveTo>
                <a:lnTo>
                  <a:pt x="286992" y="24599"/>
                </a:lnTo>
                <a:lnTo>
                  <a:pt x="286992" y="0"/>
                </a:lnTo>
                <a:lnTo>
                  <a:pt x="307491" y="0"/>
                </a:lnTo>
                <a:lnTo>
                  <a:pt x="307491" y="24599"/>
                </a:lnTo>
                <a:moveTo>
                  <a:pt x="262392" y="24599"/>
                </a:moveTo>
                <a:lnTo>
                  <a:pt x="237793" y="24599"/>
                </a:lnTo>
                <a:lnTo>
                  <a:pt x="237793" y="0"/>
                </a:lnTo>
                <a:lnTo>
                  <a:pt x="262392" y="0"/>
                </a:lnTo>
                <a:lnTo>
                  <a:pt x="262392" y="24599"/>
                </a:lnTo>
                <a:moveTo>
                  <a:pt x="213194" y="24599"/>
                </a:moveTo>
                <a:lnTo>
                  <a:pt x="188594" y="24599"/>
                </a:lnTo>
                <a:lnTo>
                  <a:pt x="188594" y="0"/>
                </a:lnTo>
                <a:lnTo>
                  <a:pt x="213194" y="0"/>
                </a:lnTo>
                <a:lnTo>
                  <a:pt x="213194" y="24599"/>
                </a:lnTo>
                <a:moveTo>
                  <a:pt x="168095" y="24599"/>
                </a:moveTo>
                <a:lnTo>
                  <a:pt x="143496" y="24599"/>
                </a:lnTo>
                <a:lnTo>
                  <a:pt x="143496" y="0"/>
                </a:lnTo>
                <a:lnTo>
                  <a:pt x="168095" y="0"/>
                </a:lnTo>
                <a:lnTo>
                  <a:pt x="168095" y="24599"/>
                </a:lnTo>
                <a:moveTo>
                  <a:pt x="118897" y="24599"/>
                </a:moveTo>
                <a:lnTo>
                  <a:pt x="94297" y="24599"/>
                </a:lnTo>
                <a:lnTo>
                  <a:pt x="94297" y="0"/>
                </a:lnTo>
                <a:lnTo>
                  <a:pt x="118897" y="0"/>
                </a:lnTo>
                <a:lnTo>
                  <a:pt x="118897" y="24599"/>
                </a:lnTo>
                <a:moveTo>
                  <a:pt x="69698" y="24599"/>
                </a:moveTo>
                <a:lnTo>
                  <a:pt x="45098" y="24599"/>
                </a:lnTo>
                <a:lnTo>
                  <a:pt x="45098" y="0"/>
                </a:lnTo>
                <a:lnTo>
                  <a:pt x="69698" y="0"/>
                </a:lnTo>
                <a:lnTo>
                  <a:pt x="69698" y="24599"/>
                </a:lnTo>
                <a:moveTo>
                  <a:pt x="24599" y="24599"/>
                </a:moveTo>
                <a:lnTo>
                  <a:pt x="0" y="24599"/>
                </a:ln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df-path-166">
            <a:extLst xmlns:a="http://schemas.openxmlformats.org/drawingml/2006/main">
              <a:ext uri="{FF2B5EF4-FFF2-40B4-BE49-F238E27FC236}">
                <a16:creationId xmlns:a16="http://schemas.microsoft.com/office/drawing/2014/main" id="{4601332F-4FEB-4A01-8374-A6B320D8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1470" y="10082159"/>
            <a:ext cx="549384" cy="24599"/>
          </a:xfrm>
          <a:custGeom xmlns:a="http://schemas.openxmlformats.org/drawingml/2006/main">
            <a:pathLst>
              <a:path w="549384" h="24599">
                <a:moveTo>
                  <a:pt x="549384" y="24599"/>
                </a:moveTo>
                <a:lnTo>
                  <a:pt x="524785" y="24599"/>
                </a:lnTo>
                <a:lnTo>
                  <a:pt x="524785" y="0"/>
                </a:lnTo>
                <a:lnTo>
                  <a:pt x="549384" y="0"/>
                </a:lnTo>
                <a:lnTo>
                  <a:pt x="549384" y="24599"/>
                </a:lnTo>
                <a:moveTo>
                  <a:pt x="500185" y="24599"/>
                </a:moveTo>
                <a:lnTo>
                  <a:pt x="475586" y="24599"/>
                </a:lnTo>
                <a:lnTo>
                  <a:pt x="475586" y="0"/>
                </a:lnTo>
                <a:lnTo>
                  <a:pt x="500185" y="0"/>
                </a:lnTo>
                <a:lnTo>
                  <a:pt x="500185" y="24599"/>
                </a:lnTo>
                <a:moveTo>
                  <a:pt x="455087" y="24599"/>
                </a:moveTo>
                <a:lnTo>
                  <a:pt x="430488" y="24599"/>
                </a:lnTo>
                <a:lnTo>
                  <a:pt x="430488" y="0"/>
                </a:lnTo>
                <a:lnTo>
                  <a:pt x="455087" y="0"/>
                </a:lnTo>
                <a:lnTo>
                  <a:pt x="455087" y="24599"/>
                </a:lnTo>
                <a:moveTo>
                  <a:pt x="405888" y="24599"/>
                </a:moveTo>
                <a:lnTo>
                  <a:pt x="381289" y="24599"/>
                </a:lnTo>
                <a:lnTo>
                  <a:pt x="381289" y="0"/>
                </a:lnTo>
                <a:lnTo>
                  <a:pt x="405888" y="0"/>
                </a:lnTo>
                <a:lnTo>
                  <a:pt x="405888" y="24599"/>
                </a:lnTo>
                <a:moveTo>
                  <a:pt x="356690" y="24599"/>
                </a:moveTo>
                <a:lnTo>
                  <a:pt x="332090" y="24599"/>
                </a:lnTo>
                <a:lnTo>
                  <a:pt x="332090" y="0"/>
                </a:lnTo>
                <a:lnTo>
                  <a:pt x="356690" y="0"/>
                </a:lnTo>
                <a:lnTo>
                  <a:pt x="356690" y="24599"/>
                </a:lnTo>
                <a:moveTo>
                  <a:pt x="311591" y="24599"/>
                </a:moveTo>
                <a:lnTo>
                  <a:pt x="286992" y="24599"/>
                </a:lnTo>
                <a:lnTo>
                  <a:pt x="286992" y="0"/>
                </a:lnTo>
                <a:lnTo>
                  <a:pt x="311591" y="0"/>
                </a:lnTo>
                <a:lnTo>
                  <a:pt x="311591" y="24599"/>
                </a:lnTo>
                <a:moveTo>
                  <a:pt x="262392" y="24599"/>
                </a:moveTo>
                <a:lnTo>
                  <a:pt x="237793" y="24599"/>
                </a:lnTo>
                <a:lnTo>
                  <a:pt x="237793" y="0"/>
                </a:lnTo>
                <a:lnTo>
                  <a:pt x="262392" y="0"/>
                </a:lnTo>
                <a:lnTo>
                  <a:pt x="262392" y="24599"/>
                </a:lnTo>
                <a:moveTo>
                  <a:pt x="213194" y="24599"/>
                </a:moveTo>
                <a:lnTo>
                  <a:pt x="192695" y="24599"/>
                </a:lnTo>
                <a:lnTo>
                  <a:pt x="192695" y="0"/>
                </a:lnTo>
                <a:lnTo>
                  <a:pt x="213194" y="0"/>
                </a:lnTo>
                <a:lnTo>
                  <a:pt x="213194" y="24599"/>
                </a:lnTo>
                <a:moveTo>
                  <a:pt x="168095" y="24599"/>
                </a:moveTo>
                <a:lnTo>
                  <a:pt x="143496" y="24599"/>
                </a:lnTo>
                <a:lnTo>
                  <a:pt x="143496" y="0"/>
                </a:lnTo>
                <a:lnTo>
                  <a:pt x="168095" y="0"/>
                </a:lnTo>
                <a:lnTo>
                  <a:pt x="168095" y="24599"/>
                </a:lnTo>
                <a:moveTo>
                  <a:pt x="118897" y="24599"/>
                </a:moveTo>
                <a:lnTo>
                  <a:pt x="94297" y="24599"/>
                </a:lnTo>
                <a:lnTo>
                  <a:pt x="94297" y="0"/>
                </a:lnTo>
                <a:lnTo>
                  <a:pt x="118897" y="0"/>
                </a:lnTo>
                <a:lnTo>
                  <a:pt x="118897" y="24599"/>
                </a:lnTo>
                <a:moveTo>
                  <a:pt x="69698" y="24599"/>
                </a:moveTo>
                <a:lnTo>
                  <a:pt x="49199" y="24599"/>
                </a:lnTo>
                <a:lnTo>
                  <a:pt x="49199" y="0"/>
                </a:lnTo>
                <a:lnTo>
                  <a:pt x="69698" y="0"/>
                </a:lnTo>
                <a:lnTo>
                  <a:pt x="69698" y="24599"/>
                </a:lnTo>
                <a:moveTo>
                  <a:pt x="24599" y="24599"/>
                </a:moveTo>
                <a:lnTo>
                  <a:pt x="0" y="24599"/>
                </a:ln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df-path-167">
            <a:extLst xmlns:a="http://schemas.openxmlformats.org/drawingml/2006/main">
              <a:ext uri="{FF2B5EF4-FFF2-40B4-BE49-F238E27FC236}">
                <a16:creationId xmlns:a16="http://schemas.microsoft.com/office/drawing/2014/main" id="{03F52EB5-A2DB-4A78-B62D-9BD59CE1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7486" y="10082159"/>
            <a:ext cx="549384" cy="24599"/>
          </a:xfrm>
          <a:custGeom xmlns:a="http://schemas.openxmlformats.org/drawingml/2006/main">
            <a:pathLst>
              <a:path w="549384" h="24599">
                <a:moveTo>
                  <a:pt x="549384" y="24599"/>
                </a:moveTo>
                <a:lnTo>
                  <a:pt x="524785" y="24599"/>
                </a:lnTo>
                <a:lnTo>
                  <a:pt x="524785" y="0"/>
                </a:lnTo>
                <a:lnTo>
                  <a:pt x="549384" y="0"/>
                </a:lnTo>
                <a:lnTo>
                  <a:pt x="549384" y="24599"/>
                </a:lnTo>
                <a:moveTo>
                  <a:pt x="500185" y="24599"/>
                </a:moveTo>
                <a:lnTo>
                  <a:pt x="479686" y="24599"/>
                </a:lnTo>
                <a:lnTo>
                  <a:pt x="479686" y="0"/>
                </a:lnTo>
                <a:lnTo>
                  <a:pt x="500185" y="0"/>
                </a:lnTo>
                <a:lnTo>
                  <a:pt x="500185" y="24599"/>
                </a:lnTo>
                <a:moveTo>
                  <a:pt x="455087" y="24599"/>
                </a:moveTo>
                <a:lnTo>
                  <a:pt x="430488" y="24599"/>
                </a:lnTo>
                <a:lnTo>
                  <a:pt x="430488" y="0"/>
                </a:lnTo>
                <a:lnTo>
                  <a:pt x="455087" y="0"/>
                </a:lnTo>
                <a:lnTo>
                  <a:pt x="455087" y="24599"/>
                </a:lnTo>
                <a:moveTo>
                  <a:pt x="405888" y="24599"/>
                </a:moveTo>
                <a:lnTo>
                  <a:pt x="381289" y="24599"/>
                </a:lnTo>
                <a:lnTo>
                  <a:pt x="381289" y="0"/>
                </a:lnTo>
                <a:lnTo>
                  <a:pt x="405888" y="0"/>
                </a:lnTo>
                <a:lnTo>
                  <a:pt x="405888" y="24599"/>
                </a:lnTo>
                <a:moveTo>
                  <a:pt x="360790" y="24599"/>
                </a:moveTo>
                <a:lnTo>
                  <a:pt x="336191" y="24599"/>
                </a:lnTo>
                <a:lnTo>
                  <a:pt x="336191" y="0"/>
                </a:lnTo>
                <a:lnTo>
                  <a:pt x="360790" y="0"/>
                </a:lnTo>
                <a:lnTo>
                  <a:pt x="360790" y="24599"/>
                </a:lnTo>
                <a:moveTo>
                  <a:pt x="311591" y="24599"/>
                </a:moveTo>
                <a:lnTo>
                  <a:pt x="286992" y="24599"/>
                </a:lnTo>
                <a:lnTo>
                  <a:pt x="286992" y="0"/>
                </a:lnTo>
                <a:lnTo>
                  <a:pt x="311591" y="0"/>
                </a:lnTo>
                <a:lnTo>
                  <a:pt x="311591" y="24599"/>
                </a:lnTo>
                <a:moveTo>
                  <a:pt x="262392" y="24599"/>
                </a:moveTo>
                <a:lnTo>
                  <a:pt x="237793" y="24599"/>
                </a:lnTo>
                <a:lnTo>
                  <a:pt x="237793" y="0"/>
                </a:lnTo>
                <a:lnTo>
                  <a:pt x="262392" y="0"/>
                </a:lnTo>
                <a:lnTo>
                  <a:pt x="262392" y="24599"/>
                </a:lnTo>
                <a:moveTo>
                  <a:pt x="217294" y="24599"/>
                </a:moveTo>
                <a:lnTo>
                  <a:pt x="192695" y="24599"/>
                </a:lnTo>
                <a:lnTo>
                  <a:pt x="192695" y="0"/>
                </a:lnTo>
                <a:lnTo>
                  <a:pt x="217294" y="0"/>
                </a:lnTo>
                <a:lnTo>
                  <a:pt x="217294" y="24599"/>
                </a:lnTo>
                <a:moveTo>
                  <a:pt x="168095" y="24599"/>
                </a:moveTo>
                <a:lnTo>
                  <a:pt x="143496" y="24599"/>
                </a:lnTo>
                <a:lnTo>
                  <a:pt x="143496" y="0"/>
                </a:lnTo>
                <a:lnTo>
                  <a:pt x="168095" y="0"/>
                </a:lnTo>
                <a:lnTo>
                  <a:pt x="168095" y="24599"/>
                </a:lnTo>
                <a:moveTo>
                  <a:pt x="118897" y="24599"/>
                </a:moveTo>
                <a:lnTo>
                  <a:pt x="94297" y="24599"/>
                </a:lnTo>
                <a:lnTo>
                  <a:pt x="94297" y="0"/>
                </a:lnTo>
                <a:lnTo>
                  <a:pt x="118897" y="0"/>
                </a:lnTo>
                <a:lnTo>
                  <a:pt x="118897" y="24599"/>
                </a:lnTo>
                <a:moveTo>
                  <a:pt x="73798" y="24599"/>
                </a:moveTo>
                <a:lnTo>
                  <a:pt x="49199" y="24599"/>
                </a:lnTo>
                <a:lnTo>
                  <a:pt x="49199" y="0"/>
                </a:lnTo>
                <a:lnTo>
                  <a:pt x="73798" y="0"/>
                </a:lnTo>
                <a:lnTo>
                  <a:pt x="73798" y="24599"/>
                </a:lnTo>
                <a:moveTo>
                  <a:pt x="24599" y="24599"/>
                </a:moveTo>
                <a:lnTo>
                  <a:pt x="0" y="24599"/>
                </a:ln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df-path-168">
            <a:extLst xmlns:a="http://schemas.openxmlformats.org/drawingml/2006/main">
              <a:ext uri="{FF2B5EF4-FFF2-40B4-BE49-F238E27FC236}">
                <a16:creationId xmlns:a16="http://schemas.microsoft.com/office/drawing/2014/main" id="{DEF18343-4AB2-4721-A9CF-8039EE07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503" y="10082159"/>
            <a:ext cx="549384" cy="24599"/>
          </a:xfrm>
          <a:custGeom xmlns:a="http://schemas.openxmlformats.org/drawingml/2006/main">
            <a:pathLst>
              <a:path w="549384" h="24599">
                <a:moveTo>
                  <a:pt x="549384" y="24599"/>
                </a:moveTo>
                <a:lnTo>
                  <a:pt x="524785" y="24599"/>
                </a:lnTo>
                <a:lnTo>
                  <a:pt x="524785" y="0"/>
                </a:lnTo>
                <a:lnTo>
                  <a:pt x="549384" y="0"/>
                </a:lnTo>
                <a:lnTo>
                  <a:pt x="549384" y="24599"/>
                </a:lnTo>
                <a:moveTo>
                  <a:pt x="504286" y="24599"/>
                </a:moveTo>
                <a:lnTo>
                  <a:pt x="479686" y="24599"/>
                </a:lnTo>
                <a:lnTo>
                  <a:pt x="479686" y="0"/>
                </a:lnTo>
                <a:lnTo>
                  <a:pt x="504286" y="0"/>
                </a:lnTo>
                <a:lnTo>
                  <a:pt x="504286" y="24599"/>
                </a:lnTo>
                <a:moveTo>
                  <a:pt x="455087" y="24599"/>
                </a:moveTo>
                <a:lnTo>
                  <a:pt x="430488" y="24599"/>
                </a:lnTo>
                <a:lnTo>
                  <a:pt x="430488" y="0"/>
                </a:lnTo>
                <a:lnTo>
                  <a:pt x="455087" y="0"/>
                </a:lnTo>
                <a:lnTo>
                  <a:pt x="455087" y="24599"/>
                </a:lnTo>
                <a:moveTo>
                  <a:pt x="405888" y="24599"/>
                </a:moveTo>
                <a:lnTo>
                  <a:pt x="385389" y="24599"/>
                </a:lnTo>
                <a:lnTo>
                  <a:pt x="385389" y="0"/>
                </a:lnTo>
                <a:lnTo>
                  <a:pt x="405888" y="0"/>
                </a:lnTo>
                <a:lnTo>
                  <a:pt x="405888" y="24599"/>
                </a:lnTo>
                <a:moveTo>
                  <a:pt x="360790" y="24599"/>
                </a:moveTo>
                <a:lnTo>
                  <a:pt x="336191" y="24599"/>
                </a:lnTo>
                <a:lnTo>
                  <a:pt x="336191" y="0"/>
                </a:lnTo>
                <a:lnTo>
                  <a:pt x="360790" y="0"/>
                </a:lnTo>
                <a:lnTo>
                  <a:pt x="360790" y="24599"/>
                </a:lnTo>
                <a:moveTo>
                  <a:pt x="311591" y="24599"/>
                </a:moveTo>
                <a:lnTo>
                  <a:pt x="286992" y="24599"/>
                </a:lnTo>
                <a:lnTo>
                  <a:pt x="286992" y="0"/>
                </a:lnTo>
                <a:lnTo>
                  <a:pt x="311591" y="0"/>
                </a:lnTo>
                <a:lnTo>
                  <a:pt x="311591" y="24599"/>
                </a:lnTo>
                <a:moveTo>
                  <a:pt x="262392" y="24599"/>
                </a:moveTo>
                <a:lnTo>
                  <a:pt x="241893" y="24599"/>
                </a:lnTo>
                <a:lnTo>
                  <a:pt x="241893" y="0"/>
                </a:lnTo>
                <a:lnTo>
                  <a:pt x="262392" y="0"/>
                </a:lnTo>
                <a:lnTo>
                  <a:pt x="262392" y="24599"/>
                </a:lnTo>
                <a:moveTo>
                  <a:pt x="217294" y="24599"/>
                </a:moveTo>
                <a:lnTo>
                  <a:pt x="192695" y="24599"/>
                </a:lnTo>
                <a:lnTo>
                  <a:pt x="192695" y="0"/>
                </a:lnTo>
                <a:lnTo>
                  <a:pt x="217294" y="0"/>
                </a:lnTo>
                <a:lnTo>
                  <a:pt x="217294" y="24599"/>
                </a:lnTo>
                <a:moveTo>
                  <a:pt x="168095" y="24599"/>
                </a:moveTo>
                <a:lnTo>
                  <a:pt x="143496" y="24599"/>
                </a:lnTo>
                <a:lnTo>
                  <a:pt x="143496" y="0"/>
                </a:lnTo>
                <a:lnTo>
                  <a:pt x="168095" y="0"/>
                </a:lnTo>
                <a:lnTo>
                  <a:pt x="168095" y="24599"/>
                </a:lnTo>
                <a:moveTo>
                  <a:pt x="118897" y="24599"/>
                </a:moveTo>
                <a:lnTo>
                  <a:pt x="98397" y="24599"/>
                </a:lnTo>
                <a:lnTo>
                  <a:pt x="98397" y="0"/>
                </a:lnTo>
                <a:lnTo>
                  <a:pt x="118897" y="0"/>
                </a:lnTo>
                <a:lnTo>
                  <a:pt x="118897" y="24599"/>
                </a:lnTo>
                <a:moveTo>
                  <a:pt x="73798" y="24599"/>
                </a:moveTo>
                <a:lnTo>
                  <a:pt x="49199" y="24599"/>
                </a:lnTo>
                <a:lnTo>
                  <a:pt x="49199" y="0"/>
                </a:lnTo>
                <a:lnTo>
                  <a:pt x="73798" y="0"/>
                </a:lnTo>
                <a:lnTo>
                  <a:pt x="73798" y="24599"/>
                </a:lnTo>
                <a:moveTo>
                  <a:pt x="24599" y="24599"/>
                </a:moveTo>
                <a:lnTo>
                  <a:pt x="0" y="24599"/>
                </a:lnTo>
                <a:lnTo>
                  <a:pt x="0" y="0"/>
                </a:lnTo>
                <a:lnTo>
                  <a:pt x="24599" y="0"/>
                </a:lnTo>
                <a:lnTo>
                  <a:pt x="24599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E03BAE7C-60E4-4285-9659-E840DFB5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618" y="10082159"/>
            <a:ext cx="549384" cy="24599"/>
          </a:xfrm>
          <a:custGeom xmlns:a="http://schemas.openxmlformats.org/drawingml/2006/main">
            <a:pathLst>
              <a:path w="549384" h="24599">
                <a:moveTo>
                  <a:pt x="549384" y="24599"/>
                </a:moveTo>
                <a:lnTo>
                  <a:pt x="524785" y="24599"/>
                </a:lnTo>
                <a:lnTo>
                  <a:pt x="524785" y="0"/>
                </a:lnTo>
                <a:lnTo>
                  <a:pt x="549384" y="0"/>
                </a:lnTo>
                <a:lnTo>
                  <a:pt x="549384" y="24599"/>
                </a:lnTo>
                <a:moveTo>
                  <a:pt x="500185" y="24599"/>
                </a:moveTo>
                <a:lnTo>
                  <a:pt x="475586" y="24599"/>
                </a:lnTo>
                <a:lnTo>
                  <a:pt x="475586" y="0"/>
                </a:lnTo>
                <a:lnTo>
                  <a:pt x="500185" y="0"/>
                </a:lnTo>
                <a:lnTo>
                  <a:pt x="500185" y="24599"/>
                </a:lnTo>
                <a:moveTo>
                  <a:pt x="450987" y="24599"/>
                </a:moveTo>
                <a:lnTo>
                  <a:pt x="426387" y="24599"/>
                </a:lnTo>
                <a:lnTo>
                  <a:pt x="426387" y="0"/>
                </a:lnTo>
                <a:lnTo>
                  <a:pt x="450987" y="0"/>
                </a:lnTo>
                <a:lnTo>
                  <a:pt x="450987" y="24599"/>
                </a:lnTo>
                <a:moveTo>
                  <a:pt x="405888" y="24599"/>
                </a:moveTo>
                <a:lnTo>
                  <a:pt x="381289" y="24599"/>
                </a:lnTo>
                <a:lnTo>
                  <a:pt x="381289" y="0"/>
                </a:lnTo>
                <a:lnTo>
                  <a:pt x="405888" y="0"/>
                </a:lnTo>
                <a:lnTo>
                  <a:pt x="405888" y="24599"/>
                </a:lnTo>
                <a:moveTo>
                  <a:pt x="356690" y="24599"/>
                </a:moveTo>
                <a:lnTo>
                  <a:pt x="332090" y="24599"/>
                </a:lnTo>
                <a:lnTo>
                  <a:pt x="332090" y="0"/>
                </a:lnTo>
                <a:lnTo>
                  <a:pt x="356690" y="0"/>
                </a:lnTo>
                <a:lnTo>
                  <a:pt x="356690" y="24599"/>
                </a:lnTo>
                <a:moveTo>
                  <a:pt x="307491" y="24599"/>
                </a:moveTo>
                <a:lnTo>
                  <a:pt x="282891" y="24599"/>
                </a:lnTo>
                <a:lnTo>
                  <a:pt x="282891" y="0"/>
                </a:lnTo>
                <a:lnTo>
                  <a:pt x="307491" y="0"/>
                </a:lnTo>
                <a:lnTo>
                  <a:pt x="307491" y="24599"/>
                </a:lnTo>
                <a:moveTo>
                  <a:pt x="262392" y="24599"/>
                </a:moveTo>
                <a:lnTo>
                  <a:pt x="237793" y="24599"/>
                </a:lnTo>
                <a:lnTo>
                  <a:pt x="237793" y="0"/>
                </a:lnTo>
                <a:lnTo>
                  <a:pt x="262392" y="0"/>
                </a:lnTo>
                <a:lnTo>
                  <a:pt x="262392" y="24599"/>
                </a:lnTo>
                <a:moveTo>
                  <a:pt x="213194" y="24599"/>
                </a:moveTo>
                <a:lnTo>
                  <a:pt x="188594" y="24599"/>
                </a:lnTo>
                <a:lnTo>
                  <a:pt x="188594" y="0"/>
                </a:lnTo>
                <a:lnTo>
                  <a:pt x="213194" y="0"/>
                </a:lnTo>
                <a:lnTo>
                  <a:pt x="213194" y="24599"/>
                </a:lnTo>
                <a:moveTo>
                  <a:pt x="163995" y="24599"/>
                </a:moveTo>
                <a:lnTo>
                  <a:pt x="139396" y="24599"/>
                </a:lnTo>
                <a:lnTo>
                  <a:pt x="139396" y="0"/>
                </a:lnTo>
                <a:lnTo>
                  <a:pt x="163995" y="0"/>
                </a:lnTo>
                <a:lnTo>
                  <a:pt x="163995" y="24599"/>
                </a:lnTo>
                <a:moveTo>
                  <a:pt x="118897" y="24599"/>
                </a:moveTo>
                <a:lnTo>
                  <a:pt x="94297" y="24599"/>
                </a:lnTo>
                <a:lnTo>
                  <a:pt x="94297" y="0"/>
                </a:lnTo>
                <a:lnTo>
                  <a:pt x="118897" y="0"/>
                </a:lnTo>
                <a:lnTo>
                  <a:pt x="118897" y="24599"/>
                </a:lnTo>
                <a:moveTo>
                  <a:pt x="69698" y="24599"/>
                </a:moveTo>
                <a:lnTo>
                  <a:pt x="45098" y="24599"/>
                </a:lnTo>
                <a:lnTo>
                  <a:pt x="45098" y="0"/>
                </a:lnTo>
                <a:lnTo>
                  <a:pt x="69698" y="0"/>
                </a:lnTo>
                <a:lnTo>
                  <a:pt x="69698" y="24599"/>
                </a:lnTo>
                <a:moveTo>
                  <a:pt x="20499" y="24599"/>
                </a:moveTo>
                <a:lnTo>
                  <a:pt x="0" y="24599"/>
                </a:lnTo>
                <a:lnTo>
                  <a:pt x="0" y="0"/>
                </a:lnTo>
                <a:lnTo>
                  <a:pt x="20499" y="0"/>
                </a:lnTo>
                <a:lnTo>
                  <a:pt x="20499" y="24599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df-path-170">
            <a:extLst xmlns:a="http://schemas.openxmlformats.org/drawingml/2006/main">
              <a:ext uri="{FF2B5EF4-FFF2-40B4-BE49-F238E27FC236}">
                <a16:creationId xmlns:a16="http://schemas.microsoft.com/office/drawing/2014/main" id="{119109EA-F686-44EC-B58B-1C656233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437" y="9909964"/>
            <a:ext cx="639582" cy="196794"/>
          </a:xfrm>
          <a:custGeom xmlns:a="http://schemas.openxmlformats.org/drawingml/2006/main">
            <a:pathLst>
              <a:path w="639582" h="196794">
                <a:moveTo>
                  <a:pt x="639582" y="196794"/>
                </a:moveTo>
                <a:lnTo>
                  <a:pt x="614983" y="196794"/>
                </a:lnTo>
                <a:lnTo>
                  <a:pt x="614983" y="172195"/>
                </a:lnTo>
                <a:lnTo>
                  <a:pt x="639582" y="172195"/>
                </a:lnTo>
                <a:lnTo>
                  <a:pt x="639582" y="196794"/>
                </a:lnTo>
                <a:moveTo>
                  <a:pt x="590383" y="196794"/>
                </a:moveTo>
                <a:lnTo>
                  <a:pt x="565784" y="196794"/>
                </a:lnTo>
                <a:lnTo>
                  <a:pt x="565784" y="172195"/>
                </a:lnTo>
                <a:lnTo>
                  <a:pt x="590383" y="172195"/>
                </a:lnTo>
                <a:lnTo>
                  <a:pt x="590383" y="196794"/>
                </a:lnTo>
                <a:moveTo>
                  <a:pt x="541184" y="196794"/>
                </a:moveTo>
                <a:lnTo>
                  <a:pt x="520685" y="196794"/>
                </a:lnTo>
                <a:lnTo>
                  <a:pt x="520685" y="172195"/>
                </a:lnTo>
                <a:lnTo>
                  <a:pt x="541184" y="172195"/>
                </a:lnTo>
                <a:lnTo>
                  <a:pt x="541184" y="196794"/>
                </a:lnTo>
                <a:moveTo>
                  <a:pt x="496086" y="196794"/>
                </a:moveTo>
                <a:lnTo>
                  <a:pt x="471487" y="196794"/>
                </a:lnTo>
                <a:lnTo>
                  <a:pt x="471487" y="172195"/>
                </a:lnTo>
                <a:lnTo>
                  <a:pt x="496086" y="172195"/>
                </a:lnTo>
                <a:lnTo>
                  <a:pt x="496086" y="196794"/>
                </a:lnTo>
                <a:moveTo>
                  <a:pt x="446887" y="196794"/>
                </a:moveTo>
                <a:lnTo>
                  <a:pt x="422288" y="196794"/>
                </a:lnTo>
                <a:lnTo>
                  <a:pt x="422288" y="172195"/>
                </a:lnTo>
                <a:lnTo>
                  <a:pt x="446887" y="172195"/>
                </a:lnTo>
                <a:lnTo>
                  <a:pt x="446887" y="196794"/>
                </a:lnTo>
                <a:moveTo>
                  <a:pt x="397689" y="196794"/>
                </a:moveTo>
                <a:lnTo>
                  <a:pt x="377189" y="196794"/>
                </a:lnTo>
                <a:lnTo>
                  <a:pt x="377189" y="172195"/>
                </a:lnTo>
                <a:lnTo>
                  <a:pt x="397689" y="172195"/>
                </a:lnTo>
                <a:lnTo>
                  <a:pt x="397689" y="196794"/>
                </a:lnTo>
                <a:moveTo>
                  <a:pt x="352590" y="196794"/>
                </a:moveTo>
                <a:lnTo>
                  <a:pt x="327991" y="196794"/>
                </a:lnTo>
                <a:lnTo>
                  <a:pt x="327991" y="172195"/>
                </a:lnTo>
                <a:lnTo>
                  <a:pt x="352590" y="172195"/>
                </a:lnTo>
                <a:lnTo>
                  <a:pt x="352590" y="196794"/>
                </a:lnTo>
                <a:moveTo>
                  <a:pt x="303391" y="196794"/>
                </a:moveTo>
                <a:lnTo>
                  <a:pt x="278792" y="196794"/>
                </a:lnTo>
                <a:lnTo>
                  <a:pt x="278792" y="172195"/>
                </a:lnTo>
                <a:lnTo>
                  <a:pt x="303391" y="172195"/>
                </a:lnTo>
                <a:lnTo>
                  <a:pt x="303391" y="196794"/>
                </a:lnTo>
                <a:moveTo>
                  <a:pt x="258293" y="196794"/>
                </a:moveTo>
                <a:lnTo>
                  <a:pt x="233694" y="196794"/>
                </a:lnTo>
                <a:lnTo>
                  <a:pt x="233694" y="172195"/>
                </a:lnTo>
                <a:lnTo>
                  <a:pt x="258293" y="172195"/>
                </a:lnTo>
                <a:lnTo>
                  <a:pt x="258293" y="196794"/>
                </a:lnTo>
                <a:moveTo>
                  <a:pt x="209094" y="196794"/>
                </a:moveTo>
                <a:lnTo>
                  <a:pt x="196795" y="196794"/>
                </a:lnTo>
                <a:lnTo>
                  <a:pt x="184495" y="192695"/>
                </a:lnTo>
                <a:lnTo>
                  <a:pt x="184495" y="172195"/>
                </a:lnTo>
                <a:lnTo>
                  <a:pt x="196795" y="172195"/>
                </a:lnTo>
                <a:lnTo>
                  <a:pt x="209094" y="172195"/>
                </a:lnTo>
                <a:lnTo>
                  <a:pt x="209094" y="196794"/>
                </a:lnTo>
                <a:moveTo>
                  <a:pt x="159895" y="192695"/>
                </a:moveTo>
                <a:lnTo>
                  <a:pt x="155796" y="192695"/>
                </a:lnTo>
                <a:lnTo>
                  <a:pt x="139396" y="188594"/>
                </a:lnTo>
                <a:lnTo>
                  <a:pt x="135296" y="184495"/>
                </a:lnTo>
                <a:lnTo>
                  <a:pt x="143496" y="163995"/>
                </a:lnTo>
                <a:lnTo>
                  <a:pt x="159895" y="168095"/>
                </a:lnTo>
                <a:lnTo>
                  <a:pt x="163995" y="168095"/>
                </a:lnTo>
                <a:lnTo>
                  <a:pt x="159895" y="192695"/>
                </a:lnTo>
                <a:moveTo>
                  <a:pt x="110697" y="176295"/>
                </a:moveTo>
                <a:lnTo>
                  <a:pt x="102497" y="172195"/>
                </a:lnTo>
                <a:lnTo>
                  <a:pt x="90198" y="163995"/>
                </a:lnTo>
                <a:lnTo>
                  <a:pt x="102497" y="143496"/>
                </a:lnTo>
                <a:lnTo>
                  <a:pt x="114797" y="151696"/>
                </a:lnTo>
                <a:lnTo>
                  <a:pt x="122996" y="155795"/>
                </a:lnTo>
                <a:lnTo>
                  <a:pt x="110697" y="176295"/>
                </a:lnTo>
                <a:moveTo>
                  <a:pt x="69698" y="147595"/>
                </a:moveTo>
                <a:lnTo>
                  <a:pt x="57399" y="139396"/>
                </a:lnTo>
                <a:lnTo>
                  <a:pt x="49199" y="131196"/>
                </a:lnTo>
                <a:lnTo>
                  <a:pt x="69698" y="114796"/>
                </a:lnTo>
                <a:lnTo>
                  <a:pt x="73798" y="122996"/>
                </a:lnTo>
                <a:lnTo>
                  <a:pt x="73798" y="118897"/>
                </a:lnTo>
                <a:lnTo>
                  <a:pt x="81998" y="127096"/>
                </a:lnTo>
                <a:lnTo>
                  <a:pt x="69698" y="147595"/>
                </a:lnTo>
                <a:moveTo>
                  <a:pt x="36899" y="110697"/>
                </a:moveTo>
                <a:lnTo>
                  <a:pt x="32799" y="110697"/>
                </a:lnTo>
                <a:lnTo>
                  <a:pt x="24599" y="94297"/>
                </a:lnTo>
                <a:lnTo>
                  <a:pt x="20499" y="86097"/>
                </a:lnTo>
                <a:lnTo>
                  <a:pt x="40999" y="77898"/>
                </a:lnTo>
                <a:lnTo>
                  <a:pt x="45099" y="81997"/>
                </a:lnTo>
                <a:lnTo>
                  <a:pt x="53299" y="94297"/>
                </a:lnTo>
                <a:lnTo>
                  <a:pt x="36899" y="110697"/>
                </a:lnTo>
                <a:moveTo>
                  <a:pt x="12300" y="65597"/>
                </a:moveTo>
                <a:lnTo>
                  <a:pt x="8200" y="57398"/>
                </a:lnTo>
                <a:lnTo>
                  <a:pt x="4100" y="40999"/>
                </a:lnTo>
                <a:lnTo>
                  <a:pt x="28699" y="32799"/>
                </a:lnTo>
                <a:lnTo>
                  <a:pt x="32799" y="53298"/>
                </a:lnTo>
                <a:lnTo>
                  <a:pt x="32799" y="49198"/>
                </a:lnTo>
                <a:lnTo>
                  <a:pt x="32799" y="57398"/>
                </a:lnTo>
                <a:lnTo>
                  <a:pt x="12300" y="65597"/>
                </a:lnTo>
                <a:moveTo>
                  <a:pt x="0" y="16400"/>
                </a:moveTo>
                <a:lnTo>
                  <a:pt x="0" y="0"/>
                </a:lnTo>
                <a:lnTo>
                  <a:pt x="24599" y="0"/>
                </a:lnTo>
                <a:lnTo>
                  <a:pt x="24599" y="12299"/>
                </a:lnTo>
                <a:lnTo>
                  <a:pt x="0" y="16400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df-text-63-0">
            <a:extLst xmlns:a="http://schemas.openxmlformats.org/drawingml/2006/main">
              <a:ext uri="{FF2B5EF4-FFF2-40B4-BE49-F238E27FC236}">
                <a16:creationId xmlns:a16="http://schemas.microsoft.com/office/drawing/2014/main" id="{2E0B6685-ECF1-42D6-B142-08A99ECF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3789" y="9563531"/>
            <a:ext cx="945706" cy="3361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628" b="1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8" b="1" i="0">
                <a:solidFill>
                  <a:srgbClr val="7F7F7F"/>
                </a:solidFill>
                <a:latin typeface="Arial"/>
                <a:ea typeface="Arial"/>
                <a:cs typeface="Arial"/>
              </a:defRPr>
            </a:pPr>
            <a:r>
              <a:rPr sz="2628" b="1" i="0">
                <a:solidFill>
                  <a:srgbClr val="7F7F7F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170" name="pdf-path-172">
            <a:extLst xmlns:a="http://schemas.openxmlformats.org/drawingml/2006/main">
              <a:ext uri="{FF2B5EF4-FFF2-40B4-BE49-F238E27FC236}">
                <a16:creationId xmlns:a16="http://schemas.microsoft.com/office/drawing/2014/main" id="{47B90F1C-F3F9-4346-9B15-55BF403E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8" y="1205911"/>
            <a:ext cx="2919117" cy="2894518"/>
          </a:xfrm>
          <a:custGeom xmlns:a="http://schemas.openxmlformats.org/drawingml/2006/main">
            <a:pathLst>
              <a:path w="2919117" h="2894518">
                <a:moveTo>
                  <a:pt x="0" y="1447259"/>
                </a:moveTo>
                <a:cubicBezTo>
                  <a:pt x="0" y="647782"/>
                  <a:pt x="651882" y="0"/>
                  <a:pt x="1459559" y="0"/>
                </a:cubicBezTo>
                <a:cubicBezTo>
                  <a:pt x="2267236" y="0"/>
                  <a:pt x="2919117" y="647782"/>
                  <a:pt x="2919117" y="1447259"/>
                </a:cubicBezTo>
                <a:cubicBezTo>
                  <a:pt x="2919117" y="2246736"/>
                  <a:pt x="2267236" y="2894518"/>
                  <a:pt x="1459559" y="2894518"/>
                </a:cubicBezTo>
                <a:cubicBezTo>
                  <a:pt x="651882" y="2894518"/>
                  <a:pt x="0" y="2246736"/>
                  <a:pt x="0" y="1447259"/>
                </a:cubicBez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df-path-173">
            <a:extLst xmlns:a="http://schemas.openxmlformats.org/drawingml/2006/main">
              <a:ext uri="{FF2B5EF4-FFF2-40B4-BE49-F238E27FC236}">
                <a16:creationId xmlns:a16="http://schemas.microsoft.com/office/drawing/2014/main" id="{587884DC-E541-4E91-AF96-4555DB95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979" y="1685598"/>
            <a:ext cx="385389" cy="1041370"/>
          </a:xfrm>
          <a:custGeom xmlns:a="http://schemas.openxmlformats.org/drawingml/2006/main">
            <a:pathLst>
              <a:path w="385389" h="1041370">
                <a:moveTo>
                  <a:pt x="0" y="1041370"/>
                </a:moveTo>
                <a:lnTo>
                  <a:pt x="0" y="1016771"/>
                </a:lnTo>
                <a:lnTo>
                  <a:pt x="24599" y="1016771"/>
                </a:lnTo>
                <a:lnTo>
                  <a:pt x="24599" y="1041370"/>
                </a:lnTo>
                <a:lnTo>
                  <a:pt x="0" y="1041370"/>
                </a:lnTo>
                <a:moveTo>
                  <a:pt x="0" y="992172"/>
                </a:moveTo>
                <a:lnTo>
                  <a:pt x="0" y="971672"/>
                </a:lnTo>
                <a:lnTo>
                  <a:pt x="24599" y="967572"/>
                </a:lnTo>
                <a:lnTo>
                  <a:pt x="24599" y="992172"/>
                </a:lnTo>
                <a:lnTo>
                  <a:pt x="0" y="992172"/>
                </a:lnTo>
                <a:moveTo>
                  <a:pt x="0" y="947073"/>
                </a:moveTo>
                <a:lnTo>
                  <a:pt x="0" y="922474"/>
                </a:lnTo>
                <a:lnTo>
                  <a:pt x="24599" y="922474"/>
                </a:lnTo>
                <a:lnTo>
                  <a:pt x="24599" y="947073"/>
                </a:lnTo>
                <a:lnTo>
                  <a:pt x="0" y="947073"/>
                </a:lnTo>
                <a:moveTo>
                  <a:pt x="0" y="897874"/>
                </a:moveTo>
                <a:lnTo>
                  <a:pt x="0" y="893775"/>
                </a:lnTo>
                <a:lnTo>
                  <a:pt x="0" y="873275"/>
                </a:lnTo>
                <a:lnTo>
                  <a:pt x="24599" y="873275"/>
                </a:lnTo>
                <a:lnTo>
                  <a:pt x="24599" y="893775"/>
                </a:lnTo>
                <a:lnTo>
                  <a:pt x="24599" y="897874"/>
                </a:lnTo>
                <a:lnTo>
                  <a:pt x="0" y="897874"/>
                </a:lnTo>
                <a:moveTo>
                  <a:pt x="4100" y="848676"/>
                </a:moveTo>
                <a:lnTo>
                  <a:pt x="4100" y="824076"/>
                </a:lnTo>
                <a:lnTo>
                  <a:pt x="28699" y="828176"/>
                </a:lnTo>
                <a:lnTo>
                  <a:pt x="28699" y="852776"/>
                </a:lnTo>
                <a:lnTo>
                  <a:pt x="4100" y="848676"/>
                </a:lnTo>
                <a:moveTo>
                  <a:pt x="8200" y="799477"/>
                </a:moveTo>
                <a:lnTo>
                  <a:pt x="12300" y="778978"/>
                </a:lnTo>
                <a:lnTo>
                  <a:pt x="36899" y="778978"/>
                </a:lnTo>
                <a:lnTo>
                  <a:pt x="32799" y="803577"/>
                </a:lnTo>
                <a:lnTo>
                  <a:pt x="8200" y="799477"/>
                </a:lnTo>
                <a:moveTo>
                  <a:pt x="16400" y="754379"/>
                </a:moveTo>
                <a:lnTo>
                  <a:pt x="16400" y="746179"/>
                </a:lnTo>
                <a:lnTo>
                  <a:pt x="16400" y="729779"/>
                </a:lnTo>
                <a:lnTo>
                  <a:pt x="40999" y="733879"/>
                </a:lnTo>
                <a:lnTo>
                  <a:pt x="40999" y="750279"/>
                </a:lnTo>
                <a:lnTo>
                  <a:pt x="40999" y="746179"/>
                </a:lnTo>
                <a:lnTo>
                  <a:pt x="36899" y="758478"/>
                </a:lnTo>
                <a:lnTo>
                  <a:pt x="16400" y="754379"/>
                </a:lnTo>
                <a:moveTo>
                  <a:pt x="24599" y="705180"/>
                </a:moveTo>
                <a:lnTo>
                  <a:pt x="28699" y="684680"/>
                </a:lnTo>
                <a:lnTo>
                  <a:pt x="49199" y="688780"/>
                </a:lnTo>
                <a:lnTo>
                  <a:pt x="45099" y="709280"/>
                </a:lnTo>
                <a:lnTo>
                  <a:pt x="24599" y="705180"/>
                </a:lnTo>
                <a:moveTo>
                  <a:pt x="32799" y="660081"/>
                </a:moveTo>
                <a:lnTo>
                  <a:pt x="36899" y="635482"/>
                </a:lnTo>
                <a:lnTo>
                  <a:pt x="61498" y="639582"/>
                </a:lnTo>
                <a:lnTo>
                  <a:pt x="53298" y="664181"/>
                </a:lnTo>
                <a:lnTo>
                  <a:pt x="32799" y="660081"/>
                </a:lnTo>
                <a:moveTo>
                  <a:pt x="40999" y="610883"/>
                </a:moveTo>
                <a:lnTo>
                  <a:pt x="45099" y="602683"/>
                </a:lnTo>
                <a:lnTo>
                  <a:pt x="49199" y="590383"/>
                </a:lnTo>
                <a:lnTo>
                  <a:pt x="73798" y="594483"/>
                </a:lnTo>
                <a:lnTo>
                  <a:pt x="69698" y="606783"/>
                </a:lnTo>
                <a:lnTo>
                  <a:pt x="65598" y="619082"/>
                </a:lnTo>
                <a:lnTo>
                  <a:pt x="40999" y="610883"/>
                </a:lnTo>
                <a:moveTo>
                  <a:pt x="57398" y="565784"/>
                </a:moveTo>
                <a:lnTo>
                  <a:pt x="61498" y="541184"/>
                </a:lnTo>
                <a:lnTo>
                  <a:pt x="86098" y="549384"/>
                </a:lnTo>
                <a:lnTo>
                  <a:pt x="77898" y="573984"/>
                </a:lnTo>
                <a:lnTo>
                  <a:pt x="57398" y="565784"/>
                </a:lnTo>
                <a:moveTo>
                  <a:pt x="69698" y="520685"/>
                </a:moveTo>
                <a:lnTo>
                  <a:pt x="77898" y="496086"/>
                </a:lnTo>
                <a:lnTo>
                  <a:pt x="98397" y="504285"/>
                </a:lnTo>
                <a:lnTo>
                  <a:pt x="90197" y="528885"/>
                </a:lnTo>
                <a:lnTo>
                  <a:pt x="69698" y="520685"/>
                </a:lnTo>
                <a:moveTo>
                  <a:pt x="86098" y="475587"/>
                </a:moveTo>
                <a:lnTo>
                  <a:pt x="86098" y="463287"/>
                </a:lnTo>
                <a:lnTo>
                  <a:pt x="94297" y="450987"/>
                </a:lnTo>
                <a:lnTo>
                  <a:pt x="114797" y="459187"/>
                </a:lnTo>
                <a:lnTo>
                  <a:pt x="110697" y="475587"/>
                </a:lnTo>
                <a:lnTo>
                  <a:pt x="110697" y="471487"/>
                </a:lnTo>
                <a:lnTo>
                  <a:pt x="106597" y="483786"/>
                </a:lnTo>
                <a:lnTo>
                  <a:pt x="86098" y="475587"/>
                </a:lnTo>
                <a:moveTo>
                  <a:pt x="102497" y="430488"/>
                </a:moveTo>
                <a:lnTo>
                  <a:pt x="110697" y="405888"/>
                </a:lnTo>
                <a:lnTo>
                  <a:pt x="135296" y="414088"/>
                </a:lnTo>
                <a:lnTo>
                  <a:pt x="122996" y="438687"/>
                </a:lnTo>
                <a:lnTo>
                  <a:pt x="102497" y="430488"/>
                </a:lnTo>
                <a:moveTo>
                  <a:pt x="122996" y="385389"/>
                </a:moveTo>
                <a:lnTo>
                  <a:pt x="131196" y="360790"/>
                </a:lnTo>
                <a:lnTo>
                  <a:pt x="151696" y="373089"/>
                </a:lnTo>
                <a:lnTo>
                  <a:pt x="143496" y="393589"/>
                </a:lnTo>
                <a:lnTo>
                  <a:pt x="122996" y="385389"/>
                </a:lnTo>
                <a:moveTo>
                  <a:pt x="139396" y="340290"/>
                </a:moveTo>
                <a:lnTo>
                  <a:pt x="143496" y="336190"/>
                </a:lnTo>
                <a:lnTo>
                  <a:pt x="151696" y="319791"/>
                </a:lnTo>
                <a:lnTo>
                  <a:pt x="172195" y="332090"/>
                </a:lnTo>
                <a:lnTo>
                  <a:pt x="163995" y="344390"/>
                </a:lnTo>
                <a:lnTo>
                  <a:pt x="163995" y="352590"/>
                </a:lnTo>
                <a:lnTo>
                  <a:pt x="139396" y="340290"/>
                </a:lnTo>
                <a:moveTo>
                  <a:pt x="163995" y="299291"/>
                </a:moveTo>
                <a:lnTo>
                  <a:pt x="172195" y="274692"/>
                </a:lnTo>
                <a:lnTo>
                  <a:pt x="196794" y="286992"/>
                </a:lnTo>
                <a:lnTo>
                  <a:pt x="184495" y="307491"/>
                </a:lnTo>
                <a:lnTo>
                  <a:pt x="163995" y="299291"/>
                </a:lnTo>
                <a:moveTo>
                  <a:pt x="184495" y="254193"/>
                </a:moveTo>
                <a:lnTo>
                  <a:pt x="196794" y="233693"/>
                </a:lnTo>
                <a:lnTo>
                  <a:pt x="217294" y="245993"/>
                </a:lnTo>
                <a:lnTo>
                  <a:pt x="204994" y="266492"/>
                </a:lnTo>
                <a:lnTo>
                  <a:pt x="184495" y="254193"/>
                </a:lnTo>
                <a:moveTo>
                  <a:pt x="209094" y="213194"/>
                </a:moveTo>
                <a:lnTo>
                  <a:pt x="213194" y="209094"/>
                </a:lnTo>
                <a:lnTo>
                  <a:pt x="221394" y="192694"/>
                </a:lnTo>
                <a:lnTo>
                  <a:pt x="241893" y="204994"/>
                </a:lnTo>
                <a:lnTo>
                  <a:pt x="233693" y="221393"/>
                </a:lnTo>
                <a:lnTo>
                  <a:pt x="229593" y="225493"/>
                </a:lnTo>
                <a:lnTo>
                  <a:pt x="209094" y="213194"/>
                </a:lnTo>
                <a:moveTo>
                  <a:pt x="237793" y="172195"/>
                </a:moveTo>
                <a:lnTo>
                  <a:pt x="250093" y="151695"/>
                </a:lnTo>
                <a:lnTo>
                  <a:pt x="270592" y="168095"/>
                </a:lnTo>
                <a:lnTo>
                  <a:pt x="254193" y="184495"/>
                </a:lnTo>
                <a:lnTo>
                  <a:pt x="237793" y="172195"/>
                </a:lnTo>
                <a:moveTo>
                  <a:pt x="262393" y="135296"/>
                </a:moveTo>
                <a:lnTo>
                  <a:pt x="278792" y="114797"/>
                </a:lnTo>
                <a:lnTo>
                  <a:pt x="295192" y="127096"/>
                </a:lnTo>
                <a:lnTo>
                  <a:pt x="282892" y="147596"/>
                </a:lnTo>
                <a:lnTo>
                  <a:pt x="262393" y="135296"/>
                </a:lnTo>
                <a:moveTo>
                  <a:pt x="291092" y="94297"/>
                </a:moveTo>
                <a:lnTo>
                  <a:pt x="291092" y="94297"/>
                </a:lnTo>
                <a:lnTo>
                  <a:pt x="307491" y="73798"/>
                </a:lnTo>
                <a:lnTo>
                  <a:pt x="323891" y="90197"/>
                </a:lnTo>
                <a:lnTo>
                  <a:pt x="311591" y="106597"/>
                </a:lnTo>
                <a:lnTo>
                  <a:pt x="291092" y="94297"/>
                </a:lnTo>
                <a:moveTo>
                  <a:pt x="319791" y="57398"/>
                </a:moveTo>
                <a:lnTo>
                  <a:pt x="336191" y="36899"/>
                </a:lnTo>
                <a:lnTo>
                  <a:pt x="352590" y="53298"/>
                </a:lnTo>
                <a:lnTo>
                  <a:pt x="340290" y="69698"/>
                </a:lnTo>
                <a:lnTo>
                  <a:pt x="319791" y="57398"/>
                </a:lnTo>
                <a:moveTo>
                  <a:pt x="352590" y="20499"/>
                </a:moveTo>
                <a:lnTo>
                  <a:pt x="368989" y="0"/>
                </a:lnTo>
                <a:lnTo>
                  <a:pt x="385389" y="16399"/>
                </a:lnTo>
                <a:lnTo>
                  <a:pt x="368989" y="36899"/>
                </a:lnTo>
                <a:lnTo>
                  <a:pt x="352590" y="204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df-path-174">
            <a:extLst xmlns:a="http://schemas.openxmlformats.org/drawingml/2006/main">
              <a:ext uri="{FF2B5EF4-FFF2-40B4-BE49-F238E27FC236}">
                <a16:creationId xmlns:a16="http://schemas.microsoft.com/office/drawing/2014/main" id="{7DE9F769-4A95-4496-9F14-5809DF91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368" y="1197711"/>
            <a:ext cx="996272" cy="487886"/>
          </a:xfrm>
          <a:custGeom xmlns:a="http://schemas.openxmlformats.org/drawingml/2006/main">
            <a:pathLst>
              <a:path w="996272" h="487886">
                <a:moveTo>
                  <a:pt x="0" y="471487"/>
                </a:moveTo>
                <a:lnTo>
                  <a:pt x="16400" y="455087"/>
                </a:lnTo>
                <a:lnTo>
                  <a:pt x="32799" y="471487"/>
                </a:lnTo>
                <a:lnTo>
                  <a:pt x="16400" y="487886"/>
                </a:lnTo>
                <a:lnTo>
                  <a:pt x="0" y="471487"/>
                </a:lnTo>
                <a:moveTo>
                  <a:pt x="32799" y="438687"/>
                </a:moveTo>
                <a:lnTo>
                  <a:pt x="45099" y="422288"/>
                </a:lnTo>
                <a:lnTo>
                  <a:pt x="49199" y="418188"/>
                </a:lnTo>
                <a:lnTo>
                  <a:pt x="65598" y="434588"/>
                </a:lnTo>
                <a:lnTo>
                  <a:pt x="61498" y="438687"/>
                </a:lnTo>
                <a:lnTo>
                  <a:pt x="49199" y="455087"/>
                </a:lnTo>
                <a:lnTo>
                  <a:pt x="32799" y="438687"/>
                </a:lnTo>
                <a:moveTo>
                  <a:pt x="65598" y="401789"/>
                </a:moveTo>
                <a:lnTo>
                  <a:pt x="81998" y="385389"/>
                </a:lnTo>
                <a:lnTo>
                  <a:pt x="98397" y="401789"/>
                </a:lnTo>
                <a:lnTo>
                  <a:pt x="81998" y="418188"/>
                </a:lnTo>
                <a:lnTo>
                  <a:pt x="65598" y="401789"/>
                </a:lnTo>
                <a:moveTo>
                  <a:pt x="102497" y="368989"/>
                </a:moveTo>
                <a:lnTo>
                  <a:pt x="118897" y="352590"/>
                </a:lnTo>
                <a:lnTo>
                  <a:pt x="135296" y="373089"/>
                </a:lnTo>
                <a:lnTo>
                  <a:pt x="114797" y="389489"/>
                </a:lnTo>
                <a:lnTo>
                  <a:pt x="102497" y="368989"/>
                </a:lnTo>
                <a:moveTo>
                  <a:pt x="139396" y="340290"/>
                </a:moveTo>
                <a:lnTo>
                  <a:pt x="147596" y="327991"/>
                </a:lnTo>
                <a:lnTo>
                  <a:pt x="155796" y="323891"/>
                </a:lnTo>
                <a:lnTo>
                  <a:pt x="172195" y="340290"/>
                </a:lnTo>
                <a:lnTo>
                  <a:pt x="163995" y="348490"/>
                </a:lnTo>
                <a:lnTo>
                  <a:pt x="151696" y="356690"/>
                </a:lnTo>
                <a:lnTo>
                  <a:pt x="139396" y="340290"/>
                </a:lnTo>
                <a:moveTo>
                  <a:pt x="176295" y="307491"/>
                </a:moveTo>
                <a:lnTo>
                  <a:pt x="192695" y="295192"/>
                </a:lnTo>
                <a:lnTo>
                  <a:pt x="209094" y="311591"/>
                </a:lnTo>
                <a:lnTo>
                  <a:pt x="188595" y="327991"/>
                </a:lnTo>
                <a:lnTo>
                  <a:pt x="176295" y="307491"/>
                </a:lnTo>
                <a:moveTo>
                  <a:pt x="213194" y="278792"/>
                </a:moveTo>
                <a:lnTo>
                  <a:pt x="233693" y="266493"/>
                </a:lnTo>
                <a:lnTo>
                  <a:pt x="245993" y="286992"/>
                </a:lnTo>
                <a:lnTo>
                  <a:pt x="225494" y="299291"/>
                </a:lnTo>
                <a:lnTo>
                  <a:pt x="213194" y="278792"/>
                </a:lnTo>
                <a:moveTo>
                  <a:pt x="254193" y="250093"/>
                </a:moveTo>
                <a:lnTo>
                  <a:pt x="262393" y="245993"/>
                </a:lnTo>
                <a:lnTo>
                  <a:pt x="274692" y="237793"/>
                </a:lnTo>
                <a:lnTo>
                  <a:pt x="286992" y="258293"/>
                </a:lnTo>
                <a:lnTo>
                  <a:pt x="274692" y="266493"/>
                </a:lnTo>
                <a:lnTo>
                  <a:pt x="274692" y="262393"/>
                </a:lnTo>
                <a:lnTo>
                  <a:pt x="266492" y="270592"/>
                </a:lnTo>
                <a:lnTo>
                  <a:pt x="254193" y="250093"/>
                </a:lnTo>
                <a:moveTo>
                  <a:pt x="291092" y="225494"/>
                </a:moveTo>
                <a:lnTo>
                  <a:pt x="311591" y="213194"/>
                </a:lnTo>
                <a:lnTo>
                  <a:pt x="327991" y="233693"/>
                </a:lnTo>
                <a:lnTo>
                  <a:pt x="307491" y="245993"/>
                </a:lnTo>
                <a:lnTo>
                  <a:pt x="291092" y="225494"/>
                </a:lnTo>
                <a:moveTo>
                  <a:pt x="336191" y="200894"/>
                </a:moveTo>
                <a:lnTo>
                  <a:pt x="356690" y="188595"/>
                </a:lnTo>
                <a:lnTo>
                  <a:pt x="364890" y="209094"/>
                </a:lnTo>
                <a:lnTo>
                  <a:pt x="344390" y="221394"/>
                </a:lnTo>
                <a:lnTo>
                  <a:pt x="336191" y="200894"/>
                </a:lnTo>
                <a:moveTo>
                  <a:pt x="377189" y="176295"/>
                </a:moveTo>
                <a:lnTo>
                  <a:pt x="385389" y="172195"/>
                </a:lnTo>
                <a:lnTo>
                  <a:pt x="397689" y="163995"/>
                </a:lnTo>
                <a:lnTo>
                  <a:pt x="409988" y="184495"/>
                </a:lnTo>
                <a:lnTo>
                  <a:pt x="393589" y="192695"/>
                </a:lnTo>
                <a:lnTo>
                  <a:pt x="397689" y="192695"/>
                </a:lnTo>
                <a:lnTo>
                  <a:pt x="389489" y="196795"/>
                </a:lnTo>
                <a:lnTo>
                  <a:pt x="377189" y="176295"/>
                </a:lnTo>
                <a:moveTo>
                  <a:pt x="418188" y="155796"/>
                </a:moveTo>
                <a:lnTo>
                  <a:pt x="438687" y="143496"/>
                </a:lnTo>
                <a:lnTo>
                  <a:pt x="450987" y="163995"/>
                </a:lnTo>
                <a:lnTo>
                  <a:pt x="430488" y="176295"/>
                </a:lnTo>
                <a:lnTo>
                  <a:pt x="418188" y="155796"/>
                </a:lnTo>
                <a:moveTo>
                  <a:pt x="463287" y="131196"/>
                </a:moveTo>
                <a:lnTo>
                  <a:pt x="483786" y="122996"/>
                </a:lnTo>
                <a:lnTo>
                  <a:pt x="491986" y="143496"/>
                </a:lnTo>
                <a:lnTo>
                  <a:pt x="471487" y="155796"/>
                </a:lnTo>
                <a:lnTo>
                  <a:pt x="463287" y="131196"/>
                </a:lnTo>
                <a:moveTo>
                  <a:pt x="504286" y="114797"/>
                </a:moveTo>
                <a:lnTo>
                  <a:pt x="512486" y="110697"/>
                </a:lnTo>
                <a:lnTo>
                  <a:pt x="528885" y="102497"/>
                </a:lnTo>
                <a:lnTo>
                  <a:pt x="537085" y="127096"/>
                </a:lnTo>
                <a:lnTo>
                  <a:pt x="520685" y="131196"/>
                </a:lnTo>
                <a:lnTo>
                  <a:pt x="516585" y="135296"/>
                </a:lnTo>
                <a:lnTo>
                  <a:pt x="504286" y="114797"/>
                </a:lnTo>
                <a:moveTo>
                  <a:pt x="549384" y="94297"/>
                </a:moveTo>
                <a:lnTo>
                  <a:pt x="573984" y="86098"/>
                </a:lnTo>
                <a:lnTo>
                  <a:pt x="582183" y="110697"/>
                </a:lnTo>
                <a:lnTo>
                  <a:pt x="557584" y="118897"/>
                </a:lnTo>
                <a:lnTo>
                  <a:pt x="549384" y="94297"/>
                </a:lnTo>
                <a:moveTo>
                  <a:pt x="594483" y="77898"/>
                </a:moveTo>
                <a:lnTo>
                  <a:pt x="619082" y="69698"/>
                </a:lnTo>
                <a:lnTo>
                  <a:pt x="627282" y="94297"/>
                </a:lnTo>
                <a:lnTo>
                  <a:pt x="602683" y="102497"/>
                </a:lnTo>
                <a:lnTo>
                  <a:pt x="594483" y="77898"/>
                </a:lnTo>
                <a:moveTo>
                  <a:pt x="639582" y="61498"/>
                </a:moveTo>
                <a:lnTo>
                  <a:pt x="647782" y="61498"/>
                </a:lnTo>
                <a:lnTo>
                  <a:pt x="664181" y="57398"/>
                </a:lnTo>
                <a:lnTo>
                  <a:pt x="672381" y="77898"/>
                </a:lnTo>
                <a:lnTo>
                  <a:pt x="655981" y="81998"/>
                </a:lnTo>
                <a:lnTo>
                  <a:pt x="647782" y="86098"/>
                </a:lnTo>
                <a:lnTo>
                  <a:pt x="639582" y="61498"/>
                </a:lnTo>
                <a:moveTo>
                  <a:pt x="688780" y="49199"/>
                </a:moveTo>
                <a:lnTo>
                  <a:pt x="709280" y="45099"/>
                </a:lnTo>
                <a:lnTo>
                  <a:pt x="717480" y="65598"/>
                </a:lnTo>
                <a:lnTo>
                  <a:pt x="692880" y="73798"/>
                </a:lnTo>
                <a:lnTo>
                  <a:pt x="688780" y="49199"/>
                </a:lnTo>
                <a:moveTo>
                  <a:pt x="733879" y="36899"/>
                </a:moveTo>
                <a:lnTo>
                  <a:pt x="758478" y="32799"/>
                </a:lnTo>
                <a:lnTo>
                  <a:pt x="762578" y="57398"/>
                </a:lnTo>
                <a:lnTo>
                  <a:pt x="737979" y="61498"/>
                </a:lnTo>
                <a:lnTo>
                  <a:pt x="733879" y="36899"/>
                </a:lnTo>
                <a:moveTo>
                  <a:pt x="778978" y="28699"/>
                </a:moveTo>
                <a:lnTo>
                  <a:pt x="791278" y="24599"/>
                </a:lnTo>
                <a:lnTo>
                  <a:pt x="803577" y="20499"/>
                </a:lnTo>
                <a:lnTo>
                  <a:pt x="807677" y="45099"/>
                </a:lnTo>
                <a:lnTo>
                  <a:pt x="795377" y="49199"/>
                </a:lnTo>
                <a:lnTo>
                  <a:pt x="787178" y="49199"/>
                </a:lnTo>
                <a:lnTo>
                  <a:pt x="778978" y="28699"/>
                </a:lnTo>
                <a:moveTo>
                  <a:pt x="828176" y="16400"/>
                </a:moveTo>
                <a:lnTo>
                  <a:pt x="852776" y="12300"/>
                </a:lnTo>
                <a:lnTo>
                  <a:pt x="856876" y="36899"/>
                </a:lnTo>
                <a:lnTo>
                  <a:pt x="832276" y="40999"/>
                </a:lnTo>
                <a:lnTo>
                  <a:pt x="828176" y="16400"/>
                </a:lnTo>
                <a:moveTo>
                  <a:pt x="877375" y="12300"/>
                </a:moveTo>
                <a:lnTo>
                  <a:pt x="897874" y="8200"/>
                </a:lnTo>
                <a:lnTo>
                  <a:pt x="901974" y="32799"/>
                </a:lnTo>
                <a:lnTo>
                  <a:pt x="877375" y="32799"/>
                </a:lnTo>
                <a:lnTo>
                  <a:pt x="877375" y="12300"/>
                </a:lnTo>
                <a:moveTo>
                  <a:pt x="922474" y="4100"/>
                </a:moveTo>
                <a:lnTo>
                  <a:pt x="934773" y="4100"/>
                </a:lnTo>
                <a:lnTo>
                  <a:pt x="947073" y="0"/>
                </a:lnTo>
                <a:lnTo>
                  <a:pt x="951173" y="24599"/>
                </a:lnTo>
                <a:lnTo>
                  <a:pt x="938873" y="24599"/>
                </a:lnTo>
                <a:lnTo>
                  <a:pt x="926574" y="28699"/>
                </a:lnTo>
                <a:lnTo>
                  <a:pt x="922474" y="4100"/>
                </a:lnTo>
                <a:moveTo>
                  <a:pt x="971673" y="0"/>
                </a:moveTo>
                <a:lnTo>
                  <a:pt x="996272" y="0"/>
                </a:lnTo>
                <a:lnTo>
                  <a:pt x="996272" y="20499"/>
                </a:lnTo>
                <a:lnTo>
                  <a:pt x="971673" y="24599"/>
                </a:lnTo>
                <a:lnTo>
                  <a:pt x="97167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df-path-175">
            <a:extLst xmlns:a="http://schemas.openxmlformats.org/drawingml/2006/main">
              <a:ext uri="{FF2B5EF4-FFF2-40B4-BE49-F238E27FC236}">
                <a16:creationId xmlns:a16="http://schemas.microsoft.com/office/drawing/2014/main" id="{845ACF9B-44E2-4ACF-AE62-2EB4DEC5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239" y="1193611"/>
            <a:ext cx="1041370" cy="385389"/>
          </a:xfrm>
          <a:custGeom xmlns:a="http://schemas.openxmlformats.org/drawingml/2006/main">
            <a:pathLst>
              <a:path w="1041370" h="385389">
                <a:moveTo>
                  <a:pt x="0" y="0"/>
                </a:moveTo>
                <a:lnTo>
                  <a:pt x="24599" y="0"/>
                </a:lnTo>
                <a:lnTo>
                  <a:pt x="24599" y="24599"/>
                </a:lnTo>
                <a:lnTo>
                  <a:pt x="0" y="24599"/>
                </a:lnTo>
                <a:lnTo>
                  <a:pt x="0" y="0"/>
                </a:lnTo>
                <a:moveTo>
                  <a:pt x="45099" y="0"/>
                </a:moveTo>
                <a:lnTo>
                  <a:pt x="65598" y="0"/>
                </a:lnTo>
                <a:lnTo>
                  <a:pt x="69698" y="0"/>
                </a:lnTo>
                <a:lnTo>
                  <a:pt x="69698" y="24599"/>
                </a:lnTo>
                <a:lnTo>
                  <a:pt x="65598" y="24599"/>
                </a:lnTo>
                <a:lnTo>
                  <a:pt x="49199" y="24599"/>
                </a:lnTo>
                <a:lnTo>
                  <a:pt x="45099" y="0"/>
                </a:lnTo>
                <a:moveTo>
                  <a:pt x="94297" y="0"/>
                </a:moveTo>
                <a:lnTo>
                  <a:pt x="118897" y="0"/>
                </a:lnTo>
                <a:lnTo>
                  <a:pt x="118897" y="24599"/>
                </a:lnTo>
                <a:lnTo>
                  <a:pt x="94297" y="24599"/>
                </a:lnTo>
                <a:lnTo>
                  <a:pt x="94297" y="0"/>
                </a:lnTo>
                <a:moveTo>
                  <a:pt x="143496" y="0"/>
                </a:moveTo>
                <a:lnTo>
                  <a:pt x="168095" y="4100"/>
                </a:lnTo>
                <a:lnTo>
                  <a:pt x="163995" y="28699"/>
                </a:lnTo>
                <a:lnTo>
                  <a:pt x="143496" y="24599"/>
                </a:lnTo>
                <a:lnTo>
                  <a:pt x="143496" y="0"/>
                </a:lnTo>
                <a:moveTo>
                  <a:pt x="192695" y="4100"/>
                </a:moveTo>
                <a:lnTo>
                  <a:pt x="213194" y="8200"/>
                </a:lnTo>
                <a:lnTo>
                  <a:pt x="213194" y="28699"/>
                </a:lnTo>
                <a:lnTo>
                  <a:pt x="188595" y="28699"/>
                </a:lnTo>
                <a:lnTo>
                  <a:pt x="192695" y="4100"/>
                </a:lnTo>
                <a:moveTo>
                  <a:pt x="237793" y="8200"/>
                </a:moveTo>
                <a:lnTo>
                  <a:pt x="262392" y="12300"/>
                </a:lnTo>
                <a:lnTo>
                  <a:pt x="258293" y="36899"/>
                </a:lnTo>
                <a:lnTo>
                  <a:pt x="237793" y="32799"/>
                </a:lnTo>
                <a:lnTo>
                  <a:pt x="237793" y="8200"/>
                </a:lnTo>
                <a:moveTo>
                  <a:pt x="286992" y="16400"/>
                </a:moveTo>
                <a:lnTo>
                  <a:pt x="291092" y="16400"/>
                </a:lnTo>
                <a:lnTo>
                  <a:pt x="311591" y="20499"/>
                </a:lnTo>
                <a:lnTo>
                  <a:pt x="307491" y="45099"/>
                </a:lnTo>
                <a:lnTo>
                  <a:pt x="286992" y="40999"/>
                </a:lnTo>
                <a:lnTo>
                  <a:pt x="282892" y="40999"/>
                </a:lnTo>
                <a:lnTo>
                  <a:pt x="286992" y="16400"/>
                </a:lnTo>
                <a:moveTo>
                  <a:pt x="336191" y="24599"/>
                </a:moveTo>
                <a:lnTo>
                  <a:pt x="356690" y="28699"/>
                </a:lnTo>
                <a:lnTo>
                  <a:pt x="352590" y="53298"/>
                </a:lnTo>
                <a:lnTo>
                  <a:pt x="332091" y="49199"/>
                </a:lnTo>
                <a:lnTo>
                  <a:pt x="336191" y="24599"/>
                </a:lnTo>
                <a:moveTo>
                  <a:pt x="381289" y="32799"/>
                </a:moveTo>
                <a:lnTo>
                  <a:pt x="405888" y="36899"/>
                </a:lnTo>
                <a:lnTo>
                  <a:pt x="397689" y="61498"/>
                </a:lnTo>
                <a:lnTo>
                  <a:pt x="377189" y="57398"/>
                </a:lnTo>
                <a:lnTo>
                  <a:pt x="381289" y="32799"/>
                </a:lnTo>
                <a:moveTo>
                  <a:pt x="426388" y="45099"/>
                </a:moveTo>
                <a:lnTo>
                  <a:pt x="434588" y="45099"/>
                </a:lnTo>
                <a:lnTo>
                  <a:pt x="450987" y="49199"/>
                </a:lnTo>
                <a:lnTo>
                  <a:pt x="446887" y="73798"/>
                </a:lnTo>
                <a:lnTo>
                  <a:pt x="426388" y="69698"/>
                </a:lnTo>
                <a:lnTo>
                  <a:pt x="422288" y="65598"/>
                </a:lnTo>
                <a:lnTo>
                  <a:pt x="426388" y="45099"/>
                </a:lnTo>
                <a:moveTo>
                  <a:pt x="475587" y="57398"/>
                </a:moveTo>
                <a:lnTo>
                  <a:pt x="496086" y="61498"/>
                </a:lnTo>
                <a:lnTo>
                  <a:pt x="491986" y="86098"/>
                </a:lnTo>
                <a:lnTo>
                  <a:pt x="467387" y="77898"/>
                </a:lnTo>
                <a:lnTo>
                  <a:pt x="475587" y="57398"/>
                </a:lnTo>
                <a:moveTo>
                  <a:pt x="520685" y="69698"/>
                </a:moveTo>
                <a:lnTo>
                  <a:pt x="545284" y="77898"/>
                </a:lnTo>
                <a:lnTo>
                  <a:pt x="537085" y="102497"/>
                </a:lnTo>
                <a:lnTo>
                  <a:pt x="512486" y="94297"/>
                </a:lnTo>
                <a:lnTo>
                  <a:pt x="520685" y="69698"/>
                </a:lnTo>
                <a:moveTo>
                  <a:pt x="565784" y="86098"/>
                </a:moveTo>
                <a:lnTo>
                  <a:pt x="573984" y="86098"/>
                </a:lnTo>
                <a:lnTo>
                  <a:pt x="590383" y="94297"/>
                </a:lnTo>
                <a:lnTo>
                  <a:pt x="582183" y="118897"/>
                </a:lnTo>
                <a:lnTo>
                  <a:pt x="561684" y="110697"/>
                </a:lnTo>
                <a:lnTo>
                  <a:pt x="565784" y="110697"/>
                </a:lnTo>
                <a:lnTo>
                  <a:pt x="557584" y="110697"/>
                </a:lnTo>
                <a:lnTo>
                  <a:pt x="565784" y="86098"/>
                </a:lnTo>
                <a:moveTo>
                  <a:pt x="610883" y="102497"/>
                </a:moveTo>
                <a:lnTo>
                  <a:pt x="635482" y="110697"/>
                </a:lnTo>
                <a:lnTo>
                  <a:pt x="623182" y="135296"/>
                </a:lnTo>
                <a:lnTo>
                  <a:pt x="602683" y="127096"/>
                </a:lnTo>
                <a:lnTo>
                  <a:pt x="610883" y="102497"/>
                </a:lnTo>
                <a:moveTo>
                  <a:pt x="655981" y="122996"/>
                </a:moveTo>
                <a:lnTo>
                  <a:pt x="676481" y="131196"/>
                </a:lnTo>
                <a:lnTo>
                  <a:pt x="668281" y="151696"/>
                </a:lnTo>
                <a:lnTo>
                  <a:pt x="647782" y="143496"/>
                </a:lnTo>
                <a:lnTo>
                  <a:pt x="655981" y="122996"/>
                </a:lnTo>
                <a:moveTo>
                  <a:pt x="701080" y="139396"/>
                </a:moveTo>
                <a:lnTo>
                  <a:pt x="705180" y="143496"/>
                </a:lnTo>
                <a:lnTo>
                  <a:pt x="721579" y="151696"/>
                </a:lnTo>
                <a:lnTo>
                  <a:pt x="709280" y="172195"/>
                </a:lnTo>
                <a:lnTo>
                  <a:pt x="692881" y="163995"/>
                </a:lnTo>
                <a:lnTo>
                  <a:pt x="688780" y="163995"/>
                </a:lnTo>
                <a:lnTo>
                  <a:pt x="701080" y="139396"/>
                </a:lnTo>
                <a:moveTo>
                  <a:pt x="742079" y="163995"/>
                </a:moveTo>
                <a:lnTo>
                  <a:pt x="762578" y="172195"/>
                </a:lnTo>
                <a:lnTo>
                  <a:pt x="754379" y="196794"/>
                </a:lnTo>
                <a:lnTo>
                  <a:pt x="733879" y="184495"/>
                </a:lnTo>
                <a:lnTo>
                  <a:pt x="742079" y="163995"/>
                </a:lnTo>
                <a:moveTo>
                  <a:pt x="787178" y="184495"/>
                </a:moveTo>
                <a:lnTo>
                  <a:pt x="807677" y="196794"/>
                </a:lnTo>
                <a:lnTo>
                  <a:pt x="795377" y="217294"/>
                </a:lnTo>
                <a:lnTo>
                  <a:pt x="774878" y="204994"/>
                </a:lnTo>
                <a:lnTo>
                  <a:pt x="787178" y="184495"/>
                </a:lnTo>
                <a:moveTo>
                  <a:pt x="828177" y="209094"/>
                </a:moveTo>
                <a:lnTo>
                  <a:pt x="828177" y="209094"/>
                </a:lnTo>
                <a:lnTo>
                  <a:pt x="848676" y="221394"/>
                </a:lnTo>
                <a:lnTo>
                  <a:pt x="836376" y="241893"/>
                </a:lnTo>
                <a:lnTo>
                  <a:pt x="815877" y="229593"/>
                </a:lnTo>
                <a:lnTo>
                  <a:pt x="828177" y="209094"/>
                </a:lnTo>
                <a:moveTo>
                  <a:pt x="869175" y="233693"/>
                </a:moveTo>
                <a:lnTo>
                  <a:pt x="889675" y="250093"/>
                </a:lnTo>
                <a:lnTo>
                  <a:pt x="877375" y="266492"/>
                </a:lnTo>
                <a:lnTo>
                  <a:pt x="856875" y="254193"/>
                </a:lnTo>
                <a:lnTo>
                  <a:pt x="869175" y="233693"/>
                </a:lnTo>
                <a:moveTo>
                  <a:pt x="910174" y="262393"/>
                </a:moveTo>
                <a:lnTo>
                  <a:pt x="926574" y="274692"/>
                </a:lnTo>
                <a:lnTo>
                  <a:pt x="914274" y="295192"/>
                </a:lnTo>
                <a:lnTo>
                  <a:pt x="893775" y="282892"/>
                </a:lnTo>
                <a:lnTo>
                  <a:pt x="910174" y="262393"/>
                </a:lnTo>
                <a:moveTo>
                  <a:pt x="947073" y="291092"/>
                </a:moveTo>
                <a:lnTo>
                  <a:pt x="967573" y="303391"/>
                </a:lnTo>
                <a:lnTo>
                  <a:pt x="951173" y="323891"/>
                </a:lnTo>
                <a:lnTo>
                  <a:pt x="934773" y="307491"/>
                </a:lnTo>
                <a:lnTo>
                  <a:pt x="947073" y="291092"/>
                </a:lnTo>
                <a:moveTo>
                  <a:pt x="983972" y="319791"/>
                </a:moveTo>
                <a:lnTo>
                  <a:pt x="1004472" y="332091"/>
                </a:lnTo>
                <a:lnTo>
                  <a:pt x="1004472" y="336191"/>
                </a:lnTo>
                <a:lnTo>
                  <a:pt x="988072" y="352590"/>
                </a:lnTo>
                <a:lnTo>
                  <a:pt x="971673" y="336191"/>
                </a:lnTo>
                <a:lnTo>
                  <a:pt x="983972" y="319791"/>
                </a:lnTo>
                <a:moveTo>
                  <a:pt x="1020871" y="348490"/>
                </a:moveTo>
                <a:lnTo>
                  <a:pt x="1041370" y="364890"/>
                </a:lnTo>
                <a:lnTo>
                  <a:pt x="1024971" y="385389"/>
                </a:lnTo>
                <a:lnTo>
                  <a:pt x="1008571" y="368989"/>
                </a:lnTo>
                <a:lnTo>
                  <a:pt x="1020871" y="34849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df-path-176">
            <a:extLst xmlns:a="http://schemas.openxmlformats.org/drawingml/2006/main">
              <a:ext uri="{FF2B5EF4-FFF2-40B4-BE49-F238E27FC236}">
                <a16:creationId xmlns:a16="http://schemas.microsoft.com/office/drawing/2014/main" id="{4761EA27-2C89-4E62-872C-4E315D13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608" y="1574901"/>
            <a:ext cx="496086" cy="996272"/>
          </a:xfrm>
          <a:custGeom xmlns:a="http://schemas.openxmlformats.org/drawingml/2006/main">
            <a:pathLst>
              <a:path w="496086" h="996272">
                <a:moveTo>
                  <a:pt x="16400" y="0"/>
                </a:moveTo>
                <a:lnTo>
                  <a:pt x="36899" y="16400"/>
                </a:lnTo>
                <a:lnTo>
                  <a:pt x="20499" y="32799"/>
                </a:lnTo>
                <a:lnTo>
                  <a:pt x="0" y="16400"/>
                </a:lnTo>
                <a:lnTo>
                  <a:pt x="16400" y="0"/>
                </a:lnTo>
                <a:moveTo>
                  <a:pt x="53299" y="32799"/>
                </a:moveTo>
                <a:lnTo>
                  <a:pt x="65598" y="45099"/>
                </a:lnTo>
                <a:lnTo>
                  <a:pt x="69698" y="49199"/>
                </a:lnTo>
                <a:lnTo>
                  <a:pt x="53299" y="65598"/>
                </a:lnTo>
                <a:lnTo>
                  <a:pt x="49199" y="61498"/>
                </a:lnTo>
                <a:lnTo>
                  <a:pt x="36899" y="49199"/>
                </a:lnTo>
                <a:lnTo>
                  <a:pt x="53299" y="32799"/>
                </a:lnTo>
                <a:moveTo>
                  <a:pt x="86098" y="65598"/>
                </a:moveTo>
                <a:lnTo>
                  <a:pt x="102497" y="86098"/>
                </a:lnTo>
                <a:lnTo>
                  <a:pt x="86098" y="102497"/>
                </a:lnTo>
                <a:lnTo>
                  <a:pt x="69698" y="81998"/>
                </a:lnTo>
                <a:lnTo>
                  <a:pt x="86098" y="65598"/>
                </a:lnTo>
                <a:moveTo>
                  <a:pt x="118897" y="102497"/>
                </a:moveTo>
                <a:lnTo>
                  <a:pt x="135296" y="118897"/>
                </a:lnTo>
                <a:lnTo>
                  <a:pt x="118897" y="135296"/>
                </a:lnTo>
                <a:lnTo>
                  <a:pt x="102497" y="118897"/>
                </a:lnTo>
                <a:lnTo>
                  <a:pt x="118897" y="102497"/>
                </a:lnTo>
                <a:moveTo>
                  <a:pt x="151696" y="139396"/>
                </a:moveTo>
                <a:lnTo>
                  <a:pt x="159895" y="147596"/>
                </a:lnTo>
                <a:lnTo>
                  <a:pt x="168095" y="155796"/>
                </a:lnTo>
                <a:lnTo>
                  <a:pt x="147596" y="172195"/>
                </a:lnTo>
                <a:lnTo>
                  <a:pt x="143496" y="163995"/>
                </a:lnTo>
                <a:lnTo>
                  <a:pt x="135296" y="155796"/>
                </a:lnTo>
                <a:lnTo>
                  <a:pt x="151696" y="139396"/>
                </a:lnTo>
                <a:moveTo>
                  <a:pt x="180395" y="176295"/>
                </a:moveTo>
                <a:lnTo>
                  <a:pt x="196795" y="192695"/>
                </a:lnTo>
                <a:lnTo>
                  <a:pt x="176295" y="209094"/>
                </a:lnTo>
                <a:lnTo>
                  <a:pt x="163995" y="188595"/>
                </a:lnTo>
                <a:lnTo>
                  <a:pt x="180395" y="176295"/>
                </a:lnTo>
                <a:moveTo>
                  <a:pt x="213194" y="213194"/>
                </a:moveTo>
                <a:lnTo>
                  <a:pt x="225494" y="233693"/>
                </a:lnTo>
                <a:lnTo>
                  <a:pt x="204994" y="245993"/>
                </a:lnTo>
                <a:lnTo>
                  <a:pt x="192695" y="229593"/>
                </a:lnTo>
                <a:lnTo>
                  <a:pt x="213194" y="213194"/>
                </a:lnTo>
                <a:moveTo>
                  <a:pt x="237793" y="254193"/>
                </a:moveTo>
                <a:lnTo>
                  <a:pt x="245993" y="262393"/>
                </a:lnTo>
                <a:lnTo>
                  <a:pt x="254193" y="274692"/>
                </a:lnTo>
                <a:lnTo>
                  <a:pt x="233694" y="286992"/>
                </a:lnTo>
                <a:lnTo>
                  <a:pt x="225494" y="274692"/>
                </a:lnTo>
                <a:lnTo>
                  <a:pt x="221394" y="266492"/>
                </a:lnTo>
                <a:lnTo>
                  <a:pt x="237793" y="254193"/>
                </a:lnTo>
                <a:moveTo>
                  <a:pt x="266492" y="291092"/>
                </a:moveTo>
                <a:lnTo>
                  <a:pt x="278792" y="311591"/>
                </a:lnTo>
                <a:lnTo>
                  <a:pt x="258293" y="327991"/>
                </a:lnTo>
                <a:lnTo>
                  <a:pt x="245993" y="307491"/>
                </a:lnTo>
                <a:lnTo>
                  <a:pt x="266492" y="291092"/>
                </a:lnTo>
                <a:moveTo>
                  <a:pt x="291092" y="332091"/>
                </a:moveTo>
                <a:lnTo>
                  <a:pt x="303391" y="352590"/>
                </a:lnTo>
                <a:lnTo>
                  <a:pt x="282892" y="364890"/>
                </a:lnTo>
                <a:lnTo>
                  <a:pt x="270592" y="344390"/>
                </a:lnTo>
                <a:lnTo>
                  <a:pt x="291092" y="332091"/>
                </a:lnTo>
                <a:moveTo>
                  <a:pt x="315691" y="377189"/>
                </a:moveTo>
                <a:lnTo>
                  <a:pt x="319791" y="381289"/>
                </a:lnTo>
                <a:lnTo>
                  <a:pt x="327991" y="397689"/>
                </a:lnTo>
                <a:lnTo>
                  <a:pt x="307491" y="405889"/>
                </a:lnTo>
                <a:lnTo>
                  <a:pt x="299291" y="393589"/>
                </a:lnTo>
                <a:lnTo>
                  <a:pt x="295192" y="385389"/>
                </a:lnTo>
                <a:lnTo>
                  <a:pt x="315691" y="377189"/>
                </a:lnTo>
                <a:moveTo>
                  <a:pt x="340290" y="418188"/>
                </a:moveTo>
                <a:lnTo>
                  <a:pt x="348490" y="438687"/>
                </a:lnTo>
                <a:lnTo>
                  <a:pt x="327991" y="450987"/>
                </a:lnTo>
                <a:lnTo>
                  <a:pt x="315691" y="430488"/>
                </a:lnTo>
                <a:lnTo>
                  <a:pt x="340290" y="418188"/>
                </a:lnTo>
                <a:moveTo>
                  <a:pt x="360790" y="463287"/>
                </a:moveTo>
                <a:lnTo>
                  <a:pt x="368990" y="483786"/>
                </a:lnTo>
                <a:lnTo>
                  <a:pt x="348490" y="491986"/>
                </a:lnTo>
                <a:lnTo>
                  <a:pt x="336191" y="471487"/>
                </a:lnTo>
                <a:lnTo>
                  <a:pt x="360790" y="463287"/>
                </a:lnTo>
                <a:moveTo>
                  <a:pt x="381289" y="504286"/>
                </a:moveTo>
                <a:lnTo>
                  <a:pt x="381289" y="508386"/>
                </a:lnTo>
                <a:lnTo>
                  <a:pt x="389489" y="528885"/>
                </a:lnTo>
                <a:lnTo>
                  <a:pt x="364890" y="537085"/>
                </a:lnTo>
                <a:lnTo>
                  <a:pt x="360790" y="516585"/>
                </a:lnTo>
                <a:lnTo>
                  <a:pt x="360790" y="520685"/>
                </a:lnTo>
                <a:lnTo>
                  <a:pt x="356690" y="516585"/>
                </a:lnTo>
                <a:lnTo>
                  <a:pt x="381289" y="504286"/>
                </a:lnTo>
                <a:moveTo>
                  <a:pt x="397689" y="549385"/>
                </a:moveTo>
                <a:lnTo>
                  <a:pt x="405889" y="569884"/>
                </a:lnTo>
                <a:lnTo>
                  <a:pt x="385389" y="582183"/>
                </a:lnTo>
                <a:lnTo>
                  <a:pt x="377189" y="557584"/>
                </a:lnTo>
                <a:lnTo>
                  <a:pt x="397689" y="549385"/>
                </a:lnTo>
                <a:moveTo>
                  <a:pt x="414089" y="594483"/>
                </a:moveTo>
                <a:lnTo>
                  <a:pt x="422288" y="619082"/>
                </a:lnTo>
                <a:lnTo>
                  <a:pt x="397689" y="627282"/>
                </a:lnTo>
                <a:lnTo>
                  <a:pt x="393589" y="602683"/>
                </a:lnTo>
                <a:lnTo>
                  <a:pt x="414089" y="594483"/>
                </a:lnTo>
                <a:moveTo>
                  <a:pt x="430488" y="639582"/>
                </a:moveTo>
                <a:lnTo>
                  <a:pt x="430488" y="643682"/>
                </a:lnTo>
                <a:lnTo>
                  <a:pt x="438687" y="664181"/>
                </a:lnTo>
                <a:lnTo>
                  <a:pt x="414089" y="668281"/>
                </a:lnTo>
                <a:lnTo>
                  <a:pt x="409988" y="651882"/>
                </a:lnTo>
                <a:lnTo>
                  <a:pt x="405889" y="647782"/>
                </a:lnTo>
                <a:lnTo>
                  <a:pt x="430488" y="639582"/>
                </a:lnTo>
                <a:moveTo>
                  <a:pt x="442787" y="684681"/>
                </a:moveTo>
                <a:lnTo>
                  <a:pt x="450987" y="709280"/>
                </a:lnTo>
                <a:lnTo>
                  <a:pt x="426388" y="717479"/>
                </a:lnTo>
                <a:lnTo>
                  <a:pt x="422288" y="692881"/>
                </a:lnTo>
                <a:lnTo>
                  <a:pt x="442787" y="684681"/>
                </a:lnTo>
                <a:moveTo>
                  <a:pt x="455087" y="733879"/>
                </a:moveTo>
                <a:lnTo>
                  <a:pt x="459187" y="758478"/>
                </a:lnTo>
                <a:lnTo>
                  <a:pt x="438687" y="762578"/>
                </a:lnTo>
                <a:lnTo>
                  <a:pt x="430488" y="737979"/>
                </a:lnTo>
                <a:lnTo>
                  <a:pt x="455087" y="733879"/>
                </a:lnTo>
                <a:moveTo>
                  <a:pt x="467387" y="778978"/>
                </a:moveTo>
                <a:lnTo>
                  <a:pt x="467387" y="783078"/>
                </a:lnTo>
                <a:lnTo>
                  <a:pt x="471487" y="803577"/>
                </a:lnTo>
                <a:lnTo>
                  <a:pt x="446887" y="807677"/>
                </a:lnTo>
                <a:lnTo>
                  <a:pt x="442787" y="787178"/>
                </a:lnTo>
                <a:lnTo>
                  <a:pt x="467387" y="778978"/>
                </a:lnTo>
                <a:moveTo>
                  <a:pt x="475587" y="828177"/>
                </a:moveTo>
                <a:lnTo>
                  <a:pt x="479686" y="852776"/>
                </a:lnTo>
                <a:lnTo>
                  <a:pt x="455087" y="856875"/>
                </a:lnTo>
                <a:lnTo>
                  <a:pt x="450987" y="832277"/>
                </a:lnTo>
                <a:lnTo>
                  <a:pt x="475587" y="828177"/>
                </a:lnTo>
                <a:moveTo>
                  <a:pt x="483786" y="873275"/>
                </a:moveTo>
                <a:lnTo>
                  <a:pt x="487886" y="897874"/>
                </a:lnTo>
                <a:lnTo>
                  <a:pt x="463287" y="901974"/>
                </a:lnTo>
                <a:lnTo>
                  <a:pt x="459187" y="877375"/>
                </a:lnTo>
                <a:lnTo>
                  <a:pt x="483786" y="873275"/>
                </a:lnTo>
                <a:moveTo>
                  <a:pt x="487886" y="922474"/>
                </a:moveTo>
                <a:lnTo>
                  <a:pt x="487886" y="926574"/>
                </a:lnTo>
                <a:lnTo>
                  <a:pt x="491986" y="947073"/>
                </a:lnTo>
                <a:lnTo>
                  <a:pt x="467387" y="947073"/>
                </a:lnTo>
                <a:lnTo>
                  <a:pt x="467387" y="930674"/>
                </a:lnTo>
                <a:lnTo>
                  <a:pt x="463287" y="926574"/>
                </a:lnTo>
                <a:lnTo>
                  <a:pt x="487886" y="922474"/>
                </a:lnTo>
                <a:moveTo>
                  <a:pt x="491986" y="971673"/>
                </a:moveTo>
                <a:lnTo>
                  <a:pt x="496086" y="996272"/>
                </a:lnTo>
                <a:lnTo>
                  <a:pt x="471487" y="996272"/>
                </a:lnTo>
                <a:lnTo>
                  <a:pt x="467387" y="971673"/>
                </a:lnTo>
                <a:lnTo>
                  <a:pt x="491986" y="97167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df-path-177">
            <a:extLst xmlns:a="http://schemas.openxmlformats.org/drawingml/2006/main">
              <a:ext uri="{FF2B5EF4-FFF2-40B4-BE49-F238E27FC236}">
                <a16:creationId xmlns:a16="http://schemas.microsoft.com/office/drawing/2014/main" id="{0BAEEF23-CBA7-4919-846D-234A78B8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006" y="2595771"/>
            <a:ext cx="397689" cy="1033171"/>
          </a:xfrm>
          <a:custGeom xmlns:a="http://schemas.openxmlformats.org/drawingml/2006/main">
            <a:pathLst>
              <a:path w="397689" h="1033171">
                <a:moveTo>
                  <a:pt x="397689" y="0"/>
                </a:moveTo>
                <a:lnTo>
                  <a:pt x="397689" y="20499"/>
                </a:lnTo>
                <a:lnTo>
                  <a:pt x="373090" y="24599"/>
                </a:lnTo>
                <a:lnTo>
                  <a:pt x="373090" y="0"/>
                </a:lnTo>
                <a:lnTo>
                  <a:pt x="397689" y="0"/>
                </a:lnTo>
                <a:moveTo>
                  <a:pt x="397689" y="45099"/>
                </a:moveTo>
                <a:lnTo>
                  <a:pt x="397689" y="57399"/>
                </a:lnTo>
                <a:lnTo>
                  <a:pt x="397689" y="69698"/>
                </a:lnTo>
                <a:lnTo>
                  <a:pt x="373090" y="69698"/>
                </a:lnTo>
                <a:lnTo>
                  <a:pt x="373090" y="57399"/>
                </a:lnTo>
                <a:lnTo>
                  <a:pt x="373090" y="45099"/>
                </a:lnTo>
                <a:lnTo>
                  <a:pt x="397689" y="45099"/>
                </a:lnTo>
                <a:moveTo>
                  <a:pt x="397689" y="94297"/>
                </a:moveTo>
                <a:lnTo>
                  <a:pt x="397689" y="118897"/>
                </a:lnTo>
                <a:lnTo>
                  <a:pt x="373090" y="118897"/>
                </a:lnTo>
                <a:lnTo>
                  <a:pt x="373090" y="94297"/>
                </a:lnTo>
                <a:lnTo>
                  <a:pt x="397689" y="94297"/>
                </a:lnTo>
                <a:moveTo>
                  <a:pt x="397689" y="143496"/>
                </a:moveTo>
                <a:lnTo>
                  <a:pt x="393589" y="168095"/>
                </a:lnTo>
                <a:lnTo>
                  <a:pt x="368990" y="163995"/>
                </a:lnTo>
                <a:lnTo>
                  <a:pt x="373090" y="139396"/>
                </a:lnTo>
                <a:lnTo>
                  <a:pt x="397689" y="143496"/>
                </a:lnTo>
                <a:moveTo>
                  <a:pt x="393589" y="188595"/>
                </a:moveTo>
                <a:lnTo>
                  <a:pt x="389489" y="204994"/>
                </a:lnTo>
                <a:lnTo>
                  <a:pt x="389489" y="213194"/>
                </a:lnTo>
                <a:lnTo>
                  <a:pt x="364890" y="213194"/>
                </a:lnTo>
                <a:lnTo>
                  <a:pt x="368990" y="204994"/>
                </a:lnTo>
                <a:lnTo>
                  <a:pt x="368990" y="188595"/>
                </a:lnTo>
                <a:lnTo>
                  <a:pt x="393589" y="188595"/>
                </a:lnTo>
                <a:moveTo>
                  <a:pt x="385389" y="237793"/>
                </a:moveTo>
                <a:lnTo>
                  <a:pt x="385389" y="262392"/>
                </a:lnTo>
                <a:lnTo>
                  <a:pt x="360790" y="258293"/>
                </a:lnTo>
                <a:lnTo>
                  <a:pt x="364890" y="233694"/>
                </a:lnTo>
                <a:lnTo>
                  <a:pt x="385389" y="237793"/>
                </a:lnTo>
                <a:moveTo>
                  <a:pt x="381289" y="286992"/>
                </a:moveTo>
                <a:lnTo>
                  <a:pt x="377189" y="311591"/>
                </a:lnTo>
                <a:lnTo>
                  <a:pt x="352590" y="307491"/>
                </a:lnTo>
                <a:lnTo>
                  <a:pt x="356690" y="282892"/>
                </a:lnTo>
                <a:lnTo>
                  <a:pt x="381289" y="286992"/>
                </a:lnTo>
                <a:moveTo>
                  <a:pt x="373090" y="332091"/>
                </a:moveTo>
                <a:lnTo>
                  <a:pt x="368990" y="352590"/>
                </a:lnTo>
                <a:lnTo>
                  <a:pt x="368990" y="356690"/>
                </a:lnTo>
                <a:lnTo>
                  <a:pt x="344390" y="352590"/>
                </a:lnTo>
                <a:lnTo>
                  <a:pt x="344390" y="344390"/>
                </a:lnTo>
                <a:lnTo>
                  <a:pt x="348490" y="327991"/>
                </a:lnTo>
                <a:lnTo>
                  <a:pt x="373090" y="332091"/>
                </a:lnTo>
                <a:moveTo>
                  <a:pt x="360790" y="381289"/>
                </a:moveTo>
                <a:lnTo>
                  <a:pt x="356690" y="401788"/>
                </a:lnTo>
                <a:lnTo>
                  <a:pt x="332091" y="397689"/>
                </a:lnTo>
                <a:lnTo>
                  <a:pt x="340290" y="373090"/>
                </a:lnTo>
                <a:lnTo>
                  <a:pt x="360790" y="381289"/>
                </a:lnTo>
                <a:moveTo>
                  <a:pt x="352590" y="426388"/>
                </a:moveTo>
                <a:lnTo>
                  <a:pt x="344390" y="450987"/>
                </a:lnTo>
                <a:lnTo>
                  <a:pt x="319791" y="442787"/>
                </a:lnTo>
                <a:lnTo>
                  <a:pt x="327991" y="422288"/>
                </a:lnTo>
                <a:lnTo>
                  <a:pt x="352590" y="426388"/>
                </a:lnTo>
                <a:moveTo>
                  <a:pt x="336191" y="471487"/>
                </a:moveTo>
                <a:lnTo>
                  <a:pt x="332091" y="491986"/>
                </a:lnTo>
                <a:lnTo>
                  <a:pt x="332091" y="496086"/>
                </a:lnTo>
                <a:lnTo>
                  <a:pt x="307492" y="487886"/>
                </a:lnTo>
                <a:lnTo>
                  <a:pt x="311592" y="483786"/>
                </a:lnTo>
                <a:lnTo>
                  <a:pt x="315691" y="467387"/>
                </a:lnTo>
                <a:lnTo>
                  <a:pt x="336191" y="471487"/>
                </a:lnTo>
                <a:moveTo>
                  <a:pt x="323891" y="520685"/>
                </a:moveTo>
                <a:lnTo>
                  <a:pt x="315691" y="541185"/>
                </a:lnTo>
                <a:lnTo>
                  <a:pt x="291092" y="532985"/>
                </a:lnTo>
                <a:lnTo>
                  <a:pt x="299292" y="512486"/>
                </a:lnTo>
                <a:lnTo>
                  <a:pt x="323891" y="520685"/>
                </a:lnTo>
                <a:moveTo>
                  <a:pt x="307492" y="565784"/>
                </a:moveTo>
                <a:lnTo>
                  <a:pt x="299292" y="586283"/>
                </a:lnTo>
                <a:lnTo>
                  <a:pt x="274693" y="578083"/>
                </a:lnTo>
                <a:lnTo>
                  <a:pt x="282892" y="557584"/>
                </a:lnTo>
                <a:lnTo>
                  <a:pt x="307492" y="565784"/>
                </a:lnTo>
                <a:moveTo>
                  <a:pt x="291092" y="610883"/>
                </a:moveTo>
                <a:lnTo>
                  <a:pt x="282892" y="623182"/>
                </a:lnTo>
                <a:lnTo>
                  <a:pt x="278792" y="631382"/>
                </a:lnTo>
                <a:lnTo>
                  <a:pt x="258293" y="623182"/>
                </a:lnTo>
                <a:lnTo>
                  <a:pt x="262393" y="614983"/>
                </a:lnTo>
                <a:lnTo>
                  <a:pt x="266493" y="602683"/>
                </a:lnTo>
                <a:lnTo>
                  <a:pt x="291092" y="610883"/>
                </a:lnTo>
                <a:moveTo>
                  <a:pt x="270593" y="651882"/>
                </a:moveTo>
                <a:lnTo>
                  <a:pt x="258293" y="676481"/>
                </a:lnTo>
                <a:lnTo>
                  <a:pt x="237793" y="664181"/>
                </a:lnTo>
                <a:lnTo>
                  <a:pt x="250093" y="643682"/>
                </a:lnTo>
                <a:lnTo>
                  <a:pt x="270593" y="651882"/>
                </a:lnTo>
                <a:moveTo>
                  <a:pt x="250093" y="696980"/>
                </a:moveTo>
                <a:lnTo>
                  <a:pt x="237793" y="717479"/>
                </a:lnTo>
                <a:lnTo>
                  <a:pt x="217294" y="709280"/>
                </a:lnTo>
                <a:lnTo>
                  <a:pt x="229594" y="684681"/>
                </a:lnTo>
                <a:lnTo>
                  <a:pt x="250093" y="696980"/>
                </a:lnTo>
                <a:moveTo>
                  <a:pt x="229594" y="742079"/>
                </a:moveTo>
                <a:lnTo>
                  <a:pt x="221394" y="750279"/>
                </a:lnTo>
                <a:lnTo>
                  <a:pt x="217294" y="762578"/>
                </a:lnTo>
                <a:lnTo>
                  <a:pt x="196795" y="750279"/>
                </a:lnTo>
                <a:lnTo>
                  <a:pt x="200894" y="742079"/>
                </a:lnTo>
                <a:lnTo>
                  <a:pt x="204994" y="729779"/>
                </a:lnTo>
                <a:lnTo>
                  <a:pt x="229594" y="742079"/>
                </a:lnTo>
                <a:moveTo>
                  <a:pt x="204994" y="783078"/>
                </a:moveTo>
                <a:lnTo>
                  <a:pt x="192695" y="803577"/>
                </a:lnTo>
                <a:lnTo>
                  <a:pt x="172195" y="791278"/>
                </a:lnTo>
                <a:lnTo>
                  <a:pt x="184495" y="770778"/>
                </a:lnTo>
                <a:lnTo>
                  <a:pt x="204994" y="783078"/>
                </a:lnTo>
                <a:moveTo>
                  <a:pt x="180395" y="824077"/>
                </a:moveTo>
                <a:lnTo>
                  <a:pt x="168095" y="844576"/>
                </a:lnTo>
                <a:lnTo>
                  <a:pt x="147596" y="832277"/>
                </a:lnTo>
                <a:lnTo>
                  <a:pt x="159896" y="811777"/>
                </a:lnTo>
                <a:lnTo>
                  <a:pt x="180395" y="824077"/>
                </a:lnTo>
                <a:moveTo>
                  <a:pt x="151696" y="865075"/>
                </a:moveTo>
                <a:lnTo>
                  <a:pt x="147596" y="873275"/>
                </a:lnTo>
                <a:lnTo>
                  <a:pt x="139396" y="885575"/>
                </a:lnTo>
                <a:lnTo>
                  <a:pt x="118897" y="869175"/>
                </a:lnTo>
                <a:lnTo>
                  <a:pt x="127097" y="860975"/>
                </a:lnTo>
                <a:lnTo>
                  <a:pt x="131197" y="852776"/>
                </a:lnTo>
                <a:lnTo>
                  <a:pt x="151696" y="865075"/>
                </a:lnTo>
                <a:moveTo>
                  <a:pt x="127097" y="901974"/>
                </a:moveTo>
                <a:lnTo>
                  <a:pt x="110697" y="922474"/>
                </a:lnTo>
                <a:lnTo>
                  <a:pt x="90198" y="910174"/>
                </a:lnTo>
                <a:lnTo>
                  <a:pt x="106597" y="889675"/>
                </a:lnTo>
                <a:lnTo>
                  <a:pt x="127097" y="901974"/>
                </a:lnTo>
                <a:moveTo>
                  <a:pt x="98397" y="942973"/>
                </a:moveTo>
                <a:lnTo>
                  <a:pt x="81998" y="959373"/>
                </a:lnTo>
                <a:lnTo>
                  <a:pt x="61498" y="947073"/>
                </a:lnTo>
                <a:lnTo>
                  <a:pt x="77898" y="926574"/>
                </a:lnTo>
                <a:lnTo>
                  <a:pt x="98397" y="942973"/>
                </a:lnTo>
                <a:moveTo>
                  <a:pt x="65598" y="979872"/>
                </a:moveTo>
                <a:lnTo>
                  <a:pt x="61498" y="983972"/>
                </a:lnTo>
                <a:lnTo>
                  <a:pt x="49199" y="996272"/>
                </a:lnTo>
                <a:lnTo>
                  <a:pt x="32799" y="983972"/>
                </a:lnTo>
                <a:lnTo>
                  <a:pt x="45099" y="967573"/>
                </a:lnTo>
                <a:lnTo>
                  <a:pt x="45099" y="971673"/>
                </a:lnTo>
                <a:lnTo>
                  <a:pt x="49199" y="963473"/>
                </a:lnTo>
                <a:lnTo>
                  <a:pt x="65598" y="979872"/>
                </a:lnTo>
                <a:moveTo>
                  <a:pt x="36899" y="1016771"/>
                </a:moveTo>
                <a:lnTo>
                  <a:pt x="20499" y="1033171"/>
                </a:lnTo>
                <a:lnTo>
                  <a:pt x="0" y="1016771"/>
                </a:lnTo>
                <a:lnTo>
                  <a:pt x="16400" y="1000372"/>
                </a:lnTo>
                <a:lnTo>
                  <a:pt x="36899" y="10167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df-path-178">
            <a:extLst xmlns:a="http://schemas.openxmlformats.org/drawingml/2006/main">
              <a:ext uri="{FF2B5EF4-FFF2-40B4-BE49-F238E27FC236}">
                <a16:creationId xmlns:a16="http://schemas.microsoft.com/office/drawing/2014/main" id="{6144C7EA-FC10-4548-91A6-8C83851F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635" y="3633042"/>
            <a:ext cx="1004472" cy="475587"/>
          </a:xfrm>
          <a:custGeom xmlns:a="http://schemas.openxmlformats.org/drawingml/2006/main">
            <a:pathLst>
              <a:path w="1004472" h="475587">
                <a:moveTo>
                  <a:pt x="1004472" y="16400"/>
                </a:moveTo>
                <a:lnTo>
                  <a:pt x="988072" y="32799"/>
                </a:lnTo>
                <a:lnTo>
                  <a:pt x="967573" y="16400"/>
                </a:lnTo>
                <a:lnTo>
                  <a:pt x="983972" y="0"/>
                </a:lnTo>
                <a:lnTo>
                  <a:pt x="1004472" y="16400"/>
                </a:lnTo>
                <a:moveTo>
                  <a:pt x="971673" y="49199"/>
                </a:moveTo>
                <a:lnTo>
                  <a:pt x="967573" y="53299"/>
                </a:lnTo>
                <a:lnTo>
                  <a:pt x="951173" y="65598"/>
                </a:lnTo>
                <a:lnTo>
                  <a:pt x="934773" y="49199"/>
                </a:lnTo>
                <a:lnTo>
                  <a:pt x="951173" y="32799"/>
                </a:lnTo>
                <a:lnTo>
                  <a:pt x="971673" y="49199"/>
                </a:lnTo>
                <a:moveTo>
                  <a:pt x="934773" y="81998"/>
                </a:moveTo>
                <a:lnTo>
                  <a:pt x="918374" y="98397"/>
                </a:lnTo>
                <a:lnTo>
                  <a:pt x="901975" y="81998"/>
                </a:lnTo>
                <a:lnTo>
                  <a:pt x="918374" y="65598"/>
                </a:lnTo>
                <a:lnTo>
                  <a:pt x="934773" y="81998"/>
                </a:lnTo>
                <a:moveTo>
                  <a:pt x="897875" y="114797"/>
                </a:moveTo>
                <a:lnTo>
                  <a:pt x="881475" y="131196"/>
                </a:lnTo>
                <a:lnTo>
                  <a:pt x="865076" y="110697"/>
                </a:lnTo>
                <a:lnTo>
                  <a:pt x="885575" y="98397"/>
                </a:lnTo>
                <a:lnTo>
                  <a:pt x="897875" y="114797"/>
                </a:lnTo>
                <a:moveTo>
                  <a:pt x="860976" y="147596"/>
                </a:moveTo>
                <a:lnTo>
                  <a:pt x="844576" y="159895"/>
                </a:lnTo>
                <a:lnTo>
                  <a:pt x="828177" y="143496"/>
                </a:lnTo>
                <a:lnTo>
                  <a:pt x="848676" y="127096"/>
                </a:lnTo>
                <a:lnTo>
                  <a:pt x="860976" y="147596"/>
                </a:lnTo>
                <a:moveTo>
                  <a:pt x="824077" y="176295"/>
                </a:moveTo>
                <a:lnTo>
                  <a:pt x="807677" y="188595"/>
                </a:lnTo>
                <a:lnTo>
                  <a:pt x="803577" y="188595"/>
                </a:lnTo>
                <a:lnTo>
                  <a:pt x="791278" y="172195"/>
                </a:lnTo>
                <a:lnTo>
                  <a:pt x="795377" y="168095"/>
                </a:lnTo>
                <a:lnTo>
                  <a:pt x="791278" y="168095"/>
                </a:lnTo>
                <a:lnTo>
                  <a:pt x="811777" y="155796"/>
                </a:lnTo>
                <a:lnTo>
                  <a:pt x="824077" y="176295"/>
                </a:lnTo>
                <a:moveTo>
                  <a:pt x="787178" y="204994"/>
                </a:moveTo>
                <a:lnTo>
                  <a:pt x="766679" y="217294"/>
                </a:lnTo>
                <a:lnTo>
                  <a:pt x="754379" y="196795"/>
                </a:lnTo>
                <a:lnTo>
                  <a:pt x="770779" y="184495"/>
                </a:lnTo>
                <a:lnTo>
                  <a:pt x="787178" y="204994"/>
                </a:lnTo>
                <a:moveTo>
                  <a:pt x="746179" y="233694"/>
                </a:moveTo>
                <a:lnTo>
                  <a:pt x="725680" y="245993"/>
                </a:lnTo>
                <a:lnTo>
                  <a:pt x="713380" y="225494"/>
                </a:lnTo>
                <a:lnTo>
                  <a:pt x="733879" y="213194"/>
                </a:lnTo>
                <a:lnTo>
                  <a:pt x="746179" y="233694"/>
                </a:lnTo>
                <a:moveTo>
                  <a:pt x="705180" y="258293"/>
                </a:moveTo>
                <a:lnTo>
                  <a:pt x="688781" y="266492"/>
                </a:lnTo>
                <a:lnTo>
                  <a:pt x="684681" y="270592"/>
                </a:lnTo>
                <a:lnTo>
                  <a:pt x="672381" y="250093"/>
                </a:lnTo>
                <a:lnTo>
                  <a:pt x="676481" y="245993"/>
                </a:lnTo>
                <a:lnTo>
                  <a:pt x="692881" y="237793"/>
                </a:lnTo>
                <a:lnTo>
                  <a:pt x="705180" y="258293"/>
                </a:lnTo>
                <a:moveTo>
                  <a:pt x="664181" y="282892"/>
                </a:moveTo>
                <a:lnTo>
                  <a:pt x="643682" y="295192"/>
                </a:lnTo>
                <a:lnTo>
                  <a:pt x="631382" y="274692"/>
                </a:lnTo>
                <a:lnTo>
                  <a:pt x="651882" y="262392"/>
                </a:lnTo>
                <a:lnTo>
                  <a:pt x="664181" y="282892"/>
                </a:lnTo>
                <a:moveTo>
                  <a:pt x="623182" y="307491"/>
                </a:moveTo>
                <a:lnTo>
                  <a:pt x="602683" y="315691"/>
                </a:lnTo>
                <a:lnTo>
                  <a:pt x="590384" y="295192"/>
                </a:lnTo>
                <a:lnTo>
                  <a:pt x="610883" y="282892"/>
                </a:lnTo>
                <a:lnTo>
                  <a:pt x="623182" y="307491"/>
                </a:lnTo>
                <a:moveTo>
                  <a:pt x="578084" y="327991"/>
                </a:moveTo>
                <a:lnTo>
                  <a:pt x="565784" y="336191"/>
                </a:lnTo>
                <a:lnTo>
                  <a:pt x="557584" y="336191"/>
                </a:lnTo>
                <a:lnTo>
                  <a:pt x="549385" y="315691"/>
                </a:lnTo>
                <a:lnTo>
                  <a:pt x="553485" y="311591"/>
                </a:lnTo>
                <a:lnTo>
                  <a:pt x="569884" y="307491"/>
                </a:lnTo>
                <a:lnTo>
                  <a:pt x="578084" y="327991"/>
                </a:lnTo>
                <a:moveTo>
                  <a:pt x="537085" y="348490"/>
                </a:moveTo>
                <a:lnTo>
                  <a:pt x="512486" y="356690"/>
                </a:lnTo>
                <a:lnTo>
                  <a:pt x="504286" y="336191"/>
                </a:lnTo>
                <a:lnTo>
                  <a:pt x="524785" y="327991"/>
                </a:lnTo>
                <a:lnTo>
                  <a:pt x="537085" y="348490"/>
                </a:lnTo>
                <a:moveTo>
                  <a:pt x="491986" y="368990"/>
                </a:moveTo>
                <a:lnTo>
                  <a:pt x="467387" y="377189"/>
                </a:lnTo>
                <a:lnTo>
                  <a:pt x="459187" y="352590"/>
                </a:lnTo>
                <a:lnTo>
                  <a:pt x="483786" y="344390"/>
                </a:lnTo>
                <a:lnTo>
                  <a:pt x="491986" y="368990"/>
                </a:lnTo>
                <a:moveTo>
                  <a:pt x="446887" y="385389"/>
                </a:moveTo>
                <a:lnTo>
                  <a:pt x="434588" y="389489"/>
                </a:lnTo>
                <a:lnTo>
                  <a:pt x="422288" y="393589"/>
                </a:lnTo>
                <a:lnTo>
                  <a:pt x="418188" y="368990"/>
                </a:lnTo>
                <a:lnTo>
                  <a:pt x="426388" y="368990"/>
                </a:lnTo>
                <a:lnTo>
                  <a:pt x="422288" y="368990"/>
                </a:lnTo>
                <a:lnTo>
                  <a:pt x="438688" y="360790"/>
                </a:lnTo>
                <a:lnTo>
                  <a:pt x="446887" y="385389"/>
                </a:lnTo>
                <a:moveTo>
                  <a:pt x="401789" y="401789"/>
                </a:moveTo>
                <a:lnTo>
                  <a:pt x="377189" y="409988"/>
                </a:lnTo>
                <a:lnTo>
                  <a:pt x="373090" y="385389"/>
                </a:lnTo>
                <a:lnTo>
                  <a:pt x="393589" y="377189"/>
                </a:lnTo>
                <a:lnTo>
                  <a:pt x="401789" y="401789"/>
                </a:lnTo>
                <a:moveTo>
                  <a:pt x="356690" y="414088"/>
                </a:moveTo>
                <a:lnTo>
                  <a:pt x="332091" y="422288"/>
                </a:lnTo>
                <a:lnTo>
                  <a:pt x="327991" y="397689"/>
                </a:lnTo>
                <a:lnTo>
                  <a:pt x="348490" y="393589"/>
                </a:lnTo>
                <a:lnTo>
                  <a:pt x="356690" y="414088"/>
                </a:lnTo>
                <a:moveTo>
                  <a:pt x="307491" y="430488"/>
                </a:moveTo>
                <a:lnTo>
                  <a:pt x="295192" y="434588"/>
                </a:lnTo>
                <a:lnTo>
                  <a:pt x="286992" y="434588"/>
                </a:lnTo>
                <a:lnTo>
                  <a:pt x="278792" y="409988"/>
                </a:lnTo>
                <a:lnTo>
                  <a:pt x="286992" y="409988"/>
                </a:lnTo>
                <a:lnTo>
                  <a:pt x="303391" y="405888"/>
                </a:lnTo>
                <a:lnTo>
                  <a:pt x="307491" y="430488"/>
                </a:lnTo>
                <a:moveTo>
                  <a:pt x="262393" y="438687"/>
                </a:moveTo>
                <a:lnTo>
                  <a:pt x="237793" y="446887"/>
                </a:lnTo>
                <a:lnTo>
                  <a:pt x="233694" y="422288"/>
                </a:lnTo>
                <a:lnTo>
                  <a:pt x="258293" y="418188"/>
                </a:lnTo>
                <a:lnTo>
                  <a:pt x="262393" y="438687"/>
                </a:lnTo>
                <a:moveTo>
                  <a:pt x="217294" y="450987"/>
                </a:moveTo>
                <a:lnTo>
                  <a:pt x="192695" y="455087"/>
                </a:lnTo>
                <a:lnTo>
                  <a:pt x="188595" y="430488"/>
                </a:lnTo>
                <a:lnTo>
                  <a:pt x="209094" y="426388"/>
                </a:lnTo>
                <a:lnTo>
                  <a:pt x="217294" y="450987"/>
                </a:lnTo>
                <a:moveTo>
                  <a:pt x="168095" y="459187"/>
                </a:moveTo>
                <a:lnTo>
                  <a:pt x="151696" y="463287"/>
                </a:lnTo>
                <a:lnTo>
                  <a:pt x="143496" y="463287"/>
                </a:lnTo>
                <a:lnTo>
                  <a:pt x="139396" y="438687"/>
                </a:lnTo>
                <a:lnTo>
                  <a:pt x="147596" y="438687"/>
                </a:lnTo>
                <a:lnTo>
                  <a:pt x="163995" y="434588"/>
                </a:lnTo>
                <a:lnTo>
                  <a:pt x="168095" y="459187"/>
                </a:lnTo>
                <a:moveTo>
                  <a:pt x="118897" y="467387"/>
                </a:moveTo>
                <a:lnTo>
                  <a:pt x="98397" y="467387"/>
                </a:lnTo>
                <a:lnTo>
                  <a:pt x="94298" y="446887"/>
                </a:lnTo>
                <a:lnTo>
                  <a:pt x="118897" y="442787"/>
                </a:lnTo>
                <a:lnTo>
                  <a:pt x="118897" y="467387"/>
                </a:lnTo>
                <a:moveTo>
                  <a:pt x="73798" y="471487"/>
                </a:moveTo>
                <a:lnTo>
                  <a:pt x="49199" y="471487"/>
                </a:lnTo>
                <a:lnTo>
                  <a:pt x="45099" y="450987"/>
                </a:lnTo>
                <a:lnTo>
                  <a:pt x="69698" y="446887"/>
                </a:lnTo>
                <a:lnTo>
                  <a:pt x="73798" y="471487"/>
                </a:lnTo>
                <a:moveTo>
                  <a:pt x="24599" y="475587"/>
                </a:moveTo>
                <a:lnTo>
                  <a:pt x="0" y="475587"/>
                </a:lnTo>
                <a:lnTo>
                  <a:pt x="0" y="450987"/>
                </a:lnTo>
                <a:lnTo>
                  <a:pt x="24599" y="450987"/>
                </a:lnTo>
                <a:lnTo>
                  <a:pt x="24599" y="47558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df-path-179">
            <a:extLst xmlns:a="http://schemas.openxmlformats.org/drawingml/2006/main">
              <a:ext uri="{FF2B5EF4-FFF2-40B4-BE49-F238E27FC236}">
                <a16:creationId xmlns:a16="http://schemas.microsoft.com/office/drawing/2014/main" id="{4A88666A-3BC0-4495-9BF4-E3A448B9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5" y="3715040"/>
            <a:ext cx="1037270" cy="397689"/>
          </a:xfrm>
          <a:custGeom xmlns:a="http://schemas.openxmlformats.org/drawingml/2006/main">
            <a:pathLst>
              <a:path w="1037270" h="397689">
                <a:moveTo>
                  <a:pt x="1037270" y="393589"/>
                </a:moveTo>
                <a:lnTo>
                  <a:pt x="1012671" y="397689"/>
                </a:lnTo>
                <a:lnTo>
                  <a:pt x="1012671" y="373089"/>
                </a:lnTo>
                <a:lnTo>
                  <a:pt x="1037270" y="373089"/>
                </a:lnTo>
                <a:lnTo>
                  <a:pt x="1037270" y="393589"/>
                </a:lnTo>
                <a:moveTo>
                  <a:pt x="992172" y="397689"/>
                </a:moveTo>
                <a:lnTo>
                  <a:pt x="988072" y="397689"/>
                </a:lnTo>
                <a:lnTo>
                  <a:pt x="967572" y="397689"/>
                </a:lnTo>
                <a:lnTo>
                  <a:pt x="967572" y="373089"/>
                </a:lnTo>
                <a:lnTo>
                  <a:pt x="988072" y="373089"/>
                </a:lnTo>
                <a:lnTo>
                  <a:pt x="992172" y="397689"/>
                </a:lnTo>
                <a:moveTo>
                  <a:pt x="942973" y="393589"/>
                </a:moveTo>
                <a:lnTo>
                  <a:pt x="918374" y="393589"/>
                </a:lnTo>
                <a:lnTo>
                  <a:pt x="918374" y="373089"/>
                </a:lnTo>
                <a:lnTo>
                  <a:pt x="942973" y="373089"/>
                </a:lnTo>
                <a:lnTo>
                  <a:pt x="942973" y="393589"/>
                </a:lnTo>
                <a:moveTo>
                  <a:pt x="893775" y="393589"/>
                </a:moveTo>
                <a:lnTo>
                  <a:pt x="869175" y="393589"/>
                </a:lnTo>
                <a:lnTo>
                  <a:pt x="873275" y="368989"/>
                </a:lnTo>
                <a:lnTo>
                  <a:pt x="893775" y="368989"/>
                </a:lnTo>
                <a:lnTo>
                  <a:pt x="893775" y="393589"/>
                </a:lnTo>
                <a:moveTo>
                  <a:pt x="844576" y="389489"/>
                </a:moveTo>
                <a:lnTo>
                  <a:pt x="836376" y="389489"/>
                </a:lnTo>
                <a:lnTo>
                  <a:pt x="819977" y="385389"/>
                </a:lnTo>
                <a:lnTo>
                  <a:pt x="824077" y="364889"/>
                </a:lnTo>
                <a:lnTo>
                  <a:pt x="840476" y="364889"/>
                </a:lnTo>
                <a:lnTo>
                  <a:pt x="848676" y="364889"/>
                </a:lnTo>
                <a:lnTo>
                  <a:pt x="844576" y="389489"/>
                </a:lnTo>
                <a:moveTo>
                  <a:pt x="799477" y="385389"/>
                </a:moveTo>
                <a:lnTo>
                  <a:pt x="774878" y="381289"/>
                </a:lnTo>
                <a:lnTo>
                  <a:pt x="778978" y="356690"/>
                </a:lnTo>
                <a:lnTo>
                  <a:pt x="799477" y="360789"/>
                </a:lnTo>
                <a:lnTo>
                  <a:pt x="799477" y="385389"/>
                </a:lnTo>
                <a:moveTo>
                  <a:pt x="750279" y="377189"/>
                </a:moveTo>
                <a:lnTo>
                  <a:pt x="725679" y="373089"/>
                </a:lnTo>
                <a:lnTo>
                  <a:pt x="729779" y="348490"/>
                </a:lnTo>
                <a:lnTo>
                  <a:pt x="754379" y="352590"/>
                </a:lnTo>
                <a:lnTo>
                  <a:pt x="750279" y="377189"/>
                </a:lnTo>
                <a:moveTo>
                  <a:pt x="705180" y="368989"/>
                </a:moveTo>
                <a:lnTo>
                  <a:pt x="692880" y="368989"/>
                </a:lnTo>
                <a:lnTo>
                  <a:pt x="680580" y="364889"/>
                </a:lnTo>
                <a:lnTo>
                  <a:pt x="684680" y="340290"/>
                </a:lnTo>
                <a:lnTo>
                  <a:pt x="696980" y="344390"/>
                </a:lnTo>
                <a:lnTo>
                  <a:pt x="709280" y="344390"/>
                </a:lnTo>
                <a:lnTo>
                  <a:pt x="705180" y="368989"/>
                </a:lnTo>
                <a:moveTo>
                  <a:pt x="655981" y="360789"/>
                </a:moveTo>
                <a:lnTo>
                  <a:pt x="631382" y="352590"/>
                </a:lnTo>
                <a:lnTo>
                  <a:pt x="639582" y="332090"/>
                </a:lnTo>
                <a:lnTo>
                  <a:pt x="660081" y="336190"/>
                </a:lnTo>
                <a:lnTo>
                  <a:pt x="655981" y="360789"/>
                </a:lnTo>
                <a:moveTo>
                  <a:pt x="610883" y="348490"/>
                </a:moveTo>
                <a:lnTo>
                  <a:pt x="586283" y="340290"/>
                </a:lnTo>
                <a:lnTo>
                  <a:pt x="594483" y="319791"/>
                </a:lnTo>
                <a:lnTo>
                  <a:pt x="614983" y="323890"/>
                </a:lnTo>
                <a:lnTo>
                  <a:pt x="610883" y="348490"/>
                </a:lnTo>
                <a:moveTo>
                  <a:pt x="561684" y="336190"/>
                </a:moveTo>
                <a:lnTo>
                  <a:pt x="549384" y="332090"/>
                </a:lnTo>
                <a:lnTo>
                  <a:pt x="541184" y="327990"/>
                </a:lnTo>
                <a:lnTo>
                  <a:pt x="549384" y="303391"/>
                </a:lnTo>
                <a:lnTo>
                  <a:pt x="557584" y="307491"/>
                </a:lnTo>
                <a:lnTo>
                  <a:pt x="569884" y="311591"/>
                </a:lnTo>
                <a:lnTo>
                  <a:pt x="561684" y="336190"/>
                </a:lnTo>
                <a:moveTo>
                  <a:pt x="516585" y="319791"/>
                </a:moveTo>
                <a:lnTo>
                  <a:pt x="496086" y="311591"/>
                </a:lnTo>
                <a:lnTo>
                  <a:pt x="500186" y="291092"/>
                </a:lnTo>
                <a:lnTo>
                  <a:pt x="524785" y="299291"/>
                </a:lnTo>
                <a:lnTo>
                  <a:pt x="516585" y="319791"/>
                </a:lnTo>
                <a:moveTo>
                  <a:pt x="471486" y="303391"/>
                </a:moveTo>
                <a:lnTo>
                  <a:pt x="450987" y="295192"/>
                </a:lnTo>
                <a:lnTo>
                  <a:pt x="459187" y="274692"/>
                </a:lnTo>
                <a:lnTo>
                  <a:pt x="479686" y="282892"/>
                </a:lnTo>
                <a:lnTo>
                  <a:pt x="471486" y="303391"/>
                </a:lnTo>
                <a:moveTo>
                  <a:pt x="426388" y="286992"/>
                </a:moveTo>
                <a:lnTo>
                  <a:pt x="414088" y="282892"/>
                </a:lnTo>
                <a:lnTo>
                  <a:pt x="405888" y="278792"/>
                </a:lnTo>
                <a:lnTo>
                  <a:pt x="414088" y="254193"/>
                </a:lnTo>
                <a:lnTo>
                  <a:pt x="422288" y="258293"/>
                </a:lnTo>
                <a:lnTo>
                  <a:pt x="434588" y="266492"/>
                </a:lnTo>
                <a:lnTo>
                  <a:pt x="426388" y="286992"/>
                </a:lnTo>
                <a:moveTo>
                  <a:pt x="381289" y="266492"/>
                </a:moveTo>
                <a:lnTo>
                  <a:pt x="360790" y="258293"/>
                </a:lnTo>
                <a:lnTo>
                  <a:pt x="368989" y="237793"/>
                </a:lnTo>
                <a:lnTo>
                  <a:pt x="393589" y="245993"/>
                </a:lnTo>
                <a:lnTo>
                  <a:pt x="381289" y="266492"/>
                </a:lnTo>
                <a:moveTo>
                  <a:pt x="340290" y="245993"/>
                </a:moveTo>
                <a:lnTo>
                  <a:pt x="315691" y="237793"/>
                </a:lnTo>
                <a:lnTo>
                  <a:pt x="327991" y="217294"/>
                </a:lnTo>
                <a:lnTo>
                  <a:pt x="348490" y="225493"/>
                </a:lnTo>
                <a:lnTo>
                  <a:pt x="340290" y="245993"/>
                </a:lnTo>
                <a:moveTo>
                  <a:pt x="295192" y="225493"/>
                </a:moveTo>
                <a:lnTo>
                  <a:pt x="286992" y="221393"/>
                </a:lnTo>
                <a:lnTo>
                  <a:pt x="274692" y="213194"/>
                </a:lnTo>
                <a:lnTo>
                  <a:pt x="286992" y="192694"/>
                </a:lnTo>
                <a:lnTo>
                  <a:pt x="299291" y="200894"/>
                </a:lnTo>
                <a:lnTo>
                  <a:pt x="295192" y="200894"/>
                </a:lnTo>
                <a:lnTo>
                  <a:pt x="307491" y="204994"/>
                </a:lnTo>
                <a:lnTo>
                  <a:pt x="295192" y="225493"/>
                </a:lnTo>
                <a:moveTo>
                  <a:pt x="254193" y="200894"/>
                </a:moveTo>
                <a:lnTo>
                  <a:pt x="233693" y="188594"/>
                </a:lnTo>
                <a:lnTo>
                  <a:pt x="245993" y="168095"/>
                </a:lnTo>
                <a:lnTo>
                  <a:pt x="266492" y="180395"/>
                </a:lnTo>
                <a:lnTo>
                  <a:pt x="254193" y="200894"/>
                </a:lnTo>
                <a:moveTo>
                  <a:pt x="213194" y="176295"/>
                </a:moveTo>
                <a:lnTo>
                  <a:pt x="192694" y="163995"/>
                </a:lnTo>
                <a:lnTo>
                  <a:pt x="204994" y="143496"/>
                </a:lnTo>
                <a:lnTo>
                  <a:pt x="225493" y="155796"/>
                </a:lnTo>
                <a:lnTo>
                  <a:pt x="213194" y="176295"/>
                </a:lnTo>
                <a:moveTo>
                  <a:pt x="172195" y="151696"/>
                </a:moveTo>
                <a:lnTo>
                  <a:pt x="163995" y="147596"/>
                </a:lnTo>
                <a:lnTo>
                  <a:pt x="151695" y="139396"/>
                </a:lnTo>
                <a:lnTo>
                  <a:pt x="163995" y="118897"/>
                </a:lnTo>
                <a:lnTo>
                  <a:pt x="176295" y="127096"/>
                </a:lnTo>
                <a:lnTo>
                  <a:pt x="184495" y="131196"/>
                </a:lnTo>
                <a:lnTo>
                  <a:pt x="172195" y="151696"/>
                </a:lnTo>
                <a:moveTo>
                  <a:pt x="131196" y="122996"/>
                </a:moveTo>
                <a:lnTo>
                  <a:pt x="110697" y="110697"/>
                </a:lnTo>
                <a:lnTo>
                  <a:pt x="127096" y="90197"/>
                </a:lnTo>
                <a:lnTo>
                  <a:pt x="147596" y="106597"/>
                </a:lnTo>
                <a:lnTo>
                  <a:pt x="131196" y="122996"/>
                </a:lnTo>
                <a:moveTo>
                  <a:pt x="94297" y="94297"/>
                </a:moveTo>
                <a:lnTo>
                  <a:pt x="73798" y="81997"/>
                </a:lnTo>
                <a:lnTo>
                  <a:pt x="90197" y="61498"/>
                </a:lnTo>
                <a:lnTo>
                  <a:pt x="106597" y="77898"/>
                </a:lnTo>
                <a:lnTo>
                  <a:pt x="94297" y="94297"/>
                </a:lnTo>
                <a:moveTo>
                  <a:pt x="57398" y="65598"/>
                </a:moveTo>
                <a:lnTo>
                  <a:pt x="49198" y="61498"/>
                </a:lnTo>
                <a:lnTo>
                  <a:pt x="36899" y="49198"/>
                </a:lnTo>
                <a:lnTo>
                  <a:pt x="53298" y="32799"/>
                </a:lnTo>
                <a:lnTo>
                  <a:pt x="65598" y="45098"/>
                </a:lnTo>
                <a:lnTo>
                  <a:pt x="69698" y="49198"/>
                </a:lnTo>
                <a:lnTo>
                  <a:pt x="57398" y="65598"/>
                </a:lnTo>
                <a:moveTo>
                  <a:pt x="20499" y="36899"/>
                </a:moveTo>
                <a:lnTo>
                  <a:pt x="0" y="20499"/>
                </a:lnTo>
                <a:lnTo>
                  <a:pt x="16399" y="0"/>
                </a:lnTo>
                <a:lnTo>
                  <a:pt x="32799" y="16399"/>
                </a:lnTo>
                <a:lnTo>
                  <a:pt x="20499" y="368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F4570892-7F50-4B15-9B97-F5B5830E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979" y="2726968"/>
            <a:ext cx="483786" cy="992172"/>
          </a:xfrm>
          <a:custGeom xmlns:a="http://schemas.openxmlformats.org/drawingml/2006/main">
            <a:pathLst>
              <a:path w="483786" h="992172">
                <a:moveTo>
                  <a:pt x="467387" y="992172"/>
                </a:moveTo>
                <a:lnTo>
                  <a:pt x="446887" y="975772"/>
                </a:lnTo>
                <a:lnTo>
                  <a:pt x="463287" y="959373"/>
                </a:lnTo>
                <a:lnTo>
                  <a:pt x="483786" y="975772"/>
                </a:lnTo>
                <a:lnTo>
                  <a:pt x="467387" y="992172"/>
                </a:lnTo>
                <a:moveTo>
                  <a:pt x="430488" y="959373"/>
                </a:moveTo>
                <a:lnTo>
                  <a:pt x="430488" y="959373"/>
                </a:lnTo>
                <a:lnTo>
                  <a:pt x="414088" y="942973"/>
                </a:lnTo>
                <a:lnTo>
                  <a:pt x="430488" y="926574"/>
                </a:lnTo>
                <a:lnTo>
                  <a:pt x="446887" y="938873"/>
                </a:lnTo>
                <a:lnTo>
                  <a:pt x="446887" y="942973"/>
                </a:lnTo>
                <a:lnTo>
                  <a:pt x="430488" y="959373"/>
                </a:lnTo>
                <a:moveTo>
                  <a:pt x="397689" y="922474"/>
                </a:moveTo>
                <a:lnTo>
                  <a:pt x="381289" y="906075"/>
                </a:lnTo>
                <a:lnTo>
                  <a:pt x="397689" y="889675"/>
                </a:lnTo>
                <a:lnTo>
                  <a:pt x="414088" y="906075"/>
                </a:lnTo>
                <a:lnTo>
                  <a:pt x="397689" y="922474"/>
                </a:lnTo>
                <a:moveTo>
                  <a:pt x="364890" y="889675"/>
                </a:moveTo>
                <a:lnTo>
                  <a:pt x="348490" y="869176"/>
                </a:lnTo>
                <a:lnTo>
                  <a:pt x="368989" y="852776"/>
                </a:lnTo>
                <a:lnTo>
                  <a:pt x="385389" y="873275"/>
                </a:lnTo>
                <a:lnTo>
                  <a:pt x="364890" y="889675"/>
                </a:lnTo>
                <a:moveTo>
                  <a:pt x="332091" y="852776"/>
                </a:moveTo>
                <a:lnTo>
                  <a:pt x="319791" y="832277"/>
                </a:lnTo>
                <a:lnTo>
                  <a:pt x="336191" y="819977"/>
                </a:lnTo>
                <a:lnTo>
                  <a:pt x="352590" y="836376"/>
                </a:lnTo>
                <a:lnTo>
                  <a:pt x="332091" y="852776"/>
                </a:lnTo>
                <a:moveTo>
                  <a:pt x="303391" y="815877"/>
                </a:moveTo>
                <a:lnTo>
                  <a:pt x="291092" y="799477"/>
                </a:lnTo>
                <a:lnTo>
                  <a:pt x="286992" y="795377"/>
                </a:lnTo>
                <a:lnTo>
                  <a:pt x="307491" y="783078"/>
                </a:lnTo>
                <a:lnTo>
                  <a:pt x="311591" y="783078"/>
                </a:lnTo>
                <a:lnTo>
                  <a:pt x="323891" y="799477"/>
                </a:lnTo>
                <a:lnTo>
                  <a:pt x="303391" y="815877"/>
                </a:lnTo>
                <a:moveTo>
                  <a:pt x="274692" y="774878"/>
                </a:moveTo>
                <a:lnTo>
                  <a:pt x="262393" y="754379"/>
                </a:lnTo>
                <a:lnTo>
                  <a:pt x="278792" y="742079"/>
                </a:lnTo>
                <a:lnTo>
                  <a:pt x="295192" y="762578"/>
                </a:lnTo>
                <a:lnTo>
                  <a:pt x="274692" y="774878"/>
                </a:lnTo>
                <a:moveTo>
                  <a:pt x="245993" y="737979"/>
                </a:moveTo>
                <a:lnTo>
                  <a:pt x="233693" y="717480"/>
                </a:lnTo>
                <a:lnTo>
                  <a:pt x="254193" y="705180"/>
                </a:lnTo>
                <a:lnTo>
                  <a:pt x="266493" y="721580"/>
                </a:lnTo>
                <a:lnTo>
                  <a:pt x="245993" y="737979"/>
                </a:lnTo>
                <a:moveTo>
                  <a:pt x="221394" y="696980"/>
                </a:moveTo>
                <a:lnTo>
                  <a:pt x="213194" y="680581"/>
                </a:lnTo>
                <a:lnTo>
                  <a:pt x="209094" y="676481"/>
                </a:lnTo>
                <a:lnTo>
                  <a:pt x="229593" y="664181"/>
                </a:lnTo>
                <a:lnTo>
                  <a:pt x="233693" y="668281"/>
                </a:lnTo>
                <a:lnTo>
                  <a:pt x="241893" y="684681"/>
                </a:lnTo>
                <a:lnTo>
                  <a:pt x="221394" y="696980"/>
                </a:lnTo>
                <a:moveTo>
                  <a:pt x="196794" y="655981"/>
                </a:moveTo>
                <a:lnTo>
                  <a:pt x="184495" y="635482"/>
                </a:lnTo>
                <a:lnTo>
                  <a:pt x="204994" y="623182"/>
                </a:lnTo>
                <a:lnTo>
                  <a:pt x="217294" y="643682"/>
                </a:lnTo>
                <a:lnTo>
                  <a:pt x="196794" y="655981"/>
                </a:lnTo>
                <a:moveTo>
                  <a:pt x="172195" y="610883"/>
                </a:moveTo>
                <a:lnTo>
                  <a:pt x="159895" y="590384"/>
                </a:lnTo>
                <a:lnTo>
                  <a:pt x="180395" y="582184"/>
                </a:lnTo>
                <a:lnTo>
                  <a:pt x="192695" y="602683"/>
                </a:lnTo>
                <a:lnTo>
                  <a:pt x="172195" y="610883"/>
                </a:lnTo>
                <a:moveTo>
                  <a:pt x="151696" y="569884"/>
                </a:moveTo>
                <a:lnTo>
                  <a:pt x="143496" y="557584"/>
                </a:lnTo>
                <a:lnTo>
                  <a:pt x="139396" y="549385"/>
                </a:lnTo>
                <a:lnTo>
                  <a:pt x="159895" y="537085"/>
                </a:lnTo>
                <a:lnTo>
                  <a:pt x="163995" y="549385"/>
                </a:lnTo>
                <a:lnTo>
                  <a:pt x="172195" y="557584"/>
                </a:lnTo>
                <a:lnTo>
                  <a:pt x="151696" y="569884"/>
                </a:lnTo>
                <a:moveTo>
                  <a:pt x="131196" y="524785"/>
                </a:moveTo>
                <a:lnTo>
                  <a:pt x="118897" y="504286"/>
                </a:lnTo>
                <a:lnTo>
                  <a:pt x="139396" y="496086"/>
                </a:lnTo>
                <a:lnTo>
                  <a:pt x="151696" y="516585"/>
                </a:lnTo>
                <a:lnTo>
                  <a:pt x="131196" y="524785"/>
                </a:lnTo>
                <a:moveTo>
                  <a:pt x="110697" y="483786"/>
                </a:moveTo>
                <a:lnTo>
                  <a:pt x="102497" y="459187"/>
                </a:lnTo>
                <a:lnTo>
                  <a:pt x="122996" y="450987"/>
                </a:lnTo>
                <a:lnTo>
                  <a:pt x="131196" y="475587"/>
                </a:lnTo>
                <a:lnTo>
                  <a:pt x="110697" y="483786"/>
                </a:lnTo>
                <a:moveTo>
                  <a:pt x="94297" y="438687"/>
                </a:moveTo>
                <a:lnTo>
                  <a:pt x="86098" y="426388"/>
                </a:lnTo>
                <a:lnTo>
                  <a:pt x="81998" y="414089"/>
                </a:lnTo>
                <a:lnTo>
                  <a:pt x="106597" y="405889"/>
                </a:lnTo>
                <a:lnTo>
                  <a:pt x="110697" y="418188"/>
                </a:lnTo>
                <a:lnTo>
                  <a:pt x="114797" y="430488"/>
                </a:lnTo>
                <a:lnTo>
                  <a:pt x="94297" y="438687"/>
                </a:lnTo>
                <a:moveTo>
                  <a:pt x="77898" y="393589"/>
                </a:moveTo>
                <a:lnTo>
                  <a:pt x="69698" y="368990"/>
                </a:lnTo>
                <a:lnTo>
                  <a:pt x="90197" y="360790"/>
                </a:lnTo>
                <a:lnTo>
                  <a:pt x="98397" y="385389"/>
                </a:lnTo>
                <a:lnTo>
                  <a:pt x="77898" y="393589"/>
                </a:lnTo>
                <a:moveTo>
                  <a:pt x="61498" y="348490"/>
                </a:moveTo>
                <a:lnTo>
                  <a:pt x="53298" y="323891"/>
                </a:lnTo>
                <a:lnTo>
                  <a:pt x="77898" y="315691"/>
                </a:lnTo>
                <a:lnTo>
                  <a:pt x="86098" y="340290"/>
                </a:lnTo>
                <a:lnTo>
                  <a:pt x="61498" y="348490"/>
                </a:lnTo>
                <a:moveTo>
                  <a:pt x="49199" y="299291"/>
                </a:moveTo>
                <a:lnTo>
                  <a:pt x="45099" y="291092"/>
                </a:lnTo>
                <a:lnTo>
                  <a:pt x="40999" y="278792"/>
                </a:lnTo>
                <a:lnTo>
                  <a:pt x="65598" y="270593"/>
                </a:lnTo>
                <a:lnTo>
                  <a:pt x="69698" y="282892"/>
                </a:lnTo>
                <a:lnTo>
                  <a:pt x="69698" y="295192"/>
                </a:lnTo>
                <a:lnTo>
                  <a:pt x="49199" y="299291"/>
                </a:lnTo>
                <a:moveTo>
                  <a:pt x="36899" y="254193"/>
                </a:moveTo>
                <a:lnTo>
                  <a:pt x="32799" y="229594"/>
                </a:lnTo>
                <a:lnTo>
                  <a:pt x="53298" y="225494"/>
                </a:lnTo>
                <a:lnTo>
                  <a:pt x="61498" y="250093"/>
                </a:lnTo>
                <a:lnTo>
                  <a:pt x="36899" y="254193"/>
                </a:lnTo>
                <a:moveTo>
                  <a:pt x="24599" y="204994"/>
                </a:moveTo>
                <a:lnTo>
                  <a:pt x="20499" y="184495"/>
                </a:lnTo>
                <a:lnTo>
                  <a:pt x="45099" y="180395"/>
                </a:lnTo>
                <a:lnTo>
                  <a:pt x="49199" y="200894"/>
                </a:lnTo>
                <a:lnTo>
                  <a:pt x="24599" y="204994"/>
                </a:lnTo>
                <a:moveTo>
                  <a:pt x="16400" y="159895"/>
                </a:moveTo>
                <a:lnTo>
                  <a:pt x="16400" y="147596"/>
                </a:lnTo>
                <a:lnTo>
                  <a:pt x="12300" y="135297"/>
                </a:lnTo>
                <a:lnTo>
                  <a:pt x="36899" y="131197"/>
                </a:lnTo>
                <a:lnTo>
                  <a:pt x="40999" y="143496"/>
                </a:lnTo>
                <a:lnTo>
                  <a:pt x="40999" y="155796"/>
                </a:lnTo>
                <a:lnTo>
                  <a:pt x="16400" y="159895"/>
                </a:lnTo>
                <a:moveTo>
                  <a:pt x="12300" y="110697"/>
                </a:moveTo>
                <a:lnTo>
                  <a:pt x="8200" y="86098"/>
                </a:lnTo>
                <a:lnTo>
                  <a:pt x="32799" y="86098"/>
                </a:lnTo>
                <a:lnTo>
                  <a:pt x="32799" y="106597"/>
                </a:lnTo>
                <a:lnTo>
                  <a:pt x="12300" y="110697"/>
                </a:lnTo>
                <a:moveTo>
                  <a:pt x="4100" y="61498"/>
                </a:moveTo>
                <a:lnTo>
                  <a:pt x="4100" y="40999"/>
                </a:lnTo>
                <a:lnTo>
                  <a:pt x="28699" y="36899"/>
                </a:lnTo>
                <a:lnTo>
                  <a:pt x="28699" y="61498"/>
                </a:lnTo>
                <a:lnTo>
                  <a:pt x="4100" y="61498"/>
                </a:lnTo>
                <a:moveTo>
                  <a:pt x="0" y="16400"/>
                </a:moveTo>
                <a:lnTo>
                  <a:pt x="0" y="0"/>
                </a:lnTo>
                <a:lnTo>
                  <a:pt x="24599" y="0"/>
                </a:lnTo>
                <a:lnTo>
                  <a:pt x="24599" y="12300"/>
                </a:lnTo>
                <a:lnTo>
                  <a:pt x="0" y="164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df-path-181">
            <a:extLst xmlns:a="http://schemas.openxmlformats.org/drawingml/2006/main">
              <a:ext uri="{FF2B5EF4-FFF2-40B4-BE49-F238E27FC236}">
                <a16:creationId xmlns:a16="http://schemas.microsoft.com/office/drawing/2014/main" id="{755A5897-6E34-4270-A2FC-B8C55804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72" y="1415005"/>
            <a:ext cx="2439431" cy="2418931"/>
          </a:xfrm>
          <a:custGeom xmlns:a="http://schemas.openxmlformats.org/drawingml/2006/main">
            <a:pathLst>
              <a:path w="2439431" h="2418931">
                <a:moveTo>
                  <a:pt x="0" y="1209466"/>
                </a:moveTo>
                <a:cubicBezTo>
                  <a:pt x="0" y="541184"/>
                  <a:pt x="545285" y="0"/>
                  <a:pt x="1217665" y="0"/>
                </a:cubicBezTo>
                <a:cubicBezTo>
                  <a:pt x="1894146" y="0"/>
                  <a:pt x="2439431" y="541184"/>
                  <a:pt x="2439431" y="1209466"/>
                </a:cubicBezTo>
                <a:cubicBezTo>
                  <a:pt x="2439431" y="1877747"/>
                  <a:pt x="1894146" y="2418931"/>
                  <a:pt x="1217665" y="2418931"/>
                </a:cubicBezTo>
                <a:cubicBezTo>
                  <a:pt x="545285" y="2418931"/>
                  <a:pt x="0" y="1877747"/>
                  <a:pt x="0" y="1209466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4599">
            <a:solidFill>
              <a:srgbClr val="000000"/>
            </a:solidFill>
            <a:prstDash val="solid"/>
          </a:ln>
        </p:spPr>
      </p:sp>
      <p:sp>
        <p:nvSpPr>
          <p:cNvPr id="180" name="pdf-text-64-0">
            <a:extLst xmlns:a="http://schemas.openxmlformats.org/drawingml/2006/main">
              <a:ext uri="{FF2B5EF4-FFF2-40B4-BE49-F238E27FC236}">
                <a16:creationId xmlns:a16="http://schemas.microsoft.com/office/drawing/2014/main" id="{275623C0-0171-46FC-B584-E43D189D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314" y="2499773"/>
            <a:ext cx="1577067" cy="38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00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00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language</a:t>
            </a:r>
          </a:p>
        </p:txBody>
      </p:sp>
      <p:sp>
        <p:nvSpPr>
          <p:cNvPr id="181" name="pdf-path-184">
            <a:extLst xmlns:a="http://schemas.openxmlformats.org/drawingml/2006/main">
              <a:ext uri="{FF2B5EF4-FFF2-40B4-BE49-F238E27FC236}">
                <a16:creationId xmlns:a16="http://schemas.microsoft.com/office/drawing/2014/main" id="{F671A84D-798E-4010-9593-68EE6C9F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83" y="2796666"/>
            <a:ext cx="327991" cy="172196"/>
          </a:xfrm>
          <a:custGeom xmlns:a="http://schemas.openxmlformats.org/drawingml/2006/main">
            <a:pathLst>
              <a:path w="327991" h="172196">
                <a:moveTo>
                  <a:pt x="159895" y="172196"/>
                </a:moveTo>
                <a:lnTo>
                  <a:pt x="0" y="16400"/>
                </a:lnTo>
                <a:lnTo>
                  <a:pt x="102497" y="12300"/>
                </a:lnTo>
                <a:lnTo>
                  <a:pt x="159895" y="65598"/>
                </a:lnTo>
                <a:lnTo>
                  <a:pt x="217293" y="4100"/>
                </a:lnTo>
                <a:lnTo>
                  <a:pt x="327991" y="0"/>
                </a:lnTo>
                <a:lnTo>
                  <a:pt x="159895" y="172196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24599">
            <a:solidFill>
              <a:srgbClr val="000000"/>
            </a:solidFill>
            <a:prstDash val="solid"/>
          </a:ln>
        </p:spPr>
      </p:sp>
      <p:sp>
        <p:nvSpPr>
          <p:cNvPr id="182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619E4DAF-3392-43A6-92CA-E8E480A9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698" y="2632671"/>
            <a:ext cx="286992" cy="163995"/>
          </a:xfrm>
          <a:custGeom xmlns:a="http://schemas.openxmlformats.org/drawingml/2006/main">
            <a:pathLst>
              <a:path w="286992" h="163995">
                <a:moveTo>
                  <a:pt x="114796" y="0"/>
                </a:moveTo>
                <a:lnTo>
                  <a:pt x="286992" y="114797"/>
                </a:lnTo>
                <a:lnTo>
                  <a:pt x="192695" y="131196"/>
                </a:lnTo>
                <a:lnTo>
                  <a:pt x="131197" y="90197"/>
                </a:lnTo>
                <a:lnTo>
                  <a:pt x="94297" y="147596"/>
                </a:lnTo>
                <a:lnTo>
                  <a:pt x="0" y="163995"/>
                </a:lnTo>
                <a:lnTo>
                  <a:pt x="114796" y="0"/>
                </a:lnTo>
              </a:path>
            </a:pathLst>
          </a:custGeom>
          <a:solidFill xmlns:a="http://schemas.openxmlformats.org/drawingml/2006/main">
            <a:srgbClr val="867777"/>
          </a:solidFill>
          <a:ln xmlns:a="http://schemas.openxmlformats.org/drawingml/2006/main" w="24599">
            <a:solidFill>
              <a:srgbClr val="000000"/>
            </a:solidFill>
            <a:prstDash val="solid"/>
          </a:ln>
        </p:spPr>
      </p:sp>
      <p:sp>
        <p:nvSpPr>
          <p:cNvPr id="183" name="pdf-text-65-0">
            <a:extLst xmlns:a="http://schemas.openxmlformats.org/drawingml/2006/main">
              <a:ext uri="{FF2B5EF4-FFF2-40B4-BE49-F238E27FC236}">
                <a16:creationId xmlns:a16="http://schemas.microsoft.com/office/drawing/2014/main" id="{6C7CB9FB-F313-4479-B60D-5975C2A2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42" y="4161701"/>
            <a:ext cx="2186763" cy="23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6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6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Generating Question</a:t>
            </a:r>
          </a:p>
        </p:txBody>
      </p:sp>
      <p:sp>
        <p:nvSpPr>
          <p:cNvPr id="184" name="pdf-text-66-0">
            <a:extLst xmlns:a="http://schemas.openxmlformats.org/drawingml/2006/main">
              <a:ext uri="{FF2B5EF4-FFF2-40B4-BE49-F238E27FC236}">
                <a16:creationId xmlns:a16="http://schemas.microsoft.com/office/drawing/2014/main" id="{A7E47754-9C62-487C-B951-74D11329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31" y="935172"/>
            <a:ext cx="3546924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Understanding Answer/Instruction</a:t>
            </a:r>
          </a:p>
        </p:txBody>
      </p:sp>
      <p:sp>
        <p:nvSpPr>
          <p:cNvPr id="185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CBF905E7-C34E-4051-B4AA-A02CD52F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75" y="3005760"/>
            <a:ext cx="1471858" cy="143496"/>
          </a:xfrm>
          <a:custGeom xmlns:a="http://schemas.openxmlformats.org/drawingml/2006/main">
            <a:pathLst>
              <a:path w="1471858" h="143496">
                <a:moveTo>
                  <a:pt x="0" y="45099"/>
                </a:moveTo>
                <a:lnTo>
                  <a:pt x="1352961" y="65598"/>
                </a:lnTo>
                <a:lnTo>
                  <a:pt x="1352961" y="77898"/>
                </a:lnTo>
                <a:lnTo>
                  <a:pt x="0" y="57399"/>
                </a:lnTo>
                <a:lnTo>
                  <a:pt x="0" y="45099"/>
                </a:lnTo>
                <a:moveTo>
                  <a:pt x="1332462" y="0"/>
                </a:moveTo>
                <a:lnTo>
                  <a:pt x="1471858" y="73798"/>
                </a:lnTo>
                <a:lnTo>
                  <a:pt x="1328362" y="143496"/>
                </a:lnTo>
                <a:lnTo>
                  <a:pt x="1332462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pdf-path-191">
            <a:extLst xmlns:a="http://schemas.openxmlformats.org/drawingml/2006/main">
              <a:ext uri="{FF2B5EF4-FFF2-40B4-BE49-F238E27FC236}">
                <a16:creationId xmlns:a16="http://schemas.microsoft.com/office/drawing/2014/main" id="{6EC05D4D-453A-4489-92F8-9A07A7AD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6974" y="939419"/>
            <a:ext cx="1492358" cy="143496"/>
          </a:xfrm>
          <a:custGeom xmlns:a="http://schemas.openxmlformats.org/drawingml/2006/main">
            <a:pathLst>
              <a:path w="1492358" h="143496">
                <a:moveTo>
                  <a:pt x="1492358" y="65598"/>
                </a:moveTo>
                <a:lnTo>
                  <a:pt x="118897" y="65598"/>
                </a:lnTo>
                <a:lnTo>
                  <a:pt x="118897" y="77898"/>
                </a:lnTo>
                <a:lnTo>
                  <a:pt x="1492358" y="77898"/>
                </a:lnTo>
                <a:lnTo>
                  <a:pt x="1492358" y="65598"/>
                </a:lnTo>
                <a:moveTo>
                  <a:pt x="143496" y="0"/>
                </a:moveTo>
                <a:lnTo>
                  <a:pt x="0" y="69698"/>
                </a:lnTo>
                <a:lnTo>
                  <a:pt x="143496" y="143496"/>
                </a:lnTo>
                <a:lnTo>
                  <a:pt x="14349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pdf-text-67-0">
            <a:extLst xmlns:a="http://schemas.openxmlformats.org/drawingml/2006/main">
              <a:ext uri="{FF2B5EF4-FFF2-40B4-BE49-F238E27FC236}">
                <a16:creationId xmlns:a16="http://schemas.microsoft.com/office/drawing/2014/main" id="{881C4FF6-8814-4A84-A63C-320D0580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71" y="758802"/>
            <a:ext cx="1197943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Perception </a:t>
            </a:r>
          </a:p>
        </p:txBody>
      </p:sp>
      <p:sp>
        <p:nvSpPr>
          <p:cNvPr id="188" name="pdf-text-68-0">
            <a:extLst xmlns:a="http://schemas.openxmlformats.org/drawingml/2006/main">
              <a:ext uri="{FF2B5EF4-FFF2-40B4-BE49-F238E27FC236}">
                <a16:creationId xmlns:a16="http://schemas.microsoft.com/office/drawing/2014/main" id="{431B8CFC-F086-46CD-AC5A-8C5D6370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71" y="1045824"/>
            <a:ext cx="1180899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59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59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Information</a:t>
            </a:r>
          </a:p>
        </p:txBody>
      </p:sp>
      <p:sp>
        <p:nvSpPr>
          <p:cNvPr id="189" name="pdf-text-69-0">
            <a:extLst xmlns:a="http://schemas.openxmlformats.org/drawingml/2006/main">
              <a:ext uri="{FF2B5EF4-FFF2-40B4-BE49-F238E27FC236}">
                <a16:creationId xmlns:a16="http://schemas.microsoft.com/office/drawing/2014/main" id="{2ED521CB-A9EC-43EA-B08A-D56AA3A0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1239" y="2821009"/>
            <a:ext cx="793303" cy="23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Precise</a:t>
            </a:r>
          </a:p>
        </p:txBody>
      </p:sp>
      <p:sp>
        <p:nvSpPr>
          <p:cNvPr id="190" name="pdf-text-70-0">
            <a:extLst xmlns:a="http://schemas.openxmlformats.org/drawingml/2006/main">
              <a:ext uri="{FF2B5EF4-FFF2-40B4-BE49-F238E27FC236}">
                <a16:creationId xmlns:a16="http://schemas.microsoft.com/office/drawing/2014/main" id="{6A03CC35-FC16-4524-ABBF-597988C1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3563" y="3103952"/>
            <a:ext cx="1088163" cy="237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5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5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Instruction</a:t>
            </a:r>
          </a:p>
        </p:txBody>
      </p:sp>
      <p:sp>
        <p:nvSpPr>
          <p:cNvPr id="191" name="pdf-path-196">
            <a:extLst xmlns:a="http://schemas.openxmlformats.org/drawingml/2006/main">
              <a:ext uri="{FF2B5EF4-FFF2-40B4-BE49-F238E27FC236}">
                <a16:creationId xmlns:a16="http://schemas.microsoft.com/office/drawing/2014/main" id="{70551EAE-ECE3-4559-A656-AC0997BB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6" y="7232740"/>
            <a:ext cx="57398" cy="1984344"/>
          </a:xfrm>
          <a:custGeom xmlns:a="http://schemas.openxmlformats.org/drawingml/2006/main">
            <a:pathLst>
              <a:path w="57398" h="1984344">
                <a:moveTo>
                  <a:pt x="0" y="1984344"/>
                </a:moveTo>
                <a:lnTo>
                  <a:pt x="0" y="1931046"/>
                </a:lnTo>
                <a:lnTo>
                  <a:pt x="57398" y="1931046"/>
                </a:lnTo>
                <a:lnTo>
                  <a:pt x="57398" y="1984344"/>
                </a:lnTo>
                <a:lnTo>
                  <a:pt x="0" y="1984344"/>
                </a:lnTo>
                <a:moveTo>
                  <a:pt x="0" y="1877747"/>
                </a:moveTo>
                <a:lnTo>
                  <a:pt x="0" y="1824449"/>
                </a:lnTo>
                <a:lnTo>
                  <a:pt x="57398" y="1824449"/>
                </a:lnTo>
                <a:lnTo>
                  <a:pt x="57398" y="1877747"/>
                </a:lnTo>
                <a:lnTo>
                  <a:pt x="0" y="1877747"/>
                </a:lnTo>
                <a:moveTo>
                  <a:pt x="0" y="1771150"/>
                </a:moveTo>
                <a:lnTo>
                  <a:pt x="0" y="1717851"/>
                </a:lnTo>
                <a:lnTo>
                  <a:pt x="57398" y="1717851"/>
                </a:lnTo>
                <a:lnTo>
                  <a:pt x="57398" y="1771150"/>
                </a:lnTo>
                <a:lnTo>
                  <a:pt x="0" y="1771150"/>
                </a:lnTo>
                <a:moveTo>
                  <a:pt x="0" y="1664553"/>
                </a:moveTo>
                <a:lnTo>
                  <a:pt x="0" y="1611255"/>
                </a:lnTo>
                <a:lnTo>
                  <a:pt x="57398" y="1611255"/>
                </a:lnTo>
                <a:lnTo>
                  <a:pt x="57398" y="1664553"/>
                </a:lnTo>
                <a:lnTo>
                  <a:pt x="0" y="1664553"/>
                </a:lnTo>
                <a:moveTo>
                  <a:pt x="0" y="1557956"/>
                </a:moveTo>
                <a:lnTo>
                  <a:pt x="0" y="1504658"/>
                </a:lnTo>
                <a:lnTo>
                  <a:pt x="57398" y="1504658"/>
                </a:lnTo>
                <a:lnTo>
                  <a:pt x="57398" y="1557956"/>
                </a:lnTo>
                <a:lnTo>
                  <a:pt x="0" y="1557956"/>
                </a:lnTo>
                <a:moveTo>
                  <a:pt x="0" y="1447259"/>
                </a:moveTo>
                <a:lnTo>
                  <a:pt x="0" y="1393961"/>
                </a:lnTo>
                <a:lnTo>
                  <a:pt x="57398" y="1393961"/>
                </a:lnTo>
                <a:lnTo>
                  <a:pt x="57398" y="1447259"/>
                </a:lnTo>
                <a:lnTo>
                  <a:pt x="0" y="1447259"/>
                </a:lnTo>
                <a:moveTo>
                  <a:pt x="0" y="1340663"/>
                </a:moveTo>
                <a:lnTo>
                  <a:pt x="0" y="1287364"/>
                </a:lnTo>
                <a:lnTo>
                  <a:pt x="57398" y="1287364"/>
                </a:lnTo>
                <a:lnTo>
                  <a:pt x="57398" y="1340663"/>
                </a:lnTo>
                <a:lnTo>
                  <a:pt x="0" y="1340663"/>
                </a:lnTo>
                <a:moveTo>
                  <a:pt x="0" y="1234065"/>
                </a:moveTo>
                <a:lnTo>
                  <a:pt x="0" y="1180767"/>
                </a:lnTo>
                <a:lnTo>
                  <a:pt x="57398" y="1180767"/>
                </a:lnTo>
                <a:lnTo>
                  <a:pt x="57398" y="1234065"/>
                </a:lnTo>
                <a:lnTo>
                  <a:pt x="0" y="1234065"/>
                </a:lnTo>
                <a:moveTo>
                  <a:pt x="0" y="1127468"/>
                </a:moveTo>
                <a:lnTo>
                  <a:pt x="0" y="1074170"/>
                </a:lnTo>
                <a:lnTo>
                  <a:pt x="57398" y="1074170"/>
                </a:lnTo>
                <a:lnTo>
                  <a:pt x="57398" y="1127468"/>
                </a:lnTo>
                <a:lnTo>
                  <a:pt x="0" y="1127468"/>
                </a:lnTo>
                <a:moveTo>
                  <a:pt x="0" y="1020872"/>
                </a:moveTo>
                <a:lnTo>
                  <a:pt x="0" y="963473"/>
                </a:lnTo>
                <a:lnTo>
                  <a:pt x="57398" y="963473"/>
                </a:lnTo>
                <a:lnTo>
                  <a:pt x="57398" y="1020872"/>
                </a:lnTo>
                <a:lnTo>
                  <a:pt x="0" y="1020872"/>
                </a:lnTo>
                <a:moveTo>
                  <a:pt x="0" y="910174"/>
                </a:moveTo>
                <a:lnTo>
                  <a:pt x="0" y="856876"/>
                </a:lnTo>
                <a:lnTo>
                  <a:pt x="57398" y="856876"/>
                </a:lnTo>
                <a:lnTo>
                  <a:pt x="57398" y="910174"/>
                </a:lnTo>
                <a:lnTo>
                  <a:pt x="0" y="910174"/>
                </a:lnTo>
                <a:moveTo>
                  <a:pt x="0" y="803578"/>
                </a:moveTo>
                <a:lnTo>
                  <a:pt x="0" y="750279"/>
                </a:lnTo>
                <a:lnTo>
                  <a:pt x="57398" y="750279"/>
                </a:lnTo>
                <a:lnTo>
                  <a:pt x="57398" y="803578"/>
                </a:lnTo>
                <a:lnTo>
                  <a:pt x="0" y="803578"/>
                </a:lnTo>
                <a:moveTo>
                  <a:pt x="0" y="696980"/>
                </a:moveTo>
                <a:lnTo>
                  <a:pt x="0" y="643682"/>
                </a:lnTo>
                <a:lnTo>
                  <a:pt x="57398" y="643682"/>
                </a:lnTo>
                <a:lnTo>
                  <a:pt x="57398" y="696980"/>
                </a:lnTo>
                <a:lnTo>
                  <a:pt x="0" y="696980"/>
                </a:lnTo>
                <a:moveTo>
                  <a:pt x="0" y="590383"/>
                </a:moveTo>
                <a:lnTo>
                  <a:pt x="0" y="537085"/>
                </a:lnTo>
                <a:lnTo>
                  <a:pt x="57398" y="537085"/>
                </a:lnTo>
                <a:lnTo>
                  <a:pt x="57398" y="590383"/>
                </a:lnTo>
                <a:lnTo>
                  <a:pt x="0" y="590383"/>
                </a:lnTo>
                <a:moveTo>
                  <a:pt x="0" y="479686"/>
                </a:moveTo>
                <a:lnTo>
                  <a:pt x="0" y="426388"/>
                </a:lnTo>
                <a:lnTo>
                  <a:pt x="57398" y="426388"/>
                </a:lnTo>
                <a:lnTo>
                  <a:pt x="57398" y="479686"/>
                </a:lnTo>
                <a:lnTo>
                  <a:pt x="0" y="479686"/>
                </a:lnTo>
                <a:moveTo>
                  <a:pt x="0" y="373090"/>
                </a:moveTo>
                <a:lnTo>
                  <a:pt x="0" y="319791"/>
                </a:lnTo>
                <a:lnTo>
                  <a:pt x="57398" y="319791"/>
                </a:lnTo>
                <a:lnTo>
                  <a:pt x="57398" y="373090"/>
                </a:lnTo>
                <a:lnTo>
                  <a:pt x="0" y="373090"/>
                </a:lnTo>
                <a:moveTo>
                  <a:pt x="0" y="266493"/>
                </a:moveTo>
                <a:lnTo>
                  <a:pt x="0" y="213195"/>
                </a:lnTo>
                <a:lnTo>
                  <a:pt x="57398" y="213195"/>
                </a:lnTo>
                <a:lnTo>
                  <a:pt x="57398" y="266493"/>
                </a:lnTo>
                <a:lnTo>
                  <a:pt x="0" y="266493"/>
                </a:lnTo>
                <a:moveTo>
                  <a:pt x="0" y="159895"/>
                </a:moveTo>
                <a:lnTo>
                  <a:pt x="0" y="106597"/>
                </a:lnTo>
                <a:lnTo>
                  <a:pt x="57398" y="106597"/>
                </a:lnTo>
                <a:lnTo>
                  <a:pt x="57398" y="159895"/>
                </a:lnTo>
                <a:lnTo>
                  <a:pt x="0" y="159895"/>
                </a:lnTo>
                <a:moveTo>
                  <a:pt x="0" y="53299"/>
                </a:moveTo>
                <a:lnTo>
                  <a:pt x="0" y="0"/>
                </a:lnTo>
                <a:lnTo>
                  <a:pt x="57398" y="0"/>
                </a:lnTo>
                <a:lnTo>
                  <a:pt x="57398" y="53299"/>
                </a:lnTo>
                <a:lnTo>
                  <a:pt x="0" y="53299"/>
                </a:lnTo>
              </a:path>
            </a:pathLst>
          </a:cu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df-path-197">
            <a:extLst xmlns:a="http://schemas.openxmlformats.org/drawingml/2006/main">
              <a:ext uri="{FF2B5EF4-FFF2-40B4-BE49-F238E27FC236}">
                <a16:creationId xmlns:a16="http://schemas.microsoft.com/office/drawing/2014/main" id="{62EFB902-F964-4333-B92D-0DE11AFE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6" y="5264796"/>
            <a:ext cx="299291" cy="1910546"/>
          </a:xfrm>
          <a:custGeom xmlns:a="http://schemas.openxmlformats.org/drawingml/2006/main">
            <a:pathLst>
              <a:path w="299291" h="1910546">
                <a:moveTo>
                  <a:pt x="0" y="1910546"/>
                </a:moveTo>
                <a:lnTo>
                  <a:pt x="0" y="1857248"/>
                </a:lnTo>
                <a:lnTo>
                  <a:pt x="57398" y="1857248"/>
                </a:lnTo>
                <a:lnTo>
                  <a:pt x="57398" y="1910546"/>
                </a:lnTo>
                <a:lnTo>
                  <a:pt x="0" y="1910546"/>
                </a:lnTo>
                <a:moveTo>
                  <a:pt x="0" y="1803949"/>
                </a:moveTo>
                <a:lnTo>
                  <a:pt x="0" y="1750650"/>
                </a:lnTo>
                <a:lnTo>
                  <a:pt x="57398" y="1750650"/>
                </a:lnTo>
                <a:lnTo>
                  <a:pt x="57398" y="1803949"/>
                </a:lnTo>
                <a:lnTo>
                  <a:pt x="0" y="1803949"/>
                </a:lnTo>
                <a:moveTo>
                  <a:pt x="0" y="1697352"/>
                </a:moveTo>
                <a:lnTo>
                  <a:pt x="0" y="1644053"/>
                </a:lnTo>
                <a:lnTo>
                  <a:pt x="57398" y="1644053"/>
                </a:lnTo>
                <a:lnTo>
                  <a:pt x="57398" y="1697352"/>
                </a:lnTo>
                <a:lnTo>
                  <a:pt x="0" y="1697352"/>
                </a:lnTo>
                <a:moveTo>
                  <a:pt x="0" y="1590755"/>
                </a:moveTo>
                <a:lnTo>
                  <a:pt x="0" y="1537457"/>
                </a:lnTo>
                <a:lnTo>
                  <a:pt x="57398" y="1537457"/>
                </a:lnTo>
                <a:lnTo>
                  <a:pt x="57398" y="1590755"/>
                </a:lnTo>
                <a:lnTo>
                  <a:pt x="0" y="1590755"/>
                </a:lnTo>
                <a:moveTo>
                  <a:pt x="0" y="1484158"/>
                </a:moveTo>
                <a:lnTo>
                  <a:pt x="0" y="1426760"/>
                </a:lnTo>
                <a:lnTo>
                  <a:pt x="57398" y="1426760"/>
                </a:lnTo>
                <a:lnTo>
                  <a:pt x="57398" y="1484158"/>
                </a:lnTo>
                <a:lnTo>
                  <a:pt x="0" y="1484158"/>
                </a:lnTo>
                <a:moveTo>
                  <a:pt x="0" y="1373461"/>
                </a:moveTo>
                <a:lnTo>
                  <a:pt x="0" y="1320163"/>
                </a:lnTo>
                <a:lnTo>
                  <a:pt x="57398" y="1320163"/>
                </a:lnTo>
                <a:lnTo>
                  <a:pt x="57398" y="1373461"/>
                </a:lnTo>
                <a:lnTo>
                  <a:pt x="0" y="1373461"/>
                </a:lnTo>
                <a:moveTo>
                  <a:pt x="0" y="1266865"/>
                </a:moveTo>
                <a:lnTo>
                  <a:pt x="0" y="1213565"/>
                </a:lnTo>
                <a:lnTo>
                  <a:pt x="57398" y="1213565"/>
                </a:lnTo>
                <a:lnTo>
                  <a:pt x="57398" y="1266865"/>
                </a:lnTo>
                <a:lnTo>
                  <a:pt x="0" y="1266865"/>
                </a:lnTo>
                <a:moveTo>
                  <a:pt x="0" y="1160267"/>
                </a:moveTo>
                <a:lnTo>
                  <a:pt x="0" y="1106969"/>
                </a:lnTo>
                <a:lnTo>
                  <a:pt x="57398" y="1106969"/>
                </a:lnTo>
                <a:lnTo>
                  <a:pt x="57398" y="1160267"/>
                </a:lnTo>
                <a:lnTo>
                  <a:pt x="0" y="1160267"/>
                </a:lnTo>
                <a:moveTo>
                  <a:pt x="0" y="1053670"/>
                </a:moveTo>
                <a:lnTo>
                  <a:pt x="0" y="1000372"/>
                </a:lnTo>
                <a:lnTo>
                  <a:pt x="57398" y="1000372"/>
                </a:lnTo>
                <a:lnTo>
                  <a:pt x="57398" y="1053670"/>
                </a:lnTo>
                <a:lnTo>
                  <a:pt x="0" y="1053670"/>
                </a:lnTo>
                <a:moveTo>
                  <a:pt x="0" y="947074"/>
                </a:moveTo>
                <a:lnTo>
                  <a:pt x="0" y="889675"/>
                </a:lnTo>
                <a:lnTo>
                  <a:pt x="57398" y="889675"/>
                </a:lnTo>
                <a:lnTo>
                  <a:pt x="57398" y="947074"/>
                </a:lnTo>
                <a:lnTo>
                  <a:pt x="0" y="947074"/>
                </a:lnTo>
                <a:moveTo>
                  <a:pt x="0" y="836377"/>
                </a:moveTo>
                <a:lnTo>
                  <a:pt x="0" y="783078"/>
                </a:lnTo>
                <a:lnTo>
                  <a:pt x="57398" y="783078"/>
                </a:lnTo>
                <a:lnTo>
                  <a:pt x="57398" y="836377"/>
                </a:lnTo>
                <a:lnTo>
                  <a:pt x="0" y="836377"/>
                </a:lnTo>
                <a:moveTo>
                  <a:pt x="0" y="729780"/>
                </a:moveTo>
                <a:lnTo>
                  <a:pt x="0" y="676481"/>
                </a:lnTo>
                <a:lnTo>
                  <a:pt x="57398" y="676481"/>
                </a:lnTo>
                <a:lnTo>
                  <a:pt x="57398" y="729780"/>
                </a:lnTo>
                <a:lnTo>
                  <a:pt x="0" y="729780"/>
                </a:lnTo>
                <a:moveTo>
                  <a:pt x="0" y="623182"/>
                </a:moveTo>
                <a:lnTo>
                  <a:pt x="0" y="569884"/>
                </a:lnTo>
                <a:lnTo>
                  <a:pt x="57398" y="569884"/>
                </a:lnTo>
                <a:lnTo>
                  <a:pt x="57398" y="623182"/>
                </a:lnTo>
                <a:lnTo>
                  <a:pt x="0" y="623182"/>
                </a:lnTo>
                <a:moveTo>
                  <a:pt x="0" y="516585"/>
                </a:moveTo>
                <a:lnTo>
                  <a:pt x="0" y="463287"/>
                </a:lnTo>
                <a:lnTo>
                  <a:pt x="57398" y="463287"/>
                </a:lnTo>
                <a:lnTo>
                  <a:pt x="57398" y="516585"/>
                </a:lnTo>
                <a:lnTo>
                  <a:pt x="0" y="516585"/>
                </a:lnTo>
                <a:moveTo>
                  <a:pt x="4100" y="405888"/>
                </a:moveTo>
                <a:lnTo>
                  <a:pt x="4100" y="393589"/>
                </a:lnTo>
                <a:lnTo>
                  <a:pt x="12300" y="348490"/>
                </a:lnTo>
                <a:lnTo>
                  <a:pt x="65598" y="356690"/>
                </a:lnTo>
                <a:lnTo>
                  <a:pt x="57398" y="401789"/>
                </a:lnTo>
                <a:lnTo>
                  <a:pt x="57398" y="397689"/>
                </a:lnTo>
                <a:lnTo>
                  <a:pt x="57398" y="409989"/>
                </a:lnTo>
                <a:lnTo>
                  <a:pt x="4100" y="405888"/>
                </a:lnTo>
                <a:moveTo>
                  <a:pt x="24599" y="295192"/>
                </a:moveTo>
                <a:lnTo>
                  <a:pt x="40999" y="250093"/>
                </a:lnTo>
                <a:lnTo>
                  <a:pt x="45099" y="241893"/>
                </a:lnTo>
                <a:lnTo>
                  <a:pt x="94297" y="262392"/>
                </a:lnTo>
                <a:lnTo>
                  <a:pt x="90197" y="270592"/>
                </a:lnTo>
                <a:lnTo>
                  <a:pt x="73798" y="311591"/>
                </a:lnTo>
                <a:lnTo>
                  <a:pt x="24599" y="295192"/>
                </a:lnTo>
                <a:moveTo>
                  <a:pt x="69698" y="192695"/>
                </a:moveTo>
                <a:lnTo>
                  <a:pt x="86098" y="163995"/>
                </a:lnTo>
                <a:lnTo>
                  <a:pt x="102497" y="143496"/>
                </a:lnTo>
                <a:lnTo>
                  <a:pt x="147596" y="176295"/>
                </a:lnTo>
                <a:lnTo>
                  <a:pt x="131196" y="196795"/>
                </a:lnTo>
                <a:lnTo>
                  <a:pt x="131196" y="192695"/>
                </a:lnTo>
                <a:lnTo>
                  <a:pt x="118897" y="217294"/>
                </a:lnTo>
                <a:lnTo>
                  <a:pt x="69698" y="192695"/>
                </a:lnTo>
                <a:moveTo>
                  <a:pt x="139396" y="102497"/>
                </a:moveTo>
                <a:lnTo>
                  <a:pt x="147596" y="90198"/>
                </a:lnTo>
                <a:lnTo>
                  <a:pt x="180395" y="61498"/>
                </a:lnTo>
                <a:lnTo>
                  <a:pt x="217294" y="102497"/>
                </a:lnTo>
                <a:lnTo>
                  <a:pt x="184495" y="131196"/>
                </a:lnTo>
                <a:lnTo>
                  <a:pt x="188595" y="127096"/>
                </a:lnTo>
                <a:lnTo>
                  <a:pt x="180395" y="135296"/>
                </a:lnTo>
                <a:lnTo>
                  <a:pt x="139396" y="102497"/>
                </a:lnTo>
                <a:moveTo>
                  <a:pt x="225494" y="28699"/>
                </a:moveTo>
                <a:lnTo>
                  <a:pt x="262393" y="4100"/>
                </a:lnTo>
                <a:lnTo>
                  <a:pt x="274692" y="0"/>
                </a:lnTo>
                <a:lnTo>
                  <a:pt x="299291" y="45099"/>
                </a:lnTo>
                <a:lnTo>
                  <a:pt x="286992" y="53298"/>
                </a:lnTo>
                <a:lnTo>
                  <a:pt x="291092" y="49199"/>
                </a:lnTo>
                <a:lnTo>
                  <a:pt x="254193" y="73798"/>
                </a:lnTo>
                <a:lnTo>
                  <a:pt x="225494" y="28699"/>
                </a:lnTo>
              </a:path>
            </a:pathLst>
          </a:cu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pdf-path-198">
            <a:extLst xmlns:a="http://schemas.openxmlformats.org/drawingml/2006/main">
              <a:ext uri="{FF2B5EF4-FFF2-40B4-BE49-F238E27FC236}">
                <a16:creationId xmlns:a16="http://schemas.microsoft.com/office/drawing/2014/main" id="{06524BF9-8B18-4D80-A061-414E486D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7" y="5207398"/>
            <a:ext cx="1992543" cy="81998"/>
          </a:xfrm>
          <a:custGeom xmlns:a="http://schemas.openxmlformats.org/drawingml/2006/main">
            <a:pathLst>
              <a:path w="1992543" h="81998">
                <a:moveTo>
                  <a:pt x="0" y="32799"/>
                </a:moveTo>
                <a:lnTo>
                  <a:pt x="24599" y="24599"/>
                </a:lnTo>
                <a:lnTo>
                  <a:pt x="53298" y="16400"/>
                </a:lnTo>
                <a:lnTo>
                  <a:pt x="65598" y="69698"/>
                </a:lnTo>
                <a:lnTo>
                  <a:pt x="40999" y="73798"/>
                </a:lnTo>
                <a:lnTo>
                  <a:pt x="45099" y="73798"/>
                </a:lnTo>
                <a:lnTo>
                  <a:pt x="16400" y="81998"/>
                </a:lnTo>
                <a:lnTo>
                  <a:pt x="0" y="32799"/>
                </a:lnTo>
                <a:moveTo>
                  <a:pt x="106597" y="4100"/>
                </a:moveTo>
                <a:lnTo>
                  <a:pt x="122996" y="4100"/>
                </a:lnTo>
                <a:lnTo>
                  <a:pt x="163995" y="0"/>
                </a:lnTo>
                <a:lnTo>
                  <a:pt x="168095" y="53299"/>
                </a:lnTo>
                <a:lnTo>
                  <a:pt x="127096" y="57399"/>
                </a:lnTo>
                <a:lnTo>
                  <a:pt x="131196" y="57399"/>
                </a:lnTo>
                <a:lnTo>
                  <a:pt x="114797" y="57399"/>
                </a:lnTo>
                <a:lnTo>
                  <a:pt x="106597" y="4100"/>
                </a:lnTo>
                <a:moveTo>
                  <a:pt x="221394" y="0"/>
                </a:moveTo>
                <a:lnTo>
                  <a:pt x="274692" y="0"/>
                </a:lnTo>
                <a:lnTo>
                  <a:pt x="274692" y="53299"/>
                </a:lnTo>
                <a:lnTo>
                  <a:pt x="221394" y="53299"/>
                </a:lnTo>
                <a:lnTo>
                  <a:pt x="221394" y="0"/>
                </a:lnTo>
                <a:moveTo>
                  <a:pt x="327991" y="0"/>
                </a:moveTo>
                <a:lnTo>
                  <a:pt x="381289" y="0"/>
                </a:lnTo>
                <a:lnTo>
                  <a:pt x="381289" y="53299"/>
                </a:lnTo>
                <a:lnTo>
                  <a:pt x="327991" y="53299"/>
                </a:lnTo>
                <a:lnTo>
                  <a:pt x="327991" y="0"/>
                </a:lnTo>
                <a:moveTo>
                  <a:pt x="434588" y="0"/>
                </a:moveTo>
                <a:lnTo>
                  <a:pt x="487886" y="0"/>
                </a:lnTo>
                <a:lnTo>
                  <a:pt x="487886" y="53299"/>
                </a:lnTo>
                <a:lnTo>
                  <a:pt x="434588" y="53299"/>
                </a:lnTo>
                <a:lnTo>
                  <a:pt x="434588" y="0"/>
                </a:lnTo>
                <a:moveTo>
                  <a:pt x="541185" y="0"/>
                </a:moveTo>
                <a:lnTo>
                  <a:pt x="594483" y="0"/>
                </a:lnTo>
                <a:lnTo>
                  <a:pt x="594483" y="53299"/>
                </a:lnTo>
                <a:lnTo>
                  <a:pt x="541185" y="53299"/>
                </a:lnTo>
                <a:lnTo>
                  <a:pt x="541185" y="0"/>
                </a:lnTo>
                <a:moveTo>
                  <a:pt x="647782" y="0"/>
                </a:moveTo>
                <a:lnTo>
                  <a:pt x="705180" y="0"/>
                </a:lnTo>
                <a:lnTo>
                  <a:pt x="705180" y="53299"/>
                </a:lnTo>
                <a:lnTo>
                  <a:pt x="647782" y="53299"/>
                </a:lnTo>
                <a:lnTo>
                  <a:pt x="647782" y="0"/>
                </a:lnTo>
                <a:moveTo>
                  <a:pt x="758478" y="0"/>
                </a:moveTo>
                <a:lnTo>
                  <a:pt x="811777" y="0"/>
                </a:lnTo>
                <a:lnTo>
                  <a:pt x="811777" y="53299"/>
                </a:lnTo>
                <a:lnTo>
                  <a:pt x="758478" y="53299"/>
                </a:lnTo>
                <a:lnTo>
                  <a:pt x="758478" y="0"/>
                </a:lnTo>
                <a:moveTo>
                  <a:pt x="865075" y="0"/>
                </a:moveTo>
                <a:lnTo>
                  <a:pt x="918374" y="0"/>
                </a:lnTo>
                <a:lnTo>
                  <a:pt x="918374" y="53299"/>
                </a:lnTo>
                <a:lnTo>
                  <a:pt x="865075" y="53299"/>
                </a:lnTo>
                <a:lnTo>
                  <a:pt x="865075" y="0"/>
                </a:lnTo>
                <a:moveTo>
                  <a:pt x="971673" y="0"/>
                </a:moveTo>
                <a:lnTo>
                  <a:pt x="1024971" y="0"/>
                </a:lnTo>
                <a:lnTo>
                  <a:pt x="1024971" y="53299"/>
                </a:lnTo>
                <a:lnTo>
                  <a:pt x="971673" y="53299"/>
                </a:lnTo>
                <a:lnTo>
                  <a:pt x="971673" y="0"/>
                </a:lnTo>
                <a:moveTo>
                  <a:pt x="1078269" y="0"/>
                </a:moveTo>
                <a:lnTo>
                  <a:pt x="1131568" y="0"/>
                </a:lnTo>
                <a:lnTo>
                  <a:pt x="1131568" y="53299"/>
                </a:lnTo>
                <a:lnTo>
                  <a:pt x="1078269" y="53299"/>
                </a:lnTo>
                <a:lnTo>
                  <a:pt x="1078269" y="0"/>
                </a:lnTo>
                <a:moveTo>
                  <a:pt x="1184866" y="0"/>
                </a:moveTo>
                <a:lnTo>
                  <a:pt x="1242265" y="0"/>
                </a:lnTo>
                <a:lnTo>
                  <a:pt x="1242265" y="53299"/>
                </a:lnTo>
                <a:lnTo>
                  <a:pt x="1184866" y="53299"/>
                </a:lnTo>
                <a:lnTo>
                  <a:pt x="1184866" y="0"/>
                </a:lnTo>
                <a:moveTo>
                  <a:pt x="1295563" y="0"/>
                </a:moveTo>
                <a:lnTo>
                  <a:pt x="1348862" y="0"/>
                </a:lnTo>
                <a:lnTo>
                  <a:pt x="1348862" y="53299"/>
                </a:lnTo>
                <a:lnTo>
                  <a:pt x="1295563" y="53299"/>
                </a:lnTo>
                <a:lnTo>
                  <a:pt x="1295563" y="0"/>
                </a:lnTo>
                <a:moveTo>
                  <a:pt x="1402160" y="0"/>
                </a:moveTo>
                <a:lnTo>
                  <a:pt x="1455459" y="0"/>
                </a:lnTo>
                <a:lnTo>
                  <a:pt x="1455459" y="53299"/>
                </a:lnTo>
                <a:lnTo>
                  <a:pt x="1402160" y="53299"/>
                </a:lnTo>
                <a:lnTo>
                  <a:pt x="1402160" y="0"/>
                </a:lnTo>
                <a:moveTo>
                  <a:pt x="1508757" y="0"/>
                </a:moveTo>
                <a:lnTo>
                  <a:pt x="1562056" y="0"/>
                </a:lnTo>
                <a:lnTo>
                  <a:pt x="1562056" y="53299"/>
                </a:lnTo>
                <a:lnTo>
                  <a:pt x="1508757" y="53299"/>
                </a:lnTo>
                <a:lnTo>
                  <a:pt x="1508757" y="0"/>
                </a:lnTo>
                <a:moveTo>
                  <a:pt x="1615354" y="0"/>
                </a:moveTo>
                <a:lnTo>
                  <a:pt x="1668653" y="0"/>
                </a:lnTo>
                <a:lnTo>
                  <a:pt x="1668653" y="53299"/>
                </a:lnTo>
                <a:lnTo>
                  <a:pt x="1615354" y="53299"/>
                </a:lnTo>
                <a:lnTo>
                  <a:pt x="1615354" y="0"/>
                </a:lnTo>
                <a:moveTo>
                  <a:pt x="1726051" y="0"/>
                </a:moveTo>
                <a:lnTo>
                  <a:pt x="1779350" y="0"/>
                </a:lnTo>
                <a:lnTo>
                  <a:pt x="1779350" y="53299"/>
                </a:lnTo>
                <a:lnTo>
                  <a:pt x="1726051" y="53299"/>
                </a:lnTo>
                <a:lnTo>
                  <a:pt x="1726051" y="0"/>
                </a:lnTo>
                <a:moveTo>
                  <a:pt x="1832648" y="0"/>
                </a:moveTo>
                <a:lnTo>
                  <a:pt x="1885947" y="0"/>
                </a:lnTo>
                <a:lnTo>
                  <a:pt x="1885947" y="53299"/>
                </a:lnTo>
                <a:lnTo>
                  <a:pt x="1832648" y="53299"/>
                </a:lnTo>
                <a:lnTo>
                  <a:pt x="1832648" y="0"/>
                </a:lnTo>
                <a:moveTo>
                  <a:pt x="1939245" y="0"/>
                </a:moveTo>
                <a:lnTo>
                  <a:pt x="1992543" y="0"/>
                </a:lnTo>
                <a:lnTo>
                  <a:pt x="1992543" y="53299"/>
                </a:lnTo>
                <a:lnTo>
                  <a:pt x="1939245" y="53299"/>
                </a:lnTo>
                <a:lnTo>
                  <a:pt x="1939245" y="0"/>
                </a:lnTo>
              </a:path>
            </a:pathLst>
          </a:cu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pdf-path-199">
            <a:extLst xmlns:a="http://schemas.openxmlformats.org/drawingml/2006/main">
              <a:ext uri="{FF2B5EF4-FFF2-40B4-BE49-F238E27FC236}">
                <a16:creationId xmlns:a16="http://schemas.microsoft.com/office/drawing/2014/main" id="{E556E45B-8106-4E3C-8F1C-FD24D664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029" y="5207398"/>
            <a:ext cx="1869547" cy="364890"/>
          </a:xfrm>
          <a:custGeom xmlns:a="http://schemas.openxmlformats.org/drawingml/2006/main">
            <a:pathLst>
              <a:path w="1869547" h="364890">
                <a:moveTo>
                  <a:pt x="0" y="0"/>
                </a:moveTo>
                <a:lnTo>
                  <a:pt x="53299" y="0"/>
                </a:lnTo>
                <a:lnTo>
                  <a:pt x="53299" y="53299"/>
                </a:lnTo>
                <a:lnTo>
                  <a:pt x="0" y="53299"/>
                </a:lnTo>
                <a:lnTo>
                  <a:pt x="0" y="0"/>
                </a:lnTo>
                <a:moveTo>
                  <a:pt x="106597" y="0"/>
                </a:moveTo>
                <a:lnTo>
                  <a:pt x="163995" y="0"/>
                </a:lnTo>
                <a:lnTo>
                  <a:pt x="163995" y="53299"/>
                </a:lnTo>
                <a:lnTo>
                  <a:pt x="106597" y="53299"/>
                </a:lnTo>
                <a:lnTo>
                  <a:pt x="106597" y="0"/>
                </a:lnTo>
                <a:moveTo>
                  <a:pt x="217294" y="0"/>
                </a:moveTo>
                <a:lnTo>
                  <a:pt x="270592" y="0"/>
                </a:lnTo>
                <a:lnTo>
                  <a:pt x="270592" y="53299"/>
                </a:lnTo>
                <a:lnTo>
                  <a:pt x="217294" y="53299"/>
                </a:lnTo>
                <a:lnTo>
                  <a:pt x="217294" y="0"/>
                </a:lnTo>
                <a:moveTo>
                  <a:pt x="323891" y="0"/>
                </a:moveTo>
                <a:lnTo>
                  <a:pt x="377189" y="0"/>
                </a:lnTo>
                <a:lnTo>
                  <a:pt x="377189" y="53299"/>
                </a:lnTo>
                <a:lnTo>
                  <a:pt x="323891" y="53299"/>
                </a:lnTo>
                <a:lnTo>
                  <a:pt x="323891" y="0"/>
                </a:lnTo>
                <a:moveTo>
                  <a:pt x="430488" y="0"/>
                </a:moveTo>
                <a:lnTo>
                  <a:pt x="483786" y="0"/>
                </a:lnTo>
                <a:lnTo>
                  <a:pt x="483786" y="53299"/>
                </a:lnTo>
                <a:lnTo>
                  <a:pt x="430488" y="53299"/>
                </a:lnTo>
                <a:lnTo>
                  <a:pt x="430488" y="0"/>
                </a:lnTo>
                <a:moveTo>
                  <a:pt x="537085" y="0"/>
                </a:moveTo>
                <a:lnTo>
                  <a:pt x="590383" y="0"/>
                </a:lnTo>
                <a:lnTo>
                  <a:pt x="590383" y="53299"/>
                </a:lnTo>
                <a:lnTo>
                  <a:pt x="537085" y="53299"/>
                </a:lnTo>
                <a:lnTo>
                  <a:pt x="537085" y="0"/>
                </a:lnTo>
                <a:moveTo>
                  <a:pt x="643682" y="0"/>
                </a:moveTo>
                <a:lnTo>
                  <a:pt x="701080" y="0"/>
                </a:lnTo>
                <a:lnTo>
                  <a:pt x="701080" y="53299"/>
                </a:lnTo>
                <a:lnTo>
                  <a:pt x="643682" y="53299"/>
                </a:lnTo>
                <a:lnTo>
                  <a:pt x="643682" y="0"/>
                </a:lnTo>
                <a:moveTo>
                  <a:pt x="754379" y="0"/>
                </a:moveTo>
                <a:lnTo>
                  <a:pt x="807677" y="0"/>
                </a:lnTo>
                <a:lnTo>
                  <a:pt x="807677" y="53299"/>
                </a:lnTo>
                <a:lnTo>
                  <a:pt x="754379" y="53299"/>
                </a:lnTo>
                <a:lnTo>
                  <a:pt x="754379" y="0"/>
                </a:lnTo>
                <a:moveTo>
                  <a:pt x="860975" y="0"/>
                </a:moveTo>
                <a:lnTo>
                  <a:pt x="914274" y="0"/>
                </a:lnTo>
                <a:lnTo>
                  <a:pt x="914274" y="53299"/>
                </a:lnTo>
                <a:lnTo>
                  <a:pt x="860975" y="53299"/>
                </a:lnTo>
                <a:lnTo>
                  <a:pt x="860975" y="0"/>
                </a:lnTo>
                <a:moveTo>
                  <a:pt x="967573" y="0"/>
                </a:moveTo>
                <a:lnTo>
                  <a:pt x="1020871" y="0"/>
                </a:lnTo>
                <a:lnTo>
                  <a:pt x="1020871" y="53299"/>
                </a:lnTo>
                <a:lnTo>
                  <a:pt x="967573" y="53299"/>
                </a:lnTo>
                <a:lnTo>
                  <a:pt x="967573" y="0"/>
                </a:lnTo>
                <a:moveTo>
                  <a:pt x="1074169" y="0"/>
                </a:moveTo>
                <a:lnTo>
                  <a:pt x="1127468" y="0"/>
                </a:lnTo>
                <a:lnTo>
                  <a:pt x="1127468" y="53299"/>
                </a:lnTo>
                <a:lnTo>
                  <a:pt x="1074169" y="53299"/>
                </a:lnTo>
                <a:lnTo>
                  <a:pt x="1074169" y="0"/>
                </a:lnTo>
                <a:moveTo>
                  <a:pt x="1184866" y="0"/>
                </a:moveTo>
                <a:lnTo>
                  <a:pt x="1238165" y="0"/>
                </a:lnTo>
                <a:lnTo>
                  <a:pt x="1238165" y="53299"/>
                </a:lnTo>
                <a:lnTo>
                  <a:pt x="1184866" y="53299"/>
                </a:lnTo>
                <a:lnTo>
                  <a:pt x="1184866" y="0"/>
                </a:lnTo>
                <a:moveTo>
                  <a:pt x="1291463" y="0"/>
                </a:moveTo>
                <a:lnTo>
                  <a:pt x="1344762" y="0"/>
                </a:lnTo>
                <a:lnTo>
                  <a:pt x="1344762" y="53299"/>
                </a:lnTo>
                <a:lnTo>
                  <a:pt x="1291463" y="53299"/>
                </a:lnTo>
                <a:lnTo>
                  <a:pt x="1291463" y="0"/>
                </a:lnTo>
                <a:moveTo>
                  <a:pt x="1398060" y="0"/>
                </a:moveTo>
                <a:lnTo>
                  <a:pt x="1443159" y="4100"/>
                </a:lnTo>
                <a:lnTo>
                  <a:pt x="1455459" y="4100"/>
                </a:lnTo>
                <a:lnTo>
                  <a:pt x="1447259" y="57399"/>
                </a:lnTo>
                <a:lnTo>
                  <a:pt x="1434959" y="57399"/>
                </a:lnTo>
                <a:lnTo>
                  <a:pt x="1439059" y="57399"/>
                </a:lnTo>
                <a:lnTo>
                  <a:pt x="1398060" y="53299"/>
                </a:lnTo>
                <a:lnTo>
                  <a:pt x="1398060" y="0"/>
                </a:lnTo>
                <a:moveTo>
                  <a:pt x="1508757" y="16400"/>
                </a:moveTo>
                <a:lnTo>
                  <a:pt x="1541556" y="24599"/>
                </a:lnTo>
                <a:lnTo>
                  <a:pt x="1566156" y="32799"/>
                </a:lnTo>
                <a:lnTo>
                  <a:pt x="1545656" y="81997"/>
                </a:lnTo>
                <a:lnTo>
                  <a:pt x="1525157" y="73798"/>
                </a:lnTo>
                <a:lnTo>
                  <a:pt x="1496457" y="69698"/>
                </a:lnTo>
                <a:lnTo>
                  <a:pt x="1508757" y="16400"/>
                </a:lnTo>
                <a:moveTo>
                  <a:pt x="1615354" y="53299"/>
                </a:moveTo>
                <a:lnTo>
                  <a:pt x="1631753" y="61498"/>
                </a:lnTo>
                <a:lnTo>
                  <a:pt x="1664553" y="81997"/>
                </a:lnTo>
                <a:lnTo>
                  <a:pt x="1635854" y="127096"/>
                </a:lnTo>
                <a:lnTo>
                  <a:pt x="1603055" y="106597"/>
                </a:lnTo>
                <a:lnTo>
                  <a:pt x="1607155" y="110697"/>
                </a:lnTo>
                <a:lnTo>
                  <a:pt x="1594855" y="102497"/>
                </a:lnTo>
                <a:lnTo>
                  <a:pt x="1615354" y="53299"/>
                </a:lnTo>
                <a:moveTo>
                  <a:pt x="1713751" y="118897"/>
                </a:moveTo>
                <a:lnTo>
                  <a:pt x="1746551" y="147596"/>
                </a:lnTo>
                <a:lnTo>
                  <a:pt x="1754750" y="155796"/>
                </a:lnTo>
                <a:lnTo>
                  <a:pt x="1713751" y="192695"/>
                </a:lnTo>
                <a:lnTo>
                  <a:pt x="1705552" y="184495"/>
                </a:lnTo>
                <a:lnTo>
                  <a:pt x="1709651" y="188595"/>
                </a:lnTo>
                <a:lnTo>
                  <a:pt x="1676853" y="155796"/>
                </a:lnTo>
                <a:lnTo>
                  <a:pt x="1713751" y="118897"/>
                </a:lnTo>
                <a:moveTo>
                  <a:pt x="1791649" y="200894"/>
                </a:moveTo>
                <a:lnTo>
                  <a:pt x="1808049" y="221394"/>
                </a:lnTo>
                <a:lnTo>
                  <a:pt x="1820349" y="245993"/>
                </a:lnTo>
                <a:lnTo>
                  <a:pt x="1775249" y="274692"/>
                </a:lnTo>
                <a:lnTo>
                  <a:pt x="1762950" y="250093"/>
                </a:lnTo>
                <a:lnTo>
                  <a:pt x="1762950" y="254193"/>
                </a:lnTo>
                <a:lnTo>
                  <a:pt x="1746551" y="229594"/>
                </a:lnTo>
                <a:lnTo>
                  <a:pt x="1791649" y="200894"/>
                </a:lnTo>
                <a:moveTo>
                  <a:pt x="1849047" y="295192"/>
                </a:moveTo>
                <a:lnTo>
                  <a:pt x="1853147" y="307491"/>
                </a:lnTo>
                <a:lnTo>
                  <a:pt x="1869547" y="348490"/>
                </a:lnTo>
                <a:lnTo>
                  <a:pt x="1816248" y="364890"/>
                </a:lnTo>
                <a:lnTo>
                  <a:pt x="1803949" y="327991"/>
                </a:lnTo>
                <a:lnTo>
                  <a:pt x="1799849" y="319791"/>
                </a:lnTo>
                <a:lnTo>
                  <a:pt x="1849047" y="295192"/>
                </a:lnTo>
              </a:path>
            </a:pathLst>
          </a:cu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pdf-path-200">
            <a:extLst xmlns:a="http://schemas.openxmlformats.org/drawingml/2006/main">
              <a:ext uri="{FF2B5EF4-FFF2-40B4-BE49-F238E27FC236}">
                <a16:creationId xmlns:a16="http://schemas.microsoft.com/office/drawing/2014/main" id="{017AF9B8-EF8A-4B4F-93AD-6DC36C5E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577" y="5613286"/>
            <a:ext cx="65598" cy="1992544"/>
          </a:xfrm>
          <a:custGeom xmlns:a="http://schemas.openxmlformats.org/drawingml/2006/main">
            <a:pathLst>
              <a:path w="65598" h="1992544">
                <a:moveTo>
                  <a:pt x="53299" y="0"/>
                </a:moveTo>
                <a:lnTo>
                  <a:pt x="61498" y="45099"/>
                </a:lnTo>
                <a:lnTo>
                  <a:pt x="61498" y="53299"/>
                </a:lnTo>
                <a:lnTo>
                  <a:pt x="8200" y="57399"/>
                </a:lnTo>
                <a:lnTo>
                  <a:pt x="8200" y="49199"/>
                </a:lnTo>
                <a:lnTo>
                  <a:pt x="8200" y="53299"/>
                </a:lnTo>
                <a:lnTo>
                  <a:pt x="0" y="8200"/>
                </a:lnTo>
                <a:lnTo>
                  <a:pt x="53299" y="0"/>
                </a:lnTo>
                <a:moveTo>
                  <a:pt x="65598" y="110697"/>
                </a:moveTo>
                <a:lnTo>
                  <a:pt x="65598" y="163995"/>
                </a:lnTo>
                <a:lnTo>
                  <a:pt x="12300" y="163995"/>
                </a:lnTo>
                <a:lnTo>
                  <a:pt x="12300" y="110697"/>
                </a:lnTo>
                <a:lnTo>
                  <a:pt x="65598" y="110697"/>
                </a:lnTo>
                <a:moveTo>
                  <a:pt x="65598" y="217294"/>
                </a:moveTo>
                <a:lnTo>
                  <a:pt x="65598" y="270592"/>
                </a:lnTo>
                <a:lnTo>
                  <a:pt x="12300" y="270592"/>
                </a:lnTo>
                <a:lnTo>
                  <a:pt x="12300" y="217294"/>
                </a:lnTo>
                <a:lnTo>
                  <a:pt x="65598" y="217294"/>
                </a:lnTo>
                <a:moveTo>
                  <a:pt x="65598" y="323890"/>
                </a:moveTo>
                <a:lnTo>
                  <a:pt x="65598" y="377189"/>
                </a:lnTo>
                <a:lnTo>
                  <a:pt x="12300" y="377189"/>
                </a:lnTo>
                <a:lnTo>
                  <a:pt x="12300" y="323890"/>
                </a:lnTo>
                <a:lnTo>
                  <a:pt x="65598" y="323890"/>
                </a:lnTo>
                <a:moveTo>
                  <a:pt x="65598" y="430488"/>
                </a:moveTo>
                <a:lnTo>
                  <a:pt x="65598" y="487886"/>
                </a:lnTo>
                <a:lnTo>
                  <a:pt x="12300" y="487886"/>
                </a:lnTo>
                <a:lnTo>
                  <a:pt x="12300" y="430488"/>
                </a:lnTo>
                <a:lnTo>
                  <a:pt x="65598" y="430488"/>
                </a:lnTo>
                <a:moveTo>
                  <a:pt x="65598" y="541184"/>
                </a:moveTo>
                <a:lnTo>
                  <a:pt x="65598" y="594483"/>
                </a:lnTo>
                <a:lnTo>
                  <a:pt x="12300" y="594483"/>
                </a:lnTo>
                <a:lnTo>
                  <a:pt x="12300" y="541184"/>
                </a:lnTo>
                <a:lnTo>
                  <a:pt x="65598" y="541184"/>
                </a:lnTo>
                <a:moveTo>
                  <a:pt x="65598" y="647782"/>
                </a:moveTo>
                <a:lnTo>
                  <a:pt x="65598" y="701080"/>
                </a:lnTo>
                <a:lnTo>
                  <a:pt x="12300" y="701080"/>
                </a:lnTo>
                <a:lnTo>
                  <a:pt x="12300" y="647782"/>
                </a:lnTo>
                <a:lnTo>
                  <a:pt x="65598" y="647782"/>
                </a:lnTo>
                <a:moveTo>
                  <a:pt x="65598" y="754379"/>
                </a:moveTo>
                <a:lnTo>
                  <a:pt x="65598" y="807677"/>
                </a:lnTo>
                <a:lnTo>
                  <a:pt x="12300" y="807677"/>
                </a:lnTo>
                <a:lnTo>
                  <a:pt x="12300" y="754379"/>
                </a:lnTo>
                <a:lnTo>
                  <a:pt x="65598" y="754379"/>
                </a:lnTo>
                <a:moveTo>
                  <a:pt x="65598" y="860975"/>
                </a:moveTo>
                <a:lnTo>
                  <a:pt x="65598" y="914274"/>
                </a:lnTo>
                <a:lnTo>
                  <a:pt x="12300" y="914274"/>
                </a:lnTo>
                <a:lnTo>
                  <a:pt x="12300" y="860975"/>
                </a:lnTo>
                <a:lnTo>
                  <a:pt x="65598" y="860975"/>
                </a:lnTo>
                <a:moveTo>
                  <a:pt x="65598" y="967573"/>
                </a:moveTo>
                <a:lnTo>
                  <a:pt x="65598" y="1024971"/>
                </a:lnTo>
                <a:lnTo>
                  <a:pt x="12300" y="1024971"/>
                </a:lnTo>
                <a:lnTo>
                  <a:pt x="12300" y="967573"/>
                </a:lnTo>
                <a:lnTo>
                  <a:pt x="65598" y="967573"/>
                </a:lnTo>
                <a:moveTo>
                  <a:pt x="65598" y="1078269"/>
                </a:moveTo>
                <a:lnTo>
                  <a:pt x="65598" y="1131568"/>
                </a:lnTo>
                <a:lnTo>
                  <a:pt x="12300" y="1131568"/>
                </a:lnTo>
                <a:lnTo>
                  <a:pt x="12300" y="1078269"/>
                </a:lnTo>
                <a:lnTo>
                  <a:pt x="65598" y="1078269"/>
                </a:lnTo>
                <a:moveTo>
                  <a:pt x="65598" y="1184867"/>
                </a:moveTo>
                <a:lnTo>
                  <a:pt x="65598" y="1238165"/>
                </a:lnTo>
                <a:lnTo>
                  <a:pt x="12300" y="1238165"/>
                </a:lnTo>
                <a:lnTo>
                  <a:pt x="12300" y="1184867"/>
                </a:lnTo>
                <a:lnTo>
                  <a:pt x="65598" y="1184867"/>
                </a:lnTo>
                <a:moveTo>
                  <a:pt x="65598" y="1291463"/>
                </a:moveTo>
                <a:lnTo>
                  <a:pt x="65598" y="1344762"/>
                </a:lnTo>
                <a:lnTo>
                  <a:pt x="12300" y="1344762"/>
                </a:lnTo>
                <a:lnTo>
                  <a:pt x="12300" y="1291463"/>
                </a:lnTo>
                <a:lnTo>
                  <a:pt x="65598" y="1291463"/>
                </a:lnTo>
                <a:moveTo>
                  <a:pt x="65598" y="1398060"/>
                </a:moveTo>
                <a:lnTo>
                  <a:pt x="65598" y="1451359"/>
                </a:lnTo>
                <a:lnTo>
                  <a:pt x="12300" y="1451359"/>
                </a:lnTo>
                <a:lnTo>
                  <a:pt x="12300" y="1398060"/>
                </a:lnTo>
                <a:lnTo>
                  <a:pt x="65598" y="1398060"/>
                </a:lnTo>
                <a:moveTo>
                  <a:pt x="65598" y="1508757"/>
                </a:moveTo>
                <a:lnTo>
                  <a:pt x="65598" y="1562056"/>
                </a:lnTo>
                <a:lnTo>
                  <a:pt x="12300" y="1562056"/>
                </a:lnTo>
                <a:lnTo>
                  <a:pt x="12300" y="1508757"/>
                </a:lnTo>
                <a:lnTo>
                  <a:pt x="65598" y="1508757"/>
                </a:lnTo>
                <a:moveTo>
                  <a:pt x="65598" y="1615354"/>
                </a:moveTo>
                <a:lnTo>
                  <a:pt x="65598" y="1668653"/>
                </a:lnTo>
                <a:lnTo>
                  <a:pt x="12300" y="1668653"/>
                </a:lnTo>
                <a:lnTo>
                  <a:pt x="12300" y="1615354"/>
                </a:lnTo>
                <a:lnTo>
                  <a:pt x="65598" y="1615354"/>
                </a:lnTo>
                <a:moveTo>
                  <a:pt x="65598" y="1721951"/>
                </a:moveTo>
                <a:lnTo>
                  <a:pt x="65598" y="1775250"/>
                </a:lnTo>
                <a:lnTo>
                  <a:pt x="12300" y="1775250"/>
                </a:lnTo>
                <a:lnTo>
                  <a:pt x="12300" y="1721951"/>
                </a:lnTo>
                <a:lnTo>
                  <a:pt x="65598" y="1721951"/>
                </a:lnTo>
                <a:moveTo>
                  <a:pt x="65598" y="1828548"/>
                </a:moveTo>
                <a:lnTo>
                  <a:pt x="65598" y="1881847"/>
                </a:lnTo>
                <a:lnTo>
                  <a:pt x="12300" y="1881847"/>
                </a:lnTo>
                <a:lnTo>
                  <a:pt x="12300" y="1828548"/>
                </a:lnTo>
                <a:lnTo>
                  <a:pt x="65598" y="1828548"/>
                </a:lnTo>
                <a:moveTo>
                  <a:pt x="65598" y="1935145"/>
                </a:moveTo>
                <a:lnTo>
                  <a:pt x="65598" y="1992544"/>
                </a:lnTo>
                <a:lnTo>
                  <a:pt x="12300" y="1992544"/>
                </a:lnTo>
                <a:lnTo>
                  <a:pt x="12300" y="1935145"/>
                </a:lnTo>
                <a:lnTo>
                  <a:pt x="65598" y="1935145"/>
                </a:lnTo>
              </a:path>
            </a:pathLst>
          </a:cu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pdf-path-201">
            <a:extLst xmlns:a="http://schemas.openxmlformats.org/drawingml/2006/main">
              <a:ext uri="{FF2B5EF4-FFF2-40B4-BE49-F238E27FC236}">
                <a16:creationId xmlns:a16="http://schemas.microsoft.com/office/drawing/2014/main" id="{97DBB5FE-0957-47D0-9FE3-67E65535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781" y="7659128"/>
            <a:ext cx="221394" cy="1951545"/>
          </a:xfrm>
          <a:custGeom xmlns:a="http://schemas.openxmlformats.org/drawingml/2006/main">
            <a:pathLst>
              <a:path w="221394" h="1951545">
                <a:moveTo>
                  <a:pt x="221394" y="0"/>
                </a:moveTo>
                <a:lnTo>
                  <a:pt x="221394" y="53298"/>
                </a:lnTo>
                <a:lnTo>
                  <a:pt x="168095" y="53298"/>
                </a:lnTo>
                <a:lnTo>
                  <a:pt x="168095" y="0"/>
                </a:lnTo>
                <a:lnTo>
                  <a:pt x="221394" y="0"/>
                </a:lnTo>
                <a:moveTo>
                  <a:pt x="221394" y="106597"/>
                </a:moveTo>
                <a:lnTo>
                  <a:pt x="221394" y="159895"/>
                </a:lnTo>
                <a:lnTo>
                  <a:pt x="168095" y="159895"/>
                </a:lnTo>
                <a:lnTo>
                  <a:pt x="168095" y="106597"/>
                </a:lnTo>
                <a:lnTo>
                  <a:pt x="221394" y="106597"/>
                </a:lnTo>
                <a:moveTo>
                  <a:pt x="221394" y="213194"/>
                </a:moveTo>
                <a:lnTo>
                  <a:pt x="221394" y="266493"/>
                </a:lnTo>
                <a:lnTo>
                  <a:pt x="168095" y="266493"/>
                </a:lnTo>
                <a:lnTo>
                  <a:pt x="168095" y="213194"/>
                </a:lnTo>
                <a:lnTo>
                  <a:pt x="221394" y="213194"/>
                </a:lnTo>
                <a:moveTo>
                  <a:pt x="221394" y="319791"/>
                </a:moveTo>
                <a:lnTo>
                  <a:pt x="221394" y="373089"/>
                </a:lnTo>
                <a:lnTo>
                  <a:pt x="168095" y="373089"/>
                </a:lnTo>
                <a:lnTo>
                  <a:pt x="168095" y="319791"/>
                </a:lnTo>
                <a:lnTo>
                  <a:pt x="221394" y="319791"/>
                </a:lnTo>
                <a:moveTo>
                  <a:pt x="221394" y="426388"/>
                </a:moveTo>
                <a:lnTo>
                  <a:pt x="221394" y="483786"/>
                </a:lnTo>
                <a:lnTo>
                  <a:pt x="168095" y="483786"/>
                </a:lnTo>
                <a:lnTo>
                  <a:pt x="168095" y="426388"/>
                </a:lnTo>
                <a:lnTo>
                  <a:pt x="221394" y="426388"/>
                </a:lnTo>
                <a:moveTo>
                  <a:pt x="221394" y="537085"/>
                </a:moveTo>
                <a:lnTo>
                  <a:pt x="221394" y="590383"/>
                </a:lnTo>
                <a:lnTo>
                  <a:pt x="168095" y="590383"/>
                </a:lnTo>
                <a:lnTo>
                  <a:pt x="168095" y="537085"/>
                </a:lnTo>
                <a:lnTo>
                  <a:pt x="221394" y="537085"/>
                </a:lnTo>
                <a:moveTo>
                  <a:pt x="221394" y="643681"/>
                </a:moveTo>
                <a:lnTo>
                  <a:pt x="221394" y="696980"/>
                </a:lnTo>
                <a:lnTo>
                  <a:pt x="168095" y="696980"/>
                </a:lnTo>
                <a:lnTo>
                  <a:pt x="168095" y="643681"/>
                </a:lnTo>
                <a:lnTo>
                  <a:pt x="221394" y="643681"/>
                </a:lnTo>
                <a:moveTo>
                  <a:pt x="221394" y="750279"/>
                </a:moveTo>
                <a:lnTo>
                  <a:pt x="221394" y="803577"/>
                </a:lnTo>
                <a:lnTo>
                  <a:pt x="168095" y="803577"/>
                </a:lnTo>
                <a:lnTo>
                  <a:pt x="168095" y="750279"/>
                </a:lnTo>
                <a:lnTo>
                  <a:pt x="221394" y="750279"/>
                </a:lnTo>
                <a:moveTo>
                  <a:pt x="221394" y="856876"/>
                </a:moveTo>
                <a:lnTo>
                  <a:pt x="221394" y="910174"/>
                </a:lnTo>
                <a:lnTo>
                  <a:pt x="168095" y="910174"/>
                </a:lnTo>
                <a:lnTo>
                  <a:pt x="168095" y="856876"/>
                </a:lnTo>
                <a:lnTo>
                  <a:pt x="221394" y="856876"/>
                </a:lnTo>
                <a:moveTo>
                  <a:pt x="221394" y="967573"/>
                </a:moveTo>
                <a:lnTo>
                  <a:pt x="221394" y="1020871"/>
                </a:lnTo>
                <a:lnTo>
                  <a:pt x="168095" y="1020871"/>
                </a:lnTo>
                <a:lnTo>
                  <a:pt x="168095" y="967573"/>
                </a:lnTo>
                <a:lnTo>
                  <a:pt x="221394" y="967573"/>
                </a:lnTo>
                <a:moveTo>
                  <a:pt x="221394" y="1074169"/>
                </a:moveTo>
                <a:lnTo>
                  <a:pt x="221394" y="1127468"/>
                </a:lnTo>
                <a:lnTo>
                  <a:pt x="168095" y="1127468"/>
                </a:lnTo>
                <a:lnTo>
                  <a:pt x="168095" y="1074169"/>
                </a:lnTo>
                <a:lnTo>
                  <a:pt x="221394" y="1074169"/>
                </a:lnTo>
                <a:moveTo>
                  <a:pt x="221394" y="1180766"/>
                </a:moveTo>
                <a:lnTo>
                  <a:pt x="221394" y="1234064"/>
                </a:lnTo>
                <a:lnTo>
                  <a:pt x="168095" y="1234064"/>
                </a:lnTo>
                <a:lnTo>
                  <a:pt x="168095" y="1180766"/>
                </a:lnTo>
                <a:lnTo>
                  <a:pt x="221394" y="1180766"/>
                </a:lnTo>
                <a:moveTo>
                  <a:pt x="221394" y="1287364"/>
                </a:moveTo>
                <a:lnTo>
                  <a:pt x="221394" y="1340662"/>
                </a:lnTo>
                <a:lnTo>
                  <a:pt x="168095" y="1340662"/>
                </a:lnTo>
                <a:lnTo>
                  <a:pt x="168095" y="1287364"/>
                </a:lnTo>
                <a:lnTo>
                  <a:pt x="221394" y="1287364"/>
                </a:lnTo>
                <a:moveTo>
                  <a:pt x="221394" y="1393961"/>
                </a:moveTo>
                <a:lnTo>
                  <a:pt x="221394" y="1447259"/>
                </a:lnTo>
                <a:lnTo>
                  <a:pt x="168095" y="1447259"/>
                </a:lnTo>
                <a:lnTo>
                  <a:pt x="168095" y="1393961"/>
                </a:lnTo>
                <a:lnTo>
                  <a:pt x="221394" y="1393961"/>
                </a:lnTo>
                <a:moveTo>
                  <a:pt x="221394" y="1504658"/>
                </a:moveTo>
                <a:lnTo>
                  <a:pt x="221394" y="1557956"/>
                </a:lnTo>
                <a:lnTo>
                  <a:pt x="168095" y="1557956"/>
                </a:lnTo>
                <a:lnTo>
                  <a:pt x="168095" y="1504658"/>
                </a:lnTo>
                <a:lnTo>
                  <a:pt x="221394" y="1504658"/>
                </a:lnTo>
                <a:moveTo>
                  <a:pt x="217294" y="1615354"/>
                </a:moveTo>
                <a:lnTo>
                  <a:pt x="209094" y="1660453"/>
                </a:lnTo>
                <a:lnTo>
                  <a:pt x="209094" y="1668653"/>
                </a:lnTo>
                <a:lnTo>
                  <a:pt x="155796" y="1656353"/>
                </a:lnTo>
                <a:lnTo>
                  <a:pt x="155796" y="1648153"/>
                </a:lnTo>
                <a:lnTo>
                  <a:pt x="155796" y="1652253"/>
                </a:lnTo>
                <a:lnTo>
                  <a:pt x="163995" y="1607155"/>
                </a:lnTo>
                <a:lnTo>
                  <a:pt x="217294" y="1615354"/>
                </a:lnTo>
                <a:moveTo>
                  <a:pt x="192695" y="1726051"/>
                </a:moveTo>
                <a:lnTo>
                  <a:pt x="180395" y="1754751"/>
                </a:lnTo>
                <a:lnTo>
                  <a:pt x="172195" y="1775250"/>
                </a:lnTo>
                <a:lnTo>
                  <a:pt x="122997" y="1754751"/>
                </a:lnTo>
                <a:lnTo>
                  <a:pt x="131197" y="1734251"/>
                </a:lnTo>
                <a:lnTo>
                  <a:pt x="143496" y="1705552"/>
                </a:lnTo>
                <a:lnTo>
                  <a:pt x="192695" y="1726051"/>
                </a:lnTo>
                <a:moveTo>
                  <a:pt x="143496" y="1824449"/>
                </a:moveTo>
                <a:lnTo>
                  <a:pt x="135297" y="1840847"/>
                </a:lnTo>
                <a:lnTo>
                  <a:pt x="110697" y="1873646"/>
                </a:lnTo>
                <a:lnTo>
                  <a:pt x="69698" y="1840847"/>
                </a:lnTo>
                <a:lnTo>
                  <a:pt x="90198" y="1808049"/>
                </a:lnTo>
                <a:lnTo>
                  <a:pt x="90198" y="1812148"/>
                </a:lnTo>
                <a:lnTo>
                  <a:pt x="98397" y="1795749"/>
                </a:lnTo>
                <a:lnTo>
                  <a:pt x="143496" y="1824449"/>
                </a:lnTo>
                <a:moveTo>
                  <a:pt x="73798" y="1914646"/>
                </a:moveTo>
                <a:lnTo>
                  <a:pt x="73798" y="1914646"/>
                </a:lnTo>
                <a:lnTo>
                  <a:pt x="36899" y="1947445"/>
                </a:lnTo>
                <a:lnTo>
                  <a:pt x="28699" y="1951545"/>
                </a:lnTo>
                <a:lnTo>
                  <a:pt x="0" y="1910546"/>
                </a:lnTo>
                <a:lnTo>
                  <a:pt x="4100" y="1906446"/>
                </a:lnTo>
                <a:lnTo>
                  <a:pt x="36899" y="1877747"/>
                </a:lnTo>
                <a:lnTo>
                  <a:pt x="32799" y="1877747"/>
                </a:lnTo>
                <a:lnTo>
                  <a:pt x="73798" y="1914646"/>
                </a:lnTo>
              </a:path>
            </a:pathLst>
          </a:cu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403DC54A-21DF-49AF-8A63-BFC277D6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937" y="9598373"/>
            <a:ext cx="1988443" cy="122996"/>
          </a:xfrm>
          <a:custGeom xmlns:a="http://schemas.openxmlformats.org/drawingml/2006/main">
            <a:pathLst>
              <a:path w="1988443" h="122996">
                <a:moveTo>
                  <a:pt x="1988443" y="45098"/>
                </a:moveTo>
                <a:lnTo>
                  <a:pt x="1963844" y="61498"/>
                </a:lnTo>
                <a:lnTo>
                  <a:pt x="1939245" y="73797"/>
                </a:lnTo>
                <a:lnTo>
                  <a:pt x="1914645" y="24599"/>
                </a:lnTo>
                <a:lnTo>
                  <a:pt x="1939245" y="12299"/>
                </a:lnTo>
                <a:lnTo>
                  <a:pt x="1935145" y="16400"/>
                </a:lnTo>
                <a:lnTo>
                  <a:pt x="1959744" y="0"/>
                </a:lnTo>
                <a:lnTo>
                  <a:pt x="1988443" y="45098"/>
                </a:lnTo>
                <a:moveTo>
                  <a:pt x="1885947" y="94297"/>
                </a:moveTo>
                <a:lnTo>
                  <a:pt x="1873647" y="98397"/>
                </a:lnTo>
                <a:lnTo>
                  <a:pt x="1832648" y="110697"/>
                </a:lnTo>
                <a:lnTo>
                  <a:pt x="1820348" y="57398"/>
                </a:lnTo>
                <a:lnTo>
                  <a:pt x="1857247" y="49198"/>
                </a:lnTo>
                <a:lnTo>
                  <a:pt x="1869547" y="45098"/>
                </a:lnTo>
                <a:lnTo>
                  <a:pt x="1885947" y="94297"/>
                </a:lnTo>
                <a:moveTo>
                  <a:pt x="1779349" y="118897"/>
                </a:moveTo>
                <a:lnTo>
                  <a:pt x="1775249" y="118897"/>
                </a:lnTo>
                <a:lnTo>
                  <a:pt x="1726051" y="122996"/>
                </a:lnTo>
                <a:lnTo>
                  <a:pt x="1721951" y="122996"/>
                </a:lnTo>
                <a:lnTo>
                  <a:pt x="1721951" y="69698"/>
                </a:lnTo>
                <a:lnTo>
                  <a:pt x="1771149" y="65597"/>
                </a:lnTo>
                <a:lnTo>
                  <a:pt x="1767050" y="65597"/>
                </a:lnTo>
                <a:lnTo>
                  <a:pt x="1771149" y="65597"/>
                </a:lnTo>
                <a:lnTo>
                  <a:pt x="1779349" y="118897"/>
                </a:lnTo>
                <a:moveTo>
                  <a:pt x="1664553" y="122996"/>
                </a:moveTo>
                <a:lnTo>
                  <a:pt x="1611254" y="122996"/>
                </a:lnTo>
                <a:lnTo>
                  <a:pt x="1611254" y="69698"/>
                </a:lnTo>
                <a:lnTo>
                  <a:pt x="1664553" y="69698"/>
                </a:lnTo>
                <a:lnTo>
                  <a:pt x="1664553" y="122996"/>
                </a:lnTo>
                <a:moveTo>
                  <a:pt x="1557956" y="122996"/>
                </a:moveTo>
                <a:lnTo>
                  <a:pt x="1504657" y="122996"/>
                </a:lnTo>
                <a:lnTo>
                  <a:pt x="1504657" y="69698"/>
                </a:lnTo>
                <a:lnTo>
                  <a:pt x="1557956" y="69698"/>
                </a:lnTo>
                <a:lnTo>
                  <a:pt x="1557956" y="122996"/>
                </a:lnTo>
                <a:moveTo>
                  <a:pt x="1451359" y="122996"/>
                </a:moveTo>
                <a:lnTo>
                  <a:pt x="1398060" y="122996"/>
                </a:lnTo>
                <a:lnTo>
                  <a:pt x="1398060" y="69698"/>
                </a:lnTo>
                <a:lnTo>
                  <a:pt x="1451359" y="69698"/>
                </a:lnTo>
                <a:lnTo>
                  <a:pt x="1451359" y="122996"/>
                </a:lnTo>
                <a:moveTo>
                  <a:pt x="1344762" y="122996"/>
                </a:moveTo>
                <a:lnTo>
                  <a:pt x="1291463" y="122996"/>
                </a:lnTo>
                <a:lnTo>
                  <a:pt x="1291463" y="69698"/>
                </a:lnTo>
                <a:lnTo>
                  <a:pt x="1344762" y="69698"/>
                </a:lnTo>
                <a:lnTo>
                  <a:pt x="1344762" y="122996"/>
                </a:lnTo>
                <a:moveTo>
                  <a:pt x="1238165" y="122996"/>
                </a:moveTo>
                <a:lnTo>
                  <a:pt x="1184866" y="122996"/>
                </a:lnTo>
                <a:lnTo>
                  <a:pt x="1184866" y="69698"/>
                </a:lnTo>
                <a:lnTo>
                  <a:pt x="1238165" y="69698"/>
                </a:lnTo>
                <a:lnTo>
                  <a:pt x="1238165" y="122996"/>
                </a:lnTo>
                <a:moveTo>
                  <a:pt x="1127468" y="122996"/>
                </a:moveTo>
                <a:lnTo>
                  <a:pt x="1074169" y="122996"/>
                </a:lnTo>
                <a:lnTo>
                  <a:pt x="1074169" y="69698"/>
                </a:lnTo>
                <a:lnTo>
                  <a:pt x="1127468" y="69698"/>
                </a:lnTo>
                <a:lnTo>
                  <a:pt x="1127468" y="122996"/>
                </a:lnTo>
                <a:moveTo>
                  <a:pt x="1020871" y="122996"/>
                </a:moveTo>
                <a:lnTo>
                  <a:pt x="967572" y="122996"/>
                </a:lnTo>
                <a:lnTo>
                  <a:pt x="967572" y="69698"/>
                </a:lnTo>
                <a:lnTo>
                  <a:pt x="1020871" y="69698"/>
                </a:lnTo>
                <a:lnTo>
                  <a:pt x="1020871" y="122996"/>
                </a:lnTo>
                <a:moveTo>
                  <a:pt x="914274" y="122996"/>
                </a:moveTo>
                <a:lnTo>
                  <a:pt x="860975" y="122996"/>
                </a:lnTo>
                <a:lnTo>
                  <a:pt x="860975" y="69698"/>
                </a:lnTo>
                <a:lnTo>
                  <a:pt x="914274" y="69698"/>
                </a:lnTo>
                <a:lnTo>
                  <a:pt x="914274" y="122996"/>
                </a:lnTo>
                <a:moveTo>
                  <a:pt x="807677" y="122996"/>
                </a:moveTo>
                <a:lnTo>
                  <a:pt x="754379" y="122996"/>
                </a:lnTo>
                <a:lnTo>
                  <a:pt x="754379" y="69698"/>
                </a:lnTo>
                <a:lnTo>
                  <a:pt x="807677" y="69698"/>
                </a:lnTo>
                <a:lnTo>
                  <a:pt x="807677" y="122996"/>
                </a:lnTo>
                <a:moveTo>
                  <a:pt x="701080" y="122996"/>
                </a:moveTo>
                <a:lnTo>
                  <a:pt x="643682" y="122996"/>
                </a:lnTo>
                <a:lnTo>
                  <a:pt x="643682" y="69698"/>
                </a:lnTo>
                <a:lnTo>
                  <a:pt x="701080" y="69698"/>
                </a:lnTo>
                <a:lnTo>
                  <a:pt x="701080" y="122996"/>
                </a:lnTo>
                <a:moveTo>
                  <a:pt x="590383" y="122996"/>
                </a:moveTo>
                <a:lnTo>
                  <a:pt x="537085" y="122996"/>
                </a:lnTo>
                <a:lnTo>
                  <a:pt x="537085" y="69698"/>
                </a:lnTo>
                <a:lnTo>
                  <a:pt x="590383" y="69698"/>
                </a:lnTo>
                <a:lnTo>
                  <a:pt x="590383" y="122996"/>
                </a:lnTo>
                <a:moveTo>
                  <a:pt x="483786" y="122996"/>
                </a:moveTo>
                <a:lnTo>
                  <a:pt x="430488" y="122996"/>
                </a:lnTo>
                <a:lnTo>
                  <a:pt x="430488" y="69698"/>
                </a:lnTo>
                <a:lnTo>
                  <a:pt x="483786" y="69698"/>
                </a:lnTo>
                <a:lnTo>
                  <a:pt x="483786" y="122996"/>
                </a:lnTo>
                <a:moveTo>
                  <a:pt x="377189" y="122996"/>
                </a:moveTo>
                <a:lnTo>
                  <a:pt x="323891" y="122996"/>
                </a:lnTo>
                <a:lnTo>
                  <a:pt x="323891" y="69698"/>
                </a:lnTo>
                <a:lnTo>
                  <a:pt x="377189" y="69698"/>
                </a:lnTo>
                <a:lnTo>
                  <a:pt x="377189" y="122996"/>
                </a:lnTo>
                <a:moveTo>
                  <a:pt x="270592" y="122996"/>
                </a:moveTo>
                <a:lnTo>
                  <a:pt x="217294" y="122996"/>
                </a:lnTo>
                <a:lnTo>
                  <a:pt x="217294" y="69698"/>
                </a:lnTo>
                <a:lnTo>
                  <a:pt x="270592" y="69698"/>
                </a:lnTo>
                <a:lnTo>
                  <a:pt x="270592" y="122996"/>
                </a:lnTo>
                <a:moveTo>
                  <a:pt x="163995" y="122996"/>
                </a:moveTo>
                <a:lnTo>
                  <a:pt x="106597" y="122996"/>
                </a:lnTo>
                <a:lnTo>
                  <a:pt x="106597" y="69698"/>
                </a:lnTo>
                <a:lnTo>
                  <a:pt x="163995" y="69698"/>
                </a:lnTo>
                <a:lnTo>
                  <a:pt x="163995" y="122996"/>
                </a:lnTo>
                <a:moveTo>
                  <a:pt x="53298" y="122996"/>
                </a:moveTo>
                <a:lnTo>
                  <a:pt x="0" y="122996"/>
                </a:lnTo>
                <a:lnTo>
                  <a:pt x="0" y="69698"/>
                </a:lnTo>
                <a:lnTo>
                  <a:pt x="53298" y="69698"/>
                </a:lnTo>
                <a:lnTo>
                  <a:pt x="53298" y="122996"/>
                </a:lnTo>
              </a:path>
            </a:pathLst>
          </a:cu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2F69025C-A5F0-4C42-9EE6-5F8A7862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" y="9245784"/>
            <a:ext cx="1984344" cy="475586"/>
          </a:xfrm>
          <a:custGeom xmlns:a="http://schemas.openxmlformats.org/drawingml/2006/main">
            <a:pathLst>
              <a:path w="1984344" h="475586">
                <a:moveTo>
                  <a:pt x="1984344" y="475586"/>
                </a:moveTo>
                <a:lnTo>
                  <a:pt x="1931045" y="475586"/>
                </a:lnTo>
                <a:lnTo>
                  <a:pt x="1931045" y="422288"/>
                </a:lnTo>
                <a:lnTo>
                  <a:pt x="1984344" y="422288"/>
                </a:lnTo>
                <a:lnTo>
                  <a:pt x="1984344" y="475586"/>
                </a:lnTo>
                <a:moveTo>
                  <a:pt x="1877747" y="475586"/>
                </a:moveTo>
                <a:lnTo>
                  <a:pt x="1824448" y="475586"/>
                </a:lnTo>
                <a:lnTo>
                  <a:pt x="1824448" y="422288"/>
                </a:lnTo>
                <a:lnTo>
                  <a:pt x="1877747" y="422288"/>
                </a:lnTo>
                <a:lnTo>
                  <a:pt x="1877747" y="475586"/>
                </a:lnTo>
                <a:moveTo>
                  <a:pt x="1771150" y="475586"/>
                </a:moveTo>
                <a:lnTo>
                  <a:pt x="1717851" y="475586"/>
                </a:lnTo>
                <a:lnTo>
                  <a:pt x="1717851" y="422288"/>
                </a:lnTo>
                <a:lnTo>
                  <a:pt x="1771150" y="422288"/>
                </a:lnTo>
                <a:lnTo>
                  <a:pt x="1771150" y="475586"/>
                </a:lnTo>
                <a:moveTo>
                  <a:pt x="1660453" y="475586"/>
                </a:moveTo>
                <a:lnTo>
                  <a:pt x="1607155" y="475586"/>
                </a:lnTo>
                <a:lnTo>
                  <a:pt x="1607155" y="422288"/>
                </a:lnTo>
                <a:lnTo>
                  <a:pt x="1660453" y="422288"/>
                </a:lnTo>
                <a:lnTo>
                  <a:pt x="1660453" y="475586"/>
                </a:lnTo>
                <a:moveTo>
                  <a:pt x="1553856" y="475586"/>
                </a:moveTo>
                <a:lnTo>
                  <a:pt x="1500557" y="475586"/>
                </a:lnTo>
                <a:lnTo>
                  <a:pt x="1500557" y="422288"/>
                </a:lnTo>
                <a:lnTo>
                  <a:pt x="1553856" y="422288"/>
                </a:lnTo>
                <a:lnTo>
                  <a:pt x="1553856" y="475586"/>
                </a:lnTo>
                <a:moveTo>
                  <a:pt x="1447259" y="475586"/>
                </a:moveTo>
                <a:lnTo>
                  <a:pt x="1393961" y="475586"/>
                </a:lnTo>
                <a:lnTo>
                  <a:pt x="1393961" y="422288"/>
                </a:lnTo>
                <a:lnTo>
                  <a:pt x="1447259" y="422288"/>
                </a:lnTo>
                <a:lnTo>
                  <a:pt x="1447259" y="475586"/>
                </a:lnTo>
                <a:moveTo>
                  <a:pt x="1340662" y="475586"/>
                </a:moveTo>
                <a:lnTo>
                  <a:pt x="1287364" y="475586"/>
                </a:lnTo>
                <a:lnTo>
                  <a:pt x="1287364" y="422288"/>
                </a:lnTo>
                <a:lnTo>
                  <a:pt x="1340662" y="422288"/>
                </a:lnTo>
                <a:lnTo>
                  <a:pt x="1340662" y="475586"/>
                </a:lnTo>
                <a:moveTo>
                  <a:pt x="1234065" y="475586"/>
                </a:moveTo>
                <a:lnTo>
                  <a:pt x="1176667" y="475586"/>
                </a:lnTo>
                <a:lnTo>
                  <a:pt x="1176667" y="422288"/>
                </a:lnTo>
                <a:lnTo>
                  <a:pt x="1234065" y="422288"/>
                </a:lnTo>
                <a:lnTo>
                  <a:pt x="1234065" y="475586"/>
                </a:lnTo>
                <a:moveTo>
                  <a:pt x="1123368" y="475586"/>
                </a:moveTo>
                <a:lnTo>
                  <a:pt x="1070070" y="475586"/>
                </a:lnTo>
                <a:lnTo>
                  <a:pt x="1070070" y="422288"/>
                </a:lnTo>
                <a:lnTo>
                  <a:pt x="1123368" y="422288"/>
                </a:lnTo>
                <a:lnTo>
                  <a:pt x="1123368" y="475586"/>
                </a:lnTo>
                <a:moveTo>
                  <a:pt x="1016771" y="475586"/>
                </a:moveTo>
                <a:lnTo>
                  <a:pt x="963473" y="475586"/>
                </a:lnTo>
                <a:lnTo>
                  <a:pt x="963473" y="422288"/>
                </a:lnTo>
                <a:lnTo>
                  <a:pt x="1016771" y="422288"/>
                </a:lnTo>
                <a:lnTo>
                  <a:pt x="1016771" y="475586"/>
                </a:lnTo>
                <a:moveTo>
                  <a:pt x="910174" y="475586"/>
                </a:moveTo>
                <a:lnTo>
                  <a:pt x="856876" y="475586"/>
                </a:lnTo>
                <a:lnTo>
                  <a:pt x="856876" y="422288"/>
                </a:lnTo>
                <a:lnTo>
                  <a:pt x="910174" y="422288"/>
                </a:lnTo>
                <a:lnTo>
                  <a:pt x="910174" y="475586"/>
                </a:lnTo>
                <a:moveTo>
                  <a:pt x="803577" y="475586"/>
                </a:moveTo>
                <a:lnTo>
                  <a:pt x="750279" y="475586"/>
                </a:lnTo>
                <a:lnTo>
                  <a:pt x="750279" y="422288"/>
                </a:lnTo>
                <a:lnTo>
                  <a:pt x="803577" y="422288"/>
                </a:lnTo>
                <a:lnTo>
                  <a:pt x="803577" y="475586"/>
                </a:lnTo>
                <a:moveTo>
                  <a:pt x="696980" y="475586"/>
                </a:moveTo>
                <a:lnTo>
                  <a:pt x="639582" y="475586"/>
                </a:lnTo>
                <a:lnTo>
                  <a:pt x="639582" y="422288"/>
                </a:lnTo>
                <a:lnTo>
                  <a:pt x="696980" y="422288"/>
                </a:lnTo>
                <a:lnTo>
                  <a:pt x="696980" y="475586"/>
                </a:lnTo>
                <a:moveTo>
                  <a:pt x="586283" y="475586"/>
                </a:moveTo>
                <a:lnTo>
                  <a:pt x="532985" y="475586"/>
                </a:lnTo>
                <a:lnTo>
                  <a:pt x="532985" y="422288"/>
                </a:lnTo>
                <a:lnTo>
                  <a:pt x="586283" y="422288"/>
                </a:lnTo>
                <a:lnTo>
                  <a:pt x="586283" y="475586"/>
                </a:lnTo>
                <a:moveTo>
                  <a:pt x="479686" y="475586"/>
                </a:moveTo>
                <a:lnTo>
                  <a:pt x="446887" y="471487"/>
                </a:lnTo>
                <a:lnTo>
                  <a:pt x="422288" y="467386"/>
                </a:lnTo>
                <a:lnTo>
                  <a:pt x="430488" y="414088"/>
                </a:lnTo>
                <a:lnTo>
                  <a:pt x="455087" y="418188"/>
                </a:lnTo>
                <a:lnTo>
                  <a:pt x="450987" y="418188"/>
                </a:lnTo>
                <a:lnTo>
                  <a:pt x="479686" y="422288"/>
                </a:lnTo>
                <a:lnTo>
                  <a:pt x="479686" y="475586"/>
                </a:lnTo>
                <a:moveTo>
                  <a:pt x="368989" y="455087"/>
                </a:moveTo>
                <a:lnTo>
                  <a:pt x="348490" y="450987"/>
                </a:lnTo>
                <a:lnTo>
                  <a:pt x="315691" y="438687"/>
                </a:lnTo>
                <a:lnTo>
                  <a:pt x="332091" y="389489"/>
                </a:lnTo>
                <a:lnTo>
                  <a:pt x="368989" y="401788"/>
                </a:lnTo>
                <a:lnTo>
                  <a:pt x="364890" y="401788"/>
                </a:lnTo>
                <a:lnTo>
                  <a:pt x="381289" y="405888"/>
                </a:lnTo>
                <a:lnTo>
                  <a:pt x="368989" y="455087"/>
                </a:lnTo>
                <a:moveTo>
                  <a:pt x="262393" y="414088"/>
                </a:moveTo>
                <a:lnTo>
                  <a:pt x="258293" y="414088"/>
                </a:lnTo>
                <a:lnTo>
                  <a:pt x="217294" y="389489"/>
                </a:lnTo>
                <a:lnTo>
                  <a:pt x="213194" y="385388"/>
                </a:lnTo>
                <a:lnTo>
                  <a:pt x="245993" y="340290"/>
                </a:lnTo>
                <a:lnTo>
                  <a:pt x="250093" y="344389"/>
                </a:lnTo>
                <a:lnTo>
                  <a:pt x="245993" y="344389"/>
                </a:lnTo>
                <a:lnTo>
                  <a:pt x="286992" y="368989"/>
                </a:lnTo>
                <a:lnTo>
                  <a:pt x="282892" y="364889"/>
                </a:lnTo>
                <a:lnTo>
                  <a:pt x="286992" y="368989"/>
                </a:lnTo>
                <a:lnTo>
                  <a:pt x="262393" y="414088"/>
                </a:lnTo>
                <a:moveTo>
                  <a:pt x="168095" y="348490"/>
                </a:moveTo>
                <a:lnTo>
                  <a:pt x="143496" y="327990"/>
                </a:lnTo>
                <a:lnTo>
                  <a:pt x="127096" y="311591"/>
                </a:lnTo>
                <a:lnTo>
                  <a:pt x="168095" y="274692"/>
                </a:lnTo>
                <a:lnTo>
                  <a:pt x="184495" y="291091"/>
                </a:lnTo>
                <a:lnTo>
                  <a:pt x="180395" y="291091"/>
                </a:lnTo>
                <a:lnTo>
                  <a:pt x="204994" y="311591"/>
                </a:lnTo>
                <a:lnTo>
                  <a:pt x="168095" y="348490"/>
                </a:lnTo>
                <a:moveTo>
                  <a:pt x="94297" y="266492"/>
                </a:moveTo>
                <a:lnTo>
                  <a:pt x="81998" y="254193"/>
                </a:lnTo>
                <a:lnTo>
                  <a:pt x="61498" y="221393"/>
                </a:lnTo>
                <a:lnTo>
                  <a:pt x="106597" y="192694"/>
                </a:lnTo>
                <a:lnTo>
                  <a:pt x="127096" y="225493"/>
                </a:lnTo>
                <a:lnTo>
                  <a:pt x="127096" y="221393"/>
                </a:lnTo>
                <a:lnTo>
                  <a:pt x="135296" y="233693"/>
                </a:lnTo>
                <a:lnTo>
                  <a:pt x="94297" y="266492"/>
                </a:lnTo>
                <a:moveTo>
                  <a:pt x="36899" y="168095"/>
                </a:moveTo>
                <a:lnTo>
                  <a:pt x="20499" y="122996"/>
                </a:lnTo>
                <a:lnTo>
                  <a:pt x="16400" y="114796"/>
                </a:lnTo>
                <a:lnTo>
                  <a:pt x="69698" y="98397"/>
                </a:lnTo>
                <a:lnTo>
                  <a:pt x="73798" y="106596"/>
                </a:lnTo>
                <a:lnTo>
                  <a:pt x="69698" y="106596"/>
                </a:lnTo>
                <a:lnTo>
                  <a:pt x="86098" y="147595"/>
                </a:lnTo>
                <a:lnTo>
                  <a:pt x="36899" y="168095"/>
                </a:lnTo>
                <a:moveTo>
                  <a:pt x="4100" y="57398"/>
                </a:moveTo>
                <a:lnTo>
                  <a:pt x="0" y="24598"/>
                </a:lnTo>
                <a:lnTo>
                  <a:pt x="0" y="4099"/>
                </a:lnTo>
                <a:lnTo>
                  <a:pt x="53299" y="0"/>
                </a:lnTo>
                <a:lnTo>
                  <a:pt x="53299" y="20499"/>
                </a:lnTo>
                <a:lnTo>
                  <a:pt x="53299" y="16399"/>
                </a:lnTo>
                <a:lnTo>
                  <a:pt x="57399" y="49198"/>
                </a:lnTo>
                <a:lnTo>
                  <a:pt x="4100" y="57398"/>
                </a:lnTo>
              </a:path>
            </a:pathLst>
          </a:cu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df-text-71-0">
            <a:extLst xmlns:a="http://schemas.openxmlformats.org/drawingml/2006/main">
              <a:ext uri="{FF2B5EF4-FFF2-40B4-BE49-F238E27FC236}">
                <a16:creationId xmlns:a16="http://schemas.microsoft.com/office/drawing/2014/main" id="{F5F37939-BA82-4C65-AA7C-CD896F6F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28" y="8056568"/>
            <a:ext cx="1973150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4" b="1" i="0">
                <a:solidFill>
                  <a:srgbClr val="C55A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4" b="1" i="0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864" b="1" i="0">
                <a:solidFill>
                  <a:srgbClr val="C55A11"/>
                </a:solidFill>
                <a:latin typeface="Arial"/>
                <a:ea typeface="Arial"/>
                <a:cs typeface="Arial"/>
              </a:rPr>
              <a:t>Task Instruction: </a:t>
            </a:r>
          </a:p>
        </p:txBody>
      </p:sp>
      <p:sp>
        <p:nvSpPr>
          <p:cNvPr id="200" name="pdf-text-72-0">
            <a:extLst xmlns:a="http://schemas.openxmlformats.org/drawingml/2006/main">
              <a:ext uri="{FF2B5EF4-FFF2-40B4-BE49-F238E27FC236}">
                <a16:creationId xmlns:a16="http://schemas.microsoft.com/office/drawing/2014/main" id="{F581581D-501E-4B38-ACF9-B6BDFB9A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670" y="8056568"/>
            <a:ext cx="1702068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9" b="0" i="0">
                <a:solidFill>
                  <a:srgbClr val="C55A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9" b="0" i="0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869" b="0" i="0">
                <a:solidFill>
                  <a:srgbClr val="C55A11"/>
                </a:solidFill>
                <a:latin typeface="Arial"/>
                <a:ea typeface="Arial"/>
                <a:cs typeface="Arial"/>
              </a:rPr>
              <a:t>Please help me </a:t>
            </a:r>
          </a:p>
        </p:txBody>
      </p:sp>
      <p:sp>
        <p:nvSpPr>
          <p:cNvPr id="201" name="pdf-text-73-0">
            <a:extLst xmlns:a="http://schemas.openxmlformats.org/drawingml/2006/main">
              <a:ext uri="{FF2B5EF4-FFF2-40B4-BE49-F238E27FC236}">
                <a16:creationId xmlns:a16="http://schemas.microsoft.com/office/drawing/2014/main" id="{9DE7B906-E68F-4507-9058-5EA71F73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28" y="8339438"/>
            <a:ext cx="3842186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4" b="0" i="0">
                <a:solidFill>
                  <a:srgbClr val="C55A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4" b="0" i="0">
                <a:solidFill>
                  <a:srgbClr val="C55A11"/>
                </a:solidFill>
                <a:latin typeface="Arial"/>
                <a:ea typeface="Arial"/>
                <a:cs typeface="Arial"/>
              </a:defRPr>
            </a:pPr>
            <a:r>
              <a:rPr sz="1864" b="0" i="0">
                <a:solidFill>
                  <a:srgbClr val="C55A11"/>
                </a:solidFill>
                <a:latin typeface="Arial"/>
                <a:ea typeface="Arial"/>
                <a:cs typeface="Arial"/>
              </a:rPr>
              <a:t>make a cup of tea and hand it to me.</a:t>
            </a:r>
          </a:p>
        </p:txBody>
      </p:sp>
      <p:sp>
        <p:nvSpPr>
          <p:cNvPr id="202" name="pdf-text-74-0">
            <a:extLst xmlns:a="http://schemas.openxmlformats.org/drawingml/2006/main">
              <a:ext uri="{FF2B5EF4-FFF2-40B4-BE49-F238E27FC236}">
                <a16:creationId xmlns:a16="http://schemas.microsoft.com/office/drawing/2014/main" id="{0A505C7C-E961-4C80-89B4-1933382A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28" y="8626444"/>
            <a:ext cx="2608051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7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7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867" b="1" i="0">
                <a:solidFill>
                  <a:srgbClr val="2F5597"/>
                </a:solidFill>
                <a:latin typeface="Arial"/>
                <a:ea typeface="Arial"/>
                <a:cs typeface="Arial"/>
              </a:rPr>
              <a:t>Corrective Instruction: </a:t>
            </a:r>
          </a:p>
        </p:txBody>
      </p:sp>
      <p:sp>
        <p:nvSpPr>
          <p:cNvPr id="203" name="pdf-text-75-0">
            <a:extLst xmlns:a="http://schemas.openxmlformats.org/drawingml/2006/main">
              <a:ext uri="{FF2B5EF4-FFF2-40B4-BE49-F238E27FC236}">
                <a16:creationId xmlns:a16="http://schemas.microsoft.com/office/drawing/2014/main" id="{B1E72E53-6CB4-432A-904A-7823BD2F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148" y="8626444"/>
            <a:ext cx="739014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55" b="0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55" b="0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855" b="0" i="0">
                <a:solidFill>
                  <a:srgbClr val="2F5597"/>
                </a:solidFill>
                <a:latin typeface="Arial"/>
                <a:ea typeface="Arial"/>
                <a:cs typeface="Arial"/>
              </a:rPr>
              <a:t>You're </a:t>
            </a:r>
          </a:p>
        </p:txBody>
      </p:sp>
      <p:sp>
        <p:nvSpPr>
          <p:cNvPr id="204" name="pdf-text-76-0">
            <a:extLst xmlns:a="http://schemas.openxmlformats.org/drawingml/2006/main">
              <a:ext uri="{FF2B5EF4-FFF2-40B4-BE49-F238E27FC236}">
                <a16:creationId xmlns:a16="http://schemas.microsoft.com/office/drawing/2014/main" id="{1E571373-FA8D-414F-A7B7-9154B3E6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28" y="8913378"/>
            <a:ext cx="3478368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6" b="0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6" b="0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866" b="0" i="0">
                <a:solidFill>
                  <a:srgbClr val="2F5597"/>
                </a:solidFill>
                <a:latin typeface="Arial"/>
                <a:ea typeface="Arial"/>
                <a:cs typeface="Arial"/>
              </a:rPr>
              <a:t>moving too fast, and the water is </a:t>
            </a:r>
          </a:p>
        </p:txBody>
      </p:sp>
      <p:sp>
        <p:nvSpPr>
          <p:cNvPr id="205" name="pdf-text-77-0">
            <a:extLst xmlns:a="http://schemas.openxmlformats.org/drawingml/2006/main">
              <a:ext uri="{FF2B5EF4-FFF2-40B4-BE49-F238E27FC236}">
                <a16:creationId xmlns:a16="http://schemas.microsoft.com/office/drawing/2014/main" id="{DBCFB222-31F2-470A-B306-B75A1AA5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28" y="9200383"/>
            <a:ext cx="1119480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6" b="0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6" b="0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866" b="0" i="0">
                <a:solidFill>
                  <a:srgbClr val="2F5597"/>
                </a:solidFill>
                <a:latin typeface="Arial"/>
                <a:ea typeface="Arial"/>
                <a:cs typeface="Arial"/>
              </a:rPr>
              <a:t>spilling out</a:t>
            </a:r>
          </a:p>
        </p:txBody>
      </p:sp>
      <p:sp>
        <p:nvSpPr>
          <p:cNvPr id="206" name="pdf-text-78-0">
            <a:extLst xmlns:a="http://schemas.openxmlformats.org/drawingml/2006/main">
              <a:ext uri="{FF2B5EF4-FFF2-40B4-BE49-F238E27FC236}">
                <a16:creationId xmlns:a16="http://schemas.microsoft.com/office/drawing/2014/main" id="{37022B40-5CB4-4070-B5D9-C832A0AC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515" y="9200383"/>
            <a:ext cx="66066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1" b="0" i="0">
                <a:solidFill>
                  <a:srgbClr val="C10C0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1" b="0" i="0">
                <a:solidFill>
                  <a:srgbClr val="C10C0C"/>
                </a:solidFill>
                <a:latin typeface="Arial"/>
                <a:ea typeface="Arial"/>
                <a:cs typeface="Arial"/>
              </a:defRPr>
            </a:pPr>
            <a:r>
              <a:rPr sz="1871" b="0" i="0">
                <a:solidFill>
                  <a:srgbClr val="C10C0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07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75370A81-E17D-4E7D-84CC-4C82E51A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132" y="5510789"/>
            <a:ext cx="36899" cy="2045842"/>
          </a:xfrm>
          <a:custGeom xmlns:a="http://schemas.openxmlformats.org/drawingml/2006/main">
            <a:pathLst>
              <a:path w="36899" h="2045842">
                <a:moveTo>
                  <a:pt x="36899" y="0"/>
                </a:moveTo>
                <a:lnTo>
                  <a:pt x="36899" y="143496"/>
                </a:lnTo>
                <a:lnTo>
                  <a:pt x="0" y="143496"/>
                </a:lnTo>
                <a:lnTo>
                  <a:pt x="0" y="0"/>
                </a:lnTo>
                <a:lnTo>
                  <a:pt x="36899" y="0"/>
                </a:lnTo>
                <a:moveTo>
                  <a:pt x="36899" y="250093"/>
                </a:moveTo>
                <a:lnTo>
                  <a:pt x="36899" y="393589"/>
                </a:lnTo>
                <a:lnTo>
                  <a:pt x="0" y="393589"/>
                </a:lnTo>
                <a:lnTo>
                  <a:pt x="0" y="250093"/>
                </a:lnTo>
                <a:lnTo>
                  <a:pt x="36899" y="250093"/>
                </a:lnTo>
                <a:moveTo>
                  <a:pt x="36899" y="500185"/>
                </a:moveTo>
                <a:lnTo>
                  <a:pt x="36899" y="643681"/>
                </a:lnTo>
                <a:lnTo>
                  <a:pt x="0" y="643681"/>
                </a:lnTo>
                <a:lnTo>
                  <a:pt x="0" y="500185"/>
                </a:lnTo>
                <a:lnTo>
                  <a:pt x="36899" y="500185"/>
                </a:lnTo>
                <a:moveTo>
                  <a:pt x="36899" y="750279"/>
                </a:moveTo>
                <a:lnTo>
                  <a:pt x="36899" y="893775"/>
                </a:lnTo>
                <a:lnTo>
                  <a:pt x="0" y="893775"/>
                </a:lnTo>
                <a:lnTo>
                  <a:pt x="0" y="750279"/>
                </a:lnTo>
                <a:lnTo>
                  <a:pt x="36899" y="750279"/>
                </a:lnTo>
                <a:moveTo>
                  <a:pt x="36899" y="1000372"/>
                </a:moveTo>
                <a:lnTo>
                  <a:pt x="36899" y="1143868"/>
                </a:lnTo>
                <a:lnTo>
                  <a:pt x="0" y="1143868"/>
                </a:lnTo>
                <a:lnTo>
                  <a:pt x="0" y="1000372"/>
                </a:lnTo>
                <a:lnTo>
                  <a:pt x="36899" y="1000372"/>
                </a:lnTo>
                <a:moveTo>
                  <a:pt x="36899" y="1254564"/>
                </a:moveTo>
                <a:lnTo>
                  <a:pt x="36899" y="1398060"/>
                </a:lnTo>
                <a:lnTo>
                  <a:pt x="0" y="1398060"/>
                </a:lnTo>
                <a:lnTo>
                  <a:pt x="0" y="1254564"/>
                </a:lnTo>
                <a:lnTo>
                  <a:pt x="36899" y="1254564"/>
                </a:lnTo>
                <a:moveTo>
                  <a:pt x="36899" y="1504658"/>
                </a:moveTo>
                <a:lnTo>
                  <a:pt x="36899" y="1648153"/>
                </a:lnTo>
                <a:lnTo>
                  <a:pt x="0" y="1648153"/>
                </a:lnTo>
                <a:lnTo>
                  <a:pt x="0" y="1504658"/>
                </a:lnTo>
                <a:lnTo>
                  <a:pt x="36899" y="1504658"/>
                </a:lnTo>
                <a:moveTo>
                  <a:pt x="36899" y="1754750"/>
                </a:moveTo>
                <a:lnTo>
                  <a:pt x="36899" y="1898246"/>
                </a:lnTo>
                <a:lnTo>
                  <a:pt x="0" y="1898246"/>
                </a:lnTo>
                <a:lnTo>
                  <a:pt x="0" y="1754750"/>
                </a:lnTo>
                <a:lnTo>
                  <a:pt x="36899" y="1754750"/>
                </a:lnTo>
                <a:moveTo>
                  <a:pt x="36899" y="2004843"/>
                </a:moveTo>
                <a:lnTo>
                  <a:pt x="36899" y="2045842"/>
                </a:lnTo>
                <a:lnTo>
                  <a:pt x="0" y="2045842"/>
                </a:lnTo>
                <a:lnTo>
                  <a:pt x="0" y="2004843"/>
                </a:lnTo>
                <a:lnTo>
                  <a:pt x="36899" y="2004843"/>
                </a:lnTo>
              </a:path>
            </a:pathLst>
          </a:cu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df-text-79-0">
            <a:extLst xmlns:a="http://schemas.openxmlformats.org/drawingml/2006/main">
              <a:ext uri="{FF2B5EF4-FFF2-40B4-BE49-F238E27FC236}">
                <a16:creationId xmlns:a16="http://schemas.microsoft.com/office/drawing/2014/main" id="{D782C60C-1E78-4343-94D4-96053C90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073" y="5576124"/>
            <a:ext cx="806311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2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2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209" name="pdf-text-80-0">
            <a:extLst xmlns:a="http://schemas.openxmlformats.org/drawingml/2006/main">
              <a:ext uri="{FF2B5EF4-FFF2-40B4-BE49-F238E27FC236}">
                <a16:creationId xmlns:a16="http://schemas.microsoft.com/office/drawing/2014/main" id="{1FCEB168-6EFB-4C2A-8926-2631FABE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40" y="5604860"/>
            <a:ext cx="1365635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1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1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Other Agent</a:t>
            </a:r>
          </a:p>
        </p:txBody>
      </p:sp>
      <p:pic>
        <p:nvPic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A002BC68-8978-421A-8C50-60B289A43D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1f7b7a1a44df6"/>
          <a:srcRect xmlns:a="http://schemas.openxmlformats.org/drawingml/2006/main" l="0" t="32" r="0" b="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0088" y="5875679"/>
            <a:ext cx="1754750" cy="1742451"/>
          </a:xfrm>
          <a:prstGeom xmlns:a="http://schemas.openxmlformats.org/drawingml/2006/main" prst="rect">
            <a:avLst/>
          </a:prstGeom>
        </p:spPr>
      </p:pic>
      <p:sp>
        <p:nvSpPr>
          <p:cNvPr id="211" name="pdf-source-image-0">
            <a:extLst xmlns:a="http://schemas.openxmlformats.org/drawingml/2006/main">
              <a:ext uri="{FF2B5EF4-FFF2-40B4-BE49-F238E27FC236}">
                <a16:creationId xmlns:a16="http://schemas.microsoft.com/office/drawing/2014/main" id="{7C269986-0CC4-47E9-BDB3-5EEE0145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88" y="5875679"/>
            <a:ext cx="1754750" cy="1742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01771662-985A-4C88-BC97-64703BA28B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37e5f9d6443b8"/>
          <a:srcRect xmlns:a="http://schemas.openxmlformats.org/drawingml/2006/main" l="126" t="0" r="1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6627" y="5883877"/>
            <a:ext cx="1619454" cy="1623554"/>
          </a:xfrm>
          <a:prstGeom xmlns:a="http://schemas.openxmlformats.org/drawingml/2006/main" prst="rect">
            <a:avLst/>
          </a:prstGeom>
        </p:spPr>
      </p:pic>
      <p:sp>
        <p:nvSpPr>
          <p:cNvPr id="213" name="pdf-source-image-1">
            <a:extLst xmlns:a="http://schemas.openxmlformats.org/drawingml/2006/main">
              <a:ext uri="{FF2B5EF4-FFF2-40B4-BE49-F238E27FC236}">
                <a16:creationId xmlns:a16="http://schemas.microsoft.com/office/drawing/2014/main" id="{3B81701E-507D-47CB-8ED8-95315B7B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627" y="5883877"/>
            <a:ext cx="1619454" cy="1623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4" name="pdf-text-81-0">
            <a:extLst xmlns:a="http://schemas.openxmlformats.org/drawingml/2006/main">
              <a:ext uri="{FF2B5EF4-FFF2-40B4-BE49-F238E27FC236}">
                <a16:creationId xmlns:a16="http://schemas.microsoft.com/office/drawing/2014/main" id="{4CFF6409-3134-45DB-A107-89BAF0B4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215" y="8216435"/>
            <a:ext cx="316461" cy="237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69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69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15" name="pdf-path-218">
            <a:extLst xmlns:a="http://schemas.openxmlformats.org/drawingml/2006/main">
              <a:ext uri="{FF2B5EF4-FFF2-40B4-BE49-F238E27FC236}">
                <a16:creationId xmlns:a16="http://schemas.microsoft.com/office/drawing/2014/main" id="{22084618-6FC8-439A-8645-5A0404E4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590" y="8052716"/>
            <a:ext cx="795377" cy="143496"/>
          </a:xfrm>
          <a:custGeom xmlns:a="http://schemas.openxmlformats.org/drawingml/2006/main">
            <a:pathLst>
              <a:path w="795377" h="143496">
                <a:moveTo>
                  <a:pt x="0" y="65598"/>
                </a:moveTo>
                <a:lnTo>
                  <a:pt x="676481" y="65598"/>
                </a:lnTo>
                <a:lnTo>
                  <a:pt x="676481" y="77898"/>
                </a:lnTo>
                <a:lnTo>
                  <a:pt x="0" y="77898"/>
                </a:lnTo>
                <a:lnTo>
                  <a:pt x="0" y="65598"/>
                </a:lnTo>
                <a:moveTo>
                  <a:pt x="651881" y="0"/>
                </a:moveTo>
                <a:lnTo>
                  <a:pt x="795377" y="69698"/>
                </a:lnTo>
                <a:lnTo>
                  <a:pt x="651881" y="143496"/>
                </a:lnTo>
                <a:lnTo>
                  <a:pt x="651881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pdf-text-82-0">
            <a:extLst xmlns:a="http://schemas.openxmlformats.org/drawingml/2006/main">
              <a:ext uri="{FF2B5EF4-FFF2-40B4-BE49-F238E27FC236}">
                <a16:creationId xmlns:a16="http://schemas.microsoft.com/office/drawing/2014/main" id="{F7091858-E56E-4888-8B28-EB14C4CB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0587" y="7634061"/>
            <a:ext cx="639745" cy="192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1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1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Failure </a:t>
            </a:r>
          </a:p>
        </p:txBody>
      </p:sp>
      <p:sp>
        <p:nvSpPr>
          <p:cNvPr id="217" name="pdf-text-83-0">
            <a:extLst xmlns:a="http://schemas.openxmlformats.org/drawingml/2006/main">
              <a:ext uri="{FF2B5EF4-FFF2-40B4-BE49-F238E27FC236}">
                <a16:creationId xmlns:a16="http://schemas.microsoft.com/office/drawing/2014/main" id="{D8D19272-4FBD-4794-A58B-4B6472FF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3688" y="7863655"/>
            <a:ext cx="664916" cy="192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Reason</a:t>
            </a:r>
          </a:p>
        </p:txBody>
      </p:sp>
      <p:sp>
        <p:nvSpPr>
          <p:cNvPr id="218" name="pdf-path-221">
            <a:extLst xmlns:a="http://schemas.openxmlformats.org/drawingml/2006/main">
              <a:ext uri="{FF2B5EF4-FFF2-40B4-BE49-F238E27FC236}">
                <a16:creationId xmlns:a16="http://schemas.microsoft.com/office/drawing/2014/main" id="{0AADF84C-1D3B-4893-A685-2047E624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090" y="8561102"/>
            <a:ext cx="791278" cy="143496"/>
          </a:xfrm>
          <a:custGeom xmlns:a="http://schemas.openxmlformats.org/drawingml/2006/main">
            <a:pathLst>
              <a:path w="791278" h="143496">
                <a:moveTo>
                  <a:pt x="791278" y="65598"/>
                </a:moveTo>
                <a:lnTo>
                  <a:pt x="118897" y="65598"/>
                </a:lnTo>
                <a:lnTo>
                  <a:pt x="118897" y="77898"/>
                </a:lnTo>
                <a:lnTo>
                  <a:pt x="791278" y="77898"/>
                </a:lnTo>
                <a:lnTo>
                  <a:pt x="791278" y="65598"/>
                </a:lnTo>
                <a:moveTo>
                  <a:pt x="143496" y="0"/>
                </a:moveTo>
                <a:lnTo>
                  <a:pt x="0" y="73798"/>
                </a:lnTo>
                <a:lnTo>
                  <a:pt x="143496" y="143496"/>
                </a:lnTo>
                <a:lnTo>
                  <a:pt x="14349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df-path-222">
            <a:extLst xmlns:a="http://schemas.openxmlformats.org/drawingml/2006/main">
              <a:ext uri="{FF2B5EF4-FFF2-40B4-BE49-F238E27FC236}">
                <a16:creationId xmlns:a16="http://schemas.microsoft.com/office/drawing/2014/main" id="{DD083E01-CF88-4E46-A3F2-B7DF3E5B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153" y="5121300"/>
            <a:ext cx="143496" cy="344390"/>
          </a:xfrm>
          <a:custGeom xmlns:a="http://schemas.openxmlformats.org/drawingml/2006/main">
            <a:pathLst>
              <a:path w="143496" h="344390">
                <a:moveTo>
                  <a:pt x="77898" y="0"/>
                </a:moveTo>
                <a:lnTo>
                  <a:pt x="77898" y="225494"/>
                </a:lnTo>
                <a:lnTo>
                  <a:pt x="65598" y="225494"/>
                </a:lnTo>
                <a:lnTo>
                  <a:pt x="65598" y="0"/>
                </a:lnTo>
                <a:lnTo>
                  <a:pt x="77898" y="0"/>
                </a:lnTo>
                <a:moveTo>
                  <a:pt x="143496" y="204994"/>
                </a:moveTo>
                <a:lnTo>
                  <a:pt x="69698" y="344390"/>
                </a:lnTo>
                <a:lnTo>
                  <a:pt x="0" y="204994"/>
                </a:lnTo>
                <a:lnTo>
                  <a:pt x="143496" y="204994"/>
                </a:lnTo>
              </a:path>
            </a:pathLst>
          </a:cu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pdf-text-84-0">
            <a:extLst xmlns:a="http://schemas.openxmlformats.org/drawingml/2006/main">
              <a:ext uri="{FF2B5EF4-FFF2-40B4-BE49-F238E27FC236}">
                <a16:creationId xmlns:a16="http://schemas.microsoft.com/office/drawing/2014/main" id="{BDCDDAAF-CA2D-4FC7-B746-0EC22139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748" y="5210480"/>
            <a:ext cx="1738507" cy="168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17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17" b="1" i="0">
                <a:solidFill>
                  <a:srgbClr val="2F5597"/>
                </a:solidFill>
                <a:latin typeface="Arial"/>
                <a:ea typeface="Arial"/>
                <a:cs typeface="Arial"/>
              </a:defRPr>
            </a:pPr>
            <a:r>
              <a:rPr sz="1317" b="1" i="0">
                <a:solidFill>
                  <a:srgbClr val="2F5597"/>
                </a:solidFill>
                <a:latin typeface="Arial"/>
                <a:ea typeface="Arial"/>
                <a:cs typeface="Arial"/>
              </a:rPr>
              <a:t>Corrective Instruction</a:t>
            </a:r>
          </a:p>
        </p:txBody>
      </p:sp>
      <p:sp>
        <p:nvSpPr>
          <p:cNvPr id="221" name="pdf-path-224">
            <a:extLst xmlns:a="http://schemas.openxmlformats.org/drawingml/2006/main">
              <a:ext uri="{FF2B5EF4-FFF2-40B4-BE49-F238E27FC236}">
                <a16:creationId xmlns:a16="http://schemas.microsoft.com/office/drawing/2014/main" id="{C9136423-0FC6-4118-9A0F-7463862D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3712" y="6314366"/>
            <a:ext cx="1123368" cy="405888"/>
          </a:xfrm>
          <a:custGeom xmlns:a="http://schemas.openxmlformats.org/drawingml/2006/main">
            <a:pathLst>
              <a:path w="1123368" h="405888">
                <a:moveTo>
                  <a:pt x="1123368" y="405888"/>
                </a:moveTo>
                <a:lnTo>
                  <a:pt x="57399" y="405888"/>
                </a:lnTo>
                <a:lnTo>
                  <a:pt x="57399" y="118897"/>
                </a:lnTo>
                <a:lnTo>
                  <a:pt x="81997" y="118897"/>
                </a:lnTo>
                <a:lnTo>
                  <a:pt x="81997" y="393589"/>
                </a:lnTo>
                <a:lnTo>
                  <a:pt x="69698" y="381289"/>
                </a:lnTo>
                <a:lnTo>
                  <a:pt x="1123368" y="381289"/>
                </a:lnTo>
                <a:lnTo>
                  <a:pt x="1123368" y="405888"/>
                </a:lnTo>
                <a:moveTo>
                  <a:pt x="0" y="143496"/>
                </a:moveTo>
                <a:lnTo>
                  <a:pt x="69698" y="0"/>
                </a:lnTo>
                <a:lnTo>
                  <a:pt x="143496" y="143496"/>
                </a:lnTo>
                <a:lnTo>
                  <a:pt x="0" y="14349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4341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2026-10-09T20:31:01.2910000Z</dcterms:created>
  <dcterms:modified xsi:type="dcterms:W3CDTF">2026-10-09T20:31:01.2910000Z</dcterms:modified>
</coreProperties>
</file>