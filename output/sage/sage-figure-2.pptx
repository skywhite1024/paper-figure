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36252885264e55" /><Relationship Type="http://schemas.openxmlformats.org/officeDocument/2006/relationships/extended-properties" Target="/docProps/app.xml" Id="R39c18c92a0004554" /><Relationship Type="http://schemas.openxmlformats.org/officeDocument/2006/relationships/officeDocument" Target="/ppt/presentation.xml" Id="Rcd66d102869140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c7fd21a3004c8e"/>
  </p:sldMasterIdLst>
  <p:notesMasterIdLst>
    <p:notesMasterId xmlns:r="http://schemas.openxmlformats.org/officeDocument/2006/relationships" r:id="Rf4f907fabf994b02"/>
  </p:notesMasterIdLst>
  <p:sldIdLst>
    <p:sldId xmlns:r="http://schemas.openxmlformats.org/officeDocument/2006/relationships" id="256" r:id="Rbf4227108c344f2b"/>
  </p:sldIdLst>
  <p:sldSz cx="13744575" cy="5086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1db7586c724f1d" /><Relationship Type="http://schemas.openxmlformats.org/officeDocument/2006/relationships/slideMaster" Target="/ppt/slideMasters/slideMaster1.xml" Id="R5fc7fd21a3004c8e" /><Relationship Type="http://schemas.openxmlformats.org/officeDocument/2006/relationships/notesMaster" Target="/ppt/notesMasters/notesMaster1.xml" Id="Rf4f907fabf994b02" /><Relationship Type="http://schemas.openxmlformats.org/officeDocument/2006/relationships/presProps" Target="/ppt/presProps.xml" Id="R13ab23eb0c6443bf" /><Relationship Type="http://schemas.openxmlformats.org/officeDocument/2006/relationships/tableStyles" Target="/ppt/tableStyles.xml" Id="R78272a9a257a44e4" /><Relationship Type="http://schemas.openxmlformats.org/officeDocument/2006/relationships/slide" Target="/ppt/slides/slide1.xml" Id="Rbf4227108c344f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d4762cd58540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2d6d2d1c0847c1" /><Relationship Type="http://schemas.openxmlformats.org/officeDocument/2006/relationships/notesMaster" Target="/ppt/notesMasters/notesMaster1.xml" Id="R7e84a6ccf8854f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"SAGE: Scalable Agentic 3D Scene Generation for Embodied AI",</a:t>
            </a:r>
          </a:p>
          <a:p xmlns:a="http://schemas.openxmlformats.org/drawingml/2006/main">
            <a:r>
              <a:t>  "paper_url": "https://arxiv.org/pdf/2602.10116v2",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"unverified",</a:t>
            </a:r>
          </a:p>
          <a:p xmlns:a="http://schemas.openxmlformats.org/drawingml/2006/main">
            <a:r>
              <a:t>  "notes": "Native extracted geometry and ordinary live text; source raster photos/icons are separately preserved. Source clipping and cross-format QA pending. Rotated labels reconstructed as native typeable text, duplicated PDF fill/stroke spans deduplicated. Four clipped room/photo insets restored at reviewed source-visible bounds. Photographic interiors and illustrated avatars remain raster assets.",</a:t>
            </a:r>
          </a:p>
          <a:p xmlns:a="http://schemas.openxmlformats.org/drawingml/2006/main">
            <a:r>
              <a:t>  "page": 3,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"d4a338d1778121a83866eeea8e9f8b035da05ecc50d94fd7db30f111d4484d67",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64,</a:t>
            </a:r>
          </a:p>
          <a:p xmlns:a="http://schemas.openxmlformats.org/drawingml/2006/main">
            <a:r>
              <a:t>    70,</a:t>
            </a:r>
          </a:p>
          <a:p xmlns:a="http://schemas.openxmlformats.org/drawingml/2006/main">
            <a:r>
              <a:t>    545,</a:t>
            </a:r>
          </a:p>
          <a:p xmlns:a="http://schemas.openxmlformats.org/drawingml/2006/main">
            <a:r>
              <a:t>    248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"29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0",</a:t>
            </a:r>
          </a:p>
          <a:p xmlns:a="http://schemas.openxmlformats.org/drawingml/2006/main">
            <a:r>
              <a:t>    "path partially intersects raster inset: 8",</a:t>
            </a:r>
          </a:p>
          <a:p xmlns:a="http://schemas.openxmlformats.org/drawingml/2006/main">
            <a:r>
              <a:t>    "path partially intersects raster inset: 13",</a:t>
            </a:r>
          </a:p>
          <a:p xmlns:a="http://schemas.openxmlformats.org/drawingml/2006/main">
            <a:r>
              <a:t>    "path partially intersects raster inset: 108",</a:t>
            </a:r>
          </a:p>
          <a:p xmlns:a="http://schemas.openxmlformats.org/drawingml/2006/main">
            <a:r>
              <a:t>    "path partially intersects raster inset: 112",</a:t>
            </a:r>
          </a:p>
          <a:p xmlns:a="http://schemas.openxmlformats.org/drawingml/2006/main">
            <a:r>
              <a:t>    "path partially intersects raster inset: 137",</a:t>
            </a:r>
          </a:p>
          <a:p xmlns:a="http://schemas.openxmlformats.org/drawingml/2006/main">
            <a:r>
              <a:t>    "path partially intersects raster inset: 138",</a:t>
            </a:r>
          </a:p>
          <a:p xmlns:a="http://schemas.openxmlformats.org/drawingml/2006/main">
            <a:r>
              <a:t>    "path partially intersects raster inset: 145",</a:t>
            </a:r>
          </a:p>
          <a:p xmlns:a="http://schemas.openxmlformats.org/drawingml/2006/main">
            <a:r>
              <a:t>    "path partially intersects raster inset: 146",</a:t>
            </a:r>
          </a:p>
          <a:p xmlns:a="http://schemas.openxmlformats.org/drawingml/2006/main">
            <a:r>
              <a:t>    "path partially intersects raster inset: 173",</a:t>
            </a:r>
          </a:p>
          <a:p xmlns:a="http://schemas.openxmlformats.org/drawingml/2006/main">
            <a:r>
              <a:t>    "rotated text needs manual reconstruction: V",</a:t>
            </a:r>
          </a:p>
          <a:p xmlns:a="http://schemas.openxmlformats.org/drawingml/2006/main">
            <a:r>
              <a:t>    "rotated text needs manual reconstruction: isu",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l",</a:t>
            </a:r>
          </a:p>
          <a:p xmlns:a="http://schemas.openxmlformats.org/drawingml/2006/main">
            <a:r>
              <a:t>    "rotated text needs manual reconstruction: V",</a:t>
            </a:r>
          </a:p>
          <a:p xmlns:a="http://schemas.openxmlformats.org/drawingml/2006/main">
            <a:r>
              <a:t>    "rotated text needs manual reconstruction: isu",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l",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P",</a:t>
            </a:r>
          </a:p>
          <a:p xmlns:a="http://schemas.openxmlformats.org/drawingml/2006/main">
            <a:r>
              <a:t>    "rotated text needs manual reconstruction: la",</a:t>
            </a:r>
          </a:p>
          <a:p xmlns:a="http://schemas.openxmlformats.org/drawingml/2006/main">
            <a:r>
              <a:t>    "rotated text needs manual reconstruction: c",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P",</a:t>
            </a:r>
          </a:p>
          <a:p xmlns:a="http://schemas.openxmlformats.org/drawingml/2006/main">
            <a:r>
              <a:t>    "rotated text needs manual reconstruction: la",</a:t>
            </a:r>
          </a:p>
          <a:p xmlns:a="http://schemas.openxmlformats.org/drawingml/2006/main">
            <a:r>
              <a:t>    "rotated text needs manual reconstruction: c",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V",</a:t>
            </a:r>
          </a:p>
          <a:p xmlns:a="http://schemas.openxmlformats.org/drawingml/2006/main">
            <a:r>
              <a:t>    "rotated text needs manual reconstruction: is",</a:t>
            </a:r>
          </a:p>
          <a:p xmlns:a="http://schemas.openxmlformats.org/drawingml/2006/main">
            <a:r>
              <a:t>    "rotated text needs manual reconstruction: u",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l",</a:t>
            </a:r>
          </a:p>
          <a:p xmlns:a="http://schemas.openxmlformats.org/drawingml/2006/main">
            <a:r>
              <a:t>    "rotated text needs manual reconstruction: V",</a:t>
            </a:r>
          </a:p>
          <a:p xmlns:a="http://schemas.openxmlformats.org/drawingml/2006/main">
            <a:r>
              <a:t>    "rotated text needs manual reconstruction: is",</a:t>
            </a:r>
          </a:p>
          <a:p xmlns:a="http://schemas.openxmlformats.org/drawingml/2006/main">
            <a:r>
              <a:t>    "rotated text needs manual reconstruction: u",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l",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M",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v",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M",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v",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c",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c",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n",</a:t>
            </a:r>
          </a:p>
          <a:p xmlns:a="http://schemas.openxmlformats.org/drawingml/2006/main">
            <a:r>
              <a:t>    "rotated text needs manual reconstruction: i",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V",</a:t>
            </a:r>
          </a:p>
          <a:p xmlns:a="http://schemas.openxmlformats.org/drawingml/2006/main">
            <a:r>
              <a:t>    "rotated text needs manual reconstruction: is",</a:t>
            </a:r>
          </a:p>
          <a:p xmlns:a="http://schemas.openxmlformats.org/drawingml/2006/main">
            <a:r>
              <a:t>    "rotated text needs manual reconstruction: u",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l",</a:t>
            </a:r>
          </a:p>
          <a:p xmlns:a="http://schemas.openxmlformats.org/drawingml/2006/main">
            <a:r>
              <a:t>    "rotated text needs manual reconstruction: V",</a:t>
            </a:r>
          </a:p>
          <a:p xmlns:a="http://schemas.openxmlformats.org/drawingml/2006/main">
            <a:r>
              <a:t>    "rotated text needs manual reconstruction: is",</a:t>
            </a:r>
          </a:p>
          <a:p xmlns:a="http://schemas.openxmlformats.org/drawingml/2006/main">
            <a:r>
              <a:t>    "rotated text needs manual reconstruction: u",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l",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A",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s",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t",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m",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v",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m",</a:t>
            </a:r>
          </a:p>
          <a:p xmlns:a="http://schemas.openxmlformats.org/drawingml/2006/main">
            <a:r>
              <a:t>    "rotated text needs manual reconstruction: o",</a:t>
            </a:r>
          </a:p>
          <a:p xmlns:a="http://schemas.openxmlformats.org/drawingml/2006/main">
            <a:r>
              <a:t>    "rotated text needs manual reconstruction: v",</a:t>
            </a:r>
          </a:p>
          <a:p xmlns:a="http://schemas.openxmlformats.org/drawingml/2006/main">
            <a:r>
              <a:t>    "rotated text needs manual reconstruction: e",</a:t>
            </a:r>
          </a:p>
          <a:p xmlns:a="http://schemas.openxmlformats.org/drawingml/2006/main">
            <a:r>
              <a:t>    "rotated text needs manual reconstruction: r",</a:t>
            </a:r>
          </a:p>
          <a:p xmlns:a="http://schemas.openxmlformats.org/drawingml/2006/main">
            <a:r>
              <a:t>    "unhandled image/shading at seq 2: [454.826904296875, 139.8607177734375, 566.0752563476562, 202.35289001464844]; requires reviewed raster region",</a:t>
            </a:r>
          </a:p>
          <a:p xmlns:a="http://schemas.openxmlformats.org/drawingml/2006/main">
            <a:r>
              <a:t>    "unhandled image/shading at seq 3: [254.4501953125, 184.58998107910156, 365.68035888671875, 247.0821990966797]; requires reviewed raster region",</a:t>
            </a:r>
          </a:p>
          <a:p xmlns:a="http://schemas.openxmlformats.org/drawingml/2006/main">
            <a:r>
              <a:t>    "unhandled image/shading at seq 6: [350.0499572753906, 205.08326721191406, 378.58099365234375, 240.33291625976562]; requires reviewed raster region",</a:t>
            </a:r>
          </a:p>
          <a:p xmlns:a="http://schemas.openxmlformats.org/drawingml/2006/main">
            <a:r>
              <a:t>    "unhandled image/shading at seq 7: [282.3961486816406, 178.78121948242188, 435.5364990234375, 264.87457275390625]; requires reviewed raster region",</a:t>
            </a:r>
          </a:p>
          <a:p xmlns:a="http://schemas.openxmlformats.org/drawingml/2006/main">
            <a:r>
              <a:t>    "unhandled image/shading at seq 9: [45.757694244384766, 145.38282775878906, 157.0401153564453, 207.967041015625];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43e400b54142f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30655adc044c5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1d7f80f21f48c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f207e3f7794fc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a29e0505794b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7e76f33b7445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9215FC-A758-42A0-B377-C0B4C5736B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4458" y="1921510"/>
            <a:ext cx="10995660" cy="734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6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B927ABA-F5A1-41B2-B406-F18DB5F8D3A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61686" y="2797493"/>
            <a:ext cx="9621203" cy="56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5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CB63687-EA3F-4DAD-A135-3AB849C0C6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74458" y="2119313"/>
            <a:ext cx="1099566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1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261CCD-837D-4385-A1E1-E2C0922884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3132" y="395605"/>
            <a:ext cx="1219831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750777D-AB4B-4D21-923A-5EDC965DD2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3132" y="1412875"/>
            <a:ext cx="12198310" cy="3164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954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1pPr>
            <a:lvl2pPr marL="39560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2pPr>
            <a:lvl3pPr marL="62166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3pPr>
            <a:lvl4pPr marL="84772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4pPr>
            <a:lvl5pPr marL="107378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5pPr>
            <a:lvl6pPr marL="129984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6pPr>
            <a:lvl7pPr marL="152590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7pPr>
            <a:lvl8pPr marL="175196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8pPr>
            <a:lvl9pPr marL="197802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431A58C-E14D-43D8-8B7D-D630B5BF80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3132" y="395605"/>
            <a:ext cx="1219831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7DD2BF-6CC0-4472-9BEE-A49B77DE7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3132" y="1412875"/>
            <a:ext cx="5669637" cy="3164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5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954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1pPr>
            <a:lvl2pPr marL="39560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2pPr>
            <a:lvl3pPr marL="62166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3pPr>
            <a:lvl4pPr marL="84772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4pPr>
            <a:lvl5pPr marL="107378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5pPr>
            <a:lvl6pPr marL="129984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6pPr>
            <a:lvl7pPr marL="152590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7pPr>
            <a:lvl8pPr marL="175196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8pPr>
            <a:lvl9pPr marL="197802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8CD0A3B-D1DE-43EC-AA5A-8A8F0ADEE1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301805" y="1412875"/>
            <a:ext cx="5669637" cy="3164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5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954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1pPr>
            <a:lvl2pPr marL="39560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2pPr>
            <a:lvl3pPr marL="62166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3pPr>
            <a:lvl4pPr marL="84772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4pPr>
            <a:lvl5pPr marL="107378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5pPr>
            <a:lvl6pPr marL="129984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6pPr>
            <a:lvl7pPr marL="152590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7pPr>
            <a:lvl8pPr marL="175196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8pPr>
            <a:lvl9pPr marL="197802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8EB343-7439-4BDD-A968-A4AFE4A37B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73132" y="395605"/>
            <a:ext cx="12198310" cy="621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4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9F9271-4E41-40E7-B501-3775966CA4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73132" y="1412875"/>
            <a:ext cx="5669637" cy="3164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954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1pPr>
            <a:lvl2pPr marL="39560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2pPr>
            <a:lvl3pPr marL="62166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3pPr>
            <a:lvl4pPr marL="84772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4pPr>
            <a:lvl5pPr marL="107378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5pPr>
            <a:lvl6pPr marL="129984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6pPr>
            <a:lvl7pPr marL="152590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7pPr>
            <a:lvl8pPr marL="175196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8pPr>
            <a:lvl9pPr marL="1978025" indent="-169545">
              <a:lnSpc>
                <a:spcPct val="110000"/>
              </a:lnSpc>
              <a:spcBef>
                <a:spcPts val="0"/>
              </a:spcBef>
              <a:spcAft>
                <a:spcPts val="89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df5026b22848e9" /><Relationship Type="http://schemas.openxmlformats.org/officeDocument/2006/relationships/slideLayout" Target="/ppt/slideLayouts/slideLayout1.xml" Id="R3b004a3044be4ad9" /><Relationship Type="http://schemas.openxmlformats.org/officeDocument/2006/relationships/slideLayout" Target="/ppt/slideLayouts/slideLayout2.xml" Id="R7e87cd87d3c2462b" /><Relationship Type="http://schemas.openxmlformats.org/officeDocument/2006/relationships/slideLayout" Target="/ppt/slideLayouts/slideLayout3.xml" Id="R9b542ea6800c40cd" /><Relationship Type="http://schemas.openxmlformats.org/officeDocument/2006/relationships/slideLayout" Target="/ppt/slideLayouts/slideLayout4.xml" Id="R610f46526cf14965" /><Relationship Type="http://schemas.openxmlformats.org/officeDocument/2006/relationships/slideLayout" Target="/ppt/slideLayouts/slideLayout5.xml" Id="R38b9ea05127848d3" /><Relationship Type="http://schemas.openxmlformats.org/officeDocument/2006/relationships/slideLayout" Target="/ppt/slideLayouts/slideLayout6.xml" Id="Rbea0882cac1741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004a3044be4ad9"/>
    <p:sldLayoutId xmlns:r="http://schemas.openxmlformats.org/officeDocument/2006/relationships" id="2147483650" r:id="R7e87cd87d3c2462b"/>
    <p:sldLayoutId xmlns:r="http://schemas.openxmlformats.org/officeDocument/2006/relationships" id="2147483651" r:id="R9b542ea6800c40cd"/>
    <p:sldLayoutId xmlns:r="http://schemas.openxmlformats.org/officeDocument/2006/relationships" id="2147483652" r:id="R610f46526cf14965"/>
    <p:sldLayoutId xmlns:r="http://schemas.openxmlformats.org/officeDocument/2006/relationships" id="2147483653" r:id="R38b9ea05127848d3"/>
    <p:sldLayoutId xmlns:r="http://schemas.openxmlformats.org/officeDocument/2006/relationships" id="2147483654" r:id="Rbea0882cac1741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471c651d7541ec" /><Relationship Type="http://schemas.openxmlformats.org/officeDocument/2006/relationships/image" Target="/ppt/media/image.png" Id="R5ff9dd8d3c9d4724" /><Relationship Type="http://schemas.openxmlformats.org/officeDocument/2006/relationships/image" Target="/ppt/media/image2.png" Id="Rc0379b40714349ee" /><Relationship Type="http://schemas.openxmlformats.org/officeDocument/2006/relationships/image" Target="/ppt/media/image3.png" Id="R26d807753c1b43f2" /><Relationship Type="http://schemas.openxmlformats.org/officeDocument/2006/relationships/image" Target="/ppt/media/image4.png" Id="R36a02f34e0464832" /><Relationship Type="http://schemas.openxmlformats.org/officeDocument/2006/relationships/image" Target="/ppt/media/image5.png" Id="R40836d129cf74c76" /><Relationship Type="http://schemas.openxmlformats.org/officeDocument/2006/relationships/image" Target="/ppt/media/image6.png" Id="R327f9ff1cab74223" /><Relationship Type="http://schemas.openxmlformats.org/officeDocument/2006/relationships/image" Target="/ppt/media/image7.png" Id="R1e39515568444dc7" /><Relationship Type="http://schemas.openxmlformats.org/officeDocument/2006/relationships/image" Target="/ppt/media/image8.png" Id="R0f1a2ae6e4c045cd" /><Relationship Type="http://schemas.openxmlformats.org/officeDocument/2006/relationships/image" Target="/ppt/media/image9.png" Id="R3944d9a0f9544ceb" /><Relationship Type="http://schemas.openxmlformats.org/officeDocument/2006/relationships/image" Target="/ppt/media/image10.png" Id="R07f9420458944c11" /><Relationship Type="http://schemas.openxmlformats.org/officeDocument/2006/relationships/image" Target="/ppt/media/image11.png" Id="Rcc513b697c53485b" /><Relationship Type="http://schemas.openxmlformats.org/officeDocument/2006/relationships/image" Target="/ppt/media/image12.png" Id="R776c6886e96a4e94" /><Relationship Type="http://schemas.openxmlformats.org/officeDocument/2006/relationships/image" Target="/ppt/media/image13.png" Id="Rc64f21bf94b545c0" /><Relationship Type="http://schemas.openxmlformats.org/officeDocument/2006/relationships/image" Target="/ppt/media/image14.png" Id="R34dfb0daaded4fcb" /><Relationship Type="http://schemas.openxmlformats.org/officeDocument/2006/relationships/image" Target="/ppt/media/image15.png" Id="Rbe00fd995a5244ee" /><Relationship Type="http://schemas.openxmlformats.org/officeDocument/2006/relationships/image" Target="/ppt/media/image16.png" Id="R325b5d9da37d40e7" /><Relationship Type="http://schemas.openxmlformats.org/officeDocument/2006/relationships/image" Target="/ppt/media/image17.png" Id="R3e2b439dbc2348dd" /><Relationship Type="http://schemas.openxmlformats.org/officeDocument/2006/relationships/image" Target="/ppt/media/image18.png" Id="R4e952402f7ce47aa" /><Relationship Type="http://schemas.openxmlformats.org/officeDocument/2006/relationships/image" Target="/ppt/media/image19.png" Id="Rec6b99ea6d8746a0" /><Relationship Type="http://schemas.openxmlformats.org/officeDocument/2006/relationships/notesSlide" Target="/ppt/notesSlides/notesSlide1.xml" Id="R40afc862e6ce4f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81663B47-377B-4E4F-814D-81493E15E2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9dd8d3c9d472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5348" y="1687692"/>
            <a:ext cx="507574" cy="507574"/>
          </a:xfrm>
          <a:prstGeom xmlns:a="http://schemas.openxmlformats.org/drawingml/2006/main" prst="rect">
            <a:avLst/>
          </a:prstGeom>
        </p:spPr>
      </p:pic>
      <p:sp>
        <p:nvSpPr>
          <p:cNvPr id="2" name="pdf-source-image-0">
            <a:extLst xmlns:a="http://schemas.openxmlformats.org/drawingml/2006/main">
              <a:ext uri="{FF2B5EF4-FFF2-40B4-BE49-F238E27FC236}">
                <a16:creationId xmlns:a16="http://schemas.microsoft.com/office/drawing/2014/main" id="{7E920327-BE26-4A88-B5C1-21D3D83C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45348" y="1687692"/>
            <a:ext cx="507574" cy="507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E641D-ED4B-4FDA-9740-9678465A41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379b40714349ee"/>
          <a:srcRect xmlns:a="http://schemas.openxmlformats.org/drawingml/2006/main" l="0" t="32" r="0" b="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20219" y="626082"/>
            <a:ext cx="2385989" cy="1341259"/>
          </a:xfrm>
          <a:prstGeom xmlns:a="http://schemas.openxmlformats.org/drawingml/2006/main" prst="rect">
            <a:avLst/>
          </a:prstGeom>
        </p:spPr>
      </p:pic>
      <p:sp>
        <p:nvSpPr>
          <p:cNvPr id="4" name="pdf-source-image-3">
            <a:extLst xmlns:a="http://schemas.openxmlformats.org/drawingml/2006/main">
              <a:ext uri="{FF2B5EF4-FFF2-40B4-BE49-F238E27FC236}">
                <a16:creationId xmlns:a16="http://schemas.microsoft.com/office/drawing/2014/main" id="{E33673A4-5025-47B8-9553-CA56678B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20219" y="626082"/>
            <a:ext cx="2385989" cy="13412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47CFB-5FCE-4424-A995-E0ED94D9DB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807753c1b43f2"/>
          <a:srcRect xmlns:a="http://schemas.openxmlformats.org/drawingml/2006/main" l="0" t="24" r="0" b="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34116" y="326271"/>
            <a:ext cx="3176156" cy="1785715"/>
          </a:xfrm>
          <a:prstGeom xmlns:a="http://schemas.openxmlformats.org/drawingml/2006/main" prst="rect">
            <a:avLst/>
          </a:prstGeom>
        </p:spPr>
      </p:pic>
      <p:sp>
        <p:nvSpPr>
          <p:cNvPr id="6" name="pdf-source-image-4">
            <a:extLst xmlns:a="http://schemas.openxmlformats.org/drawingml/2006/main">
              <a:ext uri="{FF2B5EF4-FFF2-40B4-BE49-F238E27FC236}">
                <a16:creationId xmlns:a16="http://schemas.microsoft.com/office/drawing/2014/main" id="{EAA7E32E-9B17-47D2-BA01-EB3C9D99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4116" y="326271"/>
            <a:ext cx="3176156" cy="1785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pdf-path-8">
            <a:extLst xmlns:a="http://schemas.openxmlformats.org/drawingml/2006/main">
              <a:ext uri="{FF2B5EF4-FFF2-40B4-BE49-F238E27FC236}">
                <a16:creationId xmlns:a16="http://schemas.microsoft.com/office/drawing/2014/main" id="{E27A5147-7934-4FEE-8E50-43CA9604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3794" y="3889043"/>
            <a:ext cx="703722" cy="898336"/>
          </a:xfrm>
          <a:custGeom xmlns:a="http://schemas.openxmlformats.org/drawingml/2006/main">
            <a:pathLst>
              <a:path w="703722" h="898336">
                <a:moveTo>
                  <a:pt x="0" y="0"/>
                </a:moveTo>
                <a:lnTo>
                  <a:pt x="703722" y="0"/>
                </a:lnTo>
                <a:lnTo>
                  <a:pt x="703722" y="898336"/>
                </a:lnTo>
                <a:lnTo>
                  <a:pt x="0" y="8983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054">
            <a:solidFill>
              <a:srgbClr val="0E2841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ED5011-7BF5-40B6-9020-FAE90682F7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02f34e0464832"/>
          <a:srcRect xmlns:a="http://schemas.openxmlformats.org/drawingml/2006/main" l="0" t="110" r="0" b="1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08157" y="1730648"/>
            <a:ext cx="1199243" cy="1196612"/>
          </a:xfrm>
          <a:prstGeom xmlns:a="http://schemas.openxmlformats.org/drawingml/2006/main" prst="rect">
            <a:avLst/>
          </a:prstGeom>
        </p:spPr>
      </p:pic>
      <p:sp>
        <p:nvSpPr>
          <p:cNvPr id="9" name="pdf-source-image-8">
            <a:extLst xmlns:a="http://schemas.openxmlformats.org/drawingml/2006/main">
              <a:ext uri="{FF2B5EF4-FFF2-40B4-BE49-F238E27FC236}">
                <a16:creationId xmlns:a16="http://schemas.microsoft.com/office/drawing/2014/main" id="{8CF44DD1-7F51-4A4D-8323-CBF5B58E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08157" y="1730648"/>
            <a:ext cx="1199243" cy="1196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28665E3B-7C5B-4315-B248-B9380ED6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6849" y="1720722"/>
            <a:ext cx="528033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11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0900BD67-701C-4391-B687-D72EA695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6817" y="2538627"/>
            <a:ext cx="338852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End</a:t>
            </a:r>
          </a:p>
        </p:txBody>
      </p:sp>
      <p:sp>
        <p:nvSpPr>
          <p:cNvPr id="12" name="pdf-path-13-part-0">
            <a:extLst xmlns:a="http://schemas.openxmlformats.org/drawingml/2006/main">
              <a:ext uri="{FF2B5EF4-FFF2-40B4-BE49-F238E27FC236}">
                <a16:creationId xmlns:a16="http://schemas.microsoft.com/office/drawing/2014/main" id="{A5FDDE47-029E-40FC-9D84-B29B4FC8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3725" y="2324478"/>
            <a:ext cx="702130" cy="287220"/>
          </a:xfrm>
          <a:custGeom xmlns:a="http://schemas.openxmlformats.org/drawingml/2006/main">
            <a:pathLst>
              <a:path w="702130" h="287220">
                <a:moveTo>
                  <a:pt x="690477" y="67709"/>
                </a:moveTo>
                <a:lnTo>
                  <a:pt x="669252" y="57610"/>
                </a:lnTo>
                <a:lnTo>
                  <a:pt x="649636" y="47630"/>
                </a:lnTo>
                <a:lnTo>
                  <a:pt x="650045" y="47831"/>
                </a:lnTo>
                <a:lnTo>
                  <a:pt x="630874" y="38876"/>
                </a:lnTo>
                <a:lnTo>
                  <a:pt x="632065" y="39364"/>
                </a:lnTo>
                <a:lnTo>
                  <a:pt x="611854" y="32170"/>
                </a:lnTo>
                <a:lnTo>
                  <a:pt x="613166" y="32563"/>
                </a:lnTo>
                <a:lnTo>
                  <a:pt x="602257" y="29882"/>
                </a:lnTo>
                <a:lnTo>
                  <a:pt x="603275" y="30092"/>
                </a:lnTo>
                <a:lnTo>
                  <a:pt x="591611" y="28157"/>
                </a:lnTo>
                <a:lnTo>
                  <a:pt x="592666" y="28290"/>
                </a:lnTo>
                <a:lnTo>
                  <a:pt x="580080" y="27207"/>
                </a:lnTo>
                <a:lnTo>
                  <a:pt x="581113" y="27256"/>
                </a:lnTo>
                <a:lnTo>
                  <a:pt x="567441" y="27123"/>
                </a:lnTo>
                <a:lnTo>
                  <a:pt x="568409" y="27099"/>
                </a:lnTo>
                <a:lnTo>
                  <a:pt x="553485" y="28021"/>
                </a:lnTo>
                <a:lnTo>
                  <a:pt x="554360" y="27938"/>
                </a:lnTo>
                <a:lnTo>
                  <a:pt x="538018" y="30017"/>
                </a:lnTo>
                <a:lnTo>
                  <a:pt x="538790" y="29897"/>
                </a:lnTo>
                <a:lnTo>
                  <a:pt x="520867" y="33234"/>
                </a:lnTo>
                <a:lnTo>
                  <a:pt x="521535" y="33092"/>
                </a:lnTo>
                <a:lnTo>
                  <a:pt x="501863" y="37791"/>
                </a:lnTo>
                <a:lnTo>
                  <a:pt x="502273" y="37686"/>
                </a:lnTo>
                <a:lnTo>
                  <a:pt x="485400" y="42277"/>
                </a:lnTo>
                <a:lnTo>
                  <a:pt x="485912" y="42128"/>
                </a:lnTo>
                <a:lnTo>
                  <a:pt x="467712" y="47856"/>
                </a:lnTo>
                <a:lnTo>
                  <a:pt x="468105" y="47726"/>
                </a:lnTo>
                <a:lnTo>
                  <a:pt x="448773" y="54468"/>
                </a:lnTo>
                <a:lnTo>
                  <a:pt x="449086" y="54354"/>
                </a:lnTo>
                <a:lnTo>
                  <a:pt x="428816" y="61984"/>
                </a:lnTo>
                <a:lnTo>
                  <a:pt x="429069" y="61886"/>
                </a:lnTo>
                <a:lnTo>
                  <a:pt x="408056" y="70279"/>
                </a:lnTo>
                <a:lnTo>
                  <a:pt x="408264" y="70194"/>
                </a:lnTo>
                <a:lnTo>
                  <a:pt x="386703" y="79225"/>
                </a:lnTo>
                <a:lnTo>
                  <a:pt x="386955" y="79116"/>
                </a:lnTo>
                <a:lnTo>
                  <a:pt x="342963" y="98596"/>
                </a:lnTo>
                <a:lnTo>
                  <a:pt x="343223" y="98477"/>
                </a:lnTo>
                <a:lnTo>
                  <a:pt x="299372" y="119013"/>
                </a:lnTo>
                <a:lnTo>
                  <a:pt x="299573" y="118917"/>
                </a:lnTo>
                <a:lnTo>
                  <a:pt x="257418" y="139511"/>
                </a:lnTo>
                <a:lnTo>
                  <a:pt x="257545" y="139448"/>
                </a:lnTo>
                <a:lnTo>
                  <a:pt x="237591" y="149454"/>
                </a:lnTo>
                <a:lnTo>
                  <a:pt x="237664" y="149416"/>
                </a:lnTo>
                <a:lnTo>
                  <a:pt x="218718" y="159063"/>
                </a:lnTo>
                <a:lnTo>
                  <a:pt x="218787" y="159028"/>
                </a:lnTo>
                <a:lnTo>
                  <a:pt x="201044" y="168190"/>
                </a:lnTo>
                <a:lnTo>
                  <a:pt x="201108" y="168156"/>
                </a:lnTo>
                <a:lnTo>
                  <a:pt x="184762" y="176708"/>
                </a:lnTo>
                <a:lnTo>
                  <a:pt x="185145" y="176500"/>
                </a:lnTo>
                <a:lnTo>
                  <a:pt x="154844" y="193615"/>
                </a:lnTo>
                <a:lnTo>
                  <a:pt x="155441" y="193257"/>
                </a:lnTo>
                <a:lnTo>
                  <a:pt x="127011" y="211299"/>
                </a:lnTo>
                <a:lnTo>
                  <a:pt x="127464" y="210998"/>
                </a:lnTo>
                <a:lnTo>
                  <a:pt x="101112" y="229245"/>
                </a:lnTo>
                <a:lnTo>
                  <a:pt x="101436" y="229013"/>
                </a:lnTo>
                <a:lnTo>
                  <a:pt x="77368" y="246745"/>
                </a:lnTo>
                <a:lnTo>
                  <a:pt x="77561" y="246601"/>
                </a:lnTo>
                <a:lnTo>
                  <a:pt x="55986" y="263097"/>
                </a:lnTo>
                <a:lnTo>
                  <a:pt x="56024" y="263067"/>
                </a:lnTo>
                <a:lnTo>
                  <a:pt x="37096" y="277646"/>
                </a:lnTo>
                <a:lnTo>
                  <a:pt x="30321" y="282759"/>
                </a:lnTo>
                <a:lnTo>
                  <a:pt x="13982" y="261111"/>
                </a:lnTo>
                <a:lnTo>
                  <a:pt x="20705" y="256038"/>
                </a:lnTo>
                <a:lnTo>
                  <a:pt x="20599" y="256119"/>
                </a:lnTo>
                <a:lnTo>
                  <a:pt x="39494" y="241566"/>
                </a:lnTo>
                <a:lnTo>
                  <a:pt x="61184" y="224983"/>
                </a:lnTo>
                <a:lnTo>
                  <a:pt x="85510" y="207061"/>
                </a:lnTo>
                <a:lnTo>
                  <a:pt x="112250" y="188545"/>
                </a:lnTo>
                <a:lnTo>
                  <a:pt x="141203" y="170172"/>
                </a:lnTo>
                <a:lnTo>
                  <a:pt x="171997" y="152778"/>
                </a:lnTo>
                <a:lnTo>
                  <a:pt x="188568" y="144108"/>
                </a:lnTo>
                <a:lnTo>
                  <a:pt x="206379" y="134912"/>
                </a:lnTo>
                <a:lnTo>
                  <a:pt x="225396" y="125229"/>
                </a:lnTo>
                <a:lnTo>
                  <a:pt x="245451" y="115172"/>
                </a:lnTo>
                <a:lnTo>
                  <a:pt x="287768" y="94499"/>
                </a:lnTo>
                <a:lnTo>
                  <a:pt x="331850" y="73856"/>
                </a:lnTo>
                <a:lnTo>
                  <a:pt x="376099" y="54263"/>
                </a:lnTo>
                <a:lnTo>
                  <a:pt x="397891" y="45134"/>
                </a:lnTo>
                <a:lnTo>
                  <a:pt x="419135" y="36649"/>
                </a:lnTo>
                <a:lnTo>
                  <a:pt x="439687" y="28913"/>
                </a:lnTo>
                <a:lnTo>
                  <a:pt x="459371" y="22049"/>
                </a:lnTo>
                <a:lnTo>
                  <a:pt x="478023" y="16179"/>
                </a:lnTo>
                <a:lnTo>
                  <a:pt x="495357" y="11462"/>
                </a:lnTo>
                <a:lnTo>
                  <a:pt x="515566" y="6634"/>
                </a:lnTo>
                <a:lnTo>
                  <a:pt x="534209" y="3161"/>
                </a:lnTo>
                <a:lnTo>
                  <a:pt x="551373" y="978"/>
                </a:lnTo>
                <a:lnTo>
                  <a:pt x="567219" y="0"/>
                </a:lnTo>
                <a:lnTo>
                  <a:pt x="581892" y="141"/>
                </a:lnTo>
                <a:lnTo>
                  <a:pt x="595523" y="1315"/>
                </a:lnTo>
                <a:lnTo>
                  <a:pt x="608225" y="3421"/>
                </a:lnTo>
                <a:lnTo>
                  <a:pt x="620304" y="6389"/>
                </a:lnTo>
                <a:lnTo>
                  <a:pt x="641768" y="14029"/>
                </a:lnTo>
                <a:lnTo>
                  <a:pt x="661730" y="23354"/>
                </a:lnTo>
                <a:lnTo>
                  <a:pt x="681389" y="33355"/>
                </a:lnTo>
                <a:lnTo>
                  <a:pt x="681067" y="33197"/>
                </a:lnTo>
                <a:lnTo>
                  <a:pt x="702130" y="43217"/>
                </a:lnTo>
                <a:lnTo>
                  <a:pt x="690477" y="67709"/>
                </a:lnTo>
              </a:path>
            </a:pathLst>
          </a:custGeom>
          <a:solidFill xmlns:a="http://schemas.openxmlformats.org/drawingml/2006/main">
            <a:srgbClr val="04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df-path-13-part-1">
            <a:extLst xmlns:a="http://schemas.openxmlformats.org/drawingml/2006/main">
              <a:ext uri="{FF2B5EF4-FFF2-40B4-BE49-F238E27FC236}">
                <a16:creationId xmlns:a16="http://schemas.microsoft.com/office/drawing/2014/main" id="{246647BE-C240-4BFE-A558-D1506E7D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3725" y="2324478"/>
            <a:ext cx="702130" cy="287220"/>
          </a:xfrm>
          <a:custGeom xmlns:a="http://schemas.openxmlformats.org/drawingml/2006/main">
            <a:pathLst>
              <a:path w="702130" h="287220">
                <a:moveTo>
                  <a:pt x="117104" y="278315"/>
                </a:moveTo>
                <a:lnTo>
                  <a:pt x="0" y="287220"/>
                </a:lnTo>
                <a:lnTo>
                  <a:pt x="49891" y="180903"/>
                </a:lnTo>
                <a:cubicBezTo>
                  <a:pt x="53071" y="174123"/>
                  <a:pt x="61147" y="171206"/>
                  <a:pt x="67927" y="174387"/>
                </a:cubicBezTo>
                <a:cubicBezTo>
                  <a:pt x="74707" y="177569"/>
                  <a:pt x="77624" y="185644"/>
                  <a:pt x="74443" y="192424"/>
                </a:cubicBezTo>
                <a:lnTo>
                  <a:pt x="34428" y="277696"/>
                </a:lnTo>
                <a:lnTo>
                  <a:pt x="21123" y="258414"/>
                </a:lnTo>
                <a:lnTo>
                  <a:pt x="115046" y="251272"/>
                </a:lnTo>
                <a:cubicBezTo>
                  <a:pt x="122515" y="250704"/>
                  <a:pt x="129029" y="256297"/>
                  <a:pt x="129596" y="263766"/>
                </a:cubicBezTo>
                <a:cubicBezTo>
                  <a:pt x="130164" y="271233"/>
                  <a:pt x="124571" y="277747"/>
                  <a:pt x="117103" y="278315"/>
                </a:cubicBezTo>
                <a:lnTo>
                  <a:pt x="117104" y="278315"/>
                </a:lnTo>
              </a:path>
            </a:pathLst>
          </a:custGeom>
          <a:solidFill xmlns:a="http://schemas.openxmlformats.org/drawingml/2006/main">
            <a:srgbClr val="04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07A0E8B2-1960-4B6F-B898-A9E52293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8849" y="291928"/>
            <a:ext cx="1290385" cy="168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 Proposals</a:t>
            </a:r>
          </a:p>
        </p:txBody>
      </p:sp>
      <p:sp>
        <p:nvSpPr>
          <p:cNvPr id="15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B4D8F211-62B2-4FB0-BF14-7E8147BF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8849" y="291928"/>
            <a:ext cx="1290385" cy="168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 Proposals</a:t>
            </a:r>
          </a:p>
        </p:txBody>
      </p:sp>
      <p:sp>
        <p:nvSpPr>
          <p:cNvPr id="16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35CB19B6-AFA8-4554-8EF4-D52166C6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7978" y="496728"/>
            <a:ext cx="112098" cy="168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2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2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7" name="pdf-path-17">
            <a:extLst xmlns:a="http://schemas.openxmlformats.org/drawingml/2006/main">
              <a:ext uri="{FF2B5EF4-FFF2-40B4-BE49-F238E27FC236}">
                <a16:creationId xmlns:a16="http://schemas.microsoft.com/office/drawing/2014/main" id="{A8606950-7676-42AA-892F-EFF012D3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6394" y="2207978"/>
            <a:ext cx="1814644" cy="1057226"/>
          </a:xfrm>
          <a:custGeom xmlns:a="http://schemas.openxmlformats.org/drawingml/2006/main">
            <a:pathLst>
              <a:path w="1814644" h="1057226">
                <a:moveTo>
                  <a:pt x="0" y="84229"/>
                </a:moveTo>
                <a:cubicBezTo>
                  <a:pt x="0" y="37710"/>
                  <a:pt x="37710" y="0"/>
                  <a:pt x="84230" y="0"/>
                </a:cubicBezTo>
                <a:lnTo>
                  <a:pt x="1730416" y="0"/>
                </a:lnTo>
                <a:cubicBezTo>
                  <a:pt x="1776935" y="0"/>
                  <a:pt x="1814644" y="37710"/>
                  <a:pt x="1814644" y="84229"/>
                </a:cubicBezTo>
                <a:lnTo>
                  <a:pt x="1814644" y="972998"/>
                </a:lnTo>
                <a:cubicBezTo>
                  <a:pt x="1814644" y="1019516"/>
                  <a:pt x="1776935" y="1057226"/>
                  <a:pt x="1730416" y="1057226"/>
                </a:cubicBezTo>
                <a:lnTo>
                  <a:pt x="84230" y="1057226"/>
                </a:lnTo>
                <a:cubicBezTo>
                  <a:pt x="37710" y="1057226"/>
                  <a:pt x="0" y="1019516"/>
                  <a:pt x="0" y="972998"/>
                </a:cubicBezTo>
                <a:lnTo>
                  <a:pt x="0" y="84229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df-path-18">
            <a:extLst xmlns:a="http://schemas.openxmlformats.org/drawingml/2006/main">
              <a:ext uri="{FF2B5EF4-FFF2-40B4-BE49-F238E27FC236}">
                <a16:creationId xmlns:a16="http://schemas.microsoft.com/office/drawing/2014/main" id="{D611B3D9-2FCA-4F36-902C-8B1C6D0B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6394" y="2207978"/>
            <a:ext cx="1814644" cy="1057227"/>
          </a:xfrm>
          <a:custGeom xmlns:a="http://schemas.openxmlformats.org/drawingml/2006/main">
            <a:pathLst>
              <a:path w="1814644" h="1057227">
                <a:moveTo>
                  <a:pt x="0" y="84229"/>
                </a:moveTo>
                <a:cubicBezTo>
                  <a:pt x="0" y="37710"/>
                  <a:pt x="37710" y="0"/>
                  <a:pt x="84229" y="0"/>
                </a:cubicBezTo>
                <a:lnTo>
                  <a:pt x="1730416" y="0"/>
                </a:lnTo>
                <a:cubicBezTo>
                  <a:pt x="1776934" y="0"/>
                  <a:pt x="1814644" y="37710"/>
                  <a:pt x="1814644" y="84229"/>
                </a:cubicBezTo>
                <a:lnTo>
                  <a:pt x="1814644" y="972997"/>
                </a:lnTo>
                <a:cubicBezTo>
                  <a:pt x="1814644" y="1019517"/>
                  <a:pt x="1776934" y="1057227"/>
                  <a:pt x="1730416" y="1057227"/>
                </a:cubicBezTo>
                <a:lnTo>
                  <a:pt x="84229" y="1057227"/>
                </a:lnTo>
                <a:cubicBezTo>
                  <a:pt x="37710" y="1057227"/>
                  <a:pt x="0" y="1019517"/>
                  <a:pt x="0" y="972997"/>
                </a:cubicBezTo>
                <a:lnTo>
                  <a:pt x="0" y="84229"/>
                </a:lnTo>
              </a:path>
            </a:pathLst>
          </a:custGeom>
          <a:noFill xmlns:a="http://schemas.openxmlformats.org/drawingml/2006/main"/>
          <a:ln xmlns:a="http://schemas.openxmlformats.org/drawingml/2006/main" w="18081">
            <a:solidFill>
              <a:srgbClr val="0F9ED5"/>
            </a:solidFill>
            <a:prstDash val="dash"/>
          </a:ln>
        </p:spPr>
      </p:sp>
      <p:sp>
        <p:nvSpPr>
          <p:cNvPr id="19" name="pdf-path-19">
            <a:extLst xmlns:a="http://schemas.openxmlformats.org/drawingml/2006/main">
              <a:ext uri="{FF2B5EF4-FFF2-40B4-BE49-F238E27FC236}">
                <a16:creationId xmlns:a16="http://schemas.microsoft.com/office/drawing/2014/main" id="{E20282E6-5E59-4EFB-9519-22EFD820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2431" y="2207978"/>
            <a:ext cx="3474122" cy="1059856"/>
          </a:xfrm>
          <a:custGeom xmlns:a="http://schemas.openxmlformats.org/drawingml/2006/main">
            <a:pathLst>
              <a:path w="3474122" h="1059856">
                <a:moveTo>
                  <a:pt x="0" y="89737"/>
                </a:moveTo>
                <a:cubicBezTo>
                  <a:pt x="0" y="40177"/>
                  <a:pt x="40177" y="0"/>
                  <a:pt x="89737" y="0"/>
                </a:cubicBezTo>
                <a:lnTo>
                  <a:pt x="3384385" y="0"/>
                </a:lnTo>
                <a:cubicBezTo>
                  <a:pt x="3433945" y="0"/>
                  <a:pt x="3474122" y="40177"/>
                  <a:pt x="3474122" y="89737"/>
                </a:cubicBezTo>
                <a:lnTo>
                  <a:pt x="3474122" y="970119"/>
                </a:lnTo>
                <a:cubicBezTo>
                  <a:pt x="3474122" y="1019680"/>
                  <a:pt x="3433945" y="1059856"/>
                  <a:pt x="3384385" y="1059856"/>
                </a:cubicBezTo>
                <a:lnTo>
                  <a:pt x="89737" y="1059856"/>
                </a:lnTo>
                <a:cubicBezTo>
                  <a:pt x="40177" y="1059856"/>
                  <a:pt x="0" y="1019680"/>
                  <a:pt x="0" y="970119"/>
                </a:cubicBezTo>
                <a:lnTo>
                  <a:pt x="0" y="8973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df-path-20">
            <a:extLst xmlns:a="http://schemas.openxmlformats.org/drawingml/2006/main">
              <a:ext uri="{FF2B5EF4-FFF2-40B4-BE49-F238E27FC236}">
                <a16:creationId xmlns:a16="http://schemas.microsoft.com/office/drawing/2014/main" id="{6B963C10-89D2-4D7D-BA5A-8AFACEF8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2431" y="2207978"/>
            <a:ext cx="3474122" cy="1059857"/>
          </a:xfrm>
          <a:custGeom xmlns:a="http://schemas.openxmlformats.org/drawingml/2006/main">
            <a:pathLst>
              <a:path w="3474122" h="1059857">
                <a:moveTo>
                  <a:pt x="0" y="89737"/>
                </a:moveTo>
                <a:cubicBezTo>
                  <a:pt x="0" y="40177"/>
                  <a:pt x="40177" y="0"/>
                  <a:pt x="89737" y="0"/>
                </a:cubicBezTo>
                <a:lnTo>
                  <a:pt x="3384386" y="0"/>
                </a:lnTo>
                <a:cubicBezTo>
                  <a:pt x="3433946" y="0"/>
                  <a:pt x="3474122" y="40177"/>
                  <a:pt x="3474122" y="89737"/>
                </a:cubicBezTo>
                <a:lnTo>
                  <a:pt x="3474122" y="970120"/>
                </a:lnTo>
                <a:cubicBezTo>
                  <a:pt x="3474122" y="1019680"/>
                  <a:pt x="3433946" y="1059857"/>
                  <a:pt x="3384386" y="1059857"/>
                </a:cubicBezTo>
                <a:lnTo>
                  <a:pt x="89737" y="1059857"/>
                </a:lnTo>
                <a:cubicBezTo>
                  <a:pt x="40177" y="1059857"/>
                  <a:pt x="0" y="1019680"/>
                  <a:pt x="0" y="970120"/>
                </a:cubicBezTo>
                <a:lnTo>
                  <a:pt x="0" y="89737"/>
                </a:lnTo>
              </a:path>
            </a:pathLst>
          </a:custGeom>
          <a:noFill xmlns:a="http://schemas.openxmlformats.org/drawingml/2006/main"/>
          <a:ln xmlns:a="http://schemas.openxmlformats.org/drawingml/2006/main" w="18081">
            <a:solidFill>
              <a:srgbClr val="4EA72E"/>
            </a:solidFill>
            <a:prstDash val="dash"/>
          </a:ln>
        </p:spPr>
      </p:sp>
      <p:sp>
        <p:nvSpPr>
          <p:cNvPr id="21" name="pdf-path-21">
            <a:extLst xmlns:a="http://schemas.openxmlformats.org/drawingml/2006/main">
              <a:ext uri="{FF2B5EF4-FFF2-40B4-BE49-F238E27FC236}">
                <a16:creationId xmlns:a16="http://schemas.microsoft.com/office/drawing/2014/main" id="{5CBD3A99-AAFF-4EFE-BBA1-9718E47A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8441" y="2615615"/>
            <a:ext cx="1630550" cy="260362"/>
          </a:xfrm>
          <a:custGeom xmlns:a="http://schemas.openxmlformats.org/drawingml/2006/main">
            <a:pathLst>
              <a:path w="1630550" h="260362">
                <a:moveTo>
                  <a:pt x="0" y="43394"/>
                </a:moveTo>
                <a:cubicBezTo>
                  <a:pt x="0" y="19428"/>
                  <a:pt x="19429" y="0"/>
                  <a:pt x="43395" y="0"/>
                </a:cubicBezTo>
                <a:lnTo>
                  <a:pt x="1587157" y="0"/>
                </a:lnTo>
                <a:cubicBezTo>
                  <a:pt x="1611122" y="0"/>
                  <a:pt x="1630550" y="19428"/>
                  <a:pt x="1630550" y="43394"/>
                </a:cubicBezTo>
                <a:lnTo>
                  <a:pt x="1630550" y="216967"/>
                </a:lnTo>
                <a:cubicBezTo>
                  <a:pt x="1630550" y="240934"/>
                  <a:pt x="1611122" y="260362"/>
                  <a:pt x="1587157" y="260362"/>
                </a:cubicBezTo>
                <a:lnTo>
                  <a:pt x="43395" y="260362"/>
                </a:lnTo>
                <a:cubicBezTo>
                  <a:pt x="19429" y="260362"/>
                  <a:pt x="0" y="240934"/>
                  <a:pt x="0" y="216967"/>
                </a:cubicBezTo>
                <a:lnTo>
                  <a:pt x="0" y="4339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df-path-22">
            <a:extLst xmlns:a="http://schemas.openxmlformats.org/drawingml/2006/main">
              <a:ext uri="{FF2B5EF4-FFF2-40B4-BE49-F238E27FC236}">
                <a16:creationId xmlns:a16="http://schemas.microsoft.com/office/drawing/2014/main" id="{6431B723-A1EA-4161-A9BA-91B19A46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8441" y="2615615"/>
            <a:ext cx="1630550" cy="260362"/>
          </a:xfrm>
          <a:custGeom xmlns:a="http://schemas.openxmlformats.org/drawingml/2006/main">
            <a:pathLst>
              <a:path w="1630550" h="260362">
                <a:moveTo>
                  <a:pt x="0" y="43394"/>
                </a:moveTo>
                <a:cubicBezTo>
                  <a:pt x="0" y="19428"/>
                  <a:pt x="19428" y="0"/>
                  <a:pt x="43394" y="0"/>
                </a:cubicBezTo>
                <a:lnTo>
                  <a:pt x="1587156" y="0"/>
                </a:lnTo>
                <a:cubicBezTo>
                  <a:pt x="1611121" y="0"/>
                  <a:pt x="1630550" y="19428"/>
                  <a:pt x="1630550" y="43394"/>
                </a:cubicBezTo>
                <a:lnTo>
                  <a:pt x="1630550" y="216968"/>
                </a:lnTo>
                <a:cubicBezTo>
                  <a:pt x="1630550" y="240934"/>
                  <a:pt x="1611121" y="260362"/>
                  <a:pt x="1587156" y="260362"/>
                </a:cubicBezTo>
                <a:lnTo>
                  <a:pt x="43394" y="260362"/>
                </a:lnTo>
                <a:cubicBezTo>
                  <a:pt x="19428" y="260362"/>
                  <a:pt x="0" y="240934"/>
                  <a:pt x="0" y="216968"/>
                </a:cubicBezTo>
                <a:lnTo>
                  <a:pt x="0" y="43394"/>
                </a:lnTo>
              </a:path>
            </a:pathLst>
          </a:custGeom>
          <a:noFill xmlns:a="http://schemas.openxmlformats.org/drawingml/2006/main"/>
          <a:ln xmlns:a="http://schemas.openxmlformats.org/drawingml/2006/main" w="18081">
            <a:solidFill>
              <a:srgbClr val="0F9ED5"/>
            </a:solidFill>
            <a:prstDash val="solid"/>
          </a:ln>
        </p:spPr>
      </p:sp>
      <p:sp>
        <p:nvSpPr>
          <p:cNvPr id="23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C063D8C4-2350-4672-9ABC-7F49392E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0428" y="2659705"/>
            <a:ext cx="502134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24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BCCC6127-4A55-40C6-B066-0BD02FC5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0428" y="2659705"/>
            <a:ext cx="502134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25" name="pdf-path-25">
            <a:extLst xmlns:a="http://schemas.openxmlformats.org/drawingml/2006/main">
              <a:ext uri="{FF2B5EF4-FFF2-40B4-BE49-F238E27FC236}">
                <a16:creationId xmlns:a16="http://schemas.microsoft.com/office/drawing/2014/main" id="{2DF18A18-520D-420B-964F-ED39AB5E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8441" y="2939095"/>
            <a:ext cx="1630550" cy="260362"/>
          </a:xfrm>
          <a:custGeom xmlns:a="http://schemas.openxmlformats.org/drawingml/2006/main">
            <a:pathLst>
              <a:path w="1630550" h="260362">
                <a:moveTo>
                  <a:pt x="0" y="43395"/>
                </a:moveTo>
                <a:cubicBezTo>
                  <a:pt x="0" y="19428"/>
                  <a:pt x="19429" y="0"/>
                  <a:pt x="43395" y="0"/>
                </a:cubicBezTo>
                <a:lnTo>
                  <a:pt x="1587157" y="0"/>
                </a:lnTo>
                <a:cubicBezTo>
                  <a:pt x="1611122" y="0"/>
                  <a:pt x="1630550" y="19428"/>
                  <a:pt x="1630550" y="43395"/>
                </a:cubicBezTo>
                <a:lnTo>
                  <a:pt x="1630550" y="216968"/>
                </a:lnTo>
                <a:cubicBezTo>
                  <a:pt x="1630550" y="240935"/>
                  <a:pt x="1611122" y="260362"/>
                  <a:pt x="1587157" y="260362"/>
                </a:cubicBezTo>
                <a:lnTo>
                  <a:pt x="43395" y="260362"/>
                </a:lnTo>
                <a:cubicBezTo>
                  <a:pt x="19429" y="260362"/>
                  <a:pt x="0" y="240935"/>
                  <a:pt x="0" y="216968"/>
                </a:cubicBezTo>
                <a:lnTo>
                  <a:pt x="0" y="4339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df-path-26">
            <a:extLst xmlns:a="http://schemas.openxmlformats.org/drawingml/2006/main">
              <a:ext uri="{FF2B5EF4-FFF2-40B4-BE49-F238E27FC236}">
                <a16:creationId xmlns:a16="http://schemas.microsoft.com/office/drawing/2014/main" id="{AFFF0D8C-8498-4DFC-830B-31516E4A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8441" y="2939095"/>
            <a:ext cx="1630550" cy="260362"/>
          </a:xfrm>
          <a:custGeom xmlns:a="http://schemas.openxmlformats.org/drawingml/2006/main">
            <a:pathLst>
              <a:path w="1630550" h="260362">
                <a:moveTo>
                  <a:pt x="0" y="43394"/>
                </a:moveTo>
                <a:cubicBezTo>
                  <a:pt x="0" y="19428"/>
                  <a:pt x="19428" y="0"/>
                  <a:pt x="43394" y="0"/>
                </a:cubicBezTo>
                <a:lnTo>
                  <a:pt x="1587156" y="0"/>
                </a:lnTo>
                <a:cubicBezTo>
                  <a:pt x="1611121" y="0"/>
                  <a:pt x="1630550" y="19428"/>
                  <a:pt x="1630550" y="43394"/>
                </a:cubicBezTo>
                <a:lnTo>
                  <a:pt x="1630550" y="216968"/>
                </a:lnTo>
                <a:cubicBezTo>
                  <a:pt x="1630550" y="240934"/>
                  <a:pt x="1611121" y="260362"/>
                  <a:pt x="1587156" y="260362"/>
                </a:cubicBezTo>
                <a:lnTo>
                  <a:pt x="43394" y="260362"/>
                </a:lnTo>
                <a:cubicBezTo>
                  <a:pt x="19428" y="260362"/>
                  <a:pt x="0" y="240934"/>
                  <a:pt x="0" y="216968"/>
                </a:cubicBezTo>
                <a:lnTo>
                  <a:pt x="0" y="43394"/>
                </a:lnTo>
              </a:path>
            </a:pathLst>
          </a:custGeom>
          <a:noFill xmlns:a="http://schemas.openxmlformats.org/drawingml/2006/main"/>
          <a:ln xmlns:a="http://schemas.openxmlformats.org/drawingml/2006/main" w="18081">
            <a:solidFill>
              <a:srgbClr val="0F9ED5"/>
            </a:solidFill>
            <a:prstDash val="solid"/>
          </a:ln>
        </p:spPr>
      </p:sp>
      <p:sp>
        <p:nvSpPr>
          <p:cNvPr id="27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062FEC8F-FBD3-493C-A40E-54273F46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2992" y="2983186"/>
            <a:ext cx="616614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Physics</a:t>
            </a:r>
          </a:p>
        </p:txBody>
      </p:sp>
      <p:sp>
        <p:nvSpPr>
          <p:cNvPr id="28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8F869806-A108-443B-A2F0-531AC021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2992" y="2983186"/>
            <a:ext cx="616614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Physics</a:t>
            </a:r>
          </a:p>
        </p:txBody>
      </p:sp>
      <p:sp>
        <p:nvSpPr>
          <p:cNvPr id="29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F0234404-1480-442C-92BF-13F9DFEB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5861" y="2309927"/>
            <a:ext cx="451067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Critic</a:t>
            </a:r>
          </a:p>
        </p:txBody>
      </p:sp>
      <p:sp>
        <p:nvSpPr>
          <p:cNvPr id="30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BD2CFBF2-1720-4382-BEE8-5A766BC9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5861" y="2309927"/>
            <a:ext cx="451067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Critic</a:t>
            </a:r>
          </a:p>
        </p:txBody>
      </p:sp>
      <p:sp>
        <p:nvSpPr>
          <p:cNvPr id="31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9809814A-FA43-4E53-8EFC-CC966CA9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330" y="2323076"/>
            <a:ext cx="880323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Generator</a:t>
            </a:r>
          </a:p>
        </p:txBody>
      </p:sp>
      <p:sp>
        <p:nvSpPr>
          <p:cNvPr id="32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43268089-7488-4BAB-A80A-FC6ABF49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330" y="2323076"/>
            <a:ext cx="880323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Generator</a:t>
            </a:r>
          </a:p>
        </p:txBody>
      </p:sp>
      <p:sp>
        <p:nvSpPr>
          <p:cNvPr id="33" name="pdf-path-33">
            <a:extLst xmlns:a="http://schemas.openxmlformats.org/drawingml/2006/main">
              <a:ext uri="{FF2B5EF4-FFF2-40B4-BE49-F238E27FC236}">
                <a16:creationId xmlns:a16="http://schemas.microsoft.com/office/drawing/2014/main" id="{E13D2910-650F-482E-92CF-62FC65B7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3440" y="2615615"/>
            <a:ext cx="1633177" cy="260362"/>
          </a:xfrm>
          <a:custGeom xmlns:a="http://schemas.openxmlformats.org/drawingml/2006/main">
            <a:pathLst>
              <a:path w="1633177" h="260362">
                <a:moveTo>
                  <a:pt x="0" y="43394"/>
                </a:moveTo>
                <a:cubicBezTo>
                  <a:pt x="0" y="19428"/>
                  <a:pt x="19428" y="0"/>
                  <a:pt x="43394" y="0"/>
                </a:cubicBezTo>
                <a:lnTo>
                  <a:pt x="1589784" y="0"/>
                </a:lnTo>
                <a:cubicBezTo>
                  <a:pt x="1613749" y="0"/>
                  <a:pt x="1633177" y="19428"/>
                  <a:pt x="1633177" y="43394"/>
                </a:cubicBezTo>
                <a:lnTo>
                  <a:pt x="1633177" y="216967"/>
                </a:lnTo>
                <a:cubicBezTo>
                  <a:pt x="1633177" y="240934"/>
                  <a:pt x="1613749" y="260362"/>
                  <a:pt x="1589784" y="260362"/>
                </a:cubicBezTo>
                <a:lnTo>
                  <a:pt x="43394" y="260362"/>
                </a:lnTo>
                <a:cubicBezTo>
                  <a:pt x="19428" y="260362"/>
                  <a:pt x="0" y="240934"/>
                  <a:pt x="0" y="216967"/>
                </a:cubicBezTo>
                <a:lnTo>
                  <a:pt x="0" y="4339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df-path-34">
            <a:extLst xmlns:a="http://schemas.openxmlformats.org/drawingml/2006/main">
              <a:ext uri="{FF2B5EF4-FFF2-40B4-BE49-F238E27FC236}">
                <a16:creationId xmlns:a16="http://schemas.microsoft.com/office/drawing/2014/main" id="{2CE46768-E050-4F18-BE76-964F383E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3440" y="2615615"/>
            <a:ext cx="1633179" cy="260362"/>
          </a:xfrm>
          <a:custGeom xmlns:a="http://schemas.openxmlformats.org/drawingml/2006/main">
            <a:pathLst>
              <a:path w="1633179" h="260362">
                <a:moveTo>
                  <a:pt x="0" y="43394"/>
                </a:moveTo>
                <a:cubicBezTo>
                  <a:pt x="0" y="19429"/>
                  <a:pt x="19428" y="0"/>
                  <a:pt x="43394" y="0"/>
                </a:cubicBezTo>
                <a:lnTo>
                  <a:pt x="1589784" y="0"/>
                </a:lnTo>
                <a:cubicBezTo>
                  <a:pt x="1613750" y="0"/>
                  <a:pt x="1633179" y="19429"/>
                  <a:pt x="1633179" y="43394"/>
                </a:cubicBezTo>
                <a:lnTo>
                  <a:pt x="1633179" y="216967"/>
                </a:lnTo>
                <a:cubicBezTo>
                  <a:pt x="1633179" y="240933"/>
                  <a:pt x="1613750" y="260362"/>
                  <a:pt x="1589784" y="260362"/>
                </a:cubicBezTo>
                <a:lnTo>
                  <a:pt x="43394" y="260362"/>
                </a:lnTo>
                <a:cubicBezTo>
                  <a:pt x="19428" y="260362"/>
                  <a:pt x="0" y="240933"/>
                  <a:pt x="0" y="216967"/>
                </a:cubicBezTo>
                <a:lnTo>
                  <a:pt x="0" y="43394"/>
                </a:lnTo>
              </a:path>
            </a:pathLst>
          </a:custGeom>
          <a:noFill xmlns:a="http://schemas.openxmlformats.org/drawingml/2006/main"/>
          <a:ln xmlns:a="http://schemas.openxmlformats.org/drawingml/2006/main" w="18081">
            <a:solidFill>
              <a:srgbClr val="4EA72E"/>
            </a:solidFill>
            <a:prstDash val="solid"/>
          </a:ln>
        </p:spPr>
      </p:sp>
      <p:sp>
        <p:nvSpPr>
          <p:cNvPr id="35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26FDA09C-3ACE-4307-B323-6652B6DC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5740" y="2659705"/>
            <a:ext cx="844115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Scene Init</a:t>
            </a:r>
          </a:p>
        </p:txBody>
      </p:sp>
      <p:sp>
        <p:nvSpPr>
          <p:cNvPr id="36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5CC76F10-9E4D-4932-A5F9-BFED5890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5740" y="2659705"/>
            <a:ext cx="844115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Scene Init</a:t>
            </a:r>
          </a:p>
        </p:txBody>
      </p:sp>
      <p:sp>
        <p:nvSpPr>
          <p:cNvPr id="37" name="pdf-path-37">
            <a:extLst xmlns:a="http://schemas.openxmlformats.org/drawingml/2006/main">
              <a:ext uri="{FF2B5EF4-FFF2-40B4-BE49-F238E27FC236}">
                <a16:creationId xmlns:a16="http://schemas.microsoft.com/office/drawing/2014/main" id="{F0A8BC3D-B245-4CA4-9CA9-92AC61E5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3440" y="2939095"/>
            <a:ext cx="1633177" cy="260362"/>
          </a:xfrm>
          <a:custGeom xmlns:a="http://schemas.openxmlformats.org/drawingml/2006/main">
            <a:pathLst>
              <a:path w="1633177" h="260362">
                <a:moveTo>
                  <a:pt x="0" y="43395"/>
                </a:moveTo>
                <a:cubicBezTo>
                  <a:pt x="0" y="19429"/>
                  <a:pt x="19428" y="0"/>
                  <a:pt x="43394" y="0"/>
                </a:cubicBezTo>
                <a:lnTo>
                  <a:pt x="1589784" y="0"/>
                </a:lnTo>
                <a:cubicBezTo>
                  <a:pt x="1613749" y="0"/>
                  <a:pt x="1633177" y="19429"/>
                  <a:pt x="1633177" y="43395"/>
                </a:cubicBezTo>
                <a:lnTo>
                  <a:pt x="1633177" y="216968"/>
                </a:lnTo>
                <a:cubicBezTo>
                  <a:pt x="1633177" y="240934"/>
                  <a:pt x="1613749" y="260362"/>
                  <a:pt x="1589784" y="260362"/>
                </a:cubicBezTo>
                <a:lnTo>
                  <a:pt x="43394" y="260362"/>
                </a:lnTo>
                <a:cubicBezTo>
                  <a:pt x="19428" y="260362"/>
                  <a:pt x="0" y="240934"/>
                  <a:pt x="0" y="216968"/>
                </a:cubicBezTo>
                <a:lnTo>
                  <a:pt x="0" y="4339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df-path-38">
            <a:extLst xmlns:a="http://schemas.openxmlformats.org/drawingml/2006/main">
              <a:ext uri="{FF2B5EF4-FFF2-40B4-BE49-F238E27FC236}">
                <a16:creationId xmlns:a16="http://schemas.microsoft.com/office/drawing/2014/main" id="{A5CD22D6-3EAA-4619-8DFA-5AA1AF61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3440" y="2939095"/>
            <a:ext cx="1633179" cy="260362"/>
          </a:xfrm>
          <a:custGeom xmlns:a="http://schemas.openxmlformats.org/drawingml/2006/main">
            <a:pathLst>
              <a:path w="1633179" h="260362">
                <a:moveTo>
                  <a:pt x="0" y="43394"/>
                </a:moveTo>
                <a:cubicBezTo>
                  <a:pt x="0" y="19429"/>
                  <a:pt x="19428" y="0"/>
                  <a:pt x="43394" y="0"/>
                </a:cubicBezTo>
                <a:lnTo>
                  <a:pt x="1589784" y="0"/>
                </a:lnTo>
                <a:cubicBezTo>
                  <a:pt x="1613750" y="0"/>
                  <a:pt x="1633179" y="19429"/>
                  <a:pt x="1633179" y="43394"/>
                </a:cubicBezTo>
                <a:lnTo>
                  <a:pt x="1633179" y="216967"/>
                </a:lnTo>
                <a:cubicBezTo>
                  <a:pt x="1633179" y="240934"/>
                  <a:pt x="1613750" y="260362"/>
                  <a:pt x="1589784" y="260362"/>
                </a:cubicBezTo>
                <a:lnTo>
                  <a:pt x="43394" y="260362"/>
                </a:lnTo>
                <a:cubicBezTo>
                  <a:pt x="19428" y="260362"/>
                  <a:pt x="0" y="240934"/>
                  <a:pt x="0" y="216967"/>
                </a:cubicBezTo>
                <a:lnTo>
                  <a:pt x="0" y="43394"/>
                </a:lnTo>
              </a:path>
            </a:pathLst>
          </a:custGeom>
          <a:noFill xmlns:a="http://schemas.openxmlformats.org/drawingml/2006/main"/>
          <a:ln xmlns:a="http://schemas.openxmlformats.org/drawingml/2006/main" w="18081">
            <a:solidFill>
              <a:srgbClr val="4EA72E"/>
            </a:solidFill>
            <a:prstDash val="solid"/>
          </a:ln>
        </p:spPr>
      </p:sp>
      <p:sp>
        <p:nvSpPr>
          <p:cNvPr id="39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57258995-A794-44CD-8003-60ABC0DD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4036" y="2983186"/>
            <a:ext cx="1047772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Asset Placer</a:t>
            </a:r>
          </a:p>
        </p:txBody>
      </p:sp>
      <p:sp>
        <p:nvSpPr>
          <p:cNvPr id="40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4314775F-139C-414D-8CC2-8AE36213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4036" y="2983186"/>
            <a:ext cx="1047772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Asset Placer</a:t>
            </a:r>
          </a:p>
        </p:txBody>
      </p:sp>
      <p:sp>
        <p:nvSpPr>
          <p:cNvPr id="41" name="pdf-path-41">
            <a:extLst xmlns:a="http://schemas.openxmlformats.org/drawingml/2006/main">
              <a:ext uri="{FF2B5EF4-FFF2-40B4-BE49-F238E27FC236}">
                <a16:creationId xmlns:a16="http://schemas.microsoft.com/office/drawing/2014/main" id="{EC0151F9-8C0C-4066-BBE1-4370F28F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4996" y="2615615"/>
            <a:ext cx="1633178" cy="260362"/>
          </a:xfrm>
          <a:custGeom xmlns:a="http://schemas.openxmlformats.org/drawingml/2006/main">
            <a:pathLst>
              <a:path w="1633178" h="260362">
                <a:moveTo>
                  <a:pt x="0" y="43394"/>
                </a:moveTo>
                <a:cubicBezTo>
                  <a:pt x="0" y="19428"/>
                  <a:pt x="19428" y="0"/>
                  <a:pt x="43394" y="0"/>
                </a:cubicBezTo>
                <a:lnTo>
                  <a:pt x="1589783" y="0"/>
                </a:lnTo>
                <a:cubicBezTo>
                  <a:pt x="1613749" y="0"/>
                  <a:pt x="1633178" y="19428"/>
                  <a:pt x="1633178" y="43394"/>
                </a:cubicBezTo>
                <a:lnTo>
                  <a:pt x="1633178" y="216967"/>
                </a:lnTo>
                <a:cubicBezTo>
                  <a:pt x="1633178" y="240934"/>
                  <a:pt x="1613749" y="260362"/>
                  <a:pt x="1589783" y="260362"/>
                </a:cubicBezTo>
                <a:lnTo>
                  <a:pt x="43394" y="260362"/>
                </a:lnTo>
                <a:cubicBezTo>
                  <a:pt x="19428" y="260362"/>
                  <a:pt x="0" y="240934"/>
                  <a:pt x="0" y="216967"/>
                </a:cubicBezTo>
                <a:lnTo>
                  <a:pt x="0" y="4339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df-path-42">
            <a:extLst xmlns:a="http://schemas.openxmlformats.org/drawingml/2006/main">
              <a:ext uri="{FF2B5EF4-FFF2-40B4-BE49-F238E27FC236}">
                <a16:creationId xmlns:a16="http://schemas.microsoft.com/office/drawing/2014/main" id="{2B2A76F1-3618-4CB5-8D1A-991AD51E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4996" y="2615615"/>
            <a:ext cx="1633179" cy="260362"/>
          </a:xfrm>
          <a:custGeom xmlns:a="http://schemas.openxmlformats.org/drawingml/2006/main">
            <a:pathLst>
              <a:path w="1633179" h="260362">
                <a:moveTo>
                  <a:pt x="0" y="43394"/>
                </a:moveTo>
                <a:cubicBezTo>
                  <a:pt x="0" y="19429"/>
                  <a:pt x="19428" y="0"/>
                  <a:pt x="43394" y="0"/>
                </a:cubicBezTo>
                <a:lnTo>
                  <a:pt x="1589784" y="0"/>
                </a:lnTo>
                <a:cubicBezTo>
                  <a:pt x="1613751" y="0"/>
                  <a:pt x="1633179" y="19429"/>
                  <a:pt x="1633179" y="43394"/>
                </a:cubicBezTo>
                <a:lnTo>
                  <a:pt x="1633179" y="216967"/>
                </a:lnTo>
                <a:cubicBezTo>
                  <a:pt x="1633179" y="240933"/>
                  <a:pt x="1613751" y="260362"/>
                  <a:pt x="1589784" y="260362"/>
                </a:cubicBezTo>
                <a:lnTo>
                  <a:pt x="43394" y="260362"/>
                </a:lnTo>
                <a:cubicBezTo>
                  <a:pt x="19428" y="260362"/>
                  <a:pt x="0" y="240933"/>
                  <a:pt x="0" y="216967"/>
                </a:cubicBezTo>
                <a:lnTo>
                  <a:pt x="0" y="43394"/>
                </a:lnTo>
              </a:path>
            </a:pathLst>
          </a:custGeom>
          <a:noFill xmlns:a="http://schemas.openxmlformats.org/drawingml/2006/main"/>
          <a:ln xmlns:a="http://schemas.openxmlformats.org/drawingml/2006/main" w="18081">
            <a:solidFill>
              <a:srgbClr val="4EA72E"/>
            </a:solidFill>
            <a:prstDash val="solid"/>
          </a:ln>
        </p:spPr>
      </p:sp>
      <p:sp>
        <p:nvSpPr>
          <p:cNvPr id="43" name="pdf-text-17-0">
            <a:extLst xmlns:a="http://schemas.openxmlformats.org/drawingml/2006/main">
              <a:ext uri="{FF2B5EF4-FFF2-40B4-BE49-F238E27FC236}">
                <a16:creationId xmlns:a16="http://schemas.microsoft.com/office/drawing/2014/main" id="{CCACD346-DA4D-439F-9367-F8EACCA8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2298" y="2659705"/>
            <a:ext cx="1074918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Asset Mover</a:t>
            </a:r>
          </a:p>
        </p:txBody>
      </p:sp>
      <p:sp>
        <p:nvSpPr>
          <p:cNvPr id="44" name="pdf-text-18-0">
            <a:extLst xmlns:a="http://schemas.openxmlformats.org/drawingml/2006/main">
              <a:ext uri="{FF2B5EF4-FFF2-40B4-BE49-F238E27FC236}">
                <a16:creationId xmlns:a16="http://schemas.microsoft.com/office/drawing/2014/main" id="{8A7791FB-7E57-4C81-9B0F-8D963629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2298" y="2659705"/>
            <a:ext cx="1074918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Asset Mover</a:t>
            </a:r>
          </a:p>
        </p:txBody>
      </p:sp>
      <p:sp>
        <p:nvSpPr>
          <p:cNvPr id="45" name="pdf-path-45">
            <a:extLst xmlns:a="http://schemas.openxmlformats.org/drawingml/2006/main">
              <a:ext uri="{FF2B5EF4-FFF2-40B4-BE49-F238E27FC236}">
                <a16:creationId xmlns:a16="http://schemas.microsoft.com/office/drawing/2014/main" id="{E95CC531-6D9C-4B3C-98F1-E5A5D7EA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4996" y="2939095"/>
            <a:ext cx="1633178" cy="260362"/>
          </a:xfrm>
          <a:custGeom xmlns:a="http://schemas.openxmlformats.org/drawingml/2006/main">
            <a:pathLst>
              <a:path w="1633178" h="260362">
                <a:moveTo>
                  <a:pt x="0" y="43395"/>
                </a:moveTo>
                <a:cubicBezTo>
                  <a:pt x="0" y="19429"/>
                  <a:pt x="19428" y="0"/>
                  <a:pt x="43394" y="0"/>
                </a:cubicBezTo>
                <a:lnTo>
                  <a:pt x="1589783" y="0"/>
                </a:lnTo>
                <a:cubicBezTo>
                  <a:pt x="1613749" y="0"/>
                  <a:pt x="1633178" y="19429"/>
                  <a:pt x="1633178" y="43395"/>
                </a:cubicBezTo>
                <a:lnTo>
                  <a:pt x="1633178" y="216968"/>
                </a:lnTo>
                <a:cubicBezTo>
                  <a:pt x="1633178" y="240934"/>
                  <a:pt x="1613749" y="260362"/>
                  <a:pt x="1589783" y="260362"/>
                </a:cubicBezTo>
                <a:lnTo>
                  <a:pt x="43394" y="260362"/>
                </a:lnTo>
                <a:cubicBezTo>
                  <a:pt x="19428" y="260362"/>
                  <a:pt x="0" y="240934"/>
                  <a:pt x="0" y="216968"/>
                </a:cubicBezTo>
                <a:lnTo>
                  <a:pt x="0" y="4339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df-path-46">
            <a:extLst xmlns:a="http://schemas.openxmlformats.org/drawingml/2006/main">
              <a:ext uri="{FF2B5EF4-FFF2-40B4-BE49-F238E27FC236}">
                <a16:creationId xmlns:a16="http://schemas.microsoft.com/office/drawing/2014/main" id="{1D1E76C2-6716-4AA0-B7CC-7FF15AF5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4996" y="2939095"/>
            <a:ext cx="1633179" cy="260362"/>
          </a:xfrm>
          <a:custGeom xmlns:a="http://schemas.openxmlformats.org/drawingml/2006/main">
            <a:pathLst>
              <a:path w="1633179" h="260362">
                <a:moveTo>
                  <a:pt x="0" y="43394"/>
                </a:moveTo>
                <a:cubicBezTo>
                  <a:pt x="0" y="19429"/>
                  <a:pt x="19428" y="0"/>
                  <a:pt x="43394" y="0"/>
                </a:cubicBezTo>
                <a:lnTo>
                  <a:pt x="1589784" y="0"/>
                </a:lnTo>
                <a:cubicBezTo>
                  <a:pt x="1613751" y="0"/>
                  <a:pt x="1633179" y="19429"/>
                  <a:pt x="1633179" y="43394"/>
                </a:cubicBezTo>
                <a:lnTo>
                  <a:pt x="1633179" y="216967"/>
                </a:lnTo>
                <a:cubicBezTo>
                  <a:pt x="1633179" y="240934"/>
                  <a:pt x="1613751" y="260362"/>
                  <a:pt x="1589784" y="260362"/>
                </a:cubicBezTo>
                <a:lnTo>
                  <a:pt x="43394" y="260362"/>
                </a:lnTo>
                <a:cubicBezTo>
                  <a:pt x="19428" y="260362"/>
                  <a:pt x="0" y="240934"/>
                  <a:pt x="0" y="216967"/>
                </a:cubicBezTo>
                <a:lnTo>
                  <a:pt x="0" y="43394"/>
                </a:lnTo>
              </a:path>
            </a:pathLst>
          </a:custGeom>
          <a:noFill xmlns:a="http://schemas.openxmlformats.org/drawingml/2006/main"/>
          <a:ln xmlns:a="http://schemas.openxmlformats.org/drawingml/2006/main" w="18081">
            <a:solidFill>
              <a:srgbClr val="4EA72E"/>
            </a:solidFill>
            <a:prstDash val="solid"/>
          </a:ln>
        </p:spPr>
      </p:sp>
      <p:sp>
        <p:nvSpPr>
          <p:cNvPr id="47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1B47B5BE-B60C-4004-A42E-6D527F59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5321" y="2983186"/>
            <a:ext cx="1289019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Asset Remover</a:t>
            </a:r>
          </a:p>
        </p:txBody>
      </p:sp>
      <p:sp>
        <p:nvSpPr>
          <p:cNvPr id="48" name="pdf-text-20-0">
            <a:extLst xmlns:a="http://schemas.openxmlformats.org/drawingml/2006/main">
              <a:ext uri="{FF2B5EF4-FFF2-40B4-BE49-F238E27FC236}">
                <a16:creationId xmlns:a16="http://schemas.microsoft.com/office/drawing/2014/main" id="{C386D4C1-20EE-4154-AFC6-C3CA11DD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5321" y="2983186"/>
            <a:ext cx="1289019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Asset Remover</a:t>
            </a:r>
          </a:p>
        </p:txBody>
      </p:sp>
      <p:sp>
        <p:nvSpPr>
          <p:cNvPr id="49" name="pdf-path-49-part-0">
            <a:extLst xmlns:a="http://schemas.openxmlformats.org/drawingml/2006/main">
              <a:ext uri="{FF2B5EF4-FFF2-40B4-BE49-F238E27FC236}">
                <a16:creationId xmlns:a16="http://schemas.microsoft.com/office/drawing/2014/main" id="{0A79D1C0-63F7-4A0D-B524-818CB94C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004" y="1811917"/>
            <a:ext cx="666268" cy="387840"/>
          </a:xfrm>
          <a:custGeom xmlns:a="http://schemas.openxmlformats.org/drawingml/2006/main">
            <a:pathLst>
              <a:path w="666268" h="387840">
                <a:moveTo>
                  <a:pt x="25662" y="0"/>
                </a:moveTo>
                <a:lnTo>
                  <a:pt x="33202" y="22040"/>
                </a:lnTo>
                <a:lnTo>
                  <a:pt x="39707" y="42845"/>
                </a:lnTo>
                <a:lnTo>
                  <a:pt x="39562" y="42409"/>
                </a:lnTo>
                <a:lnTo>
                  <a:pt x="46494" y="62203"/>
                </a:lnTo>
                <a:lnTo>
                  <a:pt x="46009" y="61007"/>
                </a:lnTo>
                <a:lnTo>
                  <a:pt x="54935" y="80362"/>
                </a:lnTo>
                <a:lnTo>
                  <a:pt x="54302" y="79152"/>
                </a:lnTo>
                <a:lnTo>
                  <a:pt x="59987" y="88792"/>
                </a:lnTo>
                <a:lnTo>
                  <a:pt x="59429" y="87923"/>
                </a:lnTo>
                <a:lnTo>
                  <a:pt x="66180" y="97602"/>
                </a:lnTo>
                <a:lnTo>
                  <a:pt x="65546" y="96764"/>
                </a:lnTo>
                <a:lnTo>
                  <a:pt x="73554" y="106534"/>
                </a:lnTo>
                <a:lnTo>
                  <a:pt x="72879" y="105769"/>
                </a:lnTo>
                <a:lnTo>
                  <a:pt x="82331" y="115680"/>
                </a:lnTo>
                <a:lnTo>
                  <a:pt x="81651" y="115015"/>
                </a:lnTo>
                <a:lnTo>
                  <a:pt x="92738" y="125116"/>
                </a:lnTo>
                <a:lnTo>
                  <a:pt x="92084" y="124556"/>
                </a:lnTo>
                <a:lnTo>
                  <a:pt x="104996" y="134896"/>
                </a:lnTo>
                <a:lnTo>
                  <a:pt x="104386" y="134436"/>
                </a:lnTo>
                <a:lnTo>
                  <a:pt x="119311" y="145067"/>
                </a:lnTo>
                <a:lnTo>
                  <a:pt x="118758" y="144694"/>
                </a:lnTo>
                <a:lnTo>
                  <a:pt x="135885" y="155665"/>
                </a:lnTo>
                <a:lnTo>
                  <a:pt x="135534" y="155448"/>
                </a:lnTo>
                <a:lnTo>
                  <a:pt x="150629" y="164481"/>
                </a:lnTo>
                <a:lnTo>
                  <a:pt x="150178" y="164223"/>
                </a:lnTo>
                <a:lnTo>
                  <a:pt x="167020" y="173446"/>
                </a:lnTo>
                <a:lnTo>
                  <a:pt x="166663" y="173256"/>
                </a:lnTo>
                <a:lnTo>
                  <a:pt x="185026" y="182611"/>
                </a:lnTo>
                <a:lnTo>
                  <a:pt x="184736" y="182468"/>
                </a:lnTo>
                <a:lnTo>
                  <a:pt x="204395" y="191899"/>
                </a:lnTo>
                <a:lnTo>
                  <a:pt x="204155" y="191786"/>
                </a:lnTo>
                <a:lnTo>
                  <a:pt x="224884" y="201238"/>
                </a:lnTo>
                <a:lnTo>
                  <a:pt x="224683" y="201149"/>
                </a:lnTo>
                <a:lnTo>
                  <a:pt x="246255" y="210565"/>
                </a:lnTo>
                <a:lnTo>
                  <a:pt x="246011" y="210460"/>
                </a:lnTo>
                <a:lnTo>
                  <a:pt x="290782" y="228964"/>
                </a:lnTo>
                <a:lnTo>
                  <a:pt x="290523" y="228860"/>
                </a:lnTo>
                <a:lnTo>
                  <a:pt x="335959" y="246553"/>
                </a:lnTo>
                <a:lnTo>
                  <a:pt x="335756" y="246476"/>
                </a:lnTo>
                <a:lnTo>
                  <a:pt x="380048" y="262911"/>
                </a:lnTo>
                <a:lnTo>
                  <a:pt x="379919" y="262863"/>
                </a:lnTo>
                <a:lnTo>
                  <a:pt x="401072" y="270470"/>
                </a:lnTo>
                <a:lnTo>
                  <a:pt x="400996" y="270442"/>
                </a:lnTo>
                <a:lnTo>
                  <a:pt x="421185" y="277566"/>
                </a:lnTo>
                <a:lnTo>
                  <a:pt x="421114" y="277542"/>
                </a:lnTo>
                <a:lnTo>
                  <a:pt x="440113" y="284128"/>
                </a:lnTo>
                <a:lnTo>
                  <a:pt x="440047" y="284104"/>
                </a:lnTo>
                <a:lnTo>
                  <a:pt x="457631" y="290097"/>
                </a:lnTo>
                <a:lnTo>
                  <a:pt x="457226" y="289966"/>
                </a:lnTo>
                <a:lnTo>
                  <a:pt x="490732" y="300225"/>
                </a:lnTo>
                <a:lnTo>
                  <a:pt x="490079" y="300043"/>
                </a:lnTo>
                <a:lnTo>
                  <a:pt x="522945" y="308335"/>
                </a:lnTo>
                <a:lnTo>
                  <a:pt x="522429" y="308214"/>
                </a:lnTo>
                <a:lnTo>
                  <a:pt x="553992" y="314877"/>
                </a:lnTo>
                <a:lnTo>
                  <a:pt x="553611" y="314802"/>
                </a:lnTo>
                <a:lnTo>
                  <a:pt x="583208" y="320167"/>
                </a:lnTo>
                <a:lnTo>
                  <a:pt x="582977" y="320127"/>
                </a:lnTo>
                <a:lnTo>
                  <a:pt x="609941" y="324534"/>
                </a:lnTo>
                <a:lnTo>
                  <a:pt x="609895" y="324527"/>
                </a:lnTo>
                <a:lnTo>
                  <a:pt x="633627" y="328321"/>
                </a:lnTo>
                <a:lnTo>
                  <a:pt x="642215" y="329777"/>
                </a:lnTo>
                <a:lnTo>
                  <a:pt x="637678" y="356516"/>
                </a:lnTo>
                <a:lnTo>
                  <a:pt x="629154" y="355070"/>
                </a:lnTo>
                <a:lnTo>
                  <a:pt x="629282" y="355092"/>
                </a:lnTo>
                <a:lnTo>
                  <a:pt x="605590" y="351304"/>
                </a:lnTo>
                <a:lnTo>
                  <a:pt x="578485" y="346874"/>
                </a:lnTo>
                <a:lnTo>
                  <a:pt x="548583" y="341452"/>
                </a:lnTo>
                <a:lnTo>
                  <a:pt x="516569" y="334696"/>
                </a:lnTo>
                <a:lnTo>
                  <a:pt x="483115" y="326256"/>
                </a:lnTo>
                <a:lnTo>
                  <a:pt x="449083" y="315837"/>
                </a:lnTo>
                <a:lnTo>
                  <a:pt x="431264" y="309764"/>
                </a:lnTo>
                <a:lnTo>
                  <a:pt x="412195" y="303154"/>
                </a:lnTo>
                <a:lnTo>
                  <a:pt x="391933" y="296005"/>
                </a:lnTo>
                <a:lnTo>
                  <a:pt x="370678" y="288361"/>
                </a:lnTo>
                <a:lnTo>
                  <a:pt x="326219" y="271865"/>
                </a:lnTo>
                <a:lnTo>
                  <a:pt x="280552" y="254081"/>
                </a:lnTo>
                <a:lnTo>
                  <a:pt x="235527" y="235474"/>
                </a:lnTo>
                <a:lnTo>
                  <a:pt x="213733" y="225960"/>
                </a:lnTo>
                <a:lnTo>
                  <a:pt x="192784" y="216408"/>
                </a:lnTo>
                <a:lnTo>
                  <a:pt x="172860" y="206850"/>
                </a:lnTo>
                <a:lnTo>
                  <a:pt x="154172" y="197331"/>
                </a:lnTo>
                <a:lnTo>
                  <a:pt x="136925" y="187887"/>
                </a:lnTo>
                <a:lnTo>
                  <a:pt x="121430" y="178614"/>
                </a:lnTo>
                <a:lnTo>
                  <a:pt x="103847" y="167351"/>
                </a:lnTo>
                <a:lnTo>
                  <a:pt x="88340" y="156304"/>
                </a:lnTo>
                <a:lnTo>
                  <a:pt x="74794" y="145456"/>
                </a:lnTo>
                <a:lnTo>
                  <a:pt x="63035" y="134745"/>
                </a:lnTo>
                <a:lnTo>
                  <a:pt x="52902" y="124120"/>
                </a:lnTo>
                <a:lnTo>
                  <a:pt x="44238" y="113549"/>
                </a:lnTo>
                <a:lnTo>
                  <a:pt x="36888" y="103014"/>
                </a:lnTo>
                <a:lnTo>
                  <a:pt x="30594" y="92342"/>
                </a:lnTo>
                <a:lnTo>
                  <a:pt x="21110" y="71776"/>
                </a:lnTo>
                <a:lnTo>
                  <a:pt x="13890" y="51156"/>
                </a:lnTo>
                <a:lnTo>
                  <a:pt x="7371" y="30306"/>
                </a:lnTo>
                <a:lnTo>
                  <a:pt x="7483" y="30649"/>
                </a:lnTo>
                <a:lnTo>
                  <a:pt x="0" y="8780"/>
                </a:lnTo>
                <a:lnTo>
                  <a:pt x="25662" y="0"/>
                </a:lnTo>
              </a:path>
            </a:pathLst>
          </a:custGeom>
          <a:solidFill xmlns:a="http://schemas.openxmlformats.org/drawingml/2006/main">
            <a:srgbClr val="04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df-path-49-part-1">
            <a:extLst xmlns:a="http://schemas.openxmlformats.org/drawingml/2006/main">
              <a:ext uri="{FF2B5EF4-FFF2-40B4-BE49-F238E27FC236}">
                <a16:creationId xmlns:a16="http://schemas.microsoft.com/office/drawing/2014/main" id="{A4082E52-661A-4DA7-AFC8-9072C46E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004" y="1811917"/>
            <a:ext cx="666268" cy="387840"/>
          </a:xfrm>
          <a:custGeom xmlns:a="http://schemas.openxmlformats.org/drawingml/2006/main">
            <a:pathLst>
              <a:path w="666268" h="387840">
                <a:moveTo>
                  <a:pt x="579379" y="269744"/>
                </a:moveTo>
                <a:lnTo>
                  <a:pt x="666268" y="348754"/>
                </a:lnTo>
                <a:lnTo>
                  <a:pt x="554724" y="385497"/>
                </a:lnTo>
                <a:cubicBezTo>
                  <a:pt x="547610" y="387840"/>
                  <a:pt x="539945" y="383974"/>
                  <a:pt x="537602" y="376860"/>
                </a:cubicBezTo>
                <a:cubicBezTo>
                  <a:pt x="535258" y="369747"/>
                  <a:pt x="539125" y="362081"/>
                  <a:pt x="546238" y="359738"/>
                </a:cubicBezTo>
                <a:lnTo>
                  <a:pt x="635704" y="330268"/>
                </a:lnTo>
                <a:lnTo>
                  <a:pt x="630823" y="353180"/>
                </a:lnTo>
                <a:lnTo>
                  <a:pt x="561133" y="289809"/>
                </a:lnTo>
                <a:cubicBezTo>
                  <a:pt x="555592" y="284771"/>
                  <a:pt x="555185" y="276195"/>
                  <a:pt x="560223" y="270653"/>
                </a:cubicBezTo>
                <a:cubicBezTo>
                  <a:pt x="565261" y="265112"/>
                  <a:pt x="573838" y="264706"/>
                  <a:pt x="579379" y="269744"/>
                </a:cubicBezTo>
              </a:path>
            </a:pathLst>
          </a:custGeom>
          <a:solidFill xmlns:a="http://schemas.openxmlformats.org/drawingml/2006/main">
            <a:srgbClr val="0424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df-text-21-0">
            <a:extLst xmlns:a="http://schemas.openxmlformats.org/drawingml/2006/main">
              <a:ext uri="{FF2B5EF4-FFF2-40B4-BE49-F238E27FC236}">
                <a16:creationId xmlns:a16="http://schemas.microsoft.com/office/drawing/2014/main" id="{A0C1FDEE-FA73-46CE-A306-EFC4D70D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621" y="1602376"/>
            <a:ext cx="660195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 O</a:t>
            </a:r>
          </a:p>
        </p:txBody>
      </p:sp>
      <p:sp>
        <p:nvSpPr>
          <p:cNvPr id="52" name="pdf-text-22-0">
            <a:extLst xmlns:a="http://schemas.openxmlformats.org/drawingml/2006/main">
              <a:ext uri="{FF2B5EF4-FFF2-40B4-BE49-F238E27FC236}">
                <a16:creationId xmlns:a16="http://schemas.microsoft.com/office/drawing/2014/main" id="{919C8CAE-70C7-453E-A82E-3BB49FEA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072" y="1602376"/>
            <a:ext cx="331249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pen</a:t>
            </a:r>
          </a:p>
        </p:txBody>
      </p:sp>
      <p:sp>
        <p:nvSpPr>
          <p:cNvPr id="53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C08BBD3C-8A5D-49BE-AB5D-041970FF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6552" y="1602376"/>
            <a:ext cx="63931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54" name="pdf-text-24-0">
            <a:extLst xmlns:a="http://schemas.openxmlformats.org/drawingml/2006/main">
              <a:ext uri="{FF2B5EF4-FFF2-40B4-BE49-F238E27FC236}">
                <a16:creationId xmlns:a16="http://schemas.microsoft.com/office/drawing/2014/main" id="{56E2EC24-518B-4D2D-804F-F45A8DEF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341" y="1602376"/>
            <a:ext cx="981614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vocabulary </a:t>
            </a:r>
          </a:p>
        </p:txBody>
      </p:sp>
      <p:sp>
        <p:nvSpPr>
          <p:cNvPr id="55" name="pdf-text-25-0">
            <a:extLst xmlns:a="http://schemas.openxmlformats.org/drawingml/2006/main">
              <a:ext uri="{FF2B5EF4-FFF2-40B4-BE49-F238E27FC236}">
                <a16:creationId xmlns:a16="http://schemas.microsoft.com/office/drawing/2014/main" id="{3590A205-5DC6-4EAF-BFDE-2D84E1AB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3725" y="1602376"/>
            <a:ext cx="110199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56" name="pdf-text-26-0">
            <a:extLst xmlns:a="http://schemas.openxmlformats.org/drawingml/2006/main">
              <a:ext uri="{FF2B5EF4-FFF2-40B4-BE49-F238E27FC236}">
                <a16:creationId xmlns:a16="http://schemas.microsoft.com/office/drawing/2014/main" id="{E61609B7-F079-46A2-B02A-AAE980E4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2321" y="1602376"/>
            <a:ext cx="264055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ext</a:t>
            </a:r>
          </a:p>
        </p:txBody>
      </p:sp>
      <p:sp>
        <p:nvSpPr>
          <p:cNvPr id="57" name="pdf-path-56">
            <a:extLst xmlns:a="http://schemas.openxmlformats.org/drawingml/2006/main">
              <a:ext uri="{FF2B5EF4-FFF2-40B4-BE49-F238E27FC236}">
                <a16:creationId xmlns:a16="http://schemas.microsoft.com/office/drawing/2014/main" id="{9F2837C9-780B-43F8-B3E3-4658CED5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8787" y="851438"/>
            <a:ext cx="904278" cy="562035"/>
          </a:xfrm>
          <a:custGeom xmlns:a="http://schemas.openxmlformats.org/drawingml/2006/main">
            <a:pathLst>
              <a:path w="904278" h="562035">
                <a:moveTo>
                  <a:pt x="77297" y="40092"/>
                </a:moveTo>
                <a:cubicBezTo>
                  <a:pt x="86675" y="13751"/>
                  <a:pt x="115630" y="0"/>
                  <a:pt x="141970" y="9377"/>
                </a:cubicBezTo>
                <a:lnTo>
                  <a:pt x="864186" y="266496"/>
                </a:lnTo>
                <a:cubicBezTo>
                  <a:pt x="890526" y="275874"/>
                  <a:pt x="904278" y="304829"/>
                  <a:pt x="894900" y="331171"/>
                </a:cubicBezTo>
                <a:lnTo>
                  <a:pt x="826982" y="521944"/>
                </a:lnTo>
                <a:cubicBezTo>
                  <a:pt x="817604" y="548283"/>
                  <a:pt x="788649" y="562035"/>
                  <a:pt x="762308" y="552658"/>
                </a:cubicBezTo>
                <a:lnTo>
                  <a:pt x="40092" y="295538"/>
                </a:lnTo>
                <a:cubicBezTo>
                  <a:pt x="13751" y="286160"/>
                  <a:pt x="0" y="257205"/>
                  <a:pt x="9378" y="230864"/>
                </a:cubicBezTo>
                <a:lnTo>
                  <a:pt x="77297" y="4009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df-path-57">
            <a:extLst xmlns:a="http://schemas.openxmlformats.org/drawingml/2006/main">
              <a:ext uri="{FF2B5EF4-FFF2-40B4-BE49-F238E27FC236}">
                <a16:creationId xmlns:a16="http://schemas.microsoft.com/office/drawing/2014/main" id="{9028862B-A01F-44BE-8D59-6A24B2BE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8787" y="851438"/>
            <a:ext cx="904277" cy="562036"/>
          </a:xfrm>
          <a:custGeom xmlns:a="http://schemas.openxmlformats.org/drawingml/2006/main">
            <a:pathLst>
              <a:path w="904277" h="562036">
                <a:moveTo>
                  <a:pt x="77296" y="40092"/>
                </a:moveTo>
                <a:cubicBezTo>
                  <a:pt x="86673" y="13751"/>
                  <a:pt x="115629" y="0"/>
                  <a:pt x="141970" y="9378"/>
                </a:cubicBezTo>
                <a:lnTo>
                  <a:pt x="864185" y="266496"/>
                </a:lnTo>
                <a:cubicBezTo>
                  <a:pt x="890526" y="275874"/>
                  <a:pt x="904277" y="304830"/>
                  <a:pt x="894899" y="331171"/>
                </a:cubicBezTo>
                <a:lnTo>
                  <a:pt x="826982" y="521944"/>
                </a:lnTo>
                <a:cubicBezTo>
                  <a:pt x="817604" y="548284"/>
                  <a:pt x="788648" y="562036"/>
                  <a:pt x="762308" y="552658"/>
                </a:cubicBezTo>
                <a:lnTo>
                  <a:pt x="40092" y="295539"/>
                </a:lnTo>
                <a:cubicBezTo>
                  <a:pt x="13751" y="286161"/>
                  <a:pt x="0" y="257206"/>
                  <a:pt x="9378" y="230865"/>
                </a:cubicBezTo>
                <a:lnTo>
                  <a:pt x="77296" y="40092"/>
                </a:lnTo>
              </a:path>
            </a:pathLst>
          </a:custGeom>
          <a:noFill xmlns:a="http://schemas.openxmlformats.org/drawingml/2006/main"/>
          <a:ln xmlns:a="http://schemas.openxmlformats.org/drawingml/2006/main" w="17033">
            <a:solidFill>
              <a:srgbClr val="0F9ED5"/>
            </a:solidFill>
            <a:prstDash val="solid"/>
          </a:ln>
        </p:spPr>
      </p:sp>
      <p:sp>
        <p:nvSpPr>
          <p:cNvPr id="59" name="pdf-path-60">
            <a:extLst xmlns:a="http://schemas.openxmlformats.org/drawingml/2006/main">
              <a:ext uri="{FF2B5EF4-FFF2-40B4-BE49-F238E27FC236}">
                <a16:creationId xmlns:a16="http://schemas.microsoft.com/office/drawing/2014/main" id="{8ECE5099-3176-40FC-A083-884F9207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3202" y="3688386"/>
            <a:ext cx="932276" cy="792951"/>
          </a:xfrm>
          <a:custGeom xmlns:a="http://schemas.openxmlformats.org/drawingml/2006/main">
            <a:pathLst>
              <a:path w="932276" h="792951">
                <a:moveTo>
                  <a:pt x="21120" y="428598"/>
                </a:moveTo>
                <a:cubicBezTo>
                  <a:pt x="0" y="386461"/>
                  <a:pt x="17040" y="335182"/>
                  <a:pt x="59176" y="314063"/>
                </a:cubicBezTo>
                <a:lnTo>
                  <a:pt x="643668" y="21119"/>
                </a:lnTo>
                <a:cubicBezTo>
                  <a:pt x="685806" y="0"/>
                  <a:pt x="737085" y="17039"/>
                  <a:pt x="758203" y="59176"/>
                </a:cubicBezTo>
                <a:lnTo>
                  <a:pt x="911156" y="364352"/>
                </a:lnTo>
                <a:cubicBezTo>
                  <a:pt x="932276" y="406489"/>
                  <a:pt x="915236" y="457768"/>
                  <a:pt x="873100" y="478887"/>
                </a:cubicBezTo>
                <a:lnTo>
                  <a:pt x="288607" y="771832"/>
                </a:lnTo>
                <a:cubicBezTo>
                  <a:pt x="246471" y="792951"/>
                  <a:pt x="195191" y="775912"/>
                  <a:pt x="174071" y="733774"/>
                </a:cubicBezTo>
                <a:lnTo>
                  <a:pt x="21120" y="42859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df-path-61">
            <a:extLst xmlns:a="http://schemas.openxmlformats.org/drawingml/2006/main">
              <a:ext uri="{FF2B5EF4-FFF2-40B4-BE49-F238E27FC236}">
                <a16:creationId xmlns:a16="http://schemas.microsoft.com/office/drawing/2014/main" id="{C489C83E-703A-43F8-BECE-1096A988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3202" y="3688386"/>
            <a:ext cx="932275" cy="792951"/>
          </a:xfrm>
          <a:custGeom xmlns:a="http://schemas.openxmlformats.org/drawingml/2006/main">
            <a:pathLst>
              <a:path w="932275" h="792951">
                <a:moveTo>
                  <a:pt x="21119" y="428599"/>
                </a:moveTo>
                <a:cubicBezTo>
                  <a:pt x="0" y="386461"/>
                  <a:pt x="17039" y="335182"/>
                  <a:pt x="59176" y="314064"/>
                </a:cubicBezTo>
                <a:lnTo>
                  <a:pt x="643668" y="21119"/>
                </a:lnTo>
                <a:cubicBezTo>
                  <a:pt x="685805" y="0"/>
                  <a:pt x="737085" y="17039"/>
                  <a:pt x="758204" y="59176"/>
                </a:cubicBezTo>
                <a:lnTo>
                  <a:pt x="911156" y="364352"/>
                </a:lnTo>
                <a:cubicBezTo>
                  <a:pt x="932275" y="406489"/>
                  <a:pt x="915236" y="457768"/>
                  <a:pt x="873099" y="478887"/>
                </a:cubicBezTo>
                <a:lnTo>
                  <a:pt x="288607" y="771832"/>
                </a:lnTo>
                <a:cubicBezTo>
                  <a:pt x="246470" y="792951"/>
                  <a:pt x="195191" y="775912"/>
                  <a:pt x="174072" y="733775"/>
                </a:cubicBezTo>
                <a:lnTo>
                  <a:pt x="21119" y="428599"/>
                </a:lnTo>
              </a:path>
            </a:pathLst>
          </a:custGeom>
          <a:noFill xmlns:a="http://schemas.openxmlformats.org/drawingml/2006/main"/>
          <a:ln xmlns:a="http://schemas.openxmlformats.org/drawingml/2006/main" w="16164">
            <a:solidFill>
              <a:srgbClr val="4EA72E"/>
            </a:solidFill>
            <a:prstDash val="solid"/>
          </a:ln>
        </p:spPr>
      </p:sp>
      <p:sp>
        <p:nvSpPr>
          <p:cNvPr id="61" name="pdf-path-66">
            <a:extLst xmlns:a="http://schemas.openxmlformats.org/drawingml/2006/main">
              <a:ext uri="{FF2B5EF4-FFF2-40B4-BE49-F238E27FC236}">
                <a16:creationId xmlns:a16="http://schemas.microsoft.com/office/drawing/2014/main" id="{6576407B-0F00-4F7F-A5AC-CC47B2AC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3372" y="1029774"/>
            <a:ext cx="825796" cy="512834"/>
          </a:xfrm>
          <a:custGeom xmlns:a="http://schemas.openxmlformats.org/drawingml/2006/main">
            <a:pathLst>
              <a:path w="825796" h="512834">
                <a:moveTo>
                  <a:pt x="0" y="85475"/>
                </a:moveTo>
                <a:cubicBezTo>
                  <a:pt x="0" y="38268"/>
                  <a:pt x="38269" y="0"/>
                  <a:pt x="85475" y="0"/>
                </a:cubicBezTo>
                <a:lnTo>
                  <a:pt x="740322" y="0"/>
                </a:lnTo>
                <a:cubicBezTo>
                  <a:pt x="787528" y="0"/>
                  <a:pt x="825796" y="38268"/>
                  <a:pt x="825796" y="85475"/>
                </a:cubicBezTo>
                <a:lnTo>
                  <a:pt x="825796" y="427360"/>
                </a:lnTo>
                <a:cubicBezTo>
                  <a:pt x="825796" y="474566"/>
                  <a:pt x="787528" y="512834"/>
                  <a:pt x="740322" y="512834"/>
                </a:cubicBezTo>
                <a:lnTo>
                  <a:pt x="85475" y="512834"/>
                </a:lnTo>
                <a:cubicBezTo>
                  <a:pt x="38269" y="512834"/>
                  <a:pt x="0" y="474566"/>
                  <a:pt x="0" y="427360"/>
                </a:cubicBezTo>
                <a:lnTo>
                  <a:pt x="0" y="8547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df-path-67">
            <a:extLst xmlns:a="http://schemas.openxmlformats.org/drawingml/2006/main">
              <a:ext uri="{FF2B5EF4-FFF2-40B4-BE49-F238E27FC236}">
                <a16:creationId xmlns:a16="http://schemas.microsoft.com/office/drawing/2014/main" id="{F27385A4-BAFE-457C-9606-0CDA8FA1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3372" y="1029774"/>
            <a:ext cx="825795" cy="512834"/>
          </a:xfrm>
          <a:custGeom xmlns:a="http://schemas.openxmlformats.org/drawingml/2006/main">
            <a:pathLst>
              <a:path w="825795" h="512834">
                <a:moveTo>
                  <a:pt x="0" y="85474"/>
                </a:moveTo>
                <a:cubicBezTo>
                  <a:pt x="0" y="38268"/>
                  <a:pt x="38268" y="0"/>
                  <a:pt x="85474" y="0"/>
                </a:cubicBezTo>
                <a:lnTo>
                  <a:pt x="740321" y="0"/>
                </a:lnTo>
                <a:cubicBezTo>
                  <a:pt x="787527" y="0"/>
                  <a:pt x="825795" y="38268"/>
                  <a:pt x="825795" y="85474"/>
                </a:cubicBezTo>
                <a:lnTo>
                  <a:pt x="825795" y="427360"/>
                </a:lnTo>
                <a:cubicBezTo>
                  <a:pt x="825795" y="474566"/>
                  <a:pt x="787527" y="512834"/>
                  <a:pt x="740321" y="512834"/>
                </a:cubicBezTo>
                <a:lnTo>
                  <a:pt x="85474" y="512834"/>
                </a:lnTo>
                <a:cubicBezTo>
                  <a:pt x="38268" y="512834"/>
                  <a:pt x="0" y="474566"/>
                  <a:pt x="0" y="427360"/>
                </a:cubicBezTo>
                <a:lnTo>
                  <a:pt x="0" y="85474"/>
                </a:lnTo>
              </a:path>
            </a:pathLst>
          </a:custGeom>
          <a:noFill xmlns:a="http://schemas.openxmlformats.org/drawingml/2006/main"/>
          <a:ln xmlns:a="http://schemas.openxmlformats.org/drawingml/2006/main" w="18081">
            <a:solidFill>
              <a:srgbClr val="4EA72E"/>
            </a:solidFill>
            <a:prstDash val="solid"/>
          </a:ln>
        </p:spPr>
      </p:sp>
      <p:sp>
        <p:nvSpPr>
          <p:cNvPr id="63" name="pdf-text-33-0">
            <a:extLst xmlns:a="http://schemas.openxmlformats.org/drawingml/2006/main">
              <a:ext uri="{FF2B5EF4-FFF2-40B4-BE49-F238E27FC236}">
                <a16:creationId xmlns:a16="http://schemas.microsoft.com/office/drawing/2014/main" id="{01EF1FBF-B025-4DD9-AA30-86DC6EBD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9783" y="1084384"/>
            <a:ext cx="523540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Asset </a:t>
            </a:r>
          </a:p>
        </p:txBody>
      </p:sp>
      <p:sp>
        <p:nvSpPr>
          <p:cNvPr id="64" name="pdf-text-34-0">
            <a:extLst xmlns:a="http://schemas.openxmlformats.org/drawingml/2006/main">
              <a:ext uri="{FF2B5EF4-FFF2-40B4-BE49-F238E27FC236}">
                <a16:creationId xmlns:a16="http://schemas.microsoft.com/office/drawing/2014/main" id="{FD60CEEF-1212-4D25-8726-67D29410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9783" y="1084384"/>
            <a:ext cx="523540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Asset </a:t>
            </a:r>
          </a:p>
        </p:txBody>
      </p:sp>
      <p:sp>
        <p:nvSpPr>
          <p:cNvPr id="65" name="pdf-text-35-0">
            <a:extLst xmlns:a="http://schemas.openxmlformats.org/drawingml/2006/main">
              <a:ext uri="{FF2B5EF4-FFF2-40B4-BE49-F238E27FC236}">
                <a16:creationId xmlns:a16="http://schemas.microsoft.com/office/drawing/2014/main" id="{54251BAF-ABB8-4D9E-87F1-C09ADD23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2662" y="1315817"/>
            <a:ext cx="523156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Placer</a:t>
            </a:r>
          </a:p>
        </p:txBody>
      </p:sp>
      <p:sp>
        <p:nvSpPr>
          <p:cNvPr id="66" name="pdf-text-36-0">
            <a:extLst xmlns:a="http://schemas.openxmlformats.org/drawingml/2006/main">
              <a:ext uri="{FF2B5EF4-FFF2-40B4-BE49-F238E27FC236}">
                <a16:creationId xmlns:a16="http://schemas.microsoft.com/office/drawing/2014/main" id="{785D451F-4898-4030-811C-6D6E334E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2662" y="1315817"/>
            <a:ext cx="523156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Placer</a:t>
            </a:r>
          </a:p>
        </p:txBody>
      </p:sp>
      <p:sp>
        <p:nvSpPr>
          <p:cNvPr id="67" name="pdf-path-72">
            <a:extLst xmlns:a="http://schemas.openxmlformats.org/drawingml/2006/main">
              <a:ext uri="{FF2B5EF4-FFF2-40B4-BE49-F238E27FC236}">
                <a16:creationId xmlns:a16="http://schemas.microsoft.com/office/drawing/2014/main" id="{846DCBF4-4281-481C-9384-F3A4103E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5485" y="3253546"/>
            <a:ext cx="895532" cy="624039"/>
          </a:xfrm>
          <a:custGeom xmlns:a="http://schemas.openxmlformats.org/drawingml/2006/main">
            <a:pathLst>
              <a:path w="895532" h="624039">
                <a:moveTo>
                  <a:pt x="11863" y="404437"/>
                </a:moveTo>
                <a:cubicBezTo>
                  <a:pt x="0" y="379118"/>
                  <a:pt x="10908" y="348976"/>
                  <a:pt x="36228" y="337114"/>
                </a:cubicBezTo>
                <a:lnTo>
                  <a:pt x="730431" y="11863"/>
                </a:lnTo>
                <a:cubicBezTo>
                  <a:pt x="755750" y="0"/>
                  <a:pt x="785892" y="10908"/>
                  <a:pt x="797753" y="36228"/>
                </a:cubicBezTo>
                <a:lnTo>
                  <a:pt x="883669" y="219601"/>
                </a:lnTo>
                <a:cubicBezTo>
                  <a:pt x="895532" y="244920"/>
                  <a:pt x="884623" y="275063"/>
                  <a:pt x="859304" y="286925"/>
                </a:cubicBezTo>
                <a:lnTo>
                  <a:pt x="165102" y="612176"/>
                </a:lnTo>
                <a:cubicBezTo>
                  <a:pt x="139782" y="624039"/>
                  <a:pt x="109641" y="613130"/>
                  <a:pt x="97777" y="587810"/>
                </a:cubicBezTo>
                <a:lnTo>
                  <a:pt x="11863" y="404437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df-path-73">
            <a:extLst xmlns:a="http://schemas.openxmlformats.org/drawingml/2006/main">
              <a:ext uri="{FF2B5EF4-FFF2-40B4-BE49-F238E27FC236}">
                <a16:creationId xmlns:a16="http://schemas.microsoft.com/office/drawing/2014/main" id="{C300FFBA-5A8A-4219-9C1C-2F2A85CD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85485" y="3253545"/>
            <a:ext cx="895532" cy="624039"/>
          </a:xfrm>
          <a:custGeom xmlns:a="http://schemas.openxmlformats.org/drawingml/2006/main">
            <a:pathLst>
              <a:path w="895532" h="624039">
                <a:moveTo>
                  <a:pt x="11862" y="404438"/>
                </a:moveTo>
                <a:cubicBezTo>
                  <a:pt x="0" y="379118"/>
                  <a:pt x="10908" y="348977"/>
                  <a:pt x="36228" y="337114"/>
                </a:cubicBezTo>
                <a:lnTo>
                  <a:pt x="730430" y="11863"/>
                </a:lnTo>
                <a:cubicBezTo>
                  <a:pt x="755749" y="0"/>
                  <a:pt x="785891" y="10909"/>
                  <a:pt x="797754" y="36228"/>
                </a:cubicBezTo>
                <a:lnTo>
                  <a:pt x="883668" y="219601"/>
                </a:lnTo>
                <a:cubicBezTo>
                  <a:pt x="895532" y="244920"/>
                  <a:pt x="884622" y="275062"/>
                  <a:pt x="859304" y="286925"/>
                </a:cubicBezTo>
                <a:lnTo>
                  <a:pt x="165101" y="612176"/>
                </a:lnTo>
                <a:cubicBezTo>
                  <a:pt x="139782" y="624039"/>
                  <a:pt x="109640" y="613130"/>
                  <a:pt x="97777" y="587811"/>
                </a:cubicBezTo>
                <a:lnTo>
                  <a:pt x="11862" y="404438"/>
                </a:lnTo>
              </a:path>
            </a:pathLst>
          </a:custGeom>
          <a:noFill xmlns:a="http://schemas.openxmlformats.org/drawingml/2006/main"/>
          <a:ln xmlns:a="http://schemas.openxmlformats.org/drawingml/2006/main" w="16373">
            <a:solidFill>
              <a:srgbClr val="0F9ED5"/>
            </a:solidFill>
            <a:prstDash val="solid"/>
          </a:ln>
        </p:spPr>
      </p:sp>
      <p:sp>
        <p:nvSpPr>
          <p:cNvPr id="69" name="pdf-path-76">
            <a:extLst xmlns:a="http://schemas.openxmlformats.org/drawingml/2006/main">
              <a:ext uri="{FF2B5EF4-FFF2-40B4-BE49-F238E27FC236}">
                <a16:creationId xmlns:a16="http://schemas.microsoft.com/office/drawing/2014/main" id="{9610522A-2B21-4FEA-A12E-007C887A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2179" y="1816303"/>
            <a:ext cx="925007" cy="849144"/>
          </a:xfrm>
          <a:custGeom xmlns:a="http://schemas.openxmlformats.org/drawingml/2006/main">
            <a:pathLst>
              <a:path w="925007" h="849144">
                <a:moveTo>
                  <a:pt x="223461" y="47833"/>
                </a:moveTo>
                <a:cubicBezTo>
                  <a:pt x="250573" y="9276"/>
                  <a:pt x="303806" y="0"/>
                  <a:pt x="342361" y="27110"/>
                </a:cubicBezTo>
                <a:lnTo>
                  <a:pt x="877173" y="403174"/>
                </a:lnTo>
                <a:cubicBezTo>
                  <a:pt x="915730" y="430285"/>
                  <a:pt x="925007" y="483519"/>
                  <a:pt x="897897" y="522074"/>
                </a:cubicBezTo>
                <a:lnTo>
                  <a:pt x="701545" y="801311"/>
                </a:lnTo>
                <a:cubicBezTo>
                  <a:pt x="674435" y="839866"/>
                  <a:pt x="621200" y="849144"/>
                  <a:pt x="582646" y="822032"/>
                </a:cubicBezTo>
                <a:lnTo>
                  <a:pt x="47832" y="445969"/>
                </a:lnTo>
                <a:cubicBezTo>
                  <a:pt x="9277" y="418859"/>
                  <a:pt x="0" y="365625"/>
                  <a:pt x="27111" y="327070"/>
                </a:cubicBezTo>
                <a:lnTo>
                  <a:pt x="223461" y="47833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df-path-77">
            <a:extLst xmlns:a="http://schemas.openxmlformats.org/drawingml/2006/main">
              <a:ext uri="{FF2B5EF4-FFF2-40B4-BE49-F238E27FC236}">
                <a16:creationId xmlns:a16="http://schemas.microsoft.com/office/drawing/2014/main" id="{0785B7AD-B009-4545-AEA1-54EC2FCF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52179" y="1816302"/>
            <a:ext cx="925007" cy="849144"/>
          </a:xfrm>
          <a:custGeom xmlns:a="http://schemas.openxmlformats.org/drawingml/2006/main">
            <a:pathLst>
              <a:path w="925007" h="849144">
                <a:moveTo>
                  <a:pt x="223462" y="47833"/>
                </a:moveTo>
                <a:cubicBezTo>
                  <a:pt x="250573" y="9278"/>
                  <a:pt x="303806" y="0"/>
                  <a:pt x="342362" y="27111"/>
                </a:cubicBezTo>
                <a:lnTo>
                  <a:pt x="877174" y="403174"/>
                </a:lnTo>
                <a:cubicBezTo>
                  <a:pt x="915730" y="430285"/>
                  <a:pt x="925007" y="483519"/>
                  <a:pt x="897896" y="522074"/>
                </a:cubicBezTo>
                <a:lnTo>
                  <a:pt x="701546" y="801311"/>
                </a:lnTo>
                <a:cubicBezTo>
                  <a:pt x="674435" y="839867"/>
                  <a:pt x="621201" y="849144"/>
                  <a:pt x="582646" y="822033"/>
                </a:cubicBezTo>
                <a:lnTo>
                  <a:pt x="47833" y="445970"/>
                </a:lnTo>
                <a:cubicBezTo>
                  <a:pt x="9278" y="418859"/>
                  <a:pt x="0" y="365626"/>
                  <a:pt x="27111" y="327070"/>
                </a:cubicBezTo>
                <a:lnTo>
                  <a:pt x="223462" y="47833"/>
                </a:lnTo>
              </a:path>
            </a:pathLst>
          </a:custGeom>
          <a:noFill xmlns:a="http://schemas.openxmlformats.org/drawingml/2006/main"/>
          <a:ln xmlns:a="http://schemas.openxmlformats.org/drawingml/2006/main" w="14790">
            <a:solidFill>
              <a:srgbClr val="4EA72E"/>
            </a:solidFill>
            <a:prstDash val="solid"/>
          </a:ln>
        </p:spPr>
      </p:sp>
      <p:sp>
        <p:nvSpPr>
          <p:cNvPr id="71" name="pdf-path-82">
            <a:extLst xmlns:a="http://schemas.openxmlformats.org/drawingml/2006/main">
              <a:ext uri="{FF2B5EF4-FFF2-40B4-BE49-F238E27FC236}">
                <a16:creationId xmlns:a16="http://schemas.microsoft.com/office/drawing/2014/main" id="{8D04151E-2418-4C9C-9FB9-5B5C8E41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8594" y="804990"/>
            <a:ext cx="899414" cy="881031"/>
          </a:xfrm>
          <a:custGeom xmlns:a="http://schemas.openxmlformats.org/drawingml/2006/main">
            <a:pathLst>
              <a:path w="899414" h="881031">
                <a:moveTo>
                  <a:pt x="31745" y="594574"/>
                </a:moveTo>
                <a:cubicBezTo>
                  <a:pt x="0" y="560089"/>
                  <a:pt x="2222" y="506400"/>
                  <a:pt x="36706" y="474655"/>
                </a:cubicBezTo>
                <a:lnTo>
                  <a:pt x="517843" y="31745"/>
                </a:lnTo>
                <a:cubicBezTo>
                  <a:pt x="552326" y="0"/>
                  <a:pt x="606017" y="2221"/>
                  <a:pt x="637762" y="36705"/>
                </a:cubicBezTo>
                <a:lnTo>
                  <a:pt x="867670" y="286456"/>
                </a:lnTo>
                <a:cubicBezTo>
                  <a:pt x="899414" y="320941"/>
                  <a:pt x="897193" y="374630"/>
                  <a:pt x="862709" y="406374"/>
                </a:cubicBezTo>
                <a:lnTo>
                  <a:pt x="381573" y="849286"/>
                </a:lnTo>
                <a:cubicBezTo>
                  <a:pt x="347088" y="881031"/>
                  <a:pt x="293399" y="878809"/>
                  <a:pt x="261654" y="844325"/>
                </a:cubicBezTo>
                <a:lnTo>
                  <a:pt x="31745" y="594574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df-path-83">
            <a:extLst xmlns:a="http://schemas.openxmlformats.org/drawingml/2006/main">
              <a:ext uri="{FF2B5EF4-FFF2-40B4-BE49-F238E27FC236}">
                <a16:creationId xmlns:a16="http://schemas.microsoft.com/office/drawing/2014/main" id="{4B70B75E-F454-4FC1-B357-F741D23D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8595" y="804989"/>
            <a:ext cx="899414" cy="881031"/>
          </a:xfrm>
          <a:custGeom xmlns:a="http://schemas.openxmlformats.org/drawingml/2006/main">
            <a:pathLst>
              <a:path w="899414" h="881031">
                <a:moveTo>
                  <a:pt x="31745" y="594574"/>
                </a:moveTo>
                <a:cubicBezTo>
                  <a:pt x="0" y="560090"/>
                  <a:pt x="2221" y="506400"/>
                  <a:pt x="36705" y="474656"/>
                </a:cubicBezTo>
                <a:lnTo>
                  <a:pt x="517843" y="31745"/>
                </a:lnTo>
                <a:cubicBezTo>
                  <a:pt x="552327" y="0"/>
                  <a:pt x="606016" y="2221"/>
                  <a:pt x="637761" y="36705"/>
                </a:cubicBezTo>
                <a:lnTo>
                  <a:pt x="867670" y="286457"/>
                </a:lnTo>
                <a:cubicBezTo>
                  <a:pt x="899414" y="320941"/>
                  <a:pt x="897193" y="374630"/>
                  <a:pt x="862709" y="406375"/>
                </a:cubicBezTo>
                <a:lnTo>
                  <a:pt x="381572" y="849286"/>
                </a:lnTo>
                <a:cubicBezTo>
                  <a:pt x="347088" y="881031"/>
                  <a:pt x="293398" y="878810"/>
                  <a:pt x="261654" y="844325"/>
                </a:cubicBezTo>
                <a:lnTo>
                  <a:pt x="31745" y="594574"/>
                </a:lnTo>
              </a:path>
            </a:pathLst>
          </a:custGeom>
          <a:noFill xmlns:a="http://schemas.openxmlformats.org/drawingml/2006/main"/>
          <a:ln xmlns:a="http://schemas.openxmlformats.org/drawingml/2006/main" w="13302">
            <a:solidFill>
              <a:srgbClr val="4EA72E"/>
            </a:solidFill>
            <a:prstDash val="solid"/>
          </a:ln>
        </p:spPr>
      </p:sp>
      <p:sp>
        <p:nvSpPr>
          <p:cNvPr id="73" name="pdf-path-88">
            <a:extLst xmlns:a="http://schemas.openxmlformats.org/drawingml/2006/main">
              <a:ext uri="{FF2B5EF4-FFF2-40B4-BE49-F238E27FC236}">
                <a16:creationId xmlns:a16="http://schemas.microsoft.com/office/drawing/2014/main" id="{AE31684C-7CED-41C7-A910-3D663158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1052" y="3703998"/>
            <a:ext cx="900641" cy="595840"/>
          </a:xfrm>
          <a:custGeom xmlns:a="http://schemas.openxmlformats.org/drawingml/2006/main">
            <a:pathLst>
              <a:path w="900641" h="595840">
                <a:moveTo>
                  <a:pt x="88339" y="38072"/>
                </a:moveTo>
                <a:cubicBezTo>
                  <a:pt x="99055" y="12246"/>
                  <a:pt x="128679" y="0"/>
                  <a:pt x="154504" y="10717"/>
                </a:cubicBezTo>
                <a:lnTo>
                  <a:pt x="862569" y="304567"/>
                </a:lnTo>
                <a:cubicBezTo>
                  <a:pt x="888394" y="315284"/>
                  <a:pt x="900641" y="344908"/>
                  <a:pt x="889924" y="370733"/>
                </a:cubicBezTo>
                <a:lnTo>
                  <a:pt x="812304" y="557768"/>
                </a:lnTo>
                <a:cubicBezTo>
                  <a:pt x="801586" y="583593"/>
                  <a:pt x="771963" y="595840"/>
                  <a:pt x="746138" y="585122"/>
                </a:cubicBezTo>
                <a:lnTo>
                  <a:pt x="38072" y="291272"/>
                </a:lnTo>
                <a:cubicBezTo>
                  <a:pt x="12248" y="280555"/>
                  <a:pt x="0" y="250931"/>
                  <a:pt x="10718" y="225107"/>
                </a:cubicBezTo>
                <a:lnTo>
                  <a:pt x="88339" y="3807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df-path-89">
            <a:extLst xmlns:a="http://schemas.openxmlformats.org/drawingml/2006/main">
              <a:ext uri="{FF2B5EF4-FFF2-40B4-BE49-F238E27FC236}">
                <a16:creationId xmlns:a16="http://schemas.microsoft.com/office/drawing/2014/main" id="{18578991-59AD-43C1-85DD-99237011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1053" y="3703998"/>
            <a:ext cx="900641" cy="595840"/>
          </a:xfrm>
          <a:custGeom xmlns:a="http://schemas.openxmlformats.org/drawingml/2006/main">
            <a:pathLst>
              <a:path w="900641" h="595840">
                <a:moveTo>
                  <a:pt x="88338" y="38072"/>
                </a:moveTo>
                <a:cubicBezTo>
                  <a:pt x="99055" y="12247"/>
                  <a:pt x="128678" y="0"/>
                  <a:pt x="154503" y="10717"/>
                </a:cubicBezTo>
                <a:lnTo>
                  <a:pt x="862569" y="304567"/>
                </a:lnTo>
                <a:cubicBezTo>
                  <a:pt x="888394" y="315285"/>
                  <a:pt x="900641" y="344908"/>
                  <a:pt x="889923" y="370733"/>
                </a:cubicBezTo>
                <a:lnTo>
                  <a:pt x="812303" y="557768"/>
                </a:lnTo>
                <a:cubicBezTo>
                  <a:pt x="801586" y="583593"/>
                  <a:pt x="771962" y="595840"/>
                  <a:pt x="746138" y="585123"/>
                </a:cubicBezTo>
                <a:lnTo>
                  <a:pt x="38072" y="291273"/>
                </a:lnTo>
                <a:cubicBezTo>
                  <a:pt x="12247" y="280555"/>
                  <a:pt x="0" y="250932"/>
                  <a:pt x="10717" y="225107"/>
                </a:cubicBezTo>
                <a:lnTo>
                  <a:pt x="88338" y="38072"/>
                </a:lnTo>
              </a:path>
            </a:pathLst>
          </a:custGeom>
          <a:noFill xmlns:a="http://schemas.openxmlformats.org/drawingml/2006/main"/>
          <a:ln xmlns:a="http://schemas.openxmlformats.org/drawingml/2006/main" w="16700">
            <a:solidFill>
              <a:srgbClr val="0F9ED5"/>
            </a:solidFill>
            <a:prstDash val="solid"/>
          </a:ln>
        </p:spPr>
      </p:sp>
      <p:sp>
        <p:nvSpPr>
          <p:cNvPr id="75" name="pdf-path-92">
            <a:extLst xmlns:a="http://schemas.openxmlformats.org/drawingml/2006/main">
              <a:ext uri="{FF2B5EF4-FFF2-40B4-BE49-F238E27FC236}">
                <a16:creationId xmlns:a16="http://schemas.microsoft.com/office/drawing/2014/main" id="{FAF9962F-E614-42CD-970F-7042B63F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5326" y="2801311"/>
            <a:ext cx="1071694" cy="1035469"/>
          </a:xfrm>
          <a:custGeom xmlns:a="http://schemas.openxmlformats.org/drawingml/2006/main">
            <a:pathLst>
              <a:path w="1071694" h="1035469">
                <a:moveTo>
                  <a:pt x="261374" y="37432"/>
                </a:moveTo>
                <a:cubicBezTo>
                  <a:pt x="293085" y="2562"/>
                  <a:pt x="347061" y="0"/>
                  <a:pt x="381932" y="31712"/>
                </a:cubicBezTo>
                <a:lnTo>
                  <a:pt x="1034261" y="624932"/>
                </a:lnTo>
                <a:cubicBezTo>
                  <a:pt x="1069133" y="656642"/>
                  <a:pt x="1071694" y="710618"/>
                  <a:pt x="1039983" y="745489"/>
                </a:cubicBezTo>
                <a:lnTo>
                  <a:pt x="810319" y="998037"/>
                </a:lnTo>
                <a:cubicBezTo>
                  <a:pt x="778607" y="1032908"/>
                  <a:pt x="724631" y="1035469"/>
                  <a:pt x="689761" y="1003758"/>
                </a:cubicBezTo>
                <a:lnTo>
                  <a:pt x="37432" y="410538"/>
                </a:lnTo>
                <a:cubicBezTo>
                  <a:pt x="2561" y="378827"/>
                  <a:pt x="0" y="324851"/>
                  <a:pt x="31711" y="289981"/>
                </a:cubicBezTo>
                <a:lnTo>
                  <a:pt x="261374" y="37432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df-path-93">
            <a:extLst xmlns:a="http://schemas.openxmlformats.org/drawingml/2006/main">
              <a:ext uri="{FF2B5EF4-FFF2-40B4-BE49-F238E27FC236}">
                <a16:creationId xmlns:a16="http://schemas.microsoft.com/office/drawing/2014/main" id="{A2A270D5-5287-47CB-A2DC-5295A21D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5325" y="2801311"/>
            <a:ext cx="1071695" cy="1035470"/>
          </a:xfrm>
          <a:custGeom xmlns:a="http://schemas.openxmlformats.org/drawingml/2006/main">
            <a:pathLst>
              <a:path w="1071695" h="1035470">
                <a:moveTo>
                  <a:pt x="261375" y="37432"/>
                </a:moveTo>
                <a:cubicBezTo>
                  <a:pt x="293086" y="2562"/>
                  <a:pt x="347062" y="0"/>
                  <a:pt x="381933" y="31711"/>
                </a:cubicBezTo>
                <a:lnTo>
                  <a:pt x="1034262" y="624932"/>
                </a:lnTo>
                <a:cubicBezTo>
                  <a:pt x="1069133" y="656642"/>
                  <a:pt x="1071695" y="710618"/>
                  <a:pt x="1039983" y="745489"/>
                </a:cubicBezTo>
                <a:lnTo>
                  <a:pt x="810319" y="998037"/>
                </a:lnTo>
                <a:cubicBezTo>
                  <a:pt x="778608" y="1032908"/>
                  <a:pt x="724632" y="1035470"/>
                  <a:pt x="689762" y="1003759"/>
                </a:cubicBezTo>
                <a:lnTo>
                  <a:pt x="37432" y="410538"/>
                </a:lnTo>
                <a:cubicBezTo>
                  <a:pt x="2561" y="378827"/>
                  <a:pt x="0" y="324851"/>
                  <a:pt x="31711" y="289981"/>
                </a:cubicBezTo>
                <a:lnTo>
                  <a:pt x="261375" y="37432"/>
                </a:lnTo>
              </a:path>
            </a:pathLst>
          </a:custGeom>
          <a:noFill xmlns:a="http://schemas.openxmlformats.org/drawingml/2006/main"/>
          <a:ln xmlns:a="http://schemas.openxmlformats.org/drawingml/2006/main" w="13377">
            <a:solidFill>
              <a:srgbClr val="4EA72E"/>
            </a:solidFill>
            <a:prstDash val="solid"/>
          </a:ln>
        </p:spPr>
      </p:sp>
      <p:sp>
        <p:nvSpPr>
          <p:cNvPr id="77" name="pdf-path-98">
            <a:extLst xmlns:a="http://schemas.openxmlformats.org/drawingml/2006/main">
              <a:ext uri="{FF2B5EF4-FFF2-40B4-BE49-F238E27FC236}">
                <a16:creationId xmlns:a16="http://schemas.microsoft.com/office/drawing/2014/main" id="{41B3408C-E89D-418E-A598-C162B366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1293" y="88263"/>
            <a:ext cx="867873" cy="305070"/>
          </a:xfrm>
          <a:custGeom xmlns:a="http://schemas.openxmlformats.org/drawingml/2006/main">
            <a:pathLst>
              <a:path w="867873" h="305070">
                <a:moveTo>
                  <a:pt x="0" y="50846"/>
                </a:moveTo>
                <a:cubicBezTo>
                  <a:pt x="0" y="22765"/>
                  <a:pt x="22765" y="0"/>
                  <a:pt x="50847" y="0"/>
                </a:cubicBezTo>
                <a:lnTo>
                  <a:pt x="817027" y="0"/>
                </a:lnTo>
                <a:cubicBezTo>
                  <a:pt x="845109" y="0"/>
                  <a:pt x="867873" y="22765"/>
                  <a:pt x="867873" y="50846"/>
                </a:cubicBezTo>
                <a:lnTo>
                  <a:pt x="867873" y="254225"/>
                </a:lnTo>
                <a:cubicBezTo>
                  <a:pt x="867873" y="282307"/>
                  <a:pt x="845109" y="305070"/>
                  <a:pt x="817027" y="305070"/>
                </a:cubicBezTo>
                <a:lnTo>
                  <a:pt x="50847" y="305070"/>
                </a:lnTo>
                <a:cubicBezTo>
                  <a:pt x="22765" y="305070"/>
                  <a:pt x="0" y="282307"/>
                  <a:pt x="0" y="254225"/>
                </a:cubicBezTo>
                <a:lnTo>
                  <a:pt x="0" y="50846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df-path-99">
            <a:extLst xmlns:a="http://schemas.openxmlformats.org/drawingml/2006/main">
              <a:ext uri="{FF2B5EF4-FFF2-40B4-BE49-F238E27FC236}">
                <a16:creationId xmlns:a16="http://schemas.microsoft.com/office/drawing/2014/main" id="{0E11809E-5607-4D2F-82F1-2AC43170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1293" y="88263"/>
            <a:ext cx="867873" cy="305071"/>
          </a:xfrm>
          <a:custGeom xmlns:a="http://schemas.openxmlformats.org/drawingml/2006/main">
            <a:pathLst>
              <a:path w="867873" h="305071">
                <a:moveTo>
                  <a:pt x="0" y="50846"/>
                </a:moveTo>
                <a:cubicBezTo>
                  <a:pt x="0" y="22765"/>
                  <a:pt x="22765" y="0"/>
                  <a:pt x="50846" y="0"/>
                </a:cubicBezTo>
                <a:lnTo>
                  <a:pt x="817027" y="0"/>
                </a:lnTo>
                <a:cubicBezTo>
                  <a:pt x="845109" y="0"/>
                  <a:pt x="867873" y="22765"/>
                  <a:pt x="867873" y="50846"/>
                </a:cubicBezTo>
                <a:lnTo>
                  <a:pt x="867873" y="254225"/>
                </a:lnTo>
                <a:cubicBezTo>
                  <a:pt x="867873" y="282307"/>
                  <a:pt x="845109" y="305071"/>
                  <a:pt x="817027" y="305071"/>
                </a:cubicBezTo>
                <a:lnTo>
                  <a:pt x="50846" y="305071"/>
                </a:lnTo>
                <a:cubicBezTo>
                  <a:pt x="22765" y="305071"/>
                  <a:pt x="0" y="282307"/>
                  <a:pt x="0" y="254225"/>
                </a:cubicBezTo>
                <a:lnTo>
                  <a:pt x="0" y="50846"/>
                </a:lnTo>
              </a:path>
            </a:pathLst>
          </a:custGeom>
          <a:noFill xmlns:a="http://schemas.openxmlformats.org/drawingml/2006/main"/>
          <a:ln xmlns:a="http://schemas.openxmlformats.org/drawingml/2006/main" w="18081">
            <a:solidFill>
              <a:srgbClr val="0F9ED5"/>
            </a:solidFill>
            <a:prstDash val="solid"/>
          </a:ln>
        </p:spPr>
      </p:sp>
      <p:sp>
        <p:nvSpPr>
          <p:cNvPr id="79" name="pdf-text-53-0">
            <a:extLst xmlns:a="http://schemas.openxmlformats.org/drawingml/2006/main">
              <a:ext uri="{FF2B5EF4-FFF2-40B4-BE49-F238E27FC236}">
                <a16:creationId xmlns:a16="http://schemas.microsoft.com/office/drawing/2014/main" id="{61311FF2-4C74-46C4-8300-E19917E6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4272" y="153393"/>
            <a:ext cx="616614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Physics</a:t>
            </a:r>
          </a:p>
        </p:txBody>
      </p:sp>
      <p:sp>
        <p:nvSpPr>
          <p:cNvPr id="80" name="pdf-text-54-0">
            <a:extLst xmlns:a="http://schemas.openxmlformats.org/drawingml/2006/main">
              <a:ext uri="{FF2B5EF4-FFF2-40B4-BE49-F238E27FC236}">
                <a16:creationId xmlns:a16="http://schemas.microsoft.com/office/drawing/2014/main" id="{82E88620-DF93-4E96-9916-A9809836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4272" y="153393"/>
            <a:ext cx="616614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Physics</a:t>
            </a:r>
          </a:p>
        </p:txBody>
      </p:sp>
      <p:sp>
        <p:nvSpPr>
          <p:cNvPr id="81" name="pdf-path-102-part-0">
            <a:extLst xmlns:a="http://schemas.openxmlformats.org/drawingml/2006/main">
              <a:ext uri="{FF2B5EF4-FFF2-40B4-BE49-F238E27FC236}">
                <a16:creationId xmlns:a16="http://schemas.microsoft.com/office/drawing/2014/main" id="{3BE27A6F-9789-470F-B034-2BA37C89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7219" y="888890"/>
            <a:ext cx="927707" cy="119540"/>
          </a:xfrm>
          <a:custGeom xmlns:a="http://schemas.openxmlformats.org/drawingml/2006/main">
            <a:pathLst>
              <a:path w="927707" h="119540">
                <a:moveTo>
                  <a:pt x="0" y="40876"/>
                </a:moveTo>
                <a:lnTo>
                  <a:pt x="56804" y="29139"/>
                </a:lnTo>
                <a:lnTo>
                  <a:pt x="115769" y="19362"/>
                </a:lnTo>
                <a:lnTo>
                  <a:pt x="176243" y="11580"/>
                </a:lnTo>
                <a:lnTo>
                  <a:pt x="237858" y="5773"/>
                </a:lnTo>
                <a:lnTo>
                  <a:pt x="300248" y="1919"/>
                </a:lnTo>
                <a:lnTo>
                  <a:pt x="363043" y="1"/>
                </a:lnTo>
                <a:lnTo>
                  <a:pt x="425878" y="0"/>
                </a:lnTo>
                <a:lnTo>
                  <a:pt x="488384" y="1898"/>
                </a:lnTo>
                <a:lnTo>
                  <a:pt x="550192" y="5680"/>
                </a:lnTo>
                <a:lnTo>
                  <a:pt x="610935" y="11330"/>
                </a:lnTo>
                <a:lnTo>
                  <a:pt x="670247" y="18833"/>
                </a:lnTo>
                <a:lnTo>
                  <a:pt x="727761" y="28175"/>
                </a:lnTo>
                <a:lnTo>
                  <a:pt x="783114" y="39347"/>
                </a:lnTo>
                <a:lnTo>
                  <a:pt x="835943" y="52340"/>
                </a:lnTo>
                <a:lnTo>
                  <a:pt x="885890" y="67152"/>
                </a:lnTo>
                <a:lnTo>
                  <a:pt x="906902" y="74634"/>
                </a:lnTo>
                <a:lnTo>
                  <a:pt x="897806" y="100184"/>
                </a:lnTo>
                <a:lnTo>
                  <a:pt x="877136" y="92824"/>
                </a:lnTo>
                <a:lnTo>
                  <a:pt x="877829" y="93049"/>
                </a:lnTo>
                <a:lnTo>
                  <a:pt x="828539" y="78433"/>
                </a:lnTo>
                <a:lnTo>
                  <a:pt x="829156" y="78600"/>
                </a:lnTo>
                <a:lnTo>
                  <a:pt x="776913" y="65751"/>
                </a:lnTo>
                <a:lnTo>
                  <a:pt x="777469" y="65876"/>
                </a:lnTo>
                <a:lnTo>
                  <a:pt x="722649" y="54811"/>
                </a:lnTo>
                <a:lnTo>
                  <a:pt x="723157" y="54904"/>
                </a:lnTo>
                <a:lnTo>
                  <a:pt x="666134" y="45640"/>
                </a:lnTo>
                <a:lnTo>
                  <a:pt x="666606" y="45709"/>
                </a:lnTo>
                <a:lnTo>
                  <a:pt x="607754" y="38265"/>
                </a:lnTo>
                <a:lnTo>
                  <a:pt x="608201" y="38313"/>
                </a:lnTo>
                <a:lnTo>
                  <a:pt x="547894" y="32704"/>
                </a:lnTo>
                <a:lnTo>
                  <a:pt x="548322" y="32738"/>
                </a:lnTo>
                <a:lnTo>
                  <a:pt x="486936" y="28982"/>
                </a:lnTo>
                <a:lnTo>
                  <a:pt x="487353" y="29001"/>
                </a:lnTo>
                <a:lnTo>
                  <a:pt x="425262" y="27115"/>
                </a:lnTo>
                <a:lnTo>
                  <a:pt x="425673" y="27121"/>
                </a:lnTo>
                <a:lnTo>
                  <a:pt x="363250" y="27123"/>
                </a:lnTo>
                <a:lnTo>
                  <a:pt x="363665" y="27116"/>
                </a:lnTo>
                <a:lnTo>
                  <a:pt x="301286" y="29022"/>
                </a:lnTo>
                <a:lnTo>
                  <a:pt x="301708" y="29001"/>
                </a:lnTo>
                <a:lnTo>
                  <a:pt x="239748" y="32829"/>
                </a:lnTo>
                <a:lnTo>
                  <a:pt x="240184" y="32795"/>
                </a:lnTo>
                <a:lnTo>
                  <a:pt x="179018" y="38560"/>
                </a:lnTo>
                <a:lnTo>
                  <a:pt x="179475" y="38508"/>
                </a:lnTo>
                <a:lnTo>
                  <a:pt x="119476" y="46229"/>
                </a:lnTo>
                <a:lnTo>
                  <a:pt x="119963" y="46158"/>
                </a:lnTo>
                <a:lnTo>
                  <a:pt x="61504" y="55852"/>
                </a:lnTo>
                <a:lnTo>
                  <a:pt x="62030" y="55753"/>
                </a:lnTo>
                <a:lnTo>
                  <a:pt x="5488" y="67436"/>
                </a:lnTo>
                <a:lnTo>
                  <a:pt x="0" y="4087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df-path-102-part-1">
            <a:extLst xmlns:a="http://schemas.openxmlformats.org/drawingml/2006/main">
              <a:ext uri="{FF2B5EF4-FFF2-40B4-BE49-F238E27FC236}">
                <a16:creationId xmlns:a16="http://schemas.microsoft.com/office/drawing/2014/main" id="{526A0DFC-34B7-49DA-A05C-C71A5614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7219" y="888890"/>
            <a:ext cx="927707" cy="119540"/>
          </a:xfrm>
          <a:custGeom xmlns:a="http://schemas.openxmlformats.org/drawingml/2006/main">
            <a:pathLst>
              <a:path w="927707" h="119540">
                <a:moveTo>
                  <a:pt x="851992" y="6661"/>
                </a:moveTo>
                <a:lnTo>
                  <a:pt x="927707" y="96437"/>
                </a:lnTo>
                <a:lnTo>
                  <a:pt x="812292" y="118155"/>
                </a:lnTo>
                <a:cubicBezTo>
                  <a:pt x="804932" y="119540"/>
                  <a:pt x="797844" y="114696"/>
                  <a:pt x="796458" y="107336"/>
                </a:cubicBezTo>
                <a:cubicBezTo>
                  <a:pt x="795074" y="99975"/>
                  <a:pt x="799917" y="92887"/>
                  <a:pt x="807277" y="91501"/>
                </a:cubicBezTo>
                <a:lnTo>
                  <a:pt x="899847" y="74082"/>
                </a:lnTo>
                <a:lnTo>
                  <a:pt x="891989" y="96151"/>
                </a:lnTo>
                <a:lnTo>
                  <a:pt x="831261" y="24147"/>
                </a:lnTo>
                <a:cubicBezTo>
                  <a:pt x="826432" y="18422"/>
                  <a:pt x="827159" y="9866"/>
                  <a:pt x="832883" y="5039"/>
                </a:cubicBezTo>
                <a:cubicBezTo>
                  <a:pt x="838608" y="210"/>
                  <a:pt x="847164" y="937"/>
                  <a:pt x="851992" y="666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df-path-103-part-0">
            <a:extLst xmlns:a="http://schemas.openxmlformats.org/drawingml/2006/main">
              <a:ext uri="{FF2B5EF4-FFF2-40B4-BE49-F238E27FC236}">
                <a16:creationId xmlns:a16="http://schemas.microsoft.com/office/drawing/2014/main" id="{9FB442E7-2E0E-4BED-A941-283A17B9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2780" y="1159575"/>
            <a:ext cx="880886" cy="369661"/>
          </a:xfrm>
          <a:custGeom xmlns:a="http://schemas.openxmlformats.org/drawingml/2006/main">
            <a:pathLst>
              <a:path w="880886" h="369661">
                <a:moveTo>
                  <a:pt x="0" y="22914"/>
                </a:moveTo>
                <a:lnTo>
                  <a:pt x="51898" y="55772"/>
                </a:lnTo>
                <a:lnTo>
                  <a:pt x="106384" y="87460"/>
                </a:lnTo>
                <a:lnTo>
                  <a:pt x="162802" y="117697"/>
                </a:lnTo>
                <a:lnTo>
                  <a:pt x="220732" y="146347"/>
                </a:lnTo>
                <a:lnTo>
                  <a:pt x="279756" y="173276"/>
                </a:lnTo>
                <a:lnTo>
                  <a:pt x="339449" y="198343"/>
                </a:lnTo>
                <a:lnTo>
                  <a:pt x="399397" y="221411"/>
                </a:lnTo>
                <a:lnTo>
                  <a:pt x="459175" y="242340"/>
                </a:lnTo>
                <a:lnTo>
                  <a:pt x="518369" y="260990"/>
                </a:lnTo>
                <a:lnTo>
                  <a:pt x="576561" y="277219"/>
                </a:lnTo>
                <a:lnTo>
                  <a:pt x="633337" y="290886"/>
                </a:lnTo>
                <a:lnTo>
                  <a:pt x="688287" y="301846"/>
                </a:lnTo>
                <a:lnTo>
                  <a:pt x="740916" y="309940"/>
                </a:lnTo>
                <a:lnTo>
                  <a:pt x="766395" y="312887"/>
                </a:lnTo>
                <a:lnTo>
                  <a:pt x="791086" y="315054"/>
                </a:lnTo>
                <a:lnTo>
                  <a:pt x="815023" y="316430"/>
                </a:lnTo>
                <a:lnTo>
                  <a:pt x="838159" y="316994"/>
                </a:lnTo>
                <a:lnTo>
                  <a:pt x="854163" y="316801"/>
                </a:lnTo>
                <a:lnTo>
                  <a:pt x="853835" y="289681"/>
                </a:lnTo>
                <a:lnTo>
                  <a:pt x="838078" y="289872"/>
                </a:lnTo>
                <a:lnTo>
                  <a:pt x="838573" y="289875"/>
                </a:lnTo>
                <a:lnTo>
                  <a:pt x="815907" y="289322"/>
                </a:lnTo>
                <a:lnTo>
                  <a:pt x="816357" y="289340"/>
                </a:lnTo>
                <a:lnTo>
                  <a:pt x="792846" y="287989"/>
                </a:lnTo>
                <a:lnTo>
                  <a:pt x="793253" y="288019"/>
                </a:lnTo>
                <a:lnTo>
                  <a:pt x="768952" y="285886"/>
                </a:lnTo>
                <a:lnTo>
                  <a:pt x="769325" y="285924"/>
                </a:lnTo>
                <a:lnTo>
                  <a:pt x="744284" y="283029"/>
                </a:lnTo>
                <a:lnTo>
                  <a:pt x="744788" y="283096"/>
                </a:lnTo>
                <a:lnTo>
                  <a:pt x="692707" y="275087"/>
                </a:lnTo>
                <a:lnTo>
                  <a:pt x="693298" y="275190"/>
                </a:lnTo>
                <a:lnTo>
                  <a:pt x="638903" y="264341"/>
                </a:lnTo>
                <a:lnTo>
                  <a:pt x="639425" y="264455"/>
                </a:lnTo>
                <a:lnTo>
                  <a:pt x="583143" y="250908"/>
                </a:lnTo>
                <a:lnTo>
                  <a:pt x="583614" y="251030"/>
                </a:lnTo>
                <a:lnTo>
                  <a:pt x="525872" y="234926"/>
                </a:lnTo>
                <a:lnTo>
                  <a:pt x="526303" y="235054"/>
                </a:lnTo>
                <a:lnTo>
                  <a:pt x="467529" y="216537"/>
                </a:lnTo>
                <a:lnTo>
                  <a:pt x="467934" y="216672"/>
                </a:lnTo>
                <a:lnTo>
                  <a:pt x="408554" y="195882"/>
                </a:lnTo>
                <a:lnTo>
                  <a:pt x="408943" y="196025"/>
                </a:lnTo>
                <a:lnTo>
                  <a:pt x="349382" y="173106"/>
                </a:lnTo>
                <a:lnTo>
                  <a:pt x="349761" y="173257"/>
                </a:lnTo>
                <a:lnTo>
                  <a:pt x="290447" y="148349"/>
                </a:lnTo>
                <a:lnTo>
                  <a:pt x="290825" y="148516"/>
                </a:lnTo>
                <a:lnTo>
                  <a:pt x="232184" y="121761"/>
                </a:lnTo>
                <a:lnTo>
                  <a:pt x="232566" y="121943"/>
                </a:lnTo>
                <a:lnTo>
                  <a:pt x="175024" y="93484"/>
                </a:lnTo>
                <a:lnTo>
                  <a:pt x="175420" y="93688"/>
                </a:lnTo>
                <a:lnTo>
                  <a:pt x="119403" y="63667"/>
                </a:lnTo>
                <a:lnTo>
                  <a:pt x="119815" y="63897"/>
                </a:lnTo>
                <a:lnTo>
                  <a:pt x="65754" y="32455"/>
                </a:lnTo>
                <a:lnTo>
                  <a:pt x="66189" y="32720"/>
                </a:lnTo>
                <a:lnTo>
                  <a:pt x="14506" y="0"/>
                </a:lnTo>
                <a:lnTo>
                  <a:pt x="0" y="2291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df-path-103-part-1">
            <a:extLst xmlns:a="http://schemas.openxmlformats.org/drawingml/2006/main">
              <a:ext uri="{FF2B5EF4-FFF2-40B4-BE49-F238E27FC236}">
                <a16:creationId xmlns:a16="http://schemas.microsoft.com/office/drawing/2014/main" id="{1ECBB84D-6652-489F-A97F-D0D0E0CA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2780" y="1159575"/>
            <a:ext cx="880886" cy="369661"/>
          </a:xfrm>
          <a:custGeom xmlns:a="http://schemas.openxmlformats.org/drawingml/2006/main">
            <a:pathLst>
              <a:path w="880886" h="369661">
                <a:moveTo>
                  <a:pt x="782119" y="365608"/>
                </a:moveTo>
                <a:lnTo>
                  <a:pt x="880886" y="302068"/>
                </a:lnTo>
                <a:lnTo>
                  <a:pt x="776961" y="247371"/>
                </a:lnTo>
                <a:cubicBezTo>
                  <a:pt x="770334" y="243883"/>
                  <a:pt x="762132" y="246428"/>
                  <a:pt x="758645" y="253055"/>
                </a:cubicBezTo>
                <a:cubicBezTo>
                  <a:pt x="755157" y="259683"/>
                  <a:pt x="757701" y="267883"/>
                  <a:pt x="764330" y="271370"/>
                </a:cubicBezTo>
                <a:lnTo>
                  <a:pt x="847685" y="315242"/>
                </a:lnTo>
                <a:lnTo>
                  <a:pt x="846663" y="291837"/>
                </a:lnTo>
                <a:lnTo>
                  <a:pt x="767446" y="342800"/>
                </a:lnTo>
                <a:cubicBezTo>
                  <a:pt x="761148" y="346853"/>
                  <a:pt x="759326" y="355243"/>
                  <a:pt x="763378" y="361541"/>
                </a:cubicBezTo>
                <a:cubicBezTo>
                  <a:pt x="767430" y="367839"/>
                  <a:pt x="775821" y="369661"/>
                  <a:pt x="782119" y="36560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df-path-104-part-0">
            <a:extLst xmlns:a="http://schemas.openxmlformats.org/drawingml/2006/main">
              <a:ext uri="{FF2B5EF4-FFF2-40B4-BE49-F238E27FC236}">
                <a16:creationId xmlns:a16="http://schemas.microsoft.com/office/drawing/2014/main" id="{6FB6549A-BE4F-4F54-B7FA-B4A447BE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4008" y="1686894"/>
            <a:ext cx="915167" cy="648914"/>
          </a:xfrm>
          <a:custGeom xmlns:a="http://schemas.openxmlformats.org/drawingml/2006/main">
            <a:pathLst>
              <a:path w="915167" h="648914">
                <a:moveTo>
                  <a:pt x="904811" y="620615"/>
                </a:moveTo>
                <a:lnTo>
                  <a:pt x="879054" y="596465"/>
                </a:lnTo>
                <a:lnTo>
                  <a:pt x="830937" y="553417"/>
                </a:lnTo>
                <a:lnTo>
                  <a:pt x="780407" y="510120"/>
                </a:lnTo>
                <a:lnTo>
                  <a:pt x="727706" y="466737"/>
                </a:lnTo>
                <a:lnTo>
                  <a:pt x="673068" y="423434"/>
                </a:lnTo>
                <a:lnTo>
                  <a:pt x="616734" y="380375"/>
                </a:lnTo>
                <a:lnTo>
                  <a:pt x="558939" y="337728"/>
                </a:lnTo>
                <a:lnTo>
                  <a:pt x="499924" y="295658"/>
                </a:lnTo>
                <a:lnTo>
                  <a:pt x="439925" y="254332"/>
                </a:lnTo>
                <a:lnTo>
                  <a:pt x="379184" y="213918"/>
                </a:lnTo>
                <a:lnTo>
                  <a:pt x="317934" y="174582"/>
                </a:lnTo>
                <a:lnTo>
                  <a:pt x="256418" y="136492"/>
                </a:lnTo>
                <a:lnTo>
                  <a:pt x="194871" y="99814"/>
                </a:lnTo>
                <a:lnTo>
                  <a:pt x="133532" y="64717"/>
                </a:lnTo>
                <a:lnTo>
                  <a:pt x="72636" y="31367"/>
                </a:lnTo>
                <a:lnTo>
                  <a:pt x="12551" y="0"/>
                </a:lnTo>
                <a:lnTo>
                  <a:pt x="0" y="24042"/>
                </a:lnTo>
                <a:lnTo>
                  <a:pt x="59966" y="55347"/>
                </a:lnTo>
                <a:lnTo>
                  <a:pt x="59728" y="55219"/>
                </a:lnTo>
                <a:lnTo>
                  <a:pt x="120394" y="88443"/>
                </a:lnTo>
                <a:lnTo>
                  <a:pt x="120172" y="88320"/>
                </a:lnTo>
                <a:lnTo>
                  <a:pt x="181297" y="123294"/>
                </a:lnTo>
                <a:lnTo>
                  <a:pt x="181090" y="123174"/>
                </a:lnTo>
                <a:lnTo>
                  <a:pt x="242434" y="159731"/>
                </a:lnTo>
                <a:lnTo>
                  <a:pt x="242238" y="159611"/>
                </a:lnTo>
                <a:lnTo>
                  <a:pt x="303561" y="197582"/>
                </a:lnTo>
                <a:lnTo>
                  <a:pt x="303372" y="197463"/>
                </a:lnTo>
                <a:lnTo>
                  <a:pt x="364434" y="236679"/>
                </a:lnTo>
                <a:lnTo>
                  <a:pt x="364251" y="236559"/>
                </a:lnTo>
                <a:lnTo>
                  <a:pt x="424811" y="276851"/>
                </a:lnTo>
                <a:lnTo>
                  <a:pt x="424631" y="276730"/>
                </a:lnTo>
                <a:lnTo>
                  <a:pt x="484449" y="317932"/>
                </a:lnTo>
                <a:lnTo>
                  <a:pt x="484270" y="317805"/>
                </a:lnTo>
                <a:lnTo>
                  <a:pt x="543106" y="359748"/>
                </a:lnTo>
                <a:lnTo>
                  <a:pt x="542924" y="359616"/>
                </a:lnTo>
                <a:lnTo>
                  <a:pt x="600538" y="402130"/>
                </a:lnTo>
                <a:lnTo>
                  <a:pt x="600355" y="401992"/>
                </a:lnTo>
                <a:lnTo>
                  <a:pt x="656504" y="444909"/>
                </a:lnTo>
                <a:lnTo>
                  <a:pt x="656315" y="444763"/>
                </a:lnTo>
                <a:lnTo>
                  <a:pt x="710761" y="487914"/>
                </a:lnTo>
                <a:lnTo>
                  <a:pt x="710567" y="487756"/>
                </a:lnTo>
                <a:lnTo>
                  <a:pt x="763068" y="530974"/>
                </a:lnTo>
                <a:lnTo>
                  <a:pt x="762862" y="530802"/>
                </a:lnTo>
                <a:lnTo>
                  <a:pt x="813179" y="573917"/>
                </a:lnTo>
                <a:lnTo>
                  <a:pt x="812961" y="573726"/>
                </a:lnTo>
                <a:lnTo>
                  <a:pt x="860854" y="616572"/>
                </a:lnTo>
                <a:lnTo>
                  <a:pt x="860620" y="616357"/>
                </a:lnTo>
                <a:lnTo>
                  <a:pt x="886260" y="640398"/>
                </a:lnTo>
                <a:lnTo>
                  <a:pt x="904811" y="6206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df-path-104-part-1">
            <a:extLst xmlns:a="http://schemas.openxmlformats.org/drawingml/2006/main">
              <a:ext uri="{FF2B5EF4-FFF2-40B4-BE49-F238E27FC236}">
                <a16:creationId xmlns:a16="http://schemas.microsoft.com/office/drawing/2014/main" id="{548D5007-1669-4962-BBB5-4E306A61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4008" y="1686894"/>
            <a:ext cx="915167" cy="648914"/>
          </a:xfrm>
          <a:custGeom xmlns:a="http://schemas.openxmlformats.org/drawingml/2006/main">
            <a:pathLst>
              <a:path w="915167" h="648914">
                <a:moveTo>
                  <a:pt x="800691" y="622697"/>
                </a:moveTo>
                <a:lnTo>
                  <a:pt x="915167" y="648914"/>
                </a:lnTo>
                <a:lnTo>
                  <a:pt x="881641" y="536361"/>
                </a:lnTo>
                <a:cubicBezTo>
                  <a:pt x="879504" y="529183"/>
                  <a:pt x="871951" y="525098"/>
                  <a:pt x="864774" y="527235"/>
                </a:cubicBezTo>
                <a:cubicBezTo>
                  <a:pt x="857595" y="529374"/>
                  <a:pt x="853511" y="536925"/>
                  <a:pt x="855649" y="544103"/>
                </a:cubicBezTo>
                <a:lnTo>
                  <a:pt x="882539" y="634378"/>
                </a:lnTo>
                <a:lnTo>
                  <a:pt x="898562" y="617288"/>
                </a:lnTo>
                <a:lnTo>
                  <a:pt x="806746" y="596260"/>
                </a:lnTo>
                <a:cubicBezTo>
                  <a:pt x="799445" y="594588"/>
                  <a:pt x="792171" y="599151"/>
                  <a:pt x="790500" y="606450"/>
                </a:cubicBezTo>
                <a:cubicBezTo>
                  <a:pt x="788828" y="613751"/>
                  <a:pt x="793390" y="621024"/>
                  <a:pt x="800691" y="62269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df-path-105-part-0">
            <a:extLst xmlns:a="http://schemas.openxmlformats.org/drawingml/2006/main">
              <a:ext uri="{FF2B5EF4-FFF2-40B4-BE49-F238E27FC236}">
                <a16:creationId xmlns:a16="http://schemas.microsoft.com/office/drawing/2014/main" id="{EDD7BC01-0B8A-4B4B-9AED-7EA970E3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5978" y="3186521"/>
            <a:ext cx="1040310" cy="445413"/>
          </a:xfrm>
          <a:custGeom xmlns:a="http://schemas.openxmlformats.org/drawingml/2006/main">
            <a:pathLst>
              <a:path w="1040310" h="445413">
                <a:moveTo>
                  <a:pt x="14521" y="419005"/>
                </a:moveTo>
                <a:lnTo>
                  <a:pt x="60261" y="387627"/>
                </a:lnTo>
                <a:lnTo>
                  <a:pt x="129649" y="342847"/>
                </a:lnTo>
                <a:lnTo>
                  <a:pt x="200021" y="300117"/>
                </a:lnTo>
                <a:lnTo>
                  <a:pt x="271009" y="259588"/>
                </a:lnTo>
                <a:lnTo>
                  <a:pt x="342252" y="221409"/>
                </a:lnTo>
                <a:lnTo>
                  <a:pt x="413386" y="185731"/>
                </a:lnTo>
                <a:lnTo>
                  <a:pt x="484047" y="152702"/>
                </a:lnTo>
                <a:lnTo>
                  <a:pt x="553878" y="122477"/>
                </a:lnTo>
                <a:lnTo>
                  <a:pt x="622515" y="95207"/>
                </a:lnTo>
                <a:lnTo>
                  <a:pt x="689602" y="71041"/>
                </a:lnTo>
                <a:lnTo>
                  <a:pt x="754716" y="50154"/>
                </a:lnTo>
                <a:lnTo>
                  <a:pt x="786542" y="40954"/>
                </a:lnTo>
                <a:lnTo>
                  <a:pt x="817698" y="32643"/>
                </a:lnTo>
                <a:lnTo>
                  <a:pt x="848203" y="25225"/>
                </a:lnTo>
                <a:lnTo>
                  <a:pt x="878012" y="18718"/>
                </a:lnTo>
                <a:lnTo>
                  <a:pt x="907084" y="13143"/>
                </a:lnTo>
                <a:lnTo>
                  <a:pt x="935380" y="8521"/>
                </a:lnTo>
                <a:lnTo>
                  <a:pt x="962854" y="4872"/>
                </a:lnTo>
                <a:lnTo>
                  <a:pt x="989469" y="2219"/>
                </a:lnTo>
                <a:lnTo>
                  <a:pt x="1015185" y="584"/>
                </a:lnTo>
                <a:lnTo>
                  <a:pt x="1039663" y="0"/>
                </a:lnTo>
                <a:lnTo>
                  <a:pt x="1040310" y="27113"/>
                </a:lnTo>
                <a:lnTo>
                  <a:pt x="1016099" y="27691"/>
                </a:lnTo>
                <a:lnTo>
                  <a:pt x="1016635" y="27668"/>
                </a:lnTo>
                <a:lnTo>
                  <a:pt x="991433" y="29270"/>
                </a:lnTo>
                <a:lnTo>
                  <a:pt x="991917" y="29230"/>
                </a:lnTo>
                <a:lnTo>
                  <a:pt x="965766" y="31837"/>
                </a:lnTo>
                <a:lnTo>
                  <a:pt x="966205" y="31786"/>
                </a:lnTo>
                <a:lnTo>
                  <a:pt x="939150" y="35379"/>
                </a:lnTo>
                <a:lnTo>
                  <a:pt x="939552" y="35320"/>
                </a:lnTo>
                <a:lnTo>
                  <a:pt x="911643" y="39878"/>
                </a:lnTo>
                <a:lnTo>
                  <a:pt x="912011" y="39813"/>
                </a:lnTo>
                <a:lnTo>
                  <a:pt x="883290" y="45321"/>
                </a:lnTo>
                <a:lnTo>
                  <a:pt x="883627" y="45252"/>
                </a:lnTo>
                <a:lnTo>
                  <a:pt x="854144" y="51688"/>
                </a:lnTo>
                <a:lnTo>
                  <a:pt x="854456" y="51615"/>
                </a:lnTo>
                <a:lnTo>
                  <a:pt x="824253" y="58961"/>
                </a:lnTo>
                <a:lnTo>
                  <a:pt x="824543" y="58886"/>
                </a:lnTo>
                <a:lnTo>
                  <a:pt x="793669" y="67123"/>
                </a:lnTo>
                <a:lnTo>
                  <a:pt x="793940" y="67046"/>
                </a:lnTo>
                <a:lnTo>
                  <a:pt x="762438" y="76154"/>
                </a:lnTo>
                <a:lnTo>
                  <a:pt x="762813" y="76040"/>
                </a:lnTo>
                <a:lnTo>
                  <a:pt x="698114" y="96793"/>
                </a:lnTo>
                <a:lnTo>
                  <a:pt x="698568" y="96639"/>
                </a:lnTo>
                <a:lnTo>
                  <a:pt x="631914" y="120648"/>
                </a:lnTo>
                <a:lnTo>
                  <a:pt x="632325" y="120492"/>
                </a:lnTo>
                <a:lnTo>
                  <a:pt x="564082" y="147606"/>
                </a:lnTo>
                <a:lnTo>
                  <a:pt x="564462" y="147449"/>
                </a:lnTo>
                <a:lnTo>
                  <a:pt x="494999" y="177515"/>
                </a:lnTo>
                <a:lnTo>
                  <a:pt x="495355" y="177355"/>
                </a:lnTo>
                <a:lnTo>
                  <a:pt x="425040" y="210220"/>
                </a:lnTo>
                <a:lnTo>
                  <a:pt x="425377" y="210056"/>
                </a:lnTo>
                <a:lnTo>
                  <a:pt x="354576" y="245569"/>
                </a:lnTo>
                <a:lnTo>
                  <a:pt x="354901" y="245401"/>
                </a:lnTo>
                <a:lnTo>
                  <a:pt x="283980" y="283407"/>
                </a:lnTo>
                <a:lnTo>
                  <a:pt x="284298" y="283232"/>
                </a:lnTo>
                <a:lnTo>
                  <a:pt x="213627" y="323580"/>
                </a:lnTo>
                <a:lnTo>
                  <a:pt x="213942" y="323395"/>
                </a:lnTo>
                <a:lnTo>
                  <a:pt x="143885" y="365932"/>
                </a:lnTo>
                <a:lnTo>
                  <a:pt x="144199" y="365736"/>
                </a:lnTo>
                <a:lnTo>
                  <a:pt x="75127" y="410311"/>
                </a:lnTo>
                <a:lnTo>
                  <a:pt x="75445" y="410099"/>
                </a:lnTo>
                <a:lnTo>
                  <a:pt x="29863" y="441370"/>
                </a:lnTo>
                <a:lnTo>
                  <a:pt x="14521" y="41900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df-path-105-part-1">
            <a:extLst xmlns:a="http://schemas.openxmlformats.org/drawingml/2006/main">
              <a:ext uri="{FF2B5EF4-FFF2-40B4-BE49-F238E27FC236}">
                <a16:creationId xmlns:a16="http://schemas.microsoft.com/office/drawing/2014/main" id="{653D54B4-C8EB-4C9B-9017-9030CCEE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5978" y="3186521"/>
            <a:ext cx="1040310" cy="445413"/>
          </a:xfrm>
          <a:custGeom xmlns:a="http://schemas.openxmlformats.org/drawingml/2006/main">
            <a:pathLst>
              <a:path w="1040310" h="445413">
                <a:moveTo>
                  <a:pt x="117125" y="436822"/>
                </a:moveTo>
                <a:lnTo>
                  <a:pt x="0" y="445413"/>
                </a:lnTo>
                <a:lnTo>
                  <a:pt x="50175" y="339230"/>
                </a:lnTo>
                <a:cubicBezTo>
                  <a:pt x="53374" y="332458"/>
                  <a:pt x="61457" y="329562"/>
                  <a:pt x="68229" y="332762"/>
                </a:cubicBezTo>
                <a:cubicBezTo>
                  <a:pt x="75000" y="335962"/>
                  <a:pt x="77895" y="344045"/>
                  <a:pt x="74696" y="350816"/>
                </a:cubicBezTo>
                <a:lnTo>
                  <a:pt x="34452" y="435981"/>
                </a:lnTo>
                <a:lnTo>
                  <a:pt x="21200" y="416663"/>
                </a:lnTo>
                <a:lnTo>
                  <a:pt x="115142" y="409773"/>
                </a:lnTo>
                <a:cubicBezTo>
                  <a:pt x="122611" y="409225"/>
                  <a:pt x="129111" y="414836"/>
                  <a:pt x="129657" y="422305"/>
                </a:cubicBezTo>
                <a:cubicBezTo>
                  <a:pt x="130206" y="429775"/>
                  <a:pt x="124594" y="436274"/>
                  <a:pt x="117125" y="43682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df-path-106-part-0">
            <a:extLst xmlns:a="http://schemas.openxmlformats.org/drawingml/2006/main">
              <a:ext uri="{FF2B5EF4-FFF2-40B4-BE49-F238E27FC236}">
                <a16:creationId xmlns:a16="http://schemas.microsoft.com/office/drawing/2014/main" id="{4FBD26AA-DB8C-42DF-85F2-6BB48C47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2278" y="4147253"/>
            <a:ext cx="1011686" cy="498045"/>
          </a:xfrm>
          <a:custGeom xmlns:a="http://schemas.openxmlformats.org/drawingml/2006/main">
            <a:pathLst>
              <a:path w="1011686" h="498045">
                <a:moveTo>
                  <a:pt x="1011686" y="23222"/>
                </a:moveTo>
                <a:lnTo>
                  <a:pt x="950010" y="60428"/>
                </a:lnTo>
                <a:lnTo>
                  <a:pt x="887289" y="96899"/>
                </a:lnTo>
                <a:lnTo>
                  <a:pt x="823785" y="132502"/>
                </a:lnTo>
                <a:lnTo>
                  <a:pt x="759670" y="167160"/>
                </a:lnTo>
                <a:lnTo>
                  <a:pt x="695111" y="200797"/>
                </a:lnTo>
                <a:lnTo>
                  <a:pt x="630275" y="233336"/>
                </a:lnTo>
                <a:lnTo>
                  <a:pt x="565333" y="264701"/>
                </a:lnTo>
                <a:lnTo>
                  <a:pt x="500453" y="294814"/>
                </a:lnTo>
                <a:lnTo>
                  <a:pt x="435801" y="323600"/>
                </a:lnTo>
                <a:lnTo>
                  <a:pt x="371548" y="350982"/>
                </a:lnTo>
                <a:lnTo>
                  <a:pt x="307861" y="376882"/>
                </a:lnTo>
                <a:lnTo>
                  <a:pt x="244907" y="401223"/>
                </a:lnTo>
                <a:lnTo>
                  <a:pt x="182855" y="423930"/>
                </a:lnTo>
                <a:lnTo>
                  <a:pt x="121868" y="444924"/>
                </a:lnTo>
                <a:lnTo>
                  <a:pt x="62117" y="464130"/>
                </a:lnTo>
                <a:lnTo>
                  <a:pt x="29659" y="473774"/>
                </a:lnTo>
                <a:lnTo>
                  <a:pt x="21935" y="447776"/>
                </a:lnTo>
                <a:lnTo>
                  <a:pt x="54249" y="438175"/>
                </a:lnTo>
                <a:lnTo>
                  <a:pt x="53961" y="438264"/>
                </a:lnTo>
                <a:lnTo>
                  <a:pt x="113437" y="419147"/>
                </a:lnTo>
                <a:lnTo>
                  <a:pt x="113172" y="419235"/>
                </a:lnTo>
                <a:lnTo>
                  <a:pt x="173902" y="398329"/>
                </a:lnTo>
                <a:lnTo>
                  <a:pt x="173656" y="398416"/>
                </a:lnTo>
                <a:lnTo>
                  <a:pt x="235472" y="375796"/>
                </a:lnTo>
                <a:lnTo>
                  <a:pt x="235241" y="375883"/>
                </a:lnTo>
                <a:lnTo>
                  <a:pt x="297971" y="351628"/>
                </a:lnTo>
                <a:lnTo>
                  <a:pt x="297753" y="351715"/>
                </a:lnTo>
                <a:lnTo>
                  <a:pt x="361227" y="325901"/>
                </a:lnTo>
                <a:lnTo>
                  <a:pt x="361019" y="325988"/>
                </a:lnTo>
                <a:lnTo>
                  <a:pt x="425068" y="298693"/>
                </a:lnTo>
                <a:lnTo>
                  <a:pt x="424869" y="298780"/>
                </a:lnTo>
                <a:lnTo>
                  <a:pt x="489323" y="270082"/>
                </a:lnTo>
                <a:lnTo>
                  <a:pt x="489131" y="270170"/>
                </a:lnTo>
                <a:lnTo>
                  <a:pt x="553821" y="240144"/>
                </a:lnTo>
                <a:lnTo>
                  <a:pt x="553632" y="240233"/>
                </a:lnTo>
                <a:lnTo>
                  <a:pt x="618388" y="208959"/>
                </a:lnTo>
                <a:lnTo>
                  <a:pt x="618202" y="209050"/>
                </a:lnTo>
                <a:lnTo>
                  <a:pt x="682853" y="176604"/>
                </a:lnTo>
                <a:lnTo>
                  <a:pt x="682670" y="176697"/>
                </a:lnTo>
                <a:lnTo>
                  <a:pt x="747047" y="143156"/>
                </a:lnTo>
                <a:lnTo>
                  <a:pt x="746865" y="143253"/>
                </a:lnTo>
                <a:lnTo>
                  <a:pt x="810796" y="108694"/>
                </a:lnTo>
                <a:lnTo>
                  <a:pt x="810613" y="108794"/>
                </a:lnTo>
                <a:lnTo>
                  <a:pt x="873934" y="73295"/>
                </a:lnTo>
                <a:lnTo>
                  <a:pt x="873748" y="73400"/>
                </a:lnTo>
                <a:lnTo>
                  <a:pt x="936283" y="37037"/>
                </a:lnTo>
                <a:lnTo>
                  <a:pt x="936095" y="37149"/>
                </a:lnTo>
                <a:lnTo>
                  <a:pt x="997675" y="0"/>
                </a:lnTo>
                <a:lnTo>
                  <a:pt x="1011686" y="2322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df-path-106-part-1">
            <a:extLst xmlns:a="http://schemas.openxmlformats.org/drawingml/2006/main">
              <a:ext uri="{FF2B5EF4-FFF2-40B4-BE49-F238E27FC236}">
                <a16:creationId xmlns:a16="http://schemas.microsoft.com/office/drawing/2014/main" id="{7E3F313B-771C-46C1-A29E-D69E2C49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2278" y="4147253"/>
            <a:ext cx="1011686" cy="498045"/>
          </a:xfrm>
          <a:custGeom xmlns:a="http://schemas.openxmlformats.org/drawingml/2006/main">
            <a:pathLst>
              <a:path w="1011686" h="498045">
                <a:moveTo>
                  <a:pt x="114095" y="496270"/>
                </a:moveTo>
                <a:lnTo>
                  <a:pt x="0" y="468441"/>
                </a:lnTo>
                <a:lnTo>
                  <a:pt x="80385" y="382823"/>
                </a:lnTo>
                <a:cubicBezTo>
                  <a:pt x="85511" y="377363"/>
                  <a:pt x="94094" y="377092"/>
                  <a:pt x="99553" y="382219"/>
                </a:cubicBezTo>
                <a:cubicBezTo>
                  <a:pt x="105014" y="387345"/>
                  <a:pt x="105283" y="395927"/>
                  <a:pt x="100159" y="401387"/>
                </a:cubicBezTo>
                <a:lnTo>
                  <a:pt x="35684" y="470057"/>
                </a:lnTo>
                <a:lnTo>
                  <a:pt x="29011" y="447601"/>
                </a:lnTo>
                <a:lnTo>
                  <a:pt x="120522" y="469922"/>
                </a:lnTo>
                <a:cubicBezTo>
                  <a:pt x="127797" y="471697"/>
                  <a:pt x="132257" y="479034"/>
                  <a:pt x="130483" y="486310"/>
                </a:cubicBezTo>
                <a:cubicBezTo>
                  <a:pt x="128709" y="493586"/>
                  <a:pt x="121372" y="498045"/>
                  <a:pt x="114095" y="49627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df-path-107-part-0">
            <a:extLst xmlns:a="http://schemas.openxmlformats.org/drawingml/2006/main">
              <a:ext uri="{FF2B5EF4-FFF2-40B4-BE49-F238E27FC236}">
                <a16:creationId xmlns:a16="http://schemas.microsoft.com/office/drawing/2014/main" id="{7FCED087-3A63-4F0C-A667-389958BA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534" y="2615554"/>
            <a:ext cx="860464" cy="814052"/>
          </a:xfrm>
          <a:custGeom xmlns:a="http://schemas.openxmlformats.org/drawingml/2006/main">
            <a:pathLst>
              <a:path w="860464" h="814052">
                <a:moveTo>
                  <a:pt x="846285" y="814052"/>
                </a:moveTo>
                <a:lnTo>
                  <a:pt x="772356" y="768712"/>
                </a:lnTo>
                <a:lnTo>
                  <a:pt x="699904" y="721474"/>
                </a:lnTo>
                <a:lnTo>
                  <a:pt x="629347" y="672676"/>
                </a:lnTo>
                <a:lnTo>
                  <a:pt x="560936" y="622565"/>
                </a:lnTo>
                <a:lnTo>
                  <a:pt x="494926" y="571380"/>
                </a:lnTo>
                <a:lnTo>
                  <a:pt x="431570" y="519363"/>
                </a:lnTo>
                <a:lnTo>
                  <a:pt x="371120" y="466755"/>
                </a:lnTo>
                <a:lnTo>
                  <a:pt x="313829" y="413795"/>
                </a:lnTo>
                <a:lnTo>
                  <a:pt x="259952" y="360722"/>
                </a:lnTo>
                <a:lnTo>
                  <a:pt x="209739" y="307770"/>
                </a:lnTo>
                <a:lnTo>
                  <a:pt x="163491" y="255232"/>
                </a:lnTo>
                <a:lnTo>
                  <a:pt x="141849" y="229090"/>
                </a:lnTo>
                <a:lnTo>
                  <a:pt x="121324" y="203175"/>
                </a:lnTo>
                <a:lnTo>
                  <a:pt x="101906" y="177463"/>
                </a:lnTo>
                <a:lnTo>
                  <a:pt x="83623" y="151984"/>
                </a:lnTo>
                <a:lnTo>
                  <a:pt x="66511" y="126761"/>
                </a:lnTo>
                <a:lnTo>
                  <a:pt x="50600" y="101825"/>
                </a:lnTo>
                <a:lnTo>
                  <a:pt x="35921" y="77199"/>
                </a:lnTo>
                <a:lnTo>
                  <a:pt x="22511" y="52909"/>
                </a:lnTo>
                <a:lnTo>
                  <a:pt x="11203" y="30570"/>
                </a:lnTo>
                <a:lnTo>
                  <a:pt x="35401" y="18322"/>
                </a:lnTo>
                <a:lnTo>
                  <a:pt x="46598" y="40444"/>
                </a:lnTo>
                <a:lnTo>
                  <a:pt x="46370" y="40014"/>
                </a:lnTo>
                <a:lnTo>
                  <a:pt x="59556" y="63893"/>
                </a:lnTo>
                <a:lnTo>
                  <a:pt x="59333" y="63505"/>
                </a:lnTo>
                <a:lnTo>
                  <a:pt x="73790" y="87762"/>
                </a:lnTo>
                <a:lnTo>
                  <a:pt x="73574" y="87411"/>
                </a:lnTo>
                <a:lnTo>
                  <a:pt x="89271" y="112012"/>
                </a:lnTo>
                <a:lnTo>
                  <a:pt x="89061" y="111693"/>
                </a:lnTo>
                <a:lnTo>
                  <a:pt x="105966" y="136609"/>
                </a:lnTo>
                <a:lnTo>
                  <a:pt x="105763" y="136318"/>
                </a:lnTo>
                <a:lnTo>
                  <a:pt x="123845" y="161519"/>
                </a:lnTo>
                <a:lnTo>
                  <a:pt x="123647" y="161251"/>
                </a:lnTo>
                <a:lnTo>
                  <a:pt x="142873" y="186705"/>
                </a:lnTo>
                <a:lnTo>
                  <a:pt x="142682" y="186459"/>
                </a:lnTo>
                <a:lnTo>
                  <a:pt x="163020" y="212136"/>
                </a:lnTo>
                <a:lnTo>
                  <a:pt x="162834" y="211908"/>
                </a:lnTo>
                <a:lnTo>
                  <a:pt x="184251" y="237779"/>
                </a:lnTo>
                <a:lnTo>
                  <a:pt x="183985" y="237466"/>
                </a:lnTo>
                <a:lnTo>
                  <a:pt x="229930" y="289662"/>
                </a:lnTo>
                <a:lnTo>
                  <a:pt x="229592" y="289291"/>
                </a:lnTo>
                <a:lnTo>
                  <a:pt x="279473" y="341892"/>
                </a:lnTo>
                <a:lnTo>
                  <a:pt x="279148" y="341562"/>
                </a:lnTo>
                <a:lnTo>
                  <a:pt x="332709" y="394323"/>
                </a:lnTo>
                <a:lnTo>
                  <a:pt x="332397" y="394026"/>
                </a:lnTo>
                <a:lnTo>
                  <a:pt x="389380" y="446702"/>
                </a:lnTo>
                <a:lnTo>
                  <a:pt x="389078" y="446430"/>
                </a:lnTo>
                <a:lnTo>
                  <a:pt x="449227" y="498776"/>
                </a:lnTo>
                <a:lnTo>
                  <a:pt x="448930" y="498526"/>
                </a:lnTo>
                <a:lnTo>
                  <a:pt x="511990" y="550299"/>
                </a:lnTo>
                <a:lnTo>
                  <a:pt x="511695" y="550063"/>
                </a:lnTo>
                <a:lnTo>
                  <a:pt x="577409" y="601019"/>
                </a:lnTo>
                <a:lnTo>
                  <a:pt x="577112" y="600795"/>
                </a:lnTo>
                <a:lnTo>
                  <a:pt x="645224" y="650689"/>
                </a:lnTo>
                <a:lnTo>
                  <a:pt x="644925" y="650476"/>
                </a:lnTo>
                <a:lnTo>
                  <a:pt x="715179" y="699062"/>
                </a:lnTo>
                <a:lnTo>
                  <a:pt x="714872" y="698856"/>
                </a:lnTo>
                <a:lnTo>
                  <a:pt x="787012" y="745892"/>
                </a:lnTo>
                <a:lnTo>
                  <a:pt x="786695" y="745691"/>
                </a:lnTo>
                <a:lnTo>
                  <a:pt x="860464" y="790933"/>
                </a:lnTo>
                <a:lnTo>
                  <a:pt x="846285" y="81405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df-path-107-part-1">
            <a:extLst xmlns:a="http://schemas.openxmlformats.org/drawingml/2006/main">
              <a:ext uri="{FF2B5EF4-FFF2-40B4-BE49-F238E27FC236}">
                <a16:creationId xmlns:a16="http://schemas.microsoft.com/office/drawing/2014/main" id="{0A29C605-E47B-4ED7-B472-4AA0BBF5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534" y="2615554"/>
            <a:ext cx="860464" cy="814052"/>
          </a:xfrm>
          <a:custGeom xmlns:a="http://schemas.openxmlformats.org/drawingml/2006/main">
            <a:pathLst>
              <a:path w="860464" h="814052">
                <a:moveTo>
                  <a:pt x="722" y="116894"/>
                </a:moveTo>
                <a:lnTo>
                  <a:pt x="12047" y="0"/>
                </a:lnTo>
                <a:lnTo>
                  <a:pt x="108224" y="67395"/>
                </a:lnTo>
                <a:cubicBezTo>
                  <a:pt x="114358" y="71693"/>
                  <a:pt x="115846" y="80150"/>
                  <a:pt x="111547" y="86284"/>
                </a:cubicBezTo>
                <a:cubicBezTo>
                  <a:pt x="107250" y="92417"/>
                  <a:pt x="98793" y="93904"/>
                  <a:pt x="92660" y="89607"/>
                </a:cubicBezTo>
                <a:lnTo>
                  <a:pt x="15521" y="35552"/>
                </a:lnTo>
                <a:lnTo>
                  <a:pt x="36799" y="25753"/>
                </a:lnTo>
                <a:lnTo>
                  <a:pt x="27717" y="119508"/>
                </a:lnTo>
                <a:cubicBezTo>
                  <a:pt x="26995" y="126964"/>
                  <a:pt x="20366" y="132421"/>
                  <a:pt x="12913" y="131699"/>
                </a:cubicBezTo>
                <a:cubicBezTo>
                  <a:pt x="5457" y="130976"/>
                  <a:pt x="0" y="124348"/>
                  <a:pt x="722" y="11689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df-path-108-part-0">
            <a:extLst xmlns:a="http://schemas.openxmlformats.org/drawingml/2006/main">
              <a:ext uri="{FF2B5EF4-FFF2-40B4-BE49-F238E27FC236}">
                <a16:creationId xmlns:a16="http://schemas.microsoft.com/office/drawing/2014/main" id="{F7CF44E2-7AEE-4DD3-885B-8A6954F02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986" y="3582614"/>
            <a:ext cx="1003671" cy="433244"/>
          </a:xfrm>
          <a:custGeom xmlns:a="http://schemas.openxmlformats.org/drawingml/2006/main">
            <a:pathLst>
              <a:path w="1003671" h="433244">
                <a:moveTo>
                  <a:pt x="29661" y="24267"/>
                </a:moveTo>
                <a:lnTo>
                  <a:pt x="63815" y="34417"/>
                </a:lnTo>
                <a:lnTo>
                  <a:pt x="124652" y="53340"/>
                </a:lnTo>
                <a:lnTo>
                  <a:pt x="186235" y="73318"/>
                </a:lnTo>
                <a:lnTo>
                  <a:pt x="248488" y="94316"/>
                </a:lnTo>
                <a:lnTo>
                  <a:pt x="374344" y="139128"/>
                </a:lnTo>
                <a:lnTo>
                  <a:pt x="501432" y="187463"/>
                </a:lnTo>
                <a:lnTo>
                  <a:pt x="628819" y="238954"/>
                </a:lnTo>
                <a:lnTo>
                  <a:pt x="755610" y="293250"/>
                </a:lnTo>
                <a:lnTo>
                  <a:pt x="880905" y="349998"/>
                </a:lnTo>
                <a:lnTo>
                  <a:pt x="1003671" y="408783"/>
                </a:lnTo>
                <a:lnTo>
                  <a:pt x="991958" y="433244"/>
                </a:lnTo>
                <a:lnTo>
                  <a:pt x="869323" y="374522"/>
                </a:lnTo>
                <a:lnTo>
                  <a:pt x="869585" y="374644"/>
                </a:lnTo>
                <a:lnTo>
                  <a:pt x="744548" y="318013"/>
                </a:lnTo>
                <a:lnTo>
                  <a:pt x="744805" y="318126"/>
                </a:lnTo>
                <a:lnTo>
                  <a:pt x="618271" y="263940"/>
                </a:lnTo>
                <a:lnTo>
                  <a:pt x="618527" y="264047"/>
                </a:lnTo>
                <a:lnTo>
                  <a:pt x="491398" y="212660"/>
                </a:lnTo>
                <a:lnTo>
                  <a:pt x="491660" y="212762"/>
                </a:lnTo>
                <a:lnTo>
                  <a:pt x="364838" y="164529"/>
                </a:lnTo>
                <a:lnTo>
                  <a:pt x="365109" y="164629"/>
                </a:lnTo>
                <a:lnTo>
                  <a:pt x="239497" y="119904"/>
                </a:lnTo>
                <a:lnTo>
                  <a:pt x="239711" y="119978"/>
                </a:lnTo>
                <a:lnTo>
                  <a:pt x="177641" y="99041"/>
                </a:lnTo>
                <a:lnTo>
                  <a:pt x="177791" y="99090"/>
                </a:lnTo>
                <a:lnTo>
                  <a:pt x="116362" y="79163"/>
                </a:lnTo>
                <a:lnTo>
                  <a:pt x="116518" y="79213"/>
                </a:lnTo>
                <a:lnTo>
                  <a:pt x="55842" y="60340"/>
                </a:lnTo>
                <a:lnTo>
                  <a:pt x="56007" y="60390"/>
                </a:lnTo>
                <a:lnTo>
                  <a:pt x="21934" y="50264"/>
                </a:lnTo>
                <a:lnTo>
                  <a:pt x="29661" y="2426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df-path-108-part-1">
            <a:extLst xmlns:a="http://schemas.openxmlformats.org/drawingml/2006/main">
              <a:ext uri="{FF2B5EF4-FFF2-40B4-BE49-F238E27FC236}">
                <a16:creationId xmlns:a16="http://schemas.microsoft.com/office/drawing/2014/main" id="{5C3F2CFB-CCCA-4EF1-A182-D0C6E289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986" y="3582614"/>
            <a:ext cx="1003671" cy="433244"/>
          </a:xfrm>
          <a:custGeom xmlns:a="http://schemas.openxmlformats.org/drawingml/2006/main">
            <a:pathLst>
              <a:path w="1003671" h="433244">
                <a:moveTo>
                  <a:pt x="80381" y="115221"/>
                </a:moveTo>
                <a:lnTo>
                  <a:pt x="0" y="29598"/>
                </a:lnTo>
                <a:lnTo>
                  <a:pt x="114098" y="1774"/>
                </a:lnTo>
                <a:cubicBezTo>
                  <a:pt x="121374" y="0"/>
                  <a:pt x="128710" y="4461"/>
                  <a:pt x="130485" y="11737"/>
                </a:cubicBezTo>
                <a:cubicBezTo>
                  <a:pt x="132259" y="19012"/>
                  <a:pt x="127799" y="26350"/>
                  <a:pt x="120522" y="28124"/>
                </a:cubicBezTo>
                <a:lnTo>
                  <a:pt x="29010" y="50440"/>
                </a:lnTo>
                <a:lnTo>
                  <a:pt x="35684" y="27984"/>
                </a:lnTo>
                <a:lnTo>
                  <a:pt x="100154" y="96658"/>
                </a:lnTo>
                <a:cubicBezTo>
                  <a:pt x="105280" y="102118"/>
                  <a:pt x="105009" y="110699"/>
                  <a:pt x="99549" y="115826"/>
                </a:cubicBezTo>
                <a:cubicBezTo>
                  <a:pt x="94088" y="120951"/>
                  <a:pt x="85507" y="120681"/>
                  <a:pt x="80381" y="11522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df-path-109-part-0">
            <a:extLst xmlns:a="http://schemas.openxmlformats.org/drawingml/2006/main">
              <a:ext uri="{FF2B5EF4-FFF2-40B4-BE49-F238E27FC236}">
                <a16:creationId xmlns:a16="http://schemas.microsoft.com/office/drawing/2014/main" id="{04631117-D2C6-4617-9D88-428E2EDA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9324" y="156335"/>
            <a:ext cx="354865" cy="276004"/>
          </a:xfrm>
          <a:custGeom xmlns:a="http://schemas.openxmlformats.org/drawingml/2006/main">
            <a:pathLst>
              <a:path w="354865" h="276004">
                <a:moveTo>
                  <a:pt x="335860" y="82031"/>
                </a:moveTo>
                <a:lnTo>
                  <a:pt x="311844" y="72539"/>
                </a:lnTo>
                <a:lnTo>
                  <a:pt x="286602" y="65302"/>
                </a:lnTo>
                <a:lnTo>
                  <a:pt x="261329" y="60685"/>
                </a:lnTo>
                <a:lnTo>
                  <a:pt x="236198" y="58650"/>
                </a:lnTo>
                <a:lnTo>
                  <a:pt x="211387" y="59158"/>
                </a:lnTo>
                <a:lnTo>
                  <a:pt x="187069" y="62166"/>
                </a:lnTo>
                <a:lnTo>
                  <a:pt x="163423" y="67635"/>
                </a:lnTo>
                <a:lnTo>
                  <a:pt x="140625" y="75518"/>
                </a:lnTo>
                <a:lnTo>
                  <a:pt x="118856" y="85772"/>
                </a:lnTo>
                <a:lnTo>
                  <a:pt x="98297" y="98346"/>
                </a:lnTo>
                <a:lnTo>
                  <a:pt x="79132" y="113189"/>
                </a:lnTo>
                <a:lnTo>
                  <a:pt x="61547" y="130242"/>
                </a:lnTo>
                <a:lnTo>
                  <a:pt x="45721" y="149441"/>
                </a:lnTo>
                <a:lnTo>
                  <a:pt x="31834" y="170716"/>
                </a:lnTo>
                <a:lnTo>
                  <a:pt x="20098" y="193918"/>
                </a:lnTo>
                <a:lnTo>
                  <a:pt x="12708" y="212844"/>
                </a:lnTo>
                <a:lnTo>
                  <a:pt x="6884" y="232360"/>
                </a:lnTo>
                <a:lnTo>
                  <a:pt x="2620" y="252448"/>
                </a:lnTo>
                <a:lnTo>
                  <a:pt x="0" y="272489"/>
                </a:lnTo>
                <a:lnTo>
                  <a:pt x="26894" y="276004"/>
                </a:lnTo>
                <a:lnTo>
                  <a:pt x="29444" y="256495"/>
                </a:lnTo>
                <a:lnTo>
                  <a:pt x="29262" y="257553"/>
                </a:lnTo>
                <a:lnTo>
                  <a:pt x="33301" y="238528"/>
                </a:lnTo>
                <a:lnTo>
                  <a:pt x="33030" y="239589"/>
                </a:lnTo>
                <a:lnTo>
                  <a:pt x="38536" y="221133"/>
                </a:lnTo>
                <a:lnTo>
                  <a:pt x="38174" y="222189"/>
                </a:lnTo>
                <a:lnTo>
                  <a:pt x="45124" y="204390"/>
                </a:lnTo>
                <a:lnTo>
                  <a:pt x="44593" y="205578"/>
                </a:lnTo>
                <a:lnTo>
                  <a:pt x="55699" y="183622"/>
                </a:lnTo>
                <a:lnTo>
                  <a:pt x="54953" y="184914"/>
                </a:lnTo>
                <a:lnTo>
                  <a:pt x="68019" y="164896"/>
                </a:lnTo>
                <a:lnTo>
                  <a:pt x="67127" y="166110"/>
                </a:lnTo>
                <a:lnTo>
                  <a:pt x="81994" y="148076"/>
                </a:lnTo>
                <a:lnTo>
                  <a:pt x="80968" y="149186"/>
                </a:lnTo>
                <a:lnTo>
                  <a:pt x="97471" y="133184"/>
                </a:lnTo>
                <a:lnTo>
                  <a:pt x="96334" y="134170"/>
                </a:lnTo>
                <a:lnTo>
                  <a:pt x="114313" y="120246"/>
                </a:lnTo>
                <a:lnTo>
                  <a:pt x="113085" y="121093"/>
                </a:lnTo>
                <a:lnTo>
                  <a:pt x="132377" y="109293"/>
                </a:lnTo>
                <a:lnTo>
                  <a:pt x="131080" y="109993"/>
                </a:lnTo>
                <a:lnTo>
                  <a:pt x="151523" y="100364"/>
                </a:lnTo>
                <a:lnTo>
                  <a:pt x="150176" y="100912"/>
                </a:lnTo>
                <a:lnTo>
                  <a:pt x="171608" y="93501"/>
                </a:lnTo>
                <a:lnTo>
                  <a:pt x="170232" y="93897"/>
                </a:lnTo>
                <a:lnTo>
                  <a:pt x="192491" y="88750"/>
                </a:lnTo>
                <a:lnTo>
                  <a:pt x="191101" y="88996"/>
                </a:lnTo>
                <a:lnTo>
                  <a:pt x="214026" y="86160"/>
                </a:lnTo>
                <a:lnTo>
                  <a:pt x="212638" y="86259"/>
                </a:lnTo>
                <a:lnTo>
                  <a:pt x="236066" y="85780"/>
                </a:lnTo>
                <a:lnTo>
                  <a:pt x="234696" y="85738"/>
                </a:lnTo>
                <a:lnTo>
                  <a:pt x="258464" y="87663"/>
                </a:lnTo>
                <a:lnTo>
                  <a:pt x="257123" y="87485"/>
                </a:lnTo>
                <a:lnTo>
                  <a:pt x="281072" y="91861"/>
                </a:lnTo>
                <a:lnTo>
                  <a:pt x="279770" y="91556"/>
                </a:lnTo>
                <a:lnTo>
                  <a:pt x="303736" y="98428"/>
                </a:lnTo>
                <a:lnTo>
                  <a:pt x="302489" y="98004"/>
                </a:lnTo>
                <a:lnTo>
                  <a:pt x="325892" y="107254"/>
                </a:lnTo>
                <a:lnTo>
                  <a:pt x="335860" y="820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df-path-109-part-1">
            <a:extLst xmlns:a="http://schemas.openxmlformats.org/drawingml/2006/main">
              <a:ext uri="{FF2B5EF4-FFF2-40B4-BE49-F238E27FC236}">
                <a16:creationId xmlns:a16="http://schemas.microsoft.com/office/drawing/2014/main" id="{8DE36A48-5F36-432A-AA81-4AB84BC3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9324" y="156335"/>
            <a:ext cx="354865" cy="276004"/>
          </a:xfrm>
          <a:custGeom xmlns:a="http://schemas.openxmlformats.org/drawingml/2006/main">
            <a:pathLst>
              <a:path w="354865" h="276004">
                <a:moveTo>
                  <a:pt x="237620" y="113606"/>
                </a:moveTo>
                <a:lnTo>
                  <a:pt x="354865" y="106841"/>
                </a:lnTo>
                <a:lnTo>
                  <a:pt x="291265" y="8112"/>
                </a:lnTo>
                <a:cubicBezTo>
                  <a:pt x="287210" y="1816"/>
                  <a:pt x="278818" y="0"/>
                  <a:pt x="272522" y="4056"/>
                </a:cubicBezTo>
                <a:cubicBezTo>
                  <a:pt x="266226" y="8111"/>
                  <a:pt x="264410" y="16503"/>
                  <a:pt x="268465" y="22800"/>
                </a:cubicBezTo>
                <a:lnTo>
                  <a:pt x="319476" y="101986"/>
                </a:lnTo>
                <a:lnTo>
                  <a:pt x="330095" y="81104"/>
                </a:lnTo>
                <a:lnTo>
                  <a:pt x="236057" y="86529"/>
                </a:lnTo>
                <a:cubicBezTo>
                  <a:pt x="228580" y="86961"/>
                  <a:pt x="222869" y="93371"/>
                  <a:pt x="223301" y="100848"/>
                </a:cubicBezTo>
                <a:cubicBezTo>
                  <a:pt x="223732" y="108325"/>
                  <a:pt x="230143" y="114036"/>
                  <a:pt x="237620" y="11360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df-text-55-0">
            <a:extLst xmlns:a="http://schemas.openxmlformats.org/drawingml/2006/main">
              <a:ext uri="{FF2B5EF4-FFF2-40B4-BE49-F238E27FC236}">
                <a16:creationId xmlns:a16="http://schemas.microsoft.com/office/drawing/2014/main" id="{100A7EF2-6F33-427E-BE7E-C06B7A12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443" y="4027161"/>
            <a:ext cx="976853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 3D </a:t>
            </a:r>
          </a:p>
        </p:txBody>
      </p:sp>
      <p:sp>
        <p:nvSpPr>
          <p:cNvPr id="98" name="pdf-text-56-0">
            <a:extLst xmlns:a="http://schemas.openxmlformats.org/drawingml/2006/main">
              <a:ext uri="{FF2B5EF4-FFF2-40B4-BE49-F238E27FC236}">
                <a16:creationId xmlns:a16="http://schemas.microsoft.com/office/drawing/2014/main" id="{540602ED-3744-4DB9-B5C8-6A641AD3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8307" y="4027161"/>
            <a:ext cx="521006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Scene</a:t>
            </a:r>
          </a:p>
        </p:txBody>
      </p:sp>
      <p:sp>
        <p:nvSpPr>
          <p:cNvPr id="99" name="pdf-path-112-part-0">
            <a:extLst xmlns:a="http://schemas.openxmlformats.org/drawingml/2006/main">
              <a:ext uri="{FF2B5EF4-FFF2-40B4-BE49-F238E27FC236}">
                <a16:creationId xmlns:a16="http://schemas.microsoft.com/office/drawing/2014/main" id="{9C586D97-3940-4BAA-9D46-3DAFEBA8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9907" y="4807320"/>
            <a:ext cx="329391" cy="163739"/>
          </a:xfrm>
          <a:custGeom xmlns:a="http://schemas.openxmlformats.org/drawingml/2006/main">
            <a:pathLst>
              <a:path w="329391" h="163739">
                <a:moveTo>
                  <a:pt x="16339" y="76425"/>
                </a:moveTo>
                <a:lnTo>
                  <a:pt x="36413" y="87028"/>
                </a:lnTo>
                <a:lnTo>
                  <a:pt x="59305" y="96565"/>
                </a:lnTo>
                <a:lnTo>
                  <a:pt x="82508" y="103802"/>
                </a:lnTo>
                <a:lnTo>
                  <a:pt x="105875" y="108750"/>
                </a:lnTo>
                <a:lnTo>
                  <a:pt x="129255" y="111420"/>
                </a:lnTo>
                <a:lnTo>
                  <a:pt x="152496" y="111823"/>
                </a:lnTo>
                <a:lnTo>
                  <a:pt x="175449" y="109973"/>
                </a:lnTo>
                <a:lnTo>
                  <a:pt x="197957" y="105883"/>
                </a:lnTo>
                <a:lnTo>
                  <a:pt x="219866" y="99567"/>
                </a:lnTo>
                <a:lnTo>
                  <a:pt x="241018" y="91042"/>
                </a:lnTo>
                <a:lnTo>
                  <a:pt x="261254" y="80328"/>
                </a:lnTo>
                <a:lnTo>
                  <a:pt x="280413" y="67448"/>
                </a:lnTo>
                <a:lnTo>
                  <a:pt x="298334" y="52431"/>
                </a:lnTo>
                <a:lnTo>
                  <a:pt x="314857" y="35312"/>
                </a:lnTo>
                <a:lnTo>
                  <a:pt x="329391" y="16684"/>
                </a:lnTo>
                <a:lnTo>
                  <a:pt x="308009" y="0"/>
                </a:lnTo>
                <a:lnTo>
                  <a:pt x="293912" y="18066"/>
                </a:lnTo>
                <a:lnTo>
                  <a:pt x="294846" y="16991"/>
                </a:lnTo>
                <a:lnTo>
                  <a:pt x="279318" y="33081"/>
                </a:lnTo>
                <a:lnTo>
                  <a:pt x="280365" y="32104"/>
                </a:lnTo>
                <a:lnTo>
                  <a:pt x="263544" y="46200"/>
                </a:lnTo>
                <a:lnTo>
                  <a:pt x="264688" y="45340"/>
                </a:lnTo>
                <a:lnTo>
                  <a:pt x="246715" y="57423"/>
                </a:lnTo>
                <a:lnTo>
                  <a:pt x="247934" y="56692"/>
                </a:lnTo>
                <a:lnTo>
                  <a:pt x="228950" y="66744"/>
                </a:lnTo>
                <a:lnTo>
                  <a:pt x="230225" y="66150"/>
                </a:lnTo>
                <a:lnTo>
                  <a:pt x="210372" y="74152"/>
                </a:lnTo>
                <a:lnTo>
                  <a:pt x="211685" y="73700"/>
                </a:lnTo>
                <a:lnTo>
                  <a:pt x="191101" y="79634"/>
                </a:lnTo>
                <a:lnTo>
                  <a:pt x="192434" y="79322"/>
                </a:lnTo>
                <a:lnTo>
                  <a:pt x="171263" y="83169"/>
                </a:lnTo>
                <a:lnTo>
                  <a:pt x="172598" y="82994"/>
                </a:lnTo>
                <a:lnTo>
                  <a:pt x="150980" y="84737"/>
                </a:lnTo>
                <a:lnTo>
                  <a:pt x="152304" y="84695"/>
                </a:lnTo>
                <a:lnTo>
                  <a:pt x="130380" y="84314"/>
                </a:lnTo>
                <a:lnTo>
                  <a:pt x="131682" y="84400"/>
                </a:lnTo>
                <a:lnTo>
                  <a:pt x="109592" y="81877"/>
                </a:lnTo>
                <a:lnTo>
                  <a:pt x="110862" y="82084"/>
                </a:lnTo>
                <a:lnTo>
                  <a:pt x="88748" y="77401"/>
                </a:lnTo>
                <a:lnTo>
                  <a:pt x="89977" y="77722"/>
                </a:lnTo>
                <a:lnTo>
                  <a:pt x="67979" y="70861"/>
                </a:lnTo>
                <a:lnTo>
                  <a:pt x="69156" y="71289"/>
                </a:lnTo>
                <a:lnTo>
                  <a:pt x="47415" y="62231"/>
                </a:lnTo>
                <a:lnTo>
                  <a:pt x="48533" y="62758"/>
                </a:lnTo>
                <a:lnTo>
                  <a:pt x="29006" y="52444"/>
                </a:lnTo>
                <a:lnTo>
                  <a:pt x="16339" y="7642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df-path-112-part-1">
            <a:extLst xmlns:a="http://schemas.openxmlformats.org/drawingml/2006/main">
              <a:ext uri="{FF2B5EF4-FFF2-40B4-BE49-F238E27FC236}">
                <a16:creationId xmlns:a16="http://schemas.microsoft.com/office/drawing/2014/main" id="{BF72B863-0E91-48A2-A68C-5627E743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9907" y="4807320"/>
            <a:ext cx="329391" cy="163739"/>
          </a:xfrm>
          <a:custGeom xmlns:a="http://schemas.openxmlformats.org/drawingml/2006/main">
            <a:pathLst>
              <a:path w="329391" h="163739">
                <a:moveTo>
                  <a:pt x="117343" y="54737"/>
                </a:moveTo>
                <a:lnTo>
                  <a:pt x="0" y="49935"/>
                </a:lnTo>
                <a:lnTo>
                  <a:pt x="53579" y="154441"/>
                </a:lnTo>
                <a:cubicBezTo>
                  <a:pt x="56996" y="161106"/>
                  <a:pt x="65168" y="163739"/>
                  <a:pt x="71833" y="160322"/>
                </a:cubicBezTo>
                <a:cubicBezTo>
                  <a:pt x="78497" y="156905"/>
                  <a:pt x="81129" y="148733"/>
                  <a:pt x="77714" y="142068"/>
                </a:cubicBezTo>
                <a:lnTo>
                  <a:pt x="34739" y="58248"/>
                </a:lnTo>
                <a:lnTo>
                  <a:pt x="22118" y="77984"/>
                </a:lnTo>
                <a:lnTo>
                  <a:pt x="116233" y="81835"/>
                </a:lnTo>
                <a:cubicBezTo>
                  <a:pt x="123716" y="82142"/>
                  <a:pt x="130030" y="76324"/>
                  <a:pt x="130336" y="68841"/>
                </a:cubicBezTo>
                <a:cubicBezTo>
                  <a:pt x="130644" y="61358"/>
                  <a:pt x="124825" y="55043"/>
                  <a:pt x="117343" y="5473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df-path-113">
            <a:extLst xmlns:a="http://schemas.openxmlformats.org/drawingml/2006/main">
              <a:ext uri="{FF2B5EF4-FFF2-40B4-BE49-F238E27FC236}">
                <a16:creationId xmlns:a16="http://schemas.microsoft.com/office/drawing/2014/main" id="{77368BEF-2E79-444F-9BFC-73C80AB7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350" y="845680"/>
            <a:ext cx="2155595" cy="670629"/>
          </a:xfrm>
          <a:custGeom xmlns:a="http://schemas.openxmlformats.org/drawingml/2006/main">
            <a:pathLst>
              <a:path w="2155595" h="670629">
                <a:moveTo>
                  <a:pt x="2155595" y="0"/>
                </a:moveTo>
                <a:lnTo>
                  <a:pt x="2155595" y="111771"/>
                </a:lnTo>
                <a:lnTo>
                  <a:pt x="2155595" y="279429"/>
                </a:lnTo>
                <a:lnTo>
                  <a:pt x="2155595" y="670629"/>
                </a:lnTo>
                <a:lnTo>
                  <a:pt x="988129" y="670629"/>
                </a:lnTo>
                <a:lnTo>
                  <a:pt x="487787" y="670629"/>
                </a:lnTo>
                <a:lnTo>
                  <a:pt x="154226" y="670629"/>
                </a:lnTo>
                <a:lnTo>
                  <a:pt x="154226" y="279429"/>
                </a:lnTo>
                <a:lnTo>
                  <a:pt x="0" y="125663"/>
                </a:lnTo>
                <a:lnTo>
                  <a:pt x="154226" y="111771"/>
                </a:lnTo>
                <a:lnTo>
                  <a:pt x="154226" y="0"/>
                </a:lnTo>
                <a:lnTo>
                  <a:pt x="487787" y="0"/>
                </a:lnTo>
                <a:lnTo>
                  <a:pt x="988129" y="0"/>
                </a:lnTo>
                <a:lnTo>
                  <a:pt x="2155595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df-path-114">
            <a:extLst xmlns:a="http://schemas.openxmlformats.org/drawingml/2006/main">
              <a:ext uri="{FF2B5EF4-FFF2-40B4-BE49-F238E27FC236}">
                <a16:creationId xmlns:a16="http://schemas.microsoft.com/office/drawing/2014/main" id="{6A609402-F4CB-4F80-B7D7-224166DF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6351" y="845680"/>
            <a:ext cx="2155594" cy="670629"/>
          </a:xfrm>
          <a:custGeom xmlns:a="http://schemas.openxmlformats.org/drawingml/2006/main">
            <a:pathLst>
              <a:path w="2155594" h="670629">
                <a:moveTo>
                  <a:pt x="2155594" y="0"/>
                </a:moveTo>
                <a:lnTo>
                  <a:pt x="2155594" y="111772"/>
                </a:lnTo>
                <a:lnTo>
                  <a:pt x="2155594" y="279430"/>
                </a:lnTo>
                <a:lnTo>
                  <a:pt x="2155594" y="670629"/>
                </a:lnTo>
                <a:lnTo>
                  <a:pt x="988129" y="670629"/>
                </a:lnTo>
                <a:lnTo>
                  <a:pt x="487787" y="670629"/>
                </a:lnTo>
                <a:lnTo>
                  <a:pt x="154226" y="670629"/>
                </a:lnTo>
                <a:lnTo>
                  <a:pt x="154226" y="279430"/>
                </a:lnTo>
                <a:lnTo>
                  <a:pt x="0" y="125663"/>
                </a:lnTo>
                <a:lnTo>
                  <a:pt x="154226" y="111772"/>
                </a:lnTo>
                <a:lnTo>
                  <a:pt x="154226" y="0"/>
                </a:lnTo>
                <a:lnTo>
                  <a:pt x="487787" y="0"/>
                </a:lnTo>
                <a:lnTo>
                  <a:pt x="988129" y="0"/>
                </a:lnTo>
                <a:lnTo>
                  <a:pt x="21555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81">
            <a:solidFill>
              <a:srgbClr val="E97132"/>
            </a:solidFill>
            <a:prstDash val="solid"/>
          </a:ln>
        </p:spPr>
      </p:sp>
      <p:sp>
        <p:nvSpPr>
          <p:cNvPr id="103" name="pdf-text-57-0">
            <a:extLst xmlns:a="http://schemas.openxmlformats.org/drawingml/2006/main">
              <a:ext uri="{FF2B5EF4-FFF2-40B4-BE49-F238E27FC236}">
                <a16:creationId xmlns:a16="http://schemas.microsoft.com/office/drawing/2014/main" id="{F8B6A550-59D7-4FDC-928C-0F9BA6D3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701" y="947684"/>
            <a:ext cx="1337002" cy="14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Can you generate </a:t>
            </a:r>
          </a:p>
        </p:txBody>
      </p:sp>
      <p:sp>
        <p:nvSpPr>
          <p:cNvPr id="104" name="pdf-text-58-0">
            <a:extLst xmlns:a="http://schemas.openxmlformats.org/drawingml/2006/main">
              <a:ext uri="{FF2B5EF4-FFF2-40B4-BE49-F238E27FC236}">
                <a16:creationId xmlns:a16="http://schemas.microsoft.com/office/drawing/2014/main" id="{BE9223F2-1FDD-4044-BBB2-15DF332A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41165" y="947684"/>
            <a:ext cx="420962" cy="14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some </a:t>
            </a:r>
          </a:p>
        </p:txBody>
      </p:sp>
      <p:sp>
        <p:nvSpPr>
          <p:cNvPr id="105" name="pdf-text-59-0">
            <a:extLst xmlns:a="http://schemas.openxmlformats.org/drawingml/2006/main">
              <a:ext uri="{FF2B5EF4-FFF2-40B4-BE49-F238E27FC236}">
                <a16:creationId xmlns:a16="http://schemas.microsoft.com/office/drawing/2014/main" id="{FDE7CEDF-9B2A-4A02-A4A9-3C83C3A2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701" y="1121259"/>
            <a:ext cx="755440" cy="14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bedrooms </a:t>
            </a:r>
          </a:p>
        </p:txBody>
      </p:sp>
      <p:sp>
        <p:nvSpPr>
          <p:cNvPr id="106" name="pdf-text-60-0">
            <a:extLst xmlns:a="http://schemas.openxmlformats.org/drawingml/2006/main">
              <a:ext uri="{FF2B5EF4-FFF2-40B4-BE49-F238E27FC236}">
                <a16:creationId xmlns:a16="http://schemas.microsoft.com/office/drawing/2014/main" id="{DF1E7D7C-330F-43DE-BFF8-9DC223DC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9570" y="1121259"/>
            <a:ext cx="769211" cy="14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to train a </a:t>
            </a:r>
          </a:p>
        </p:txBody>
      </p:sp>
      <p:sp>
        <p:nvSpPr>
          <p:cNvPr id="107" name="pdf-text-61-0">
            <a:extLst xmlns:a="http://schemas.openxmlformats.org/drawingml/2006/main">
              <a:ext uri="{FF2B5EF4-FFF2-40B4-BE49-F238E27FC236}">
                <a16:creationId xmlns:a16="http://schemas.microsoft.com/office/drawing/2014/main" id="{07665695-8B9D-4FF8-ADD0-46F28716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701" y="1294833"/>
            <a:ext cx="1739012" cy="14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 on the task of …?</a:t>
            </a:r>
          </a:p>
        </p:txBody>
      </p:sp>
      <p:pic>
        <p:nvPic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CDA06C4-53BB-422E-BB0D-28FAABEECA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36d129cf74c76"/>
          <a:srcRect xmlns:a="http://schemas.openxmlformats.org/drawingml/2006/main" l="266" t="0" r="2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183" y="791766"/>
            <a:ext cx="491795" cy="494425"/>
          </a:xfrm>
          <a:prstGeom xmlns:a="http://schemas.openxmlformats.org/drawingml/2006/main" prst="rect">
            <a:avLst/>
          </a:prstGeom>
        </p:spPr>
      </p:pic>
      <p:sp>
        <p:nvSpPr>
          <p:cNvPr id="109" name="pdf-source-image-9">
            <a:extLst xmlns:a="http://schemas.openxmlformats.org/drawingml/2006/main">
              <a:ext uri="{FF2B5EF4-FFF2-40B4-BE49-F238E27FC236}">
                <a16:creationId xmlns:a16="http://schemas.microsoft.com/office/drawing/2014/main" id="{DC290999-BE88-4F58-BF06-58DF6881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83" y="791766"/>
            <a:ext cx="491795" cy="49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pdf-path-121">
            <a:extLst xmlns:a="http://schemas.openxmlformats.org/drawingml/2006/main">
              <a:ext uri="{FF2B5EF4-FFF2-40B4-BE49-F238E27FC236}">
                <a16:creationId xmlns:a16="http://schemas.microsoft.com/office/drawing/2014/main" id="{19232495-C3A9-4E7C-B41A-54073F9D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0128" y="3543977"/>
            <a:ext cx="867872" cy="302439"/>
          </a:xfrm>
          <a:custGeom xmlns:a="http://schemas.openxmlformats.org/drawingml/2006/main">
            <a:pathLst>
              <a:path w="867872" h="302439">
                <a:moveTo>
                  <a:pt x="0" y="50408"/>
                </a:moveTo>
                <a:cubicBezTo>
                  <a:pt x="0" y="22568"/>
                  <a:pt x="22568" y="0"/>
                  <a:pt x="50407" y="0"/>
                </a:cubicBezTo>
                <a:lnTo>
                  <a:pt x="817464" y="0"/>
                </a:lnTo>
                <a:cubicBezTo>
                  <a:pt x="845304" y="0"/>
                  <a:pt x="867872" y="22568"/>
                  <a:pt x="867872" y="50408"/>
                </a:cubicBezTo>
                <a:lnTo>
                  <a:pt x="867872" y="252032"/>
                </a:lnTo>
                <a:cubicBezTo>
                  <a:pt x="867872" y="279871"/>
                  <a:pt x="845304" y="302439"/>
                  <a:pt x="817464" y="302439"/>
                </a:cubicBezTo>
                <a:lnTo>
                  <a:pt x="50407" y="302439"/>
                </a:lnTo>
                <a:cubicBezTo>
                  <a:pt x="22568" y="302439"/>
                  <a:pt x="0" y="279871"/>
                  <a:pt x="0" y="252032"/>
                </a:cubicBezTo>
                <a:lnTo>
                  <a:pt x="0" y="5040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df-path-122">
            <a:extLst xmlns:a="http://schemas.openxmlformats.org/drawingml/2006/main">
              <a:ext uri="{FF2B5EF4-FFF2-40B4-BE49-F238E27FC236}">
                <a16:creationId xmlns:a16="http://schemas.microsoft.com/office/drawing/2014/main" id="{13E9B65A-E102-4316-B410-FCA06B21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0128" y="3543977"/>
            <a:ext cx="867873" cy="302440"/>
          </a:xfrm>
          <a:custGeom xmlns:a="http://schemas.openxmlformats.org/drawingml/2006/main">
            <a:pathLst>
              <a:path w="867873" h="302440">
                <a:moveTo>
                  <a:pt x="0" y="50408"/>
                </a:moveTo>
                <a:cubicBezTo>
                  <a:pt x="0" y="22568"/>
                  <a:pt x="22568" y="0"/>
                  <a:pt x="50407" y="0"/>
                </a:cubicBezTo>
                <a:lnTo>
                  <a:pt x="817466" y="0"/>
                </a:lnTo>
                <a:cubicBezTo>
                  <a:pt x="845305" y="0"/>
                  <a:pt x="867873" y="22568"/>
                  <a:pt x="867873" y="50408"/>
                </a:cubicBezTo>
                <a:lnTo>
                  <a:pt x="867873" y="252033"/>
                </a:lnTo>
                <a:cubicBezTo>
                  <a:pt x="867873" y="279872"/>
                  <a:pt x="845305" y="302440"/>
                  <a:pt x="817466" y="302440"/>
                </a:cubicBezTo>
                <a:lnTo>
                  <a:pt x="50407" y="302440"/>
                </a:lnTo>
                <a:cubicBezTo>
                  <a:pt x="22568" y="302440"/>
                  <a:pt x="0" y="279872"/>
                  <a:pt x="0" y="252033"/>
                </a:cubicBezTo>
                <a:lnTo>
                  <a:pt x="0" y="50408"/>
                </a:lnTo>
              </a:path>
            </a:pathLst>
          </a:custGeom>
          <a:noFill xmlns:a="http://schemas.openxmlformats.org/drawingml/2006/main"/>
          <a:ln xmlns:a="http://schemas.openxmlformats.org/drawingml/2006/main" w="18081">
            <a:solidFill>
              <a:srgbClr val="0F9ED5"/>
            </a:solidFill>
            <a:prstDash val="solid"/>
          </a:ln>
        </p:spPr>
      </p:sp>
      <p:sp>
        <p:nvSpPr>
          <p:cNvPr id="112" name="pdf-text-62-0">
            <a:extLst xmlns:a="http://schemas.openxmlformats.org/drawingml/2006/main">
              <a:ext uri="{FF2B5EF4-FFF2-40B4-BE49-F238E27FC236}">
                <a16:creationId xmlns:a16="http://schemas.microsoft.com/office/drawing/2014/main" id="{B196B217-98A9-4437-BB8C-FE6FCB8A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3556" y="3609106"/>
            <a:ext cx="616614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Physics</a:t>
            </a:r>
          </a:p>
        </p:txBody>
      </p:sp>
      <p:sp>
        <p:nvSpPr>
          <p:cNvPr id="113" name="pdf-text-63-0">
            <a:extLst xmlns:a="http://schemas.openxmlformats.org/drawingml/2006/main">
              <a:ext uri="{FF2B5EF4-FFF2-40B4-BE49-F238E27FC236}">
                <a16:creationId xmlns:a16="http://schemas.microsoft.com/office/drawing/2014/main" id="{D9825C3E-446A-45F9-949A-C86E8703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3556" y="3609106"/>
            <a:ext cx="616614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Physics</a:t>
            </a:r>
          </a:p>
        </p:txBody>
      </p:sp>
      <p:pic>
        <p:nvPic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449A9D5-EAC6-49A6-8581-2D7E3516CA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f9ff1cab7422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79755" y="1070539"/>
            <a:ext cx="894172" cy="894172"/>
          </a:xfrm>
          <a:prstGeom xmlns:a="http://schemas.openxmlformats.org/drawingml/2006/main" prst="rect">
            <a:avLst/>
          </a:prstGeom>
        </p:spPr>
      </p:pic>
      <p:sp>
        <p:nvSpPr>
          <p:cNvPr id="115" name="pdf-source-image-10">
            <a:extLst xmlns:a="http://schemas.openxmlformats.org/drawingml/2006/main">
              <a:ext uri="{FF2B5EF4-FFF2-40B4-BE49-F238E27FC236}">
                <a16:creationId xmlns:a16="http://schemas.microsoft.com/office/drawing/2014/main" id="{CBEAFE57-6869-4D6F-8D36-55575CD6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9755" y="1070539"/>
            <a:ext cx="894172" cy="8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66E860E-C3CD-44DC-9EAE-9DCFFB49DA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9515568444dc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2594" y="620821"/>
            <a:ext cx="894172" cy="894172"/>
          </a:xfrm>
          <a:prstGeom xmlns:a="http://schemas.openxmlformats.org/drawingml/2006/main" prst="rect">
            <a:avLst/>
          </a:prstGeom>
        </p:spPr>
      </p:pic>
      <p:sp>
        <p:nvSpPr>
          <p:cNvPr id="117" name="pdf-source-image-11">
            <a:extLst xmlns:a="http://schemas.openxmlformats.org/drawingml/2006/main">
              <a:ext uri="{FF2B5EF4-FFF2-40B4-BE49-F238E27FC236}">
                <a16:creationId xmlns:a16="http://schemas.microsoft.com/office/drawing/2014/main" id="{9C63D206-26BF-4E9B-B2A1-1A180128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2594" y="620821"/>
            <a:ext cx="894172" cy="8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6D38CF5-557E-4B5D-A5AD-09175035CA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a2ae6e4c045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3487" y="3440094"/>
            <a:ext cx="894173" cy="894172"/>
          </a:xfrm>
          <a:prstGeom xmlns:a="http://schemas.openxmlformats.org/drawingml/2006/main" prst="rect">
            <a:avLst/>
          </a:prstGeom>
        </p:spPr>
      </p:pic>
      <p:sp>
        <p:nvSpPr>
          <p:cNvPr id="119" name="pdf-source-image-12">
            <a:extLst xmlns:a="http://schemas.openxmlformats.org/drawingml/2006/main">
              <a:ext uri="{FF2B5EF4-FFF2-40B4-BE49-F238E27FC236}">
                <a16:creationId xmlns:a16="http://schemas.microsoft.com/office/drawing/2014/main" id="{067A2B81-767F-42FC-B78C-5BBBA142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3487" y="3440094"/>
            <a:ext cx="894173" cy="8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248FC51-93DF-44B1-B206-F4E7908A99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4d9a0f9544ce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01888" y="3327008"/>
            <a:ext cx="894172" cy="894172"/>
          </a:xfrm>
          <a:prstGeom xmlns:a="http://schemas.openxmlformats.org/drawingml/2006/main" prst="rect">
            <a:avLst/>
          </a:prstGeom>
        </p:spPr>
      </p:pic>
      <p:sp>
        <p:nvSpPr>
          <p:cNvPr id="121" name="pdf-source-image-13">
            <a:extLst xmlns:a="http://schemas.openxmlformats.org/drawingml/2006/main">
              <a:ext uri="{FF2B5EF4-FFF2-40B4-BE49-F238E27FC236}">
                <a16:creationId xmlns:a16="http://schemas.microsoft.com/office/drawing/2014/main" id="{95D03112-813F-4724-A8F6-28F1611C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01888" y="3327008"/>
            <a:ext cx="894172" cy="8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pdf-path-129">
            <a:extLst xmlns:a="http://schemas.openxmlformats.org/drawingml/2006/main">
              <a:ext uri="{FF2B5EF4-FFF2-40B4-BE49-F238E27FC236}">
                <a16:creationId xmlns:a16="http://schemas.microsoft.com/office/drawing/2014/main" id="{75064227-DE36-444E-A8F5-68E6BAD9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89394" y="1119191"/>
            <a:ext cx="1950396" cy="528615"/>
          </a:xfrm>
          <a:custGeom xmlns:a="http://schemas.openxmlformats.org/drawingml/2006/main">
            <a:pathLst>
              <a:path w="1950396" h="528615">
                <a:moveTo>
                  <a:pt x="1950396" y="0"/>
                </a:moveTo>
                <a:lnTo>
                  <a:pt x="1950396" y="88103"/>
                </a:lnTo>
                <a:lnTo>
                  <a:pt x="1950396" y="220257"/>
                </a:lnTo>
                <a:lnTo>
                  <a:pt x="1950396" y="528615"/>
                </a:lnTo>
                <a:lnTo>
                  <a:pt x="919469" y="528615"/>
                </a:lnTo>
                <a:lnTo>
                  <a:pt x="477643" y="528615"/>
                </a:lnTo>
                <a:lnTo>
                  <a:pt x="183093" y="528615"/>
                </a:lnTo>
                <a:lnTo>
                  <a:pt x="183093" y="220257"/>
                </a:lnTo>
                <a:lnTo>
                  <a:pt x="0" y="157871"/>
                </a:lnTo>
                <a:lnTo>
                  <a:pt x="183093" y="88103"/>
                </a:lnTo>
                <a:lnTo>
                  <a:pt x="183093" y="0"/>
                </a:lnTo>
                <a:lnTo>
                  <a:pt x="477643" y="0"/>
                </a:lnTo>
                <a:lnTo>
                  <a:pt x="919469" y="0"/>
                </a:lnTo>
                <a:lnTo>
                  <a:pt x="1950396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df-path-130">
            <a:extLst xmlns:a="http://schemas.openxmlformats.org/drawingml/2006/main">
              <a:ext uri="{FF2B5EF4-FFF2-40B4-BE49-F238E27FC236}">
                <a16:creationId xmlns:a16="http://schemas.microsoft.com/office/drawing/2014/main" id="{C18B646B-7A41-4AB4-B56F-8E52017E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89393" y="1119191"/>
            <a:ext cx="1950397" cy="528614"/>
          </a:xfrm>
          <a:custGeom xmlns:a="http://schemas.openxmlformats.org/drawingml/2006/main">
            <a:pathLst>
              <a:path w="1950397" h="528614">
                <a:moveTo>
                  <a:pt x="1950397" y="0"/>
                </a:moveTo>
                <a:lnTo>
                  <a:pt x="1950397" y="88103"/>
                </a:lnTo>
                <a:lnTo>
                  <a:pt x="1950397" y="220257"/>
                </a:lnTo>
                <a:lnTo>
                  <a:pt x="1950397" y="528614"/>
                </a:lnTo>
                <a:lnTo>
                  <a:pt x="919470" y="528614"/>
                </a:lnTo>
                <a:lnTo>
                  <a:pt x="477644" y="528614"/>
                </a:lnTo>
                <a:lnTo>
                  <a:pt x="183093" y="528614"/>
                </a:lnTo>
                <a:lnTo>
                  <a:pt x="183093" y="220257"/>
                </a:lnTo>
                <a:lnTo>
                  <a:pt x="0" y="157871"/>
                </a:lnTo>
                <a:lnTo>
                  <a:pt x="183093" y="88103"/>
                </a:lnTo>
                <a:lnTo>
                  <a:pt x="183093" y="0"/>
                </a:lnTo>
                <a:lnTo>
                  <a:pt x="477644" y="0"/>
                </a:lnTo>
                <a:lnTo>
                  <a:pt x="919470" y="0"/>
                </a:lnTo>
                <a:lnTo>
                  <a:pt x="19503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81">
            <a:solidFill>
              <a:srgbClr val="8ED973"/>
            </a:solidFill>
            <a:prstDash val="solid"/>
          </a:ln>
        </p:spPr>
      </p:sp>
      <p:sp>
        <p:nvSpPr>
          <p:cNvPr id="124" name="pdf-text-64-0">
            <a:extLst xmlns:a="http://schemas.openxmlformats.org/drawingml/2006/main">
              <a:ext uri="{FF2B5EF4-FFF2-40B4-BE49-F238E27FC236}">
                <a16:creationId xmlns:a16="http://schemas.microsoft.com/office/drawing/2014/main" id="{B70B3880-57EC-4EC5-B02F-8A9353B4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2223" y="1231716"/>
            <a:ext cx="1526893" cy="14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 will move the floor </a:t>
            </a:r>
          </a:p>
        </p:txBody>
      </p:sp>
      <p:sp>
        <p:nvSpPr>
          <p:cNvPr id="125" name="pdf-text-65-0">
            <a:extLst xmlns:a="http://schemas.openxmlformats.org/drawingml/2006/main">
              <a:ext uri="{FF2B5EF4-FFF2-40B4-BE49-F238E27FC236}">
                <a16:creationId xmlns:a16="http://schemas.microsoft.com/office/drawing/2014/main" id="{B22DFBCC-E278-4F73-B7AA-DCEEB0DA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72223" y="1405291"/>
            <a:ext cx="1425210" cy="14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lamp to the corner.</a:t>
            </a:r>
          </a:p>
        </p:txBody>
      </p:sp>
      <p:sp>
        <p:nvSpPr>
          <p:cNvPr id="126" name="pdf-path-133">
            <a:extLst xmlns:a="http://schemas.openxmlformats.org/drawingml/2006/main">
              <a:ext uri="{FF2B5EF4-FFF2-40B4-BE49-F238E27FC236}">
                <a16:creationId xmlns:a16="http://schemas.microsoft.com/office/drawing/2014/main" id="{BEEF42BE-D6CD-418A-B3B3-229B9110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7268" y="406483"/>
            <a:ext cx="2314063" cy="525984"/>
          </a:xfrm>
          <a:custGeom xmlns:a="http://schemas.openxmlformats.org/drawingml/2006/main">
            <a:pathLst>
              <a:path w="2314063" h="525984">
                <a:moveTo>
                  <a:pt x="2314063" y="0"/>
                </a:moveTo>
                <a:lnTo>
                  <a:pt x="2314063" y="306824"/>
                </a:lnTo>
                <a:lnTo>
                  <a:pt x="2314063" y="438320"/>
                </a:lnTo>
                <a:lnTo>
                  <a:pt x="2314063" y="525984"/>
                </a:lnTo>
                <a:lnTo>
                  <a:pt x="1042283" y="525984"/>
                </a:lnTo>
                <a:lnTo>
                  <a:pt x="497232" y="525984"/>
                </a:lnTo>
                <a:lnTo>
                  <a:pt x="133865" y="525984"/>
                </a:lnTo>
                <a:lnTo>
                  <a:pt x="133865" y="438320"/>
                </a:lnTo>
                <a:lnTo>
                  <a:pt x="0" y="507807"/>
                </a:lnTo>
                <a:lnTo>
                  <a:pt x="133865" y="306824"/>
                </a:lnTo>
                <a:lnTo>
                  <a:pt x="133865" y="0"/>
                </a:lnTo>
                <a:lnTo>
                  <a:pt x="497232" y="0"/>
                </a:lnTo>
                <a:lnTo>
                  <a:pt x="1042283" y="0"/>
                </a:lnTo>
                <a:lnTo>
                  <a:pt x="2314063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df-path-134">
            <a:extLst xmlns:a="http://schemas.openxmlformats.org/drawingml/2006/main">
              <a:ext uri="{FF2B5EF4-FFF2-40B4-BE49-F238E27FC236}">
                <a16:creationId xmlns:a16="http://schemas.microsoft.com/office/drawing/2014/main" id="{F8B40C44-F6DD-428C-8697-CFD11454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7267" y="406483"/>
            <a:ext cx="2314065" cy="525984"/>
          </a:xfrm>
          <a:custGeom xmlns:a="http://schemas.openxmlformats.org/drawingml/2006/main">
            <a:pathLst>
              <a:path w="2314065" h="525984">
                <a:moveTo>
                  <a:pt x="2314065" y="0"/>
                </a:moveTo>
                <a:lnTo>
                  <a:pt x="2314065" y="306824"/>
                </a:lnTo>
                <a:lnTo>
                  <a:pt x="2314065" y="438320"/>
                </a:lnTo>
                <a:lnTo>
                  <a:pt x="2314065" y="525984"/>
                </a:lnTo>
                <a:lnTo>
                  <a:pt x="1042280" y="525984"/>
                </a:lnTo>
                <a:lnTo>
                  <a:pt x="497230" y="525984"/>
                </a:lnTo>
                <a:lnTo>
                  <a:pt x="133863" y="525984"/>
                </a:lnTo>
                <a:lnTo>
                  <a:pt x="133863" y="438320"/>
                </a:lnTo>
                <a:lnTo>
                  <a:pt x="0" y="507806"/>
                </a:lnTo>
                <a:lnTo>
                  <a:pt x="133863" y="306824"/>
                </a:lnTo>
                <a:lnTo>
                  <a:pt x="133863" y="0"/>
                </a:lnTo>
                <a:lnTo>
                  <a:pt x="497230" y="0"/>
                </a:lnTo>
                <a:lnTo>
                  <a:pt x="1042280" y="0"/>
                </a:lnTo>
                <a:lnTo>
                  <a:pt x="23140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81">
            <a:solidFill>
              <a:srgbClr val="00B0F0"/>
            </a:solidFill>
            <a:prstDash val="solid"/>
          </a:ln>
        </p:spPr>
      </p:sp>
      <p:sp>
        <p:nvSpPr>
          <p:cNvPr id="128" name="pdf-text-66-0">
            <a:extLst xmlns:a="http://schemas.openxmlformats.org/drawingml/2006/main">
              <a:ext uri="{FF2B5EF4-FFF2-40B4-BE49-F238E27FC236}">
                <a16:creationId xmlns:a16="http://schemas.microsoft.com/office/drawing/2014/main" id="{0070190B-10E8-4EB4-A039-7EC5A7B3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6629" y="513749"/>
            <a:ext cx="1932219" cy="14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floor lamp is blocking </a:t>
            </a:r>
          </a:p>
        </p:txBody>
      </p:sp>
      <p:sp>
        <p:nvSpPr>
          <p:cNvPr id="129" name="pdf-text-67-0">
            <a:extLst xmlns:a="http://schemas.openxmlformats.org/drawingml/2006/main">
              <a:ext uri="{FF2B5EF4-FFF2-40B4-BE49-F238E27FC236}">
                <a16:creationId xmlns:a16="http://schemas.microsoft.com/office/drawing/2014/main" id="{C5AE5307-0F7C-47F0-AABD-DF1EC963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6629" y="687323"/>
            <a:ext cx="1467143" cy="14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bookshelf access.</a:t>
            </a:r>
          </a:p>
        </p:txBody>
      </p:sp>
      <p:sp>
        <p:nvSpPr>
          <p:cNvPr id="130" name="pdf-path-137">
            <a:extLst xmlns:a="http://schemas.openxmlformats.org/drawingml/2006/main">
              <a:ext uri="{FF2B5EF4-FFF2-40B4-BE49-F238E27FC236}">
                <a16:creationId xmlns:a16="http://schemas.microsoft.com/office/drawing/2014/main" id="{6537830B-8BD3-4F35-891C-40F716BA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14800" y="3812227"/>
            <a:ext cx="2316661" cy="525984"/>
          </a:xfrm>
          <a:custGeom xmlns:a="http://schemas.openxmlformats.org/drawingml/2006/main">
            <a:pathLst>
              <a:path w="2316661" h="525984">
                <a:moveTo>
                  <a:pt x="2316661" y="0"/>
                </a:moveTo>
                <a:lnTo>
                  <a:pt x="2316661" y="87664"/>
                </a:lnTo>
                <a:lnTo>
                  <a:pt x="2316661" y="219161"/>
                </a:lnTo>
                <a:lnTo>
                  <a:pt x="2316661" y="525984"/>
                </a:lnTo>
                <a:lnTo>
                  <a:pt x="1044877" y="525984"/>
                </a:lnTo>
                <a:lnTo>
                  <a:pt x="499825" y="525984"/>
                </a:lnTo>
                <a:lnTo>
                  <a:pt x="136458" y="525984"/>
                </a:lnTo>
                <a:lnTo>
                  <a:pt x="136458" y="219161"/>
                </a:lnTo>
                <a:lnTo>
                  <a:pt x="0" y="3898"/>
                </a:lnTo>
                <a:lnTo>
                  <a:pt x="136458" y="87664"/>
                </a:lnTo>
                <a:lnTo>
                  <a:pt x="136458" y="0"/>
                </a:lnTo>
                <a:lnTo>
                  <a:pt x="499825" y="0"/>
                </a:lnTo>
                <a:lnTo>
                  <a:pt x="1044877" y="0"/>
                </a:lnTo>
                <a:lnTo>
                  <a:pt x="2316661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df-path-138">
            <a:extLst xmlns:a="http://schemas.openxmlformats.org/drawingml/2006/main">
              <a:ext uri="{FF2B5EF4-FFF2-40B4-BE49-F238E27FC236}">
                <a16:creationId xmlns:a16="http://schemas.microsoft.com/office/drawing/2014/main" id="{523EDBDB-C183-44EC-BFC9-B55A42FA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14800" y="3812227"/>
            <a:ext cx="2316661" cy="525984"/>
          </a:xfrm>
          <a:custGeom xmlns:a="http://schemas.openxmlformats.org/drawingml/2006/main">
            <a:pathLst>
              <a:path w="2316661" h="525984">
                <a:moveTo>
                  <a:pt x="2316661" y="0"/>
                </a:moveTo>
                <a:lnTo>
                  <a:pt x="2316661" y="87664"/>
                </a:lnTo>
                <a:lnTo>
                  <a:pt x="2316661" y="219160"/>
                </a:lnTo>
                <a:lnTo>
                  <a:pt x="2316661" y="525984"/>
                </a:lnTo>
                <a:lnTo>
                  <a:pt x="1044875" y="525984"/>
                </a:lnTo>
                <a:lnTo>
                  <a:pt x="499825" y="525984"/>
                </a:lnTo>
                <a:lnTo>
                  <a:pt x="136459" y="525984"/>
                </a:lnTo>
                <a:lnTo>
                  <a:pt x="136459" y="219160"/>
                </a:lnTo>
                <a:lnTo>
                  <a:pt x="0" y="3898"/>
                </a:lnTo>
                <a:lnTo>
                  <a:pt x="136459" y="87664"/>
                </a:lnTo>
                <a:lnTo>
                  <a:pt x="136459" y="0"/>
                </a:lnTo>
                <a:lnTo>
                  <a:pt x="499825" y="0"/>
                </a:lnTo>
                <a:lnTo>
                  <a:pt x="1044875" y="0"/>
                </a:lnTo>
                <a:lnTo>
                  <a:pt x="231666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81">
            <a:solidFill>
              <a:srgbClr val="00B0F0"/>
            </a:solidFill>
            <a:prstDash val="solid"/>
          </a:ln>
        </p:spPr>
      </p:sp>
      <p:sp>
        <p:nvSpPr>
          <p:cNvPr id="132" name="pdf-text-68-0">
            <a:extLst xmlns:a="http://schemas.openxmlformats.org/drawingml/2006/main">
              <a:ext uri="{FF2B5EF4-FFF2-40B4-BE49-F238E27FC236}">
                <a16:creationId xmlns:a16="http://schemas.microsoft.com/office/drawing/2014/main" id="{51ADEDE6-0E81-45D2-A832-51D7DA4B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3041" y="3930011"/>
            <a:ext cx="2016605" cy="144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room lacks details and </a:t>
            </a:r>
          </a:p>
        </p:txBody>
      </p:sp>
      <p:sp>
        <p:nvSpPr>
          <p:cNvPr id="133" name="pdf-text-69-0">
            <a:extLst xmlns:a="http://schemas.openxmlformats.org/drawingml/2006/main">
              <a:ext uri="{FF2B5EF4-FFF2-40B4-BE49-F238E27FC236}">
                <a16:creationId xmlns:a16="http://schemas.microsoft.com/office/drawing/2014/main" id="{5263881C-F466-48EC-A07C-281EF3A6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3041" y="4103586"/>
            <a:ext cx="1569842" cy="144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needs to be complete.</a:t>
            </a:r>
          </a:p>
        </p:txBody>
      </p:sp>
      <p:sp>
        <p:nvSpPr>
          <p:cNvPr id="134" name="pdf-path-141">
            <a:extLst xmlns:a="http://schemas.openxmlformats.org/drawingml/2006/main">
              <a:ext uri="{FF2B5EF4-FFF2-40B4-BE49-F238E27FC236}">
                <a16:creationId xmlns:a16="http://schemas.microsoft.com/office/drawing/2014/main" id="{23DED064-2F54-49FE-917E-8021F8BB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2172" y="4222553"/>
            <a:ext cx="2227540" cy="762619"/>
          </a:xfrm>
          <a:custGeom xmlns:a="http://schemas.openxmlformats.org/drawingml/2006/main">
            <a:pathLst>
              <a:path w="2227540" h="762619">
                <a:moveTo>
                  <a:pt x="2227540" y="236635"/>
                </a:moveTo>
                <a:lnTo>
                  <a:pt x="2227540" y="324299"/>
                </a:lnTo>
                <a:lnTo>
                  <a:pt x="2227540" y="455796"/>
                </a:lnTo>
                <a:lnTo>
                  <a:pt x="2227540" y="762619"/>
                </a:lnTo>
                <a:lnTo>
                  <a:pt x="928142" y="762619"/>
                </a:lnTo>
                <a:lnTo>
                  <a:pt x="371256" y="762619"/>
                </a:lnTo>
                <a:lnTo>
                  <a:pt x="0" y="762619"/>
                </a:lnTo>
                <a:lnTo>
                  <a:pt x="0" y="455796"/>
                </a:lnTo>
                <a:lnTo>
                  <a:pt x="0" y="324299"/>
                </a:lnTo>
                <a:lnTo>
                  <a:pt x="0" y="236635"/>
                </a:lnTo>
                <a:lnTo>
                  <a:pt x="371256" y="236635"/>
                </a:lnTo>
                <a:lnTo>
                  <a:pt x="515140" y="0"/>
                </a:lnTo>
                <a:lnTo>
                  <a:pt x="928142" y="236635"/>
                </a:lnTo>
                <a:lnTo>
                  <a:pt x="2227540" y="236635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df-path-142">
            <a:extLst xmlns:a="http://schemas.openxmlformats.org/drawingml/2006/main">
              <a:ext uri="{FF2B5EF4-FFF2-40B4-BE49-F238E27FC236}">
                <a16:creationId xmlns:a16="http://schemas.microsoft.com/office/drawing/2014/main" id="{03FF5C47-7301-484C-A359-5AC23C46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2171" y="4222553"/>
            <a:ext cx="2227541" cy="762619"/>
          </a:xfrm>
          <a:custGeom xmlns:a="http://schemas.openxmlformats.org/drawingml/2006/main">
            <a:pathLst>
              <a:path w="2227541" h="762619">
                <a:moveTo>
                  <a:pt x="2227541" y="236635"/>
                </a:moveTo>
                <a:lnTo>
                  <a:pt x="2227541" y="324299"/>
                </a:lnTo>
                <a:lnTo>
                  <a:pt x="2227541" y="455796"/>
                </a:lnTo>
                <a:lnTo>
                  <a:pt x="2227541" y="762619"/>
                </a:lnTo>
                <a:lnTo>
                  <a:pt x="928142" y="762619"/>
                </a:lnTo>
                <a:lnTo>
                  <a:pt x="371257" y="762619"/>
                </a:lnTo>
                <a:lnTo>
                  <a:pt x="0" y="762619"/>
                </a:lnTo>
                <a:lnTo>
                  <a:pt x="0" y="455796"/>
                </a:lnTo>
                <a:lnTo>
                  <a:pt x="0" y="324299"/>
                </a:lnTo>
                <a:lnTo>
                  <a:pt x="0" y="236635"/>
                </a:lnTo>
                <a:lnTo>
                  <a:pt x="371257" y="236635"/>
                </a:lnTo>
                <a:lnTo>
                  <a:pt x="515141" y="0"/>
                </a:lnTo>
                <a:lnTo>
                  <a:pt x="928142" y="236635"/>
                </a:lnTo>
                <a:lnTo>
                  <a:pt x="2227541" y="236635"/>
                </a:lnTo>
              </a:path>
            </a:pathLst>
          </a:custGeom>
          <a:noFill xmlns:a="http://schemas.openxmlformats.org/drawingml/2006/main"/>
          <a:ln xmlns:a="http://schemas.openxmlformats.org/drawingml/2006/main" w="18081">
            <a:solidFill>
              <a:srgbClr val="8ED973"/>
            </a:solidFill>
            <a:prstDash val="solid"/>
          </a:ln>
        </p:spPr>
      </p:sp>
      <p:sp>
        <p:nvSpPr>
          <p:cNvPr id="136" name="pdf-text-70-0">
            <a:extLst xmlns:a="http://schemas.openxmlformats.org/drawingml/2006/main">
              <a:ext uri="{FF2B5EF4-FFF2-40B4-BE49-F238E27FC236}">
                <a16:creationId xmlns:a16="http://schemas.microsoft.com/office/drawing/2014/main" id="{4CB0CF46-687E-4705-B507-5DDA6B0A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3352" y="4569082"/>
            <a:ext cx="2109974" cy="144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 will add more floor objects </a:t>
            </a:r>
          </a:p>
        </p:txBody>
      </p:sp>
      <p:sp>
        <p:nvSpPr>
          <p:cNvPr id="137" name="pdf-text-71-0">
            <a:extLst xmlns:a="http://schemas.openxmlformats.org/drawingml/2006/main">
              <a:ext uri="{FF2B5EF4-FFF2-40B4-BE49-F238E27FC236}">
                <a16:creationId xmlns:a16="http://schemas.microsoft.com/office/drawing/2014/main" id="{92FACBF5-2AA1-45D1-BE05-FBFAAFCE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3352" y="4742656"/>
            <a:ext cx="1819977" cy="144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small objects on top.</a:t>
            </a:r>
          </a:p>
        </p:txBody>
      </p:sp>
      <p:sp>
        <p:nvSpPr>
          <p:cNvPr id="138" name="pdf-path-145">
            <a:extLst xmlns:a="http://schemas.openxmlformats.org/drawingml/2006/main">
              <a:ext uri="{FF2B5EF4-FFF2-40B4-BE49-F238E27FC236}">
                <a16:creationId xmlns:a16="http://schemas.microsoft.com/office/drawing/2014/main" id="{FD3815E6-0832-40A6-8CB4-21254E01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8132" y="4235570"/>
            <a:ext cx="2180202" cy="662814"/>
          </a:xfrm>
          <a:custGeom xmlns:a="http://schemas.openxmlformats.org/drawingml/2006/main">
            <a:pathLst>
              <a:path w="2180202" h="662814">
                <a:moveTo>
                  <a:pt x="2180202" y="136830"/>
                </a:moveTo>
                <a:lnTo>
                  <a:pt x="2180202" y="224494"/>
                </a:lnTo>
                <a:lnTo>
                  <a:pt x="2180202" y="355990"/>
                </a:lnTo>
                <a:lnTo>
                  <a:pt x="2180202" y="662814"/>
                </a:lnTo>
                <a:lnTo>
                  <a:pt x="1816835" y="662814"/>
                </a:lnTo>
                <a:lnTo>
                  <a:pt x="1271785" y="662814"/>
                </a:lnTo>
                <a:lnTo>
                  <a:pt x="0" y="662814"/>
                </a:lnTo>
                <a:lnTo>
                  <a:pt x="0" y="355990"/>
                </a:lnTo>
                <a:lnTo>
                  <a:pt x="0" y="224494"/>
                </a:lnTo>
                <a:lnTo>
                  <a:pt x="0" y="136830"/>
                </a:lnTo>
                <a:lnTo>
                  <a:pt x="1271785" y="136830"/>
                </a:lnTo>
                <a:lnTo>
                  <a:pt x="1673195" y="0"/>
                </a:lnTo>
                <a:lnTo>
                  <a:pt x="1816835" y="136830"/>
                </a:lnTo>
                <a:lnTo>
                  <a:pt x="2180202" y="13683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pdf-path-146">
            <a:extLst xmlns:a="http://schemas.openxmlformats.org/drawingml/2006/main">
              <a:ext uri="{FF2B5EF4-FFF2-40B4-BE49-F238E27FC236}">
                <a16:creationId xmlns:a16="http://schemas.microsoft.com/office/drawing/2014/main" id="{716AACCD-EAFD-4055-8887-E4BA57B5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8132" y="4235570"/>
            <a:ext cx="2180202" cy="662814"/>
          </a:xfrm>
          <a:custGeom xmlns:a="http://schemas.openxmlformats.org/drawingml/2006/main">
            <a:pathLst>
              <a:path w="2180202" h="662814">
                <a:moveTo>
                  <a:pt x="2180202" y="136830"/>
                </a:moveTo>
                <a:lnTo>
                  <a:pt x="2180202" y="224494"/>
                </a:lnTo>
                <a:lnTo>
                  <a:pt x="2180202" y="355990"/>
                </a:lnTo>
                <a:lnTo>
                  <a:pt x="2180202" y="662814"/>
                </a:lnTo>
                <a:lnTo>
                  <a:pt x="1816836" y="662814"/>
                </a:lnTo>
                <a:lnTo>
                  <a:pt x="1271785" y="662814"/>
                </a:lnTo>
                <a:lnTo>
                  <a:pt x="0" y="662814"/>
                </a:lnTo>
                <a:lnTo>
                  <a:pt x="0" y="355990"/>
                </a:lnTo>
                <a:lnTo>
                  <a:pt x="0" y="224494"/>
                </a:lnTo>
                <a:lnTo>
                  <a:pt x="0" y="136830"/>
                </a:lnTo>
                <a:lnTo>
                  <a:pt x="1271785" y="136830"/>
                </a:lnTo>
                <a:lnTo>
                  <a:pt x="1673195" y="0"/>
                </a:lnTo>
                <a:lnTo>
                  <a:pt x="1816836" y="136830"/>
                </a:lnTo>
                <a:lnTo>
                  <a:pt x="2180202" y="136830"/>
                </a:lnTo>
              </a:path>
            </a:pathLst>
          </a:custGeom>
          <a:noFill xmlns:a="http://schemas.openxmlformats.org/drawingml/2006/main"/>
          <a:ln xmlns:a="http://schemas.openxmlformats.org/drawingml/2006/main" w="18081">
            <a:solidFill>
              <a:srgbClr val="00B0F0"/>
            </a:solidFill>
            <a:prstDash val="solid"/>
          </a:ln>
        </p:spPr>
      </p:sp>
      <p:sp>
        <p:nvSpPr>
          <p:cNvPr id="140" name="pdf-text-72-0">
            <a:extLst xmlns:a="http://schemas.openxmlformats.org/drawingml/2006/main">
              <a:ext uri="{FF2B5EF4-FFF2-40B4-BE49-F238E27FC236}">
                <a16:creationId xmlns:a16="http://schemas.microsoft.com/office/drawing/2014/main" id="{FE8610F1-B0DA-4624-AE44-1F802D5A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3737" y="4482295"/>
            <a:ext cx="1799622" cy="144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ottoman makes the </a:t>
            </a:r>
          </a:p>
        </p:txBody>
      </p:sp>
      <p:sp>
        <p:nvSpPr>
          <p:cNvPr id="141" name="pdf-text-73-0">
            <a:extLst xmlns:a="http://schemas.openxmlformats.org/drawingml/2006/main">
              <a:ext uri="{FF2B5EF4-FFF2-40B4-BE49-F238E27FC236}">
                <a16:creationId xmlns:a16="http://schemas.microsoft.com/office/drawing/2014/main" id="{FE42B0BE-5FAC-433C-89B1-3DEA11E8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3737" y="4655869"/>
            <a:ext cx="1815435" cy="144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layout look overcrowded.</a:t>
            </a:r>
          </a:p>
        </p:txBody>
      </p:sp>
      <p:sp>
        <p:nvSpPr>
          <p:cNvPr id="142" name="pdf-path-149">
            <a:extLst xmlns:a="http://schemas.openxmlformats.org/drawingml/2006/main">
              <a:ext uri="{FF2B5EF4-FFF2-40B4-BE49-F238E27FC236}">
                <a16:creationId xmlns:a16="http://schemas.microsoft.com/office/drawing/2014/main" id="{5C5B6EF7-3A53-415E-AF9A-79D85790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7330" y="3822747"/>
            <a:ext cx="1547096" cy="525984"/>
          </a:xfrm>
          <a:custGeom xmlns:a="http://schemas.openxmlformats.org/drawingml/2006/main">
            <a:pathLst>
              <a:path w="1547096" h="525984">
                <a:moveTo>
                  <a:pt x="1159795" y="0"/>
                </a:moveTo>
                <a:lnTo>
                  <a:pt x="1159795" y="87664"/>
                </a:lnTo>
                <a:lnTo>
                  <a:pt x="1547096" y="90459"/>
                </a:lnTo>
                <a:lnTo>
                  <a:pt x="1159795" y="219160"/>
                </a:lnTo>
                <a:lnTo>
                  <a:pt x="1159795" y="525984"/>
                </a:lnTo>
                <a:lnTo>
                  <a:pt x="966495" y="525984"/>
                </a:lnTo>
                <a:lnTo>
                  <a:pt x="676547" y="525984"/>
                </a:lnTo>
                <a:lnTo>
                  <a:pt x="0" y="525984"/>
                </a:lnTo>
                <a:lnTo>
                  <a:pt x="0" y="219160"/>
                </a:lnTo>
                <a:lnTo>
                  <a:pt x="0" y="87664"/>
                </a:lnTo>
                <a:lnTo>
                  <a:pt x="0" y="0"/>
                </a:lnTo>
                <a:lnTo>
                  <a:pt x="676547" y="0"/>
                </a:lnTo>
                <a:lnTo>
                  <a:pt x="966495" y="0"/>
                </a:lnTo>
                <a:lnTo>
                  <a:pt x="1159795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df-path-150">
            <a:extLst xmlns:a="http://schemas.openxmlformats.org/drawingml/2006/main">
              <a:ext uri="{FF2B5EF4-FFF2-40B4-BE49-F238E27FC236}">
                <a16:creationId xmlns:a16="http://schemas.microsoft.com/office/drawing/2014/main" id="{0EC4EB50-2BAE-4107-8DA9-00A775CB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7331" y="3822747"/>
            <a:ext cx="1547095" cy="525984"/>
          </a:xfrm>
          <a:custGeom xmlns:a="http://schemas.openxmlformats.org/drawingml/2006/main">
            <a:pathLst>
              <a:path w="1547095" h="525984">
                <a:moveTo>
                  <a:pt x="1159793" y="0"/>
                </a:moveTo>
                <a:lnTo>
                  <a:pt x="1159793" y="87664"/>
                </a:lnTo>
                <a:lnTo>
                  <a:pt x="1547095" y="90458"/>
                </a:lnTo>
                <a:lnTo>
                  <a:pt x="1159793" y="219160"/>
                </a:lnTo>
                <a:lnTo>
                  <a:pt x="1159793" y="525984"/>
                </a:lnTo>
                <a:lnTo>
                  <a:pt x="966494" y="525984"/>
                </a:lnTo>
                <a:lnTo>
                  <a:pt x="676546" y="525984"/>
                </a:lnTo>
                <a:lnTo>
                  <a:pt x="0" y="525984"/>
                </a:lnTo>
                <a:lnTo>
                  <a:pt x="0" y="219160"/>
                </a:lnTo>
                <a:lnTo>
                  <a:pt x="0" y="87664"/>
                </a:lnTo>
                <a:lnTo>
                  <a:pt x="0" y="0"/>
                </a:lnTo>
                <a:lnTo>
                  <a:pt x="676546" y="0"/>
                </a:lnTo>
                <a:lnTo>
                  <a:pt x="966494" y="0"/>
                </a:lnTo>
                <a:lnTo>
                  <a:pt x="11597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81">
            <a:solidFill>
              <a:srgbClr val="8ED973"/>
            </a:solidFill>
            <a:prstDash val="solid"/>
          </a:ln>
        </p:spPr>
      </p:sp>
      <p:sp>
        <p:nvSpPr>
          <p:cNvPr id="144" name="pdf-text-74-0">
            <a:extLst xmlns:a="http://schemas.openxmlformats.org/drawingml/2006/main">
              <a:ext uri="{FF2B5EF4-FFF2-40B4-BE49-F238E27FC236}">
                <a16:creationId xmlns:a16="http://schemas.microsoft.com/office/drawing/2014/main" id="{0E527DB8-A6C1-4450-86B1-683C5C0F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0707" y="3932641"/>
            <a:ext cx="805184" cy="144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I’ll remove </a:t>
            </a:r>
          </a:p>
        </p:txBody>
      </p:sp>
      <p:sp>
        <p:nvSpPr>
          <p:cNvPr id="145" name="pdf-text-75-0">
            <a:extLst xmlns:a="http://schemas.openxmlformats.org/drawingml/2006/main">
              <a:ext uri="{FF2B5EF4-FFF2-40B4-BE49-F238E27FC236}">
                <a16:creationId xmlns:a16="http://schemas.microsoft.com/office/drawing/2014/main" id="{A9A9A8E2-F930-4DA0-856C-BEFE95F7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0707" y="4106216"/>
            <a:ext cx="949095" cy="144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ottoman.</a:t>
            </a:r>
          </a:p>
        </p:txBody>
      </p:sp>
      <p:pic>
        <p:nvPic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E5567B8-15A1-4804-8E07-3261AE1579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9420458944c1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49725" y="3310352"/>
            <a:ext cx="368189" cy="368188"/>
          </a:xfrm>
          <a:prstGeom xmlns:a="http://schemas.openxmlformats.org/drawingml/2006/main" prst="rect">
            <a:avLst/>
          </a:prstGeom>
        </p:spPr>
      </p:pic>
      <p:sp>
        <p:nvSpPr>
          <p:cNvPr id="147" name="pdf-source-image-14">
            <a:extLst xmlns:a="http://schemas.openxmlformats.org/drawingml/2006/main">
              <a:ext uri="{FF2B5EF4-FFF2-40B4-BE49-F238E27FC236}">
                <a16:creationId xmlns:a16="http://schemas.microsoft.com/office/drawing/2014/main" id="{6ABCBC64-5E17-44D6-ABF5-E93F040E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9725" y="3310352"/>
            <a:ext cx="368189" cy="368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7C71A11-35D1-4CCA-91C6-0B2F2E4373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13b697c53485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5629" y="619946"/>
            <a:ext cx="368188" cy="368189"/>
          </a:xfrm>
          <a:prstGeom xmlns:a="http://schemas.openxmlformats.org/drawingml/2006/main" prst="rect">
            <a:avLst/>
          </a:prstGeom>
        </p:spPr>
      </p:pic>
      <p:sp>
        <p:nvSpPr>
          <p:cNvPr id="149" name="pdf-source-image-15">
            <a:extLst xmlns:a="http://schemas.openxmlformats.org/drawingml/2006/main">
              <a:ext uri="{FF2B5EF4-FFF2-40B4-BE49-F238E27FC236}">
                <a16:creationId xmlns:a16="http://schemas.microsoft.com/office/drawing/2014/main" id="{23CCAB75-7945-41A7-9DA5-7B2DCE17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5629" y="619946"/>
            <a:ext cx="368188" cy="368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0" name="pdf-path-155-part-0">
            <a:extLst xmlns:a="http://schemas.openxmlformats.org/drawingml/2006/main">
              <a:ext uri="{FF2B5EF4-FFF2-40B4-BE49-F238E27FC236}">
                <a16:creationId xmlns:a16="http://schemas.microsoft.com/office/drawing/2014/main" id="{D0800B98-A1CF-4309-B934-D689DCF6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3828" y="2011870"/>
            <a:ext cx="463641" cy="636796"/>
          </a:xfrm>
          <a:custGeom xmlns:a="http://schemas.openxmlformats.org/drawingml/2006/main">
            <a:pathLst>
              <a:path w="463641" h="636796">
                <a:moveTo>
                  <a:pt x="62227" y="62525"/>
                </a:moveTo>
                <a:lnTo>
                  <a:pt x="83117" y="44794"/>
                </a:lnTo>
                <a:lnTo>
                  <a:pt x="105551" y="29679"/>
                </a:lnTo>
                <a:lnTo>
                  <a:pt x="128802" y="17648"/>
                </a:lnTo>
                <a:lnTo>
                  <a:pt x="152679" y="8697"/>
                </a:lnTo>
                <a:lnTo>
                  <a:pt x="176984" y="2821"/>
                </a:lnTo>
                <a:lnTo>
                  <a:pt x="201511" y="0"/>
                </a:lnTo>
                <a:lnTo>
                  <a:pt x="226055" y="211"/>
                </a:lnTo>
                <a:lnTo>
                  <a:pt x="250409" y="3416"/>
                </a:lnTo>
                <a:lnTo>
                  <a:pt x="274372" y="9570"/>
                </a:lnTo>
                <a:lnTo>
                  <a:pt x="297748" y="18621"/>
                </a:lnTo>
                <a:lnTo>
                  <a:pt x="320350" y="30510"/>
                </a:lnTo>
                <a:lnTo>
                  <a:pt x="341995" y="45185"/>
                </a:lnTo>
                <a:lnTo>
                  <a:pt x="362508" y="62583"/>
                </a:lnTo>
                <a:lnTo>
                  <a:pt x="381721" y="82649"/>
                </a:lnTo>
                <a:lnTo>
                  <a:pt x="399465" y="105329"/>
                </a:lnTo>
                <a:lnTo>
                  <a:pt x="415580" y="130569"/>
                </a:lnTo>
                <a:lnTo>
                  <a:pt x="429591" y="157687"/>
                </a:lnTo>
                <a:lnTo>
                  <a:pt x="441155" y="185888"/>
                </a:lnTo>
                <a:lnTo>
                  <a:pt x="450308" y="214946"/>
                </a:lnTo>
                <a:lnTo>
                  <a:pt x="457084" y="244646"/>
                </a:lnTo>
                <a:lnTo>
                  <a:pt x="461518" y="274770"/>
                </a:lnTo>
                <a:lnTo>
                  <a:pt x="463641" y="305108"/>
                </a:lnTo>
                <a:lnTo>
                  <a:pt x="463481" y="335448"/>
                </a:lnTo>
                <a:lnTo>
                  <a:pt x="461068" y="365583"/>
                </a:lnTo>
                <a:lnTo>
                  <a:pt x="456423" y="395304"/>
                </a:lnTo>
                <a:lnTo>
                  <a:pt x="449567" y="424399"/>
                </a:lnTo>
                <a:lnTo>
                  <a:pt x="440517" y="452658"/>
                </a:lnTo>
                <a:lnTo>
                  <a:pt x="429289" y="479870"/>
                </a:lnTo>
                <a:lnTo>
                  <a:pt x="415895" y="505815"/>
                </a:lnTo>
                <a:lnTo>
                  <a:pt x="400345" y="530274"/>
                </a:lnTo>
                <a:lnTo>
                  <a:pt x="382652" y="553018"/>
                </a:lnTo>
                <a:lnTo>
                  <a:pt x="362831" y="573808"/>
                </a:lnTo>
                <a:lnTo>
                  <a:pt x="341397" y="592003"/>
                </a:lnTo>
                <a:lnTo>
                  <a:pt x="318963" y="607117"/>
                </a:lnTo>
                <a:lnTo>
                  <a:pt x="295712" y="619149"/>
                </a:lnTo>
                <a:lnTo>
                  <a:pt x="271835" y="628099"/>
                </a:lnTo>
                <a:lnTo>
                  <a:pt x="247531" y="633976"/>
                </a:lnTo>
                <a:lnTo>
                  <a:pt x="223004" y="636796"/>
                </a:lnTo>
                <a:lnTo>
                  <a:pt x="198460" y="636585"/>
                </a:lnTo>
                <a:lnTo>
                  <a:pt x="174105" y="633381"/>
                </a:lnTo>
                <a:lnTo>
                  <a:pt x="150142" y="627226"/>
                </a:lnTo>
                <a:lnTo>
                  <a:pt x="126766" y="618176"/>
                </a:lnTo>
                <a:lnTo>
                  <a:pt x="104165" y="606285"/>
                </a:lnTo>
                <a:lnTo>
                  <a:pt x="82520" y="591612"/>
                </a:lnTo>
                <a:lnTo>
                  <a:pt x="62006" y="574214"/>
                </a:lnTo>
                <a:lnTo>
                  <a:pt x="42510" y="553850"/>
                </a:lnTo>
                <a:lnTo>
                  <a:pt x="21577" y="523485"/>
                </a:lnTo>
                <a:lnTo>
                  <a:pt x="43907" y="508093"/>
                </a:lnTo>
                <a:lnTo>
                  <a:pt x="64221" y="537562"/>
                </a:lnTo>
                <a:lnTo>
                  <a:pt x="62852" y="535880"/>
                </a:lnTo>
                <a:lnTo>
                  <a:pt x="81110" y="554950"/>
                </a:lnTo>
                <a:lnTo>
                  <a:pt x="80085" y="553986"/>
                </a:lnTo>
                <a:lnTo>
                  <a:pt x="99505" y="570457"/>
                </a:lnTo>
                <a:lnTo>
                  <a:pt x="98343" y="569573"/>
                </a:lnTo>
                <a:lnTo>
                  <a:pt x="118757" y="583413"/>
                </a:lnTo>
                <a:lnTo>
                  <a:pt x="117462" y="582636"/>
                </a:lnTo>
                <a:lnTo>
                  <a:pt x="138703" y="593812"/>
                </a:lnTo>
                <a:lnTo>
                  <a:pt x="137286" y="593167"/>
                </a:lnTo>
                <a:lnTo>
                  <a:pt x="159187" y="601646"/>
                </a:lnTo>
                <a:lnTo>
                  <a:pt x="157663" y="601157"/>
                </a:lnTo>
                <a:lnTo>
                  <a:pt x="180058" y="606908"/>
                </a:lnTo>
                <a:lnTo>
                  <a:pt x="178455" y="606597"/>
                </a:lnTo>
                <a:lnTo>
                  <a:pt x="201175" y="609588"/>
                </a:lnTo>
                <a:lnTo>
                  <a:pt x="199523" y="609472"/>
                </a:lnTo>
                <a:lnTo>
                  <a:pt x="222401" y="609669"/>
                </a:lnTo>
                <a:lnTo>
                  <a:pt x="220735" y="609756"/>
                </a:lnTo>
                <a:lnTo>
                  <a:pt x="243605" y="607128"/>
                </a:lnTo>
                <a:lnTo>
                  <a:pt x="241967" y="607419"/>
                </a:lnTo>
                <a:lnTo>
                  <a:pt x="264659" y="601932"/>
                </a:lnTo>
                <a:lnTo>
                  <a:pt x="263087" y="602415"/>
                </a:lnTo>
                <a:lnTo>
                  <a:pt x="285436" y="594037"/>
                </a:lnTo>
                <a:lnTo>
                  <a:pt x="283964" y="594691"/>
                </a:lnTo>
                <a:lnTo>
                  <a:pt x="305802" y="583390"/>
                </a:lnTo>
                <a:lnTo>
                  <a:pt x="304458" y="584187"/>
                </a:lnTo>
                <a:lnTo>
                  <a:pt x="325619" y="569931"/>
                </a:lnTo>
                <a:lnTo>
                  <a:pt x="324421" y="570839"/>
                </a:lnTo>
                <a:lnTo>
                  <a:pt x="344735" y="553594"/>
                </a:lnTo>
                <a:lnTo>
                  <a:pt x="343696" y="554575"/>
                </a:lnTo>
                <a:lnTo>
                  <a:pt x="362553" y="534797"/>
                </a:lnTo>
                <a:lnTo>
                  <a:pt x="361664" y="535827"/>
                </a:lnTo>
                <a:lnTo>
                  <a:pt x="378543" y="514129"/>
                </a:lnTo>
                <a:lnTo>
                  <a:pt x="377803" y="515180"/>
                </a:lnTo>
                <a:lnTo>
                  <a:pt x="392680" y="491779"/>
                </a:lnTo>
                <a:lnTo>
                  <a:pt x="392075" y="492834"/>
                </a:lnTo>
                <a:lnTo>
                  <a:pt x="404924" y="467943"/>
                </a:lnTo>
                <a:lnTo>
                  <a:pt x="404439" y="468991"/>
                </a:lnTo>
                <a:lnTo>
                  <a:pt x="415235" y="442825"/>
                </a:lnTo>
                <a:lnTo>
                  <a:pt x="414856" y="443861"/>
                </a:lnTo>
                <a:lnTo>
                  <a:pt x="423575" y="416634"/>
                </a:lnTo>
                <a:lnTo>
                  <a:pt x="423291" y="417660"/>
                </a:lnTo>
                <a:lnTo>
                  <a:pt x="429906" y="389587"/>
                </a:lnTo>
                <a:lnTo>
                  <a:pt x="429707" y="390603"/>
                </a:lnTo>
                <a:lnTo>
                  <a:pt x="434193" y="361898"/>
                </a:lnTo>
                <a:lnTo>
                  <a:pt x="434074" y="362911"/>
                </a:lnTo>
                <a:lnTo>
                  <a:pt x="436406" y="333789"/>
                </a:lnTo>
                <a:lnTo>
                  <a:pt x="436364" y="334800"/>
                </a:lnTo>
                <a:lnTo>
                  <a:pt x="436517" y="305476"/>
                </a:lnTo>
                <a:lnTo>
                  <a:pt x="436550" y="306493"/>
                </a:lnTo>
                <a:lnTo>
                  <a:pt x="434498" y="277180"/>
                </a:lnTo>
                <a:lnTo>
                  <a:pt x="434610" y="278208"/>
                </a:lnTo>
                <a:lnTo>
                  <a:pt x="430329" y="249120"/>
                </a:lnTo>
                <a:lnTo>
                  <a:pt x="430524" y="250162"/>
                </a:lnTo>
                <a:lnTo>
                  <a:pt x="423988" y="221515"/>
                </a:lnTo>
                <a:lnTo>
                  <a:pt x="424274" y="222572"/>
                </a:lnTo>
                <a:lnTo>
                  <a:pt x="415458" y="194580"/>
                </a:lnTo>
                <a:lnTo>
                  <a:pt x="415846" y="195651"/>
                </a:lnTo>
                <a:lnTo>
                  <a:pt x="404723" y="168528"/>
                </a:lnTo>
                <a:lnTo>
                  <a:pt x="405222" y="169607"/>
                </a:lnTo>
                <a:lnTo>
                  <a:pt x="391769" y="143568"/>
                </a:lnTo>
                <a:lnTo>
                  <a:pt x="392387" y="144642"/>
                </a:lnTo>
                <a:lnTo>
                  <a:pt x="376956" y="120471"/>
                </a:lnTo>
                <a:lnTo>
                  <a:pt x="377706" y="121530"/>
                </a:lnTo>
                <a:lnTo>
                  <a:pt x="360777" y="99895"/>
                </a:lnTo>
                <a:lnTo>
                  <a:pt x="361662" y="100917"/>
                </a:lnTo>
                <a:lnTo>
                  <a:pt x="343405" y="81847"/>
                </a:lnTo>
                <a:lnTo>
                  <a:pt x="344429" y="82811"/>
                </a:lnTo>
                <a:lnTo>
                  <a:pt x="325009" y="66340"/>
                </a:lnTo>
                <a:lnTo>
                  <a:pt x="326171" y="67223"/>
                </a:lnTo>
                <a:lnTo>
                  <a:pt x="305758" y="53384"/>
                </a:lnTo>
                <a:lnTo>
                  <a:pt x="307052" y="54161"/>
                </a:lnTo>
                <a:lnTo>
                  <a:pt x="285811" y="42985"/>
                </a:lnTo>
                <a:lnTo>
                  <a:pt x="287229" y="43630"/>
                </a:lnTo>
                <a:lnTo>
                  <a:pt x="265327" y="35151"/>
                </a:lnTo>
                <a:lnTo>
                  <a:pt x="266850" y="35639"/>
                </a:lnTo>
                <a:lnTo>
                  <a:pt x="244456" y="29888"/>
                </a:lnTo>
                <a:lnTo>
                  <a:pt x="246060" y="30198"/>
                </a:lnTo>
                <a:lnTo>
                  <a:pt x="223340" y="27209"/>
                </a:lnTo>
                <a:lnTo>
                  <a:pt x="224992" y="27324"/>
                </a:lnTo>
                <a:lnTo>
                  <a:pt x="202113" y="27128"/>
                </a:lnTo>
                <a:lnTo>
                  <a:pt x="203779" y="27039"/>
                </a:lnTo>
                <a:lnTo>
                  <a:pt x="180909" y="29669"/>
                </a:lnTo>
                <a:lnTo>
                  <a:pt x="182547" y="29377"/>
                </a:lnTo>
                <a:lnTo>
                  <a:pt x="159855" y="34864"/>
                </a:lnTo>
                <a:lnTo>
                  <a:pt x="161428" y="34382"/>
                </a:lnTo>
                <a:lnTo>
                  <a:pt x="139078" y="42760"/>
                </a:lnTo>
                <a:lnTo>
                  <a:pt x="140551" y="42106"/>
                </a:lnTo>
                <a:lnTo>
                  <a:pt x="118712" y="53407"/>
                </a:lnTo>
                <a:lnTo>
                  <a:pt x="120055" y="52610"/>
                </a:lnTo>
                <a:lnTo>
                  <a:pt x="98895" y="66866"/>
                </a:lnTo>
                <a:lnTo>
                  <a:pt x="100094" y="65957"/>
                </a:lnTo>
                <a:lnTo>
                  <a:pt x="79779" y="83201"/>
                </a:lnTo>
                <a:lnTo>
                  <a:pt x="62227" y="6252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df-path-155-part-1">
            <a:extLst xmlns:a="http://schemas.openxmlformats.org/drawingml/2006/main">
              <a:ext uri="{FF2B5EF4-FFF2-40B4-BE49-F238E27FC236}">
                <a16:creationId xmlns:a16="http://schemas.microsoft.com/office/drawing/2014/main" id="{C6EE9ADB-DF4D-4F3F-B39F-877252C2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93828" y="2011870"/>
            <a:ext cx="463641" cy="636796"/>
          </a:xfrm>
          <a:custGeom xmlns:a="http://schemas.openxmlformats.org/drawingml/2006/main">
            <a:pathLst>
              <a:path w="463641" h="636796">
                <a:moveTo>
                  <a:pt x="3668" y="547310"/>
                </a:moveTo>
                <a:lnTo>
                  <a:pt x="0" y="456417"/>
                </a:lnTo>
                <a:lnTo>
                  <a:pt x="74914" y="508018"/>
                </a:lnTo>
                <a:lnTo>
                  <a:pt x="3668" y="54731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df-path-156-part-0">
            <a:extLst xmlns:a="http://schemas.openxmlformats.org/drawingml/2006/main">
              <a:ext uri="{FF2B5EF4-FFF2-40B4-BE49-F238E27FC236}">
                <a16:creationId xmlns:a16="http://schemas.microsoft.com/office/drawing/2014/main" id="{519EA485-A0BD-43B2-86B2-F444E33C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8770" y="1215405"/>
            <a:ext cx="526499" cy="486642"/>
          </a:xfrm>
          <a:custGeom xmlns:a="http://schemas.openxmlformats.org/drawingml/2006/main">
            <a:pathLst>
              <a:path w="526499" h="486642">
                <a:moveTo>
                  <a:pt x="0" y="472108"/>
                </a:moveTo>
                <a:lnTo>
                  <a:pt x="23245" y="435484"/>
                </a:lnTo>
                <a:lnTo>
                  <a:pt x="48618" y="398903"/>
                </a:lnTo>
                <a:lnTo>
                  <a:pt x="75795" y="362759"/>
                </a:lnTo>
                <a:lnTo>
                  <a:pt x="104616" y="327189"/>
                </a:lnTo>
                <a:lnTo>
                  <a:pt x="134922" y="292339"/>
                </a:lnTo>
                <a:lnTo>
                  <a:pt x="166552" y="258350"/>
                </a:lnTo>
                <a:lnTo>
                  <a:pt x="199346" y="225366"/>
                </a:lnTo>
                <a:lnTo>
                  <a:pt x="233145" y="193531"/>
                </a:lnTo>
                <a:lnTo>
                  <a:pt x="267792" y="162989"/>
                </a:lnTo>
                <a:lnTo>
                  <a:pt x="303127" y="133886"/>
                </a:lnTo>
                <a:lnTo>
                  <a:pt x="338994" y="106367"/>
                </a:lnTo>
                <a:lnTo>
                  <a:pt x="375237" y="80580"/>
                </a:lnTo>
                <a:lnTo>
                  <a:pt x="411701" y="56667"/>
                </a:lnTo>
                <a:lnTo>
                  <a:pt x="448232" y="34779"/>
                </a:lnTo>
                <a:lnTo>
                  <a:pt x="484681" y="15061"/>
                </a:lnTo>
                <a:lnTo>
                  <a:pt x="496369" y="9446"/>
                </a:lnTo>
                <a:lnTo>
                  <a:pt x="508112" y="33894"/>
                </a:lnTo>
                <a:lnTo>
                  <a:pt x="496717" y="39366"/>
                </a:lnTo>
                <a:lnTo>
                  <a:pt x="497299" y="39070"/>
                </a:lnTo>
                <a:lnTo>
                  <a:pt x="461399" y="58491"/>
                </a:lnTo>
                <a:lnTo>
                  <a:pt x="461917" y="58196"/>
                </a:lnTo>
                <a:lnTo>
                  <a:pt x="425876" y="79790"/>
                </a:lnTo>
                <a:lnTo>
                  <a:pt x="426344" y="79497"/>
                </a:lnTo>
                <a:lnTo>
                  <a:pt x="390325" y="103118"/>
                </a:lnTo>
                <a:lnTo>
                  <a:pt x="390750" y="102826"/>
                </a:lnTo>
                <a:lnTo>
                  <a:pt x="354917" y="128325"/>
                </a:lnTo>
                <a:lnTo>
                  <a:pt x="355310" y="128035"/>
                </a:lnTo>
                <a:lnTo>
                  <a:pt x="319822" y="155261"/>
                </a:lnTo>
                <a:lnTo>
                  <a:pt x="320189" y="154970"/>
                </a:lnTo>
                <a:lnTo>
                  <a:pt x="285210" y="183779"/>
                </a:lnTo>
                <a:lnTo>
                  <a:pt x="285556" y="183484"/>
                </a:lnTo>
                <a:lnTo>
                  <a:pt x="251247" y="213728"/>
                </a:lnTo>
                <a:lnTo>
                  <a:pt x="251577" y="213427"/>
                </a:lnTo>
                <a:lnTo>
                  <a:pt x="218103" y="244956"/>
                </a:lnTo>
                <a:lnTo>
                  <a:pt x="218422" y="244646"/>
                </a:lnTo>
                <a:lnTo>
                  <a:pt x="185942" y="277313"/>
                </a:lnTo>
                <a:lnTo>
                  <a:pt x="186253" y="276990"/>
                </a:lnTo>
                <a:lnTo>
                  <a:pt x="154932" y="310648"/>
                </a:lnTo>
                <a:lnTo>
                  <a:pt x="155237" y="310308"/>
                </a:lnTo>
                <a:lnTo>
                  <a:pt x="125237" y="344808"/>
                </a:lnTo>
                <a:lnTo>
                  <a:pt x="125539" y="344448"/>
                </a:lnTo>
                <a:lnTo>
                  <a:pt x="97021" y="379643"/>
                </a:lnTo>
                <a:lnTo>
                  <a:pt x="97324" y="379254"/>
                </a:lnTo>
                <a:lnTo>
                  <a:pt x="70451" y="414995"/>
                </a:lnTo>
                <a:lnTo>
                  <a:pt x="70755" y="414575"/>
                </a:lnTo>
                <a:lnTo>
                  <a:pt x="45687" y="450714"/>
                </a:lnTo>
                <a:lnTo>
                  <a:pt x="45995" y="450252"/>
                </a:lnTo>
                <a:lnTo>
                  <a:pt x="22898" y="486642"/>
                </a:lnTo>
                <a:lnTo>
                  <a:pt x="0" y="47210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df-path-156-part-1">
            <a:extLst xmlns:a="http://schemas.openxmlformats.org/drawingml/2006/main">
              <a:ext uri="{FF2B5EF4-FFF2-40B4-BE49-F238E27FC236}">
                <a16:creationId xmlns:a16="http://schemas.microsoft.com/office/drawing/2014/main" id="{439A4280-134B-4D6E-8B18-D531B92C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8770" y="1215405"/>
            <a:ext cx="526499" cy="486642"/>
          </a:xfrm>
          <a:custGeom xmlns:a="http://schemas.openxmlformats.org/drawingml/2006/main">
            <a:pathLst>
              <a:path w="526499" h="486642">
                <a:moveTo>
                  <a:pt x="409436" y="601"/>
                </a:moveTo>
                <a:lnTo>
                  <a:pt x="526499" y="10017"/>
                </a:lnTo>
                <a:lnTo>
                  <a:pt x="460682" y="107281"/>
                </a:lnTo>
                <a:cubicBezTo>
                  <a:pt x="456484" y="113484"/>
                  <a:pt x="448053" y="115110"/>
                  <a:pt x="441851" y="110913"/>
                </a:cubicBezTo>
                <a:cubicBezTo>
                  <a:pt x="435648" y="106715"/>
                  <a:pt x="434022" y="98285"/>
                  <a:pt x="438219" y="92081"/>
                </a:cubicBezTo>
                <a:lnTo>
                  <a:pt x="491009" y="14070"/>
                </a:lnTo>
                <a:lnTo>
                  <a:pt x="501153" y="35188"/>
                </a:lnTo>
                <a:lnTo>
                  <a:pt x="407262" y="27635"/>
                </a:lnTo>
                <a:cubicBezTo>
                  <a:pt x="399797" y="27034"/>
                  <a:pt x="394232" y="20495"/>
                  <a:pt x="394833" y="13030"/>
                </a:cubicBezTo>
                <a:cubicBezTo>
                  <a:pt x="395433" y="5565"/>
                  <a:pt x="401971" y="0"/>
                  <a:pt x="409436" y="60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df-path-157">
            <a:extLst xmlns:a="http://schemas.openxmlformats.org/drawingml/2006/main">
              <a:ext uri="{FF2B5EF4-FFF2-40B4-BE49-F238E27FC236}">
                <a16:creationId xmlns:a16="http://schemas.microsoft.com/office/drawing/2014/main" id="{458A16CA-B0DD-4799-8C7D-A8094E4D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4303" y="96153"/>
            <a:ext cx="1577952" cy="674380"/>
          </a:xfrm>
          <a:custGeom xmlns:a="http://schemas.openxmlformats.org/drawingml/2006/main">
            <a:pathLst>
              <a:path w="1577952" h="674380">
                <a:moveTo>
                  <a:pt x="1577952" y="0"/>
                </a:moveTo>
                <a:lnTo>
                  <a:pt x="1577952" y="306823"/>
                </a:lnTo>
                <a:lnTo>
                  <a:pt x="1577952" y="438319"/>
                </a:lnTo>
                <a:lnTo>
                  <a:pt x="1577952" y="525984"/>
                </a:lnTo>
                <a:lnTo>
                  <a:pt x="657480" y="525984"/>
                </a:lnTo>
                <a:lnTo>
                  <a:pt x="245545" y="674380"/>
                </a:lnTo>
                <a:lnTo>
                  <a:pt x="262992" y="525984"/>
                </a:lnTo>
                <a:lnTo>
                  <a:pt x="0" y="525984"/>
                </a:lnTo>
                <a:lnTo>
                  <a:pt x="0" y="438319"/>
                </a:lnTo>
                <a:lnTo>
                  <a:pt x="0" y="306823"/>
                </a:lnTo>
                <a:lnTo>
                  <a:pt x="0" y="0"/>
                </a:lnTo>
                <a:lnTo>
                  <a:pt x="262992" y="0"/>
                </a:lnTo>
                <a:lnTo>
                  <a:pt x="657480" y="0"/>
                </a:lnTo>
                <a:lnTo>
                  <a:pt x="1577952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df-path-158">
            <a:extLst xmlns:a="http://schemas.openxmlformats.org/drawingml/2006/main">
              <a:ext uri="{FF2B5EF4-FFF2-40B4-BE49-F238E27FC236}">
                <a16:creationId xmlns:a16="http://schemas.microsoft.com/office/drawing/2014/main" id="{4F306F78-AAF2-440A-A967-D42C24FF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94303" y="96153"/>
            <a:ext cx="1577952" cy="674379"/>
          </a:xfrm>
          <a:custGeom xmlns:a="http://schemas.openxmlformats.org/drawingml/2006/main">
            <a:pathLst>
              <a:path w="1577952" h="674379">
                <a:moveTo>
                  <a:pt x="1577952" y="0"/>
                </a:moveTo>
                <a:lnTo>
                  <a:pt x="1577952" y="306824"/>
                </a:lnTo>
                <a:lnTo>
                  <a:pt x="1577952" y="438320"/>
                </a:lnTo>
                <a:lnTo>
                  <a:pt x="1577952" y="525984"/>
                </a:lnTo>
                <a:lnTo>
                  <a:pt x="657480" y="525984"/>
                </a:lnTo>
                <a:lnTo>
                  <a:pt x="245545" y="674379"/>
                </a:lnTo>
                <a:lnTo>
                  <a:pt x="262992" y="525984"/>
                </a:lnTo>
                <a:lnTo>
                  <a:pt x="0" y="525984"/>
                </a:lnTo>
                <a:lnTo>
                  <a:pt x="0" y="438320"/>
                </a:lnTo>
                <a:lnTo>
                  <a:pt x="0" y="306824"/>
                </a:lnTo>
                <a:lnTo>
                  <a:pt x="0" y="0"/>
                </a:lnTo>
                <a:lnTo>
                  <a:pt x="262992" y="0"/>
                </a:lnTo>
                <a:lnTo>
                  <a:pt x="657480" y="0"/>
                </a:lnTo>
                <a:lnTo>
                  <a:pt x="157795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81">
            <a:solidFill>
              <a:srgbClr val="8ED973"/>
            </a:solidFill>
            <a:prstDash val="solid"/>
          </a:ln>
        </p:spPr>
      </p:sp>
      <p:sp>
        <p:nvSpPr>
          <p:cNvPr id="156" name="pdf-text-76-0">
            <a:extLst xmlns:a="http://schemas.openxmlformats.org/drawingml/2006/main">
              <a:ext uri="{FF2B5EF4-FFF2-40B4-BE49-F238E27FC236}">
                <a16:creationId xmlns:a16="http://schemas.microsoft.com/office/drawing/2014/main" id="{FFD414BD-171B-4EF0-B646-DA06DC23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4138" y="206048"/>
            <a:ext cx="1175810" cy="14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 will add those </a:t>
            </a:r>
          </a:p>
        </p:txBody>
      </p:sp>
      <p:sp>
        <p:nvSpPr>
          <p:cNvPr id="157" name="pdf-text-77-0">
            <a:extLst xmlns:a="http://schemas.openxmlformats.org/drawingml/2006/main">
              <a:ext uri="{FF2B5EF4-FFF2-40B4-BE49-F238E27FC236}">
                <a16:creationId xmlns:a16="http://schemas.microsoft.com/office/drawing/2014/main" id="{9D9BD521-48EB-4503-8F1E-9EC634A5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4138" y="379623"/>
            <a:ext cx="1441613" cy="1446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objects as proposed.</a:t>
            </a:r>
          </a:p>
        </p:txBody>
      </p:sp>
      <p:sp>
        <p:nvSpPr>
          <p:cNvPr id="158" name="pdf-path-161">
            <a:extLst xmlns:a="http://schemas.openxmlformats.org/drawingml/2006/main">
              <a:ext uri="{FF2B5EF4-FFF2-40B4-BE49-F238E27FC236}">
                <a16:creationId xmlns:a16="http://schemas.microsoft.com/office/drawing/2014/main" id="{3F2D5E9B-72FA-4BA9-8229-06C09BE9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847" y="4398700"/>
            <a:ext cx="1907175" cy="525984"/>
          </a:xfrm>
          <a:custGeom xmlns:a="http://schemas.openxmlformats.org/drawingml/2006/main">
            <a:pathLst>
              <a:path w="1907175" h="525984">
                <a:moveTo>
                  <a:pt x="1907175" y="0"/>
                </a:moveTo>
                <a:lnTo>
                  <a:pt x="1907175" y="87665"/>
                </a:lnTo>
                <a:lnTo>
                  <a:pt x="1907175" y="219160"/>
                </a:lnTo>
                <a:lnTo>
                  <a:pt x="1907175" y="525984"/>
                </a:lnTo>
                <a:lnTo>
                  <a:pt x="874714" y="525984"/>
                </a:lnTo>
                <a:lnTo>
                  <a:pt x="432230" y="525984"/>
                </a:lnTo>
                <a:lnTo>
                  <a:pt x="137242" y="525984"/>
                </a:lnTo>
                <a:lnTo>
                  <a:pt x="137242" y="219160"/>
                </a:lnTo>
                <a:lnTo>
                  <a:pt x="0" y="146618"/>
                </a:lnTo>
                <a:lnTo>
                  <a:pt x="137242" y="87665"/>
                </a:lnTo>
                <a:lnTo>
                  <a:pt x="137242" y="0"/>
                </a:lnTo>
                <a:lnTo>
                  <a:pt x="432230" y="0"/>
                </a:lnTo>
                <a:lnTo>
                  <a:pt x="874714" y="0"/>
                </a:lnTo>
                <a:lnTo>
                  <a:pt x="1907175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pdf-path-162">
            <a:extLst xmlns:a="http://schemas.openxmlformats.org/drawingml/2006/main">
              <a:ext uri="{FF2B5EF4-FFF2-40B4-BE49-F238E27FC236}">
                <a16:creationId xmlns:a16="http://schemas.microsoft.com/office/drawing/2014/main" id="{34863E19-C478-434A-987B-057020B6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846" y="4398700"/>
            <a:ext cx="1907176" cy="525984"/>
          </a:xfrm>
          <a:custGeom xmlns:a="http://schemas.openxmlformats.org/drawingml/2006/main">
            <a:pathLst>
              <a:path w="1907176" h="525984">
                <a:moveTo>
                  <a:pt x="1907176" y="0"/>
                </a:moveTo>
                <a:lnTo>
                  <a:pt x="1907176" y="87664"/>
                </a:lnTo>
                <a:lnTo>
                  <a:pt x="1907176" y="219160"/>
                </a:lnTo>
                <a:lnTo>
                  <a:pt x="1907176" y="525984"/>
                </a:lnTo>
                <a:lnTo>
                  <a:pt x="874714" y="525984"/>
                </a:lnTo>
                <a:lnTo>
                  <a:pt x="432231" y="525984"/>
                </a:lnTo>
                <a:lnTo>
                  <a:pt x="137241" y="525984"/>
                </a:lnTo>
                <a:lnTo>
                  <a:pt x="137241" y="219160"/>
                </a:lnTo>
                <a:lnTo>
                  <a:pt x="0" y="146618"/>
                </a:lnTo>
                <a:lnTo>
                  <a:pt x="137241" y="87664"/>
                </a:lnTo>
                <a:lnTo>
                  <a:pt x="137241" y="0"/>
                </a:lnTo>
                <a:lnTo>
                  <a:pt x="432231" y="0"/>
                </a:lnTo>
                <a:lnTo>
                  <a:pt x="874714" y="0"/>
                </a:lnTo>
                <a:lnTo>
                  <a:pt x="190717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81">
            <a:solidFill>
              <a:srgbClr val="8ED973"/>
            </a:solidFill>
            <a:prstDash val="solid"/>
          </a:ln>
        </p:spPr>
      </p:sp>
      <p:sp>
        <p:nvSpPr>
          <p:cNvPr id="160" name="pdf-text-78-0">
            <a:extLst xmlns:a="http://schemas.openxmlformats.org/drawingml/2006/main">
              <a:ext uri="{FF2B5EF4-FFF2-40B4-BE49-F238E27FC236}">
                <a16:creationId xmlns:a16="http://schemas.microsoft.com/office/drawing/2014/main" id="{6A8F90CF-FB23-45C3-887C-77605ADA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477" y="4508594"/>
            <a:ext cx="1626322" cy="144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scene is complete </a:t>
            </a:r>
          </a:p>
        </p:txBody>
      </p:sp>
      <p:sp>
        <p:nvSpPr>
          <p:cNvPr id="161" name="pdf-text-79-0">
            <a:extLst xmlns:a="http://schemas.openxmlformats.org/drawingml/2006/main">
              <a:ext uri="{FF2B5EF4-FFF2-40B4-BE49-F238E27FC236}">
                <a16:creationId xmlns:a16="http://schemas.microsoft.com/office/drawing/2014/main" id="{33F6BF8D-9A1E-4EBA-8590-6C1A2C40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477" y="4682168"/>
            <a:ext cx="1396599" cy="1446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39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39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now, let me end it.</a:t>
            </a:r>
          </a:p>
        </p:txBody>
      </p:sp>
      <p:pic>
        <p:nvPic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5B8AE80-8815-4F23-9ABB-19D1E48634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6c6886e96a4e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64" y="4173841"/>
            <a:ext cx="894172" cy="894172"/>
          </a:xfrm>
          <a:prstGeom xmlns:a="http://schemas.openxmlformats.org/drawingml/2006/main" prst="rect">
            <a:avLst/>
          </a:prstGeom>
        </p:spPr>
      </p:pic>
      <p:sp>
        <p:nvSpPr>
          <p:cNvPr id="163" name="pdf-source-image-16">
            <a:extLst xmlns:a="http://schemas.openxmlformats.org/drawingml/2006/main">
              <a:ext uri="{FF2B5EF4-FFF2-40B4-BE49-F238E27FC236}">
                <a16:creationId xmlns:a16="http://schemas.microsoft.com/office/drawing/2014/main" id="{60528418-51F6-4CC3-AC0A-03018FD7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64" y="4173841"/>
            <a:ext cx="894172" cy="8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5B76B10C-5010-4F15-94C9-B8EEA0863A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f21bf94b545c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461" y="4188745"/>
            <a:ext cx="368189" cy="368188"/>
          </a:xfrm>
          <a:prstGeom xmlns:a="http://schemas.openxmlformats.org/drawingml/2006/main" prst="rect">
            <a:avLst/>
          </a:prstGeom>
        </p:spPr>
      </p:pic>
      <p:sp>
        <p:nvSpPr>
          <p:cNvPr id="165" name="pdf-source-image-17">
            <a:extLst xmlns:a="http://schemas.openxmlformats.org/drawingml/2006/main">
              <a:ext uri="{FF2B5EF4-FFF2-40B4-BE49-F238E27FC236}">
                <a16:creationId xmlns:a16="http://schemas.microsoft.com/office/drawing/2014/main" id="{DD28D6FE-93B7-4950-B2AD-1BEB6A98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461" y="4188745"/>
            <a:ext cx="368189" cy="368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567ADC1-D8AC-46D1-AC24-FEA552E439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fb0daaded4f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88142" y="1030212"/>
            <a:ext cx="368188" cy="368189"/>
          </a:xfrm>
          <a:prstGeom xmlns:a="http://schemas.openxmlformats.org/drawingml/2006/main" prst="rect">
            <a:avLst/>
          </a:prstGeom>
        </p:spPr>
      </p:pic>
      <p:sp>
        <p:nvSpPr>
          <p:cNvPr id="167" name="pdf-source-image-18">
            <a:extLst xmlns:a="http://schemas.openxmlformats.org/drawingml/2006/main">
              <a:ext uri="{FF2B5EF4-FFF2-40B4-BE49-F238E27FC236}">
                <a16:creationId xmlns:a16="http://schemas.microsoft.com/office/drawing/2014/main" id="{1E46F48A-4672-4D7F-BC11-EF1919B8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8142" y="1030212"/>
            <a:ext cx="368188" cy="368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C3240070-CB22-41EF-9F2C-565E2FEF8B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0fd995a5244e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17198" y="3328761"/>
            <a:ext cx="368188" cy="368188"/>
          </a:xfrm>
          <a:prstGeom xmlns:a="http://schemas.openxmlformats.org/drawingml/2006/main" prst="rect">
            <a:avLst/>
          </a:prstGeom>
        </p:spPr>
      </p:pic>
      <p:sp>
        <p:nvSpPr>
          <p:cNvPr id="169" name="pdf-source-image-19">
            <a:extLst xmlns:a="http://schemas.openxmlformats.org/drawingml/2006/main">
              <a:ext uri="{FF2B5EF4-FFF2-40B4-BE49-F238E27FC236}">
                <a16:creationId xmlns:a16="http://schemas.microsoft.com/office/drawing/2014/main" id="{21CEA3B1-54BF-4DCF-9ABA-1F30D38D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7198" y="3328761"/>
            <a:ext cx="368188" cy="368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0" name="pdf-path-169">
            <a:extLst xmlns:a="http://schemas.openxmlformats.org/drawingml/2006/main">
              <a:ext uri="{FF2B5EF4-FFF2-40B4-BE49-F238E27FC236}">
                <a16:creationId xmlns:a16="http://schemas.microsoft.com/office/drawing/2014/main" id="{0C8FA70A-1C76-4525-88DC-BB8E1943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97896" y="1755630"/>
            <a:ext cx="867873" cy="302440"/>
          </a:xfrm>
          <a:custGeom xmlns:a="http://schemas.openxmlformats.org/drawingml/2006/main">
            <a:pathLst>
              <a:path w="867873" h="302440">
                <a:moveTo>
                  <a:pt x="0" y="50408"/>
                </a:moveTo>
                <a:cubicBezTo>
                  <a:pt x="0" y="22569"/>
                  <a:pt x="22575" y="0"/>
                  <a:pt x="50409" y="0"/>
                </a:cubicBezTo>
                <a:lnTo>
                  <a:pt x="817476" y="0"/>
                </a:lnTo>
                <a:cubicBezTo>
                  <a:pt x="845308" y="0"/>
                  <a:pt x="867873" y="22569"/>
                  <a:pt x="867873" y="50408"/>
                </a:cubicBezTo>
                <a:lnTo>
                  <a:pt x="867873" y="252033"/>
                </a:lnTo>
                <a:cubicBezTo>
                  <a:pt x="867873" y="279872"/>
                  <a:pt x="845308" y="302440"/>
                  <a:pt x="817476" y="302440"/>
                </a:cubicBezTo>
                <a:lnTo>
                  <a:pt x="50409" y="302440"/>
                </a:lnTo>
                <a:cubicBezTo>
                  <a:pt x="22575" y="302440"/>
                  <a:pt x="0" y="279872"/>
                  <a:pt x="0" y="252033"/>
                </a:cubicBezTo>
                <a:lnTo>
                  <a:pt x="0" y="50408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pdf-path-170">
            <a:extLst xmlns:a="http://schemas.openxmlformats.org/drawingml/2006/main">
              <a:ext uri="{FF2B5EF4-FFF2-40B4-BE49-F238E27FC236}">
                <a16:creationId xmlns:a16="http://schemas.microsoft.com/office/drawing/2014/main" id="{6B5AB825-24CA-47F3-9F3A-5F14958D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97896" y="1755630"/>
            <a:ext cx="867873" cy="302440"/>
          </a:xfrm>
          <a:custGeom xmlns:a="http://schemas.openxmlformats.org/drawingml/2006/main">
            <a:pathLst>
              <a:path w="867873" h="302440">
                <a:moveTo>
                  <a:pt x="0" y="50408"/>
                </a:moveTo>
                <a:cubicBezTo>
                  <a:pt x="0" y="22568"/>
                  <a:pt x="22568" y="0"/>
                  <a:pt x="50407" y="0"/>
                </a:cubicBezTo>
                <a:lnTo>
                  <a:pt x="817466" y="0"/>
                </a:lnTo>
                <a:cubicBezTo>
                  <a:pt x="845305" y="0"/>
                  <a:pt x="867873" y="22568"/>
                  <a:pt x="867873" y="50408"/>
                </a:cubicBezTo>
                <a:lnTo>
                  <a:pt x="867873" y="252033"/>
                </a:lnTo>
                <a:cubicBezTo>
                  <a:pt x="867873" y="279872"/>
                  <a:pt x="845305" y="302440"/>
                  <a:pt x="817466" y="302440"/>
                </a:cubicBezTo>
                <a:lnTo>
                  <a:pt x="50407" y="302440"/>
                </a:lnTo>
                <a:cubicBezTo>
                  <a:pt x="22568" y="302440"/>
                  <a:pt x="0" y="279872"/>
                  <a:pt x="0" y="252033"/>
                </a:cubicBezTo>
                <a:lnTo>
                  <a:pt x="0" y="50408"/>
                </a:lnTo>
              </a:path>
            </a:pathLst>
          </a:custGeom>
          <a:noFill xmlns:a="http://schemas.openxmlformats.org/drawingml/2006/main"/>
          <a:ln xmlns:a="http://schemas.openxmlformats.org/drawingml/2006/main" w="18081">
            <a:solidFill>
              <a:srgbClr val="0F9ED5"/>
            </a:solidFill>
            <a:prstDash val="solid"/>
          </a:ln>
        </p:spPr>
      </p:sp>
      <p:sp>
        <p:nvSpPr>
          <p:cNvPr id="172" name="pdf-text-80-0">
            <a:extLst xmlns:a="http://schemas.openxmlformats.org/drawingml/2006/main">
              <a:ext uri="{FF2B5EF4-FFF2-40B4-BE49-F238E27FC236}">
                <a16:creationId xmlns:a16="http://schemas.microsoft.com/office/drawing/2014/main" id="{58F9DBDE-9021-40F6-A55D-15ADFABC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22423" y="1820761"/>
            <a:ext cx="616615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Physics</a:t>
            </a:r>
          </a:p>
        </p:txBody>
      </p:sp>
      <p:sp>
        <p:nvSpPr>
          <p:cNvPr id="173" name="pdf-text-81-0">
            <a:extLst xmlns:a="http://schemas.openxmlformats.org/drawingml/2006/main">
              <a:ext uri="{FF2B5EF4-FFF2-40B4-BE49-F238E27FC236}">
                <a16:creationId xmlns:a16="http://schemas.microsoft.com/office/drawing/2014/main" id="{3191EC5A-58DB-4080-88E8-1A57A09C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22423" y="1820761"/>
            <a:ext cx="616615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Physics</a:t>
            </a:r>
          </a:p>
        </p:txBody>
      </p:sp>
      <p:sp>
        <p:nvSpPr>
          <p:cNvPr id="174" name="pdf-path-173-part-0">
            <a:extLst xmlns:a="http://schemas.openxmlformats.org/drawingml/2006/main">
              <a:ext uri="{FF2B5EF4-FFF2-40B4-BE49-F238E27FC236}">
                <a16:creationId xmlns:a16="http://schemas.microsoft.com/office/drawing/2014/main" id="{B03E1FC2-4DA3-42FB-8FB3-7D253FCA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87477" y="1822234"/>
            <a:ext cx="354864" cy="276005"/>
          </a:xfrm>
          <a:custGeom xmlns:a="http://schemas.openxmlformats.org/drawingml/2006/main">
            <a:pathLst>
              <a:path w="354864" h="276005">
                <a:moveTo>
                  <a:pt x="335854" y="82031"/>
                </a:moveTo>
                <a:lnTo>
                  <a:pt x="311844" y="72540"/>
                </a:lnTo>
                <a:lnTo>
                  <a:pt x="286603" y="65301"/>
                </a:lnTo>
                <a:lnTo>
                  <a:pt x="261326" y="60685"/>
                </a:lnTo>
                <a:lnTo>
                  <a:pt x="236194" y="58650"/>
                </a:lnTo>
                <a:lnTo>
                  <a:pt x="211387" y="59157"/>
                </a:lnTo>
                <a:lnTo>
                  <a:pt x="187062" y="62168"/>
                </a:lnTo>
                <a:lnTo>
                  <a:pt x="163413" y="67635"/>
                </a:lnTo>
                <a:lnTo>
                  <a:pt x="140619" y="75518"/>
                </a:lnTo>
                <a:lnTo>
                  <a:pt x="118849" y="85772"/>
                </a:lnTo>
                <a:lnTo>
                  <a:pt x="98298" y="98347"/>
                </a:lnTo>
                <a:lnTo>
                  <a:pt x="79132" y="113190"/>
                </a:lnTo>
                <a:lnTo>
                  <a:pt x="61547" y="130243"/>
                </a:lnTo>
                <a:lnTo>
                  <a:pt x="45719" y="149441"/>
                </a:lnTo>
                <a:lnTo>
                  <a:pt x="31834" y="170716"/>
                </a:lnTo>
                <a:lnTo>
                  <a:pt x="20094" y="193919"/>
                </a:lnTo>
                <a:lnTo>
                  <a:pt x="12705" y="212844"/>
                </a:lnTo>
                <a:lnTo>
                  <a:pt x="6882" y="232361"/>
                </a:lnTo>
                <a:lnTo>
                  <a:pt x="2615" y="252449"/>
                </a:lnTo>
                <a:lnTo>
                  <a:pt x="0" y="272491"/>
                </a:lnTo>
                <a:lnTo>
                  <a:pt x="26892" y="276005"/>
                </a:lnTo>
                <a:lnTo>
                  <a:pt x="29435" y="256495"/>
                </a:lnTo>
                <a:lnTo>
                  <a:pt x="29254" y="257555"/>
                </a:lnTo>
                <a:lnTo>
                  <a:pt x="33292" y="238528"/>
                </a:lnTo>
                <a:lnTo>
                  <a:pt x="33027" y="239589"/>
                </a:lnTo>
                <a:lnTo>
                  <a:pt x="38535" y="221133"/>
                </a:lnTo>
                <a:lnTo>
                  <a:pt x="38174" y="222190"/>
                </a:lnTo>
                <a:lnTo>
                  <a:pt x="45117" y="204391"/>
                </a:lnTo>
                <a:lnTo>
                  <a:pt x="44587" y="205579"/>
                </a:lnTo>
                <a:lnTo>
                  <a:pt x="55700" y="183623"/>
                </a:lnTo>
                <a:lnTo>
                  <a:pt x="54953" y="184915"/>
                </a:lnTo>
                <a:lnTo>
                  <a:pt x="68019" y="164896"/>
                </a:lnTo>
                <a:lnTo>
                  <a:pt x="67127" y="166110"/>
                </a:lnTo>
                <a:lnTo>
                  <a:pt x="81989" y="148078"/>
                </a:lnTo>
                <a:lnTo>
                  <a:pt x="80965" y="149186"/>
                </a:lnTo>
                <a:lnTo>
                  <a:pt x="97466" y="133185"/>
                </a:lnTo>
                <a:lnTo>
                  <a:pt x="96333" y="134171"/>
                </a:lnTo>
                <a:lnTo>
                  <a:pt x="114305" y="120246"/>
                </a:lnTo>
                <a:lnTo>
                  <a:pt x="113076" y="121094"/>
                </a:lnTo>
                <a:lnTo>
                  <a:pt x="132374" y="109294"/>
                </a:lnTo>
                <a:lnTo>
                  <a:pt x="131072" y="109993"/>
                </a:lnTo>
                <a:lnTo>
                  <a:pt x="151516" y="100365"/>
                </a:lnTo>
                <a:lnTo>
                  <a:pt x="150177" y="100913"/>
                </a:lnTo>
                <a:lnTo>
                  <a:pt x="171610" y="93501"/>
                </a:lnTo>
                <a:lnTo>
                  <a:pt x="170223" y="93898"/>
                </a:lnTo>
                <a:lnTo>
                  <a:pt x="192486" y="88750"/>
                </a:lnTo>
                <a:lnTo>
                  <a:pt x="191101" y="88995"/>
                </a:lnTo>
                <a:lnTo>
                  <a:pt x="214026" y="86159"/>
                </a:lnTo>
                <a:lnTo>
                  <a:pt x="212641" y="86260"/>
                </a:lnTo>
                <a:lnTo>
                  <a:pt x="236061" y="85780"/>
                </a:lnTo>
                <a:lnTo>
                  <a:pt x="234687" y="85739"/>
                </a:lnTo>
                <a:lnTo>
                  <a:pt x="258457" y="87662"/>
                </a:lnTo>
                <a:lnTo>
                  <a:pt x="257119" y="87487"/>
                </a:lnTo>
                <a:lnTo>
                  <a:pt x="281069" y="91861"/>
                </a:lnTo>
                <a:lnTo>
                  <a:pt x="279769" y="91557"/>
                </a:lnTo>
                <a:lnTo>
                  <a:pt x="303731" y="98428"/>
                </a:lnTo>
                <a:lnTo>
                  <a:pt x="302490" y="98003"/>
                </a:lnTo>
                <a:lnTo>
                  <a:pt x="325886" y="107253"/>
                </a:lnTo>
                <a:lnTo>
                  <a:pt x="335854" y="8203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pdf-path-173-part-1">
            <a:extLst xmlns:a="http://schemas.openxmlformats.org/drawingml/2006/main">
              <a:ext uri="{FF2B5EF4-FFF2-40B4-BE49-F238E27FC236}">
                <a16:creationId xmlns:a16="http://schemas.microsoft.com/office/drawing/2014/main" id="{0D7B230D-3147-4418-9A47-84F8D556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87477" y="1822234"/>
            <a:ext cx="354864" cy="276005"/>
          </a:xfrm>
          <a:custGeom xmlns:a="http://schemas.openxmlformats.org/drawingml/2006/main">
            <a:pathLst>
              <a:path w="354864" h="276005">
                <a:moveTo>
                  <a:pt x="237616" y="113606"/>
                </a:moveTo>
                <a:lnTo>
                  <a:pt x="354864" y="106841"/>
                </a:lnTo>
                <a:lnTo>
                  <a:pt x="291267" y="8113"/>
                </a:lnTo>
                <a:cubicBezTo>
                  <a:pt x="287205" y="1816"/>
                  <a:pt x="278816" y="0"/>
                  <a:pt x="272523" y="4056"/>
                </a:cubicBezTo>
                <a:cubicBezTo>
                  <a:pt x="266220" y="8113"/>
                  <a:pt x="264411" y="16504"/>
                  <a:pt x="268462" y="22799"/>
                </a:cubicBezTo>
                <a:lnTo>
                  <a:pt x="319473" y="101986"/>
                </a:lnTo>
                <a:lnTo>
                  <a:pt x="330092" y="81104"/>
                </a:lnTo>
                <a:lnTo>
                  <a:pt x="236049" y="86529"/>
                </a:lnTo>
                <a:cubicBezTo>
                  <a:pt x="228576" y="86961"/>
                  <a:pt x="222862" y="93372"/>
                  <a:pt x="223295" y="100849"/>
                </a:cubicBezTo>
                <a:cubicBezTo>
                  <a:pt x="223730" y="108326"/>
                  <a:pt x="230143" y="114038"/>
                  <a:pt x="237616" y="11360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2F1C72EA-A10C-48A6-98C1-36EA06E9E7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b5d9da37d40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87175" y="2085975"/>
            <a:ext cx="2057400" cy="1743075"/>
          </a:xfrm>
          <a:prstGeom xmlns:a="http://schemas.openxmlformats.org/drawingml/2006/main" prst="rect">
            <a:avLst/>
          </a:prstGeom>
        </p:spPr>
      </p:pic>
      <p:sp>
        <p:nvSpPr>
          <p:cNvPr id="177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27D163D9-3E24-4C6F-8B03-ED67E03A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87175" y="2085975"/>
            <a:ext cx="20574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941C7D52-B993-4BC5-BFDB-EB074C9E75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2b439dbc2348d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72175" y="3343275"/>
            <a:ext cx="2085975" cy="1714500"/>
          </a:xfrm>
          <a:prstGeom xmlns:a="http://schemas.openxmlformats.org/drawingml/2006/main" prst="rect">
            <a:avLst/>
          </a:prstGeom>
        </p:spPr>
      </p:pic>
      <p:sp>
        <p:nvSpPr>
          <p:cNvPr id="179" name="pdf-raster-1">
            <a:extLst xmlns:a="http://schemas.openxmlformats.org/drawingml/2006/main">
              <a:ext uri="{FF2B5EF4-FFF2-40B4-BE49-F238E27FC236}">
                <a16:creationId xmlns:a16="http://schemas.microsoft.com/office/drawing/2014/main" id="{876A4545-5580-410D-9002-F12FED91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2175" y="3343275"/>
            <a:ext cx="20859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5AB0FE00-F99F-4DB8-A9BD-6243029668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52402f7ce47a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200275"/>
            <a:ext cx="2171700" cy="1743075"/>
          </a:xfrm>
          <a:prstGeom xmlns:a="http://schemas.openxmlformats.org/drawingml/2006/main" prst="rect">
            <a:avLst/>
          </a:prstGeom>
        </p:spPr>
      </p:pic>
      <p:sp>
        <p:nvSpPr>
          <p:cNvPr id="181" name="pdf-raster-2">
            <a:extLst xmlns:a="http://schemas.openxmlformats.org/drawingml/2006/main">
              <a:ext uri="{FF2B5EF4-FFF2-40B4-BE49-F238E27FC236}">
                <a16:creationId xmlns:a16="http://schemas.microsoft.com/office/drawing/2014/main" id="{E4388449-781C-49BB-87F3-426DB223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2200275"/>
            <a:ext cx="217170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6D29FAF7-7EF5-483E-9B17-050DF96D47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b99ea6d8746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01025" y="3914775"/>
            <a:ext cx="685800" cy="857250"/>
          </a:xfrm>
          <a:prstGeom xmlns:a="http://schemas.openxmlformats.org/drawingml/2006/main" prst="rect">
            <a:avLst/>
          </a:prstGeom>
        </p:spPr>
      </p:pic>
      <p:sp>
        <p:nvSpPr>
          <p:cNvPr id="183" name="pdf-raster-3">
            <a:extLst xmlns:a="http://schemas.openxmlformats.org/drawingml/2006/main">
              <a:ext uri="{FF2B5EF4-FFF2-40B4-BE49-F238E27FC236}">
                <a16:creationId xmlns:a16="http://schemas.microsoft.com/office/drawing/2014/main" id="{F731A919-6973-4752-8787-A6C2C756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1025" y="3914775"/>
            <a:ext cx="685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4" name="rotated-58">
            <a:extLst xmlns:a="http://schemas.openxmlformats.org/drawingml/2006/main">
              <a:ext uri="{FF2B5EF4-FFF2-40B4-BE49-F238E27FC236}">
                <a16:creationId xmlns:a16="http://schemas.microsoft.com/office/drawing/2014/main" id="{5B5372F7-DA13-4625-B65F-0E6CDD6E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75787">
            <a:off x="9455891" y="1047712"/>
            <a:ext cx="502133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185" name="rotated-62">
            <a:extLst xmlns:a="http://schemas.openxmlformats.org/drawingml/2006/main">
              <a:ext uri="{FF2B5EF4-FFF2-40B4-BE49-F238E27FC236}">
                <a16:creationId xmlns:a16="http://schemas.microsoft.com/office/drawing/2014/main" id="{6C4F7101-85BA-4D89-9A0C-8E6BA50F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597188">
            <a:off x="9144439" y="3883404"/>
            <a:ext cx="523540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Asset </a:t>
            </a:r>
          </a:p>
        </p:txBody>
      </p:sp>
      <p:sp>
        <p:nvSpPr>
          <p:cNvPr id="186" name="rotated-64">
            <a:extLst xmlns:a="http://schemas.openxmlformats.org/drawingml/2006/main">
              <a:ext uri="{FF2B5EF4-FFF2-40B4-BE49-F238E27FC236}">
                <a16:creationId xmlns:a16="http://schemas.microsoft.com/office/drawing/2014/main" id="{B86C0671-2CD7-46FF-A5C4-FCE4F6D7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597188">
            <a:off x="9223910" y="4101773"/>
            <a:ext cx="523156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Placer</a:t>
            </a:r>
          </a:p>
        </p:txBody>
      </p:sp>
      <p:sp>
        <p:nvSpPr>
          <p:cNvPr id="187" name="rotated-74">
            <a:extLst xmlns:a="http://schemas.openxmlformats.org/drawingml/2006/main">
              <a:ext uri="{FF2B5EF4-FFF2-40B4-BE49-F238E27FC236}">
                <a16:creationId xmlns:a16="http://schemas.microsoft.com/office/drawing/2014/main" id="{0E8219EF-C8E0-4947-A87A-614378EB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506256">
            <a:off x="10986411" y="3480736"/>
            <a:ext cx="502134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188" name="rotated-78">
            <a:extLst xmlns:a="http://schemas.openxmlformats.org/drawingml/2006/main">
              <a:ext uri="{FF2B5EF4-FFF2-40B4-BE49-F238E27FC236}">
                <a16:creationId xmlns:a16="http://schemas.microsoft.com/office/drawing/2014/main" id="{2C492409-A82A-420F-BF9D-0C68A65B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06821">
            <a:off x="10835131" y="2074577"/>
            <a:ext cx="523540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Asset </a:t>
            </a:r>
          </a:p>
        </p:txBody>
      </p:sp>
      <p:sp>
        <p:nvSpPr>
          <p:cNvPr id="189" name="rotated-80">
            <a:extLst xmlns:a="http://schemas.openxmlformats.org/drawingml/2006/main">
              <a:ext uri="{FF2B5EF4-FFF2-40B4-BE49-F238E27FC236}">
                <a16:creationId xmlns:a16="http://schemas.microsoft.com/office/drawing/2014/main" id="{87A19AE1-CE97-441B-BD60-70DC4977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06821">
            <a:off x="10666289" y="2247981"/>
            <a:ext cx="550380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Mover</a:t>
            </a:r>
          </a:p>
        </p:txBody>
      </p:sp>
      <p:sp>
        <p:nvSpPr>
          <p:cNvPr id="190" name="rotated-84">
            <a:extLst xmlns:a="http://schemas.openxmlformats.org/drawingml/2006/main">
              <a:ext uri="{FF2B5EF4-FFF2-40B4-BE49-F238E27FC236}">
                <a16:creationId xmlns:a16="http://schemas.microsoft.com/office/drawing/2014/main" id="{CF79A0A6-1741-44A9-B52A-E8F3FB5B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557871">
            <a:off x="3239525" y="1054778"/>
            <a:ext cx="574608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Scene </a:t>
            </a:r>
          </a:p>
        </p:txBody>
      </p:sp>
      <p:sp>
        <p:nvSpPr>
          <p:cNvPr id="191" name="rotated-86">
            <a:extLst xmlns:a="http://schemas.openxmlformats.org/drawingml/2006/main">
              <a:ext uri="{FF2B5EF4-FFF2-40B4-BE49-F238E27FC236}">
                <a16:creationId xmlns:a16="http://schemas.microsoft.com/office/drawing/2014/main" id="{C84CA599-40C7-4CCB-A2B9-DB86AA31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557871">
            <a:off x="3529235" y="1242540"/>
            <a:ext cx="268663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Init</a:t>
            </a:r>
          </a:p>
        </p:txBody>
      </p:sp>
      <p:sp>
        <p:nvSpPr>
          <p:cNvPr id="192" name="rotated-90">
            <a:extLst xmlns:a="http://schemas.openxmlformats.org/drawingml/2006/main">
              <a:ext uri="{FF2B5EF4-FFF2-40B4-BE49-F238E27FC236}">
                <a16:creationId xmlns:a16="http://schemas.microsoft.com/office/drawing/2014/main" id="{415F6DBB-6A7C-4C43-976F-82AE5C99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52318">
            <a:off x="5165828" y="3916699"/>
            <a:ext cx="502134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193" name="rotated-94">
            <a:extLst xmlns:a="http://schemas.openxmlformats.org/drawingml/2006/main">
              <a:ext uri="{FF2B5EF4-FFF2-40B4-BE49-F238E27FC236}">
                <a16:creationId xmlns:a16="http://schemas.microsoft.com/office/drawing/2014/main" id="{920189BF-7F54-4B45-9D3C-15B95973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36980">
            <a:off x="3439772" y="3163662"/>
            <a:ext cx="523541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Asset </a:t>
            </a:r>
          </a:p>
        </p:txBody>
      </p:sp>
      <p:sp>
        <p:nvSpPr>
          <p:cNvPr id="194" name="rotated-96">
            <a:extLst xmlns:a="http://schemas.openxmlformats.org/drawingml/2006/main">
              <a:ext uri="{FF2B5EF4-FFF2-40B4-BE49-F238E27FC236}">
                <a16:creationId xmlns:a16="http://schemas.microsoft.com/office/drawing/2014/main" id="{78B793FB-7A39-4222-8D9E-94BCC31E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36980">
            <a:off x="3143482" y="3315720"/>
            <a:ext cx="764479" cy="1919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12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12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Remover</a:t>
            </a:r>
          </a:p>
        </p:txBody>
      </p:sp>
    </p:spTree>
    <p:extLst>
      <p:ext uri="{BB962C8B-B14F-4D97-AF65-F5344CB8AC3E}">
        <p14:creationId xmlns:p14="http://schemas.microsoft.com/office/powerpoint/2010/main" val="11147239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2026-10-09T21:06:49.2380000Z</dcterms:created>
  <dcterms:modified xsi:type="dcterms:W3CDTF">2026-10-09T21:06:49.2380000Z</dcterms:modified>
</coreProperties>
</file>