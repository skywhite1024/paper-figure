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87f9947fa4157" /><Relationship Type="http://schemas.openxmlformats.org/officeDocument/2006/relationships/extended-properties" Target="/docProps/app.xml" Id="R263d2459cea749b1" /><Relationship Type="http://schemas.openxmlformats.org/officeDocument/2006/relationships/officeDocument" Target="/ppt/presentation.xml" Id="R07abb11ca8a7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971bda317a4b04"/>
  </p:sldMasterIdLst>
  <p:notesMasterIdLst>
    <p:notesMasterId xmlns:r="http://schemas.openxmlformats.org/officeDocument/2006/relationships" r:id="Ra640656608194f3e"/>
  </p:notesMasterIdLst>
  <p:sldIdLst>
    <p:sldId xmlns:r="http://schemas.openxmlformats.org/officeDocument/2006/relationships" id="256" r:id="R0484db83aef144bd"/>
  </p:sldIdLst>
  <p:sldSz cx="11430000" cy="5429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7e1e6204da4549" /><Relationship Type="http://schemas.openxmlformats.org/officeDocument/2006/relationships/slideMaster" Target="/ppt/slideMasters/slideMaster1.xml" Id="R11971bda317a4b04" /><Relationship Type="http://schemas.openxmlformats.org/officeDocument/2006/relationships/notesMaster" Target="/ppt/notesMasters/notesMaster1.xml" Id="Ra640656608194f3e" /><Relationship Type="http://schemas.openxmlformats.org/officeDocument/2006/relationships/presProps" Target="/ppt/presProps.xml" Id="R26e4465df483466d" /><Relationship Type="http://schemas.openxmlformats.org/officeDocument/2006/relationships/tableStyles" Target="/ppt/tableStyles.xml" Id="Rda59f905af2c4e1c" /><Relationship Type="http://schemas.openxmlformats.org/officeDocument/2006/relationships/slide" Target="/ppt/slides/slide1.xml" Id="R0484db83aef1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30fe91b87a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dcdb95ea9b4b8f" /><Relationship Type="http://schemas.openxmlformats.org/officeDocument/2006/relationships/notesMaster" Target="/ppt/notesMasters/notesMaster1.xml" Id="Re185b1112f05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"Steerable Scene Generation with Post Training and Inference-Time Search",</a:t>
            </a:r>
          </a:p>
          <a:p xmlns:a="http://schemas.openxmlformats.org/drawingml/2006/main">
            <a:r>
              <a:t>  "paper_url": "https://arxiv.org/abs/2505.04831v2",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"http://arxiv.org/licenses/nonexclusive-distrib/1.0/; private user-requested adaptation, no public redistribution authorization.",</a:t>
            </a:r>
          </a:p>
          <a:p xmlns:a="http://schemas.openxmlformats.org/drawingml/2006/main">
            <a:r>
              <a:t>  "notes": "Source-native figure paths and typeable labels reconstructed from the inspected original PDF; source photo/icon details remain separate raster subassets. Independent target-application QA pending. Original source image transparency and reviewed rectangular clips retained; CMYK photos converted to RGB. Reviewed source text rotation preserved as native rotated text; curved wording remains separate typeable characters at source positions.",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"1be87c7dfc90c7e831ff530934aa81295833e9b151bd327658e413b73c8149b6",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107,</a:t>
            </a:r>
          </a:p>
          <a:p xmlns:a="http://schemas.openxmlformats.org/drawingml/2006/main">
            <a:r>
              <a:t>    200,</a:t>
            </a:r>
          </a:p>
          <a:p xmlns:a="http://schemas.openxmlformats.org/drawingml/2006/main">
            <a:r>
              <a:t>    507,</a:t>
            </a:r>
          </a:p>
          <a:p xmlns:a="http://schemas.openxmlformats.org/drawingml/2006/main">
            <a:r>
              <a:t>    390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"18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30",</a:t>
            </a:r>
          </a:p>
          <a:p xmlns:a="http://schemas.openxmlformats.org/drawingml/2006/main">
            <a:r>
              <a:t>    "path partially intersects raster inset: 31",</a:t>
            </a:r>
          </a:p>
          <a:p xmlns:a="http://schemas.openxmlformats.org/drawingml/2006/main">
            <a:r>
              <a:t>    "path partially intersects raster inset: 57"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"18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30",</a:t>
            </a:r>
          </a:p>
          <a:p xmlns:a="http://schemas.openxmlformats.org/drawingml/2006/main">
            <a:r>
              <a:t>    "path partially intersects raster inset: 31",</a:t>
            </a:r>
          </a:p>
          <a:p xmlns:a="http://schemas.openxmlformats.org/drawingml/2006/main">
            <a:r>
              <a:t>    "path partially intersects raster inset: 57",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(",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w",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)",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(",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b",</a:t>
            </a:r>
          </a:p>
          <a:p xmlns:a="http://schemas.openxmlformats.org/drawingml/2006/main">
            <a:r>
              <a:t>    "rotated text needs manual reconstruction: j",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)",</a:t>
            </a:r>
          </a:p>
          <a:p xmlns:a="http://schemas.openxmlformats.org/drawingml/2006/main">
            <a:r>
              <a:t>    "unhandled image/shading at seq 1: [368.9147033691406, 288.0768127441406, 503.9979248046875, 364.1679992675781]; requires reviewed raster region",</a:t>
            </a:r>
          </a:p>
          <a:p xmlns:a="http://schemas.openxmlformats.org/drawingml/2006/main">
            <a:r>
              <a:t>    "unhandled image/shading at seq 2: [282.78363037109375, 340.6026306152344, 371.89154052734375, 388.67401123046875]; requires reviewed raster region",</a:t>
            </a:r>
          </a:p>
          <a:p xmlns:a="http://schemas.openxmlformats.org/drawingml/2006/main">
            <a:r>
              <a:t>    "unhandled image/shading at seq 3: [141.85308837890625, 341.2420654296875, 203.76278686523438, 376.0662841796875]; requires reviewed raster region",</a:t>
            </a:r>
          </a:p>
          <a:p xmlns:a="http://schemas.openxmlformats.org/drawingml/2006/main">
            <a:r>
              <a:t>    "unhandled image/shading at seq 4: [280.30950927734375, 280.3716125488281, 371.83026123046875, 331.85205078125]; requires reviewed raster region",</a:t>
            </a:r>
          </a:p>
          <a:p xmlns:a="http://schemas.openxmlformats.org/drawingml/2006/main">
            <a:r>
              <a:t>    "unhandled image/shading at seq 5: [436.0189208984375, 224.37008666992188, 514.5173950195312, 302.8685607910156]; requires reviewed raster region",</a:t>
            </a:r>
          </a:p>
          <a:p xmlns:a="http://schemas.openxmlformats.org/drawingml/2006/main">
            <a:r>
              <a:t>    "unhandled image/shading at seq 7: [367.2444152832031, 217.9186248779297, 455.94622802734375, 306.62042236328125]; requires reviewed raster region",</a:t>
            </a:r>
          </a:p>
          <a:p xmlns:a="http://schemas.openxmlformats.org/drawingml/2006/main">
            <a:r>
              <a:t>    "unhandled image/shading at seq 9: [108.66935729980469, 265.8834533691406, 167.4164581298828, 324.63055419921875]; requires reviewed raster region",</a:t>
            </a:r>
          </a:p>
          <a:p xmlns:a="http://schemas.openxmlformats.org/drawingml/2006/main">
            <a:r>
              <a:t>    "unhandled image/shading at seq 10: [150.10997009277344, 223.31324768066406, 198.89102172851562, 272.09429931640625]; requires reviewed raster region",</a:t>
            </a:r>
          </a:p>
          <a:p xmlns:a="http://schemas.openxmlformats.org/drawingml/2006/main">
            <a:r>
              <a:t>    "unhandled image/shading at seq 11: [108.0, 224.88519287109375, 147.5980224609375, 277.68255615234375]; requires reviewed raster region",</a:t>
            </a:r>
          </a:p>
          <a:p xmlns:a="http://schemas.openxmlformats.org/drawingml/2006/main">
            <a:r>
              <a:t>    "unhandled image/shading at seq 12: [108.0, 304.429931640625, 147.5980224609375, 357.227294921875]; requires reviewed raster region",</a:t>
            </a:r>
          </a:p>
          <a:p xmlns:a="http://schemas.openxmlformats.org/drawingml/2006/main">
            <a:r>
              <a:t>    "unhandled image/shading at seq 15: [304.049072265625, 223.02825927734375, 354.4465637207031, 276.6418762207031]; requires reviewed raster region",</a:t>
            </a:r>
          </a:p>
          <a:p xmlns:a="http://schemas.openxmlformats.org/drawingml/2006/main">
            <a:r>
              <a:t>    "unhandled image/shading at seq 20: [277.96319580078125, 312.28338623046875, 375.1583251953125, 345.1617431640625];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"manual_image_review": "All displayed source images handled explicitly using isolated alpha assets and reviewed clips; source versus generated preview inspected."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d30855e2348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5693033724c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10f5f97dc45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96814055749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359fd98944c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0222daa43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52A07-40EB-493B-97F0-3DBC99537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051050"/>
            <a:ext cx="9144000" cy="78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7ECCAD-1DE9-47B7-84E0-4463DB7605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2986088"/>
            <a:ext cx="8001000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295701-5D0D-46C2-A923-45C26390A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262188"/>
            <a:ext cx="914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1BA5DA-0C67-44E3-BB2C-6E6AEA2A2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422275"/>
            <a:ext cx="10144125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C0B353-4179-471B-887C-436FCC1A92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508125"/>
            <a:ext cx="10144125" cy="337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09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1pPr>
            <a:lvl2pPr marL="4222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2pPr>
            <a:lvl3pPr marL="6635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3pPr>
            <a:lvl4pPr marL="9048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4pPr>
            <a:lvl5pPr marL="11461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5pPr>
            <a:lvl6pPr marL="13874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6pPr>
            <a:lvl7pPr marL="16287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7pPr>
            <a:lvl8pPr marL="18700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8pPr>
            <a:lvl9pPr marL="21113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4FA980-CEA8-4A04-AA52-1E91030AE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422275"/>
            <a:ext cx="10144125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C1FCE0-2F8A-4D88-95D1-F9AC160E9D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508125"/>
            <a:ext cx="4714875" cy="337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09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1pPr>
            <a:lvl2pPr marL="4222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2pPr>
            <a:lvl3pPr marL="6635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3pPr>
            <a:lvl4pPr marL="9048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4pPr>
            <a:lvl5pPr marL="11461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5pPr>
            <a:lvl6pPr marL="13874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6pPr>
            <a:lvl7pPr marL="16287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7pPr>
            <a:lvl8pPr marL="18700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8pPr>
            <a:lvl9pPr marL="21113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DFBF8A-719C-45F9-BD3B-B164B8A9B3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1508125"/>
            <a:ext cx="4714875" cy="337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09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1pPr>
            <a:lvl2pPr marL="4222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2pPr>
            <a:lvl3pPr marL="6635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3pPr>
            <a:lvl4pPr marL="9048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4pPr>
            <a:lvl5pPr marL="11461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5pPr>
            <a:lvl6pPr marL="13874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6pPr>
            <a:lvl7pPr marL="16287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7pPr>
            <a:lvl8pPr marL="18700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8pPr>
            <a:lvl9pPr marL="21113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487B11-C4DE-47D2-8064-70878EBB5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422275"/>
            <a:ext cx="10144125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968843-E77D-403C-98EA-854D6770B0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508125"/>
            <a:ext cx="4714875" cy="337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09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1pPr>
            <a:lvl2pPr marL="4222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2pPr>
            <a:lvl3pPr marL="6635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3pPr>
            <a:lvl4pPr marL="9048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4pPr>
            <a:lvl5pPr marL="11461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5pPr>
            <a:lvl6pPr marL="13874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6pPr>
            <a:lvl7pPr marL="16287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7pPr>
            <a:lvl8pPr marL="18700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8pPr>
            <a:lvl9pPr marL="2111375" indent="-180975">
              <a:lnSpc>
                <a:spcPct val="110000"/>
              </a:lnSpc>
              <a:spcBef>
                <a:spcPts val="0"/>
              </a:spcBef>
              <a:spcAft>
                <a:spcPts val="9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3d3410fc84c00" /><Relationship Type="http://schemas.openxmlformats.org/officeDocument/2006/relationships/slideLayout" Target="/ppt/slideLayouts/slideLayout1.xml" Id="R8ef8c57d553b41ed" /><Relationship Type="http://schemas.openxmlformats.org/officeDocument/2006/relationships/slideLayout" Target="/ppt/slideLayouts/slideLayout2.xml" Id="Re2ce453f6adc4098" /><Relationship Type="http://schemas.openxmlformats.org/officeDocument/2006/relationships/slideLayout" Target="/ppt/slideLayouts/slideLayout3.xml" Id="Re1a7eeffce8c4377" /><Relationship Type="http://schemas.openxmlformats.org/officeDocument/2006/relationships/slideLayout" Target="/ppt/slideLayouts/slideLayout4.xml" Id="Rb1f028c785a0469c" /><Relationship Type="http://schemas.openxmlformats.org/officeDocument/2006/relationships/slideLayout" Target="/ppt/slideLayouts/slideLayout5.xml" Id="R5c49f2fa076e43e3" /><Relationship Type="http://schemas.openxmlformats.org/officeDocument/2006/relationships/slideLayout" Target="/ppt/slideLayouts/slideLayout6.xml" Id="R97a5c589b2774a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f8c57d553b41ed"/>
    <p:sldLayoutId xmlns:r="http://schemas.openxmlformats.org/officeDocument/2006/relationships" id="2147483650" r:id="Re2ce453f6adc4098"/>
    <p:sldLayoutId xmlns:r="http://schemas.openxmlformats.org/officeDocument/2006/relationships" id="2147483651" r:id="Re1a7eeffce8c4377"/>
    <p:sldLayoutId xmlns:r="http://schemas.openxmlformats.org/officeDocument/2006/relationships" id="2147483652" r:id="Rb1f028c785a0469c"/>
    <p:sldLayoutId xmlns:r="http://schemas.openxmlformats.org/officeDocument/2006/relationships" id="2147483653" r:id="R5c49f2fa076e43e3"/>
    <p:sldLayoutId xmlns:r="http://schemas.openxmlformats.org/officeDocument/2006/relationships" id="2147483654" r:id="R97a5c589b2774a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b4244f9fa447e" /><Relationship Type="http://schemas.openxmlformats.org/officeDocument/2006/relationships/image" Target="/ppt/media/image.png" Id="R950b1433b2ed4a58" /><Relationship Type="http://schemas.openxmlformats.org/officeDocument/2006/relationships/image" Target="/ppt/media/image2.png" Id="Rc6ce3eb40a2546c4" /><Relationship Type="http://schemas.openxmlformats.org/officeDocument/2006/relationships/image" Target="/ppt/media/image3.png" Id="Rc9e89fade4e14b69" /><Relationship Type="http://schemas.openxmlformats.org/officeDocument/2006/relationships/image" Target="/ppt/media/image4.png" Id="Rc2f23860d3bb406d" /><Relationship Type="http://schemas.openxmlformats.org/officeDocument/2006/relationships/image" Target="/ppt/media/image5.png" Id="R1cd36a23f9e74bf3" /><Relationship Type="http://schemas.openxmlformats.org/officeDocument/2006/relationships/image" Target="/ppt/media/image6.png" Id="R6169acc0a1de4e2a" /><Relationship Type="http://schemas.openxmlformats.org/officeDocument/2006/relationships/image" Target="/ppt/media/image7.png" Id="Rb71f8de7ef564e59" /><Relationship Type="http://schemas.openxmlformats.org/officeDocument/2006/relationships/image" Target="/ppt/media/image8.png" Id="Ra8955dfe33ea4459" /><Relationship Type="http://schemas.openxmlformats.org/officeDocument/2006/relationships/image" Target="/ppt/media/image9.png" Id="R6b12d04b42404b84" /><Relationship Type="http://schemas.openxmlformats.org/officeDocument/2006/relationships/image" Target="/ppt/media/image10.png" Id="R7aca424abcf34904" /><Relationship Type="http://schemas.openxmlformats.org/officeDocument/2006/relationships/image" Target="/ppt/media/image11.png" Id="R2dc81a1a6cc0400a" /><Relationship Type="http://schemas.openxmlformats.org/officeDocument/2006/relationships/image" Target="/ppt/media/image12.png" Id="R5a6e444753e34280" /><Relationship Type="http://schemas.openxmlformats.org/officeDocument/2006/relationships/notesSlide" Target="/ppt/notesSlides/notesSlide1.xml" Id="Rd8b38ec3a26249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C9C5187-02A3-4EA6-B8F1-7A3F3A0688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b1433b2ed4a58"/>
          <a:srcRect xmlns:a="http://schemas.openxmlformats.org/drawingml/2006/main" l="0" t="136" r="0" b="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4213" y="2516795"/>
            <a:ext cx="3860003" cy="2174306"/>
          </a:xfrm>
          <a:prstGeom xmlns:a="http://schemas.openxmlformats.org/drawingml/2006/main" prst="rect">
            <a:avLst/>
          </a:prstGeom>
        </p:spPr>
      </p:pic>
      <p:sp>
        <p:nvSpPr>
          <p:cNvPr id="2" name="reviewed-image-0">
            <a:extLst xmlns:a="http://schemas.openxmlformats.org/drawingml/2006/main">
              <a:ext uri="{FF2B5EF4-FFF2-40B4-BE49-F238E27FC236}">
                <a16:creationId xmlns:a16="http://schemas.microsoft.com/office/drawing/2014/main" id="{F48B1826-58EE-454B-B32F-387C517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4213" y="2516795"/>
            <a:ext cx="3860003" cy="217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96BD5-C4E1-423C-B23A-DDB3F4878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e3eb40a2546c4"/>
          <a:srcRect xmlns:a="http://schemas.openxmlformats.org/drawingml/2006/main" l="0" t="79" r="0" b="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3017" y="4017720"/>
            <a:ext cx="2546259" cy="1373640"/>
          </a:xfrm>
          <a:prstGeom xmlns:a="http://schemas.openxmlformats.org/drawingml/2006/main" prst="rect">
            <a:avLst/>
          </a:prstGeom>
        </p:spPr>
      </p:pic>
      <p:sp>
        <p:nvSpPr>
          <p:cNvPr id="4" name="reviewed-image-1">
            <a:extLst xmlns:a="http://schemas.openxmlformats.org/drawingml/2006/main">
              <a:ext uri="{FF2B5EF4-FFF2-40B4-BE49-F238E27FC236}">
                <a16:creationId xmlns:a16="http://schemas.microsoft.com/office/drawing/2014/main" id="{8E444334-6716-4D82-B808-A8DC05F2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3017" y="4017720"/>
            <a:ext cx="2546259" cy="137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1D44F-EE4A-4014-9883-ED9A0EA148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89fade4e14b69"/>
          <a:srcRect xmlns:a="http://schemas.openxmlformats.org/drawingml/2006/main" l="0" t="300" r="0" b="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5927" y="4035992"/>
            <a:ext cx="1769070" cy="995102"/>
          </a:xfrm>
          <a:prstGeom xmlns:a="http://schemas.openxmlformats.org/drawingml/2006/main" prst="rect">
            <a:avLst/>
          </a:prstGeom>
        </p:spPr>
      </p:pic>
      <p:sp>
        <p:nvSpPr>
          <p:cNvPr id="6" name="reviewed-image-2">
            <a:extLst xmlns:a="http://schemas.openxmlformats.org/drawingml/2006/main">
              <a:ext uri="{FF2B5EF4-FFF2-40B4-BE49-F238E27FC236}">
                <a16:creationId xmlns:a16="http://schemas.microsoft.com/office/drawing/2014/main" id="{E011C3AE-D029-4805-A78D-1EDB2E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927" y="4035992"/>
            <a:ext cx="1769070" cy="99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7D2B4-C2A1-44D7-91C8-6BFBF96BE6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23860d3bb406d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2319" y="2296619"/>
            <a:ext cx="2615205" cy="1471054"/>
          </a:xfrm>
          <a:prstGeom xmlns:a="http://schemas.openxmlformats.org/drawingml/2006/main" prst="rect">
            <a:avLst/>
          </a:prstGeom>
        </p:spPr>
      </p:pic>
      <p:sp>
        <p:nvSpPr>
          <p:cNvPr id="8" name="reviewed-image-3">
            <a:extLst xmlns:a="http://schemas.openxmlformats.org/drawingml/2006/main">
              <a:ext uri="{FF2B5EF4-FFF2-40B4-BE49-F238E27FC236}">
                <a16:creationId xmlns:a16="http://schemas.microsoft.com/office/drawing/2014/main" id="{7FD99BE5-4DA3-4B13-BE25-884976F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2319" y="2296619"/>
            <a:ext cx="2615205" cy="1471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C091E-C2CE-47AE-B76A-A76B39C65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6a23f9e74bf3"/>
          <a:srcRect xmlns:a="http://schemas.openxmlformats.org/drawingml/2006/main" l="0" t="394" r="0" b="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5533" y="1102995"/>
            <a:ext cx="1194435" cy="1194435"/>
          </a:xfrm>
          <a:prstGeom xmlns:a="http://schemas.openxmlformats.org/drawingml/2006/main" prst="rect">
            <a:avLst/>
          </a:prstGeom>
        </p:spPr>
      </p:pic>
      <p:sp>
        <p:nvSpPr>
          <p:cNvPr id="10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EE25A0A7-696E-43AE-8A7F-2520DBF0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5533" y="1102995"/>
            <a:ext cx="1194435" cy="1194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BA9E8-8B84-413A-B189-30550CBFA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9acc0a1de4e2a"/>
          <a:srcRect xmlns:a="http://schemas.openxmlformats.org/drawingml/2006/main" l="0" t="125" r="0" b="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9510" y="825818"/>
            <a:ext cx="2311717" cy="1691640"/>
          </a:xfrm>
          <a:prstGeom xmlns:a="http://schemas.openxmlformats.org/drawingml/2006/main" prst="rect">
            <a:avLst/>
          </a:prstGeom>
        </p:spPr>
      </p:pic>
      <p:sp>
        <p:nvSpPr>
          <p:cNvPr id="12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F1A885C5-B0B5-44A9-9C51-35365AF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510" y="825818"/>
            <a:ext cx="2311717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A80D4-92C1-4BDC-92B7-54A684C22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f8de7ef564e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02" y="1882620"/>
            <a:ext cx="1678698" cy="1678698"/>
          </a:xfrm>
          <a:prstGeom xmlns:a="http://schemas.openxmlformats.org/drawingml/2006/main" prst="rect">
            <a:avLst/>
          </a:prstGeom>
        </p:spPr>
      </p:pic>
      <p:sp>
        <p:nvSpPr>
          <p:cNvPr id="14" name="reviewed-image-6">
            <a:extLst xmlns:a="http://schemas.openxmlformats.org/drawingml/2006/main">
              <a:ext uri="{FF2B5EF4-FFF2-40B4-BE49-F238E27FC236}">
                <a16:creationId xmlns:a16="http://schemas.microsoft.com/office/drawing/2014/main" id="{B5DDA9A8-35DE-4984-873B-2B6DA731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02" y="1882620"/>
            <a:ext cx="1678698" cy="1678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6DF0E-6120-46F2-90F1-3AC8410DA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55dfe33ea44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1867" y="666176"/>
            <a:ext cx="1393919" cy="1393919"/>
          </a:xfrm>
          <a:prstGeom xmlns:a="http://schemas.openxmlformats.org/drawingml/2006/main" prst="rect">
            <a:avLst/>
          </a:prstGeom>
        </p:spPr>
      </p:pic>
      <p:sp>
        <p:nvSpPr>
          <p:cNvPr id="16" name="reviewed-image-7">
            <a:extLst xmlns:a="http://schemas.openxmlformats.org/drawingml/2006/main">
              <a:ext uri="{FF2B5EF4-FFF2-40B4-BE49-F238E27FC236}">
                <a16:creationId xmlns:a16="http://schemas.microsoft.com/office/drawing/2014/main" id="{BE21FB20-3C99-48F3-AC3C-2303BA82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867" y="666176"/>
            <a:ext cx="1393919" cy="1393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9D1DF-1E14-4BC0-A36D-9464B08804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2d04b42404b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" y="711094"/>
            <a:ext cx="1131513" cy="1508685"/>
          </a:xfrm>
          <a:prstGeom xmlns:a="http://schemas.openxmlformats.org/drawingml/2006/main" prst="rect">
            <a:avLst/>
          </a:prstGeom>
        </p:spPr>
      </p:pic>
      <p:sp>
        <p:nvSpPr>
          <p:cNvPr id="18" name="reviewed-image-8">
            <a:extLst xmlns:a="http://schemas.openxmlformats.org/drawingml/2006/main">
              <a:ext uri="{FF2B5EF4-FFF2-40B4-BE49-F238E27FC236}">
                <a16:creationId xmlns:a16="http://schemas.microsoft.com/office/drawing/2014/main" id="{ABF236BE-D799-4D13-84C9-C150443B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711094"/>
            <a:ext cx="1131513" cy="150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EE268-AD53-4C84-9E75-57802593AF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a424abcf349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" y="2984085"/>
            <a:ext cx="1131513" cy="1508685"/>
          </a:xfrm>
          <a:prstGeom xmlns:a="http://schemas.openxmlformats.org/drawingml/2006/main" prst="rect">
            <a:avLst/>
          </a:prstGeom>
        </p:spPr>
      </p:pic>
      <p:sp>
        <p:nvSpPr>
          <p:cNvPr id="20" name="reviewed-image-9">
            <a:extLst xmlns:a="http://schemas.openxmlformats.org/drawingml/2006/main">
              <a:ext uri="{FF2B5EF4-FFF2-40B4-BE49-F238E27FC236}">
                <a16:creationId xmlns:a16="http://schemas.microsoft.com/office/drawing/2014/main" id="{DB74820A-B806-4295-8337-1AC97C0C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2984085"/>
            <a:ext cx="1131513" cy="150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418EFD66-78F8-4AE7-BF06-0B2AA2BE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7059" y="2442324"/>
            <a:ext cx="1193461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SE(3) Scene </a:t>
            </a:r>
          </a:p>
        </p:txBody>
      </p:sp>
      <p:sp>
        <p:nvSpPr>
          <p:cNvPr id="22" name="pdf-text-20-1">
            <a:extLst xmlns:a="http://schemas.openxmlformats.org/drawingml/2006/main">
              <a:ext uri="{FF2B5EF4-FFF2-40B4-BE49-F238E27FC236}">
                <a16:creationId xmlns:a16="http://schemas.microsoft.com/office/drawing/2014/main" id="{BAD093EB-DED1-478A-9F48-895C36F3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3806" y="2716631"/>
            <a:ext cx="1059966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Generative </a:t>
            </a:r>
          </a:p>
        </p:txBody>
      </p:sp>
      <p:sp>
        <p:nvSpPr>
          <p:cNvPr id="23" name="pdf-text-20-2">
            <a:extLst xmlns:a="http://schemas.openxmlformats.org/drawingml/2006/main">
              <a:ext uri="{FF2B5EF4-FFF2-40B4-BE49-F238E27FC236}">
                <a16:creationId xmlns:a16="http://schemas.microsoft.com/office/drawing/2014/main" id="{389969FD-6A8D-45AA-B9CB-0F5CCB83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6793" y="2990937"/>
            <a:ext cx="596807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24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579E0802-D926-4AF5-9747-1C78DED1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0554" y="3264601"/>
            <a:ext cx="869553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(Sec. 2.2)</a:t>
            </a:r>
          </a:p>
        </p:txBody>
      </p:sp>
      <p:sp>
        <p:nvSpPr>
          <p:cNvPr id="25" name="pdf-path-14">
            <a:extLst xmlns:a="http://schemas.openxmlformats.org/drawingml/2006/main">
              <a:ext uri="{FF2B5EF4-FFF2-40B4-BE49-F238E27FC236}">
                <a16:creationId xmlns:a16="http://schemas.microsoft.com/office/drawing/2014/main" id="{75B77CEF-5FD6-45F2-A8BE-3CAA1281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1729" y="2191597"/>
            <a:ext cx="1546830" cy="1546830"/>
          </a:xfrm>
          <a:custGeom xmlns:a="http://schemas.openxmlformats.org/drawingml/2006/main">
            <a:pathLst>
              <a:path w="1546830" h="1546830">
                <a:moveTo>
                  <a:pt x="1329128" y="1546830"/>
                </a:moveTo>
                <a:lnTo>
                  <a:pt x="217730" y="1546830"/>
                </a:lnTo>
                <a:cubicBezTo>
                  <a:pt x="97493" y="1546830"/>
                  <a:pt x="0" y="1449366"/>
                  <a:pt x="0" y="1329128"/>
                </a:cubicBezTo>
                <a:lnTo>
                  <a:pt x="0" y="217702"/>
                </a:lnTo>
                <a:cubicBezTo>
                  <a:pt x="0" y="97464"/>
                  <a:pt x="97493" y="0"/>
                  <a:pt x="217730" y="0"/>
                </a:cubicBezTo>
                <a:lnTo>
                  <a:pt x="1329128" y="0"/>
                </a:lnTo>
                <a:cubicBezTo>
                  <a:pt x="1449366" y="0"/>
                  <a:pt x="1546830" y="97464"/>
                  <a:pt x="1546830" y="217702"/>
                </a:cubicBezTo>
                <a:lnTo>
                  <a:pt x="1546830" y="1329128"/>
                </a:lnTo>
                <a:cubicBezTo>
                  <a:pt x="1546830" y="1449366"/>
                  <a:pt x="1449366" y="1546830"/>
                  <a:pt x="1329128" y="15468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4BC0C-6AB9-4EB4-AB67-66BF647184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81a1a6cc0400a"/>
          <a:srcRect xmlns:a="http://schemas.openxmlformats.org/drawingml/2006/main" l="104" t="0" r="1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0677" y="658033"/>
            <a:ext cx="1440108" cy="1532009"/>
          </a:xfrm>
          <a:prstGeom xmlns:a="http://schemas.openxmlformats.org/drawingml/2006/main" prst="rect">
            <a:avLst/>
          </a:prstGeom>
        </p:spPr>
      </p:pic>
      <p:sp>
        <p:nvSpPr>
          <p:cNvPr id="27" name="reviewed-image-10">
            <a:extLst xmlns:a="http://schemas.openxmlformats.org/drawingml/2006/main">
              <a:ext uri="{FF2B5EF4-FFF2-40B4-BE49-F238E27FC236}">
                <a16:creationId xmlns:a16="http://schemas.microsoft.com/office/drawing/2014/main" id="{0AF6346E-E339-4C92-BC2E-F75C731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0677" y="658033"/>
            <a:ext cx="1440108" cy="1532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7875DD5B-1635-4187-B069-B9747863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6036" y="2705653"/>
            <a:ext cx="1206719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Conditioning</a:t>
            </a:r>
          </a:p>
        </p:txBody>
      </p:sp>
      <p:sp>
        <p:nvSpPr>
          <p:cNvPr id="29" name="pdf-path-17">
            <a:extLst xmlns:a="http://schemas.openxmlformats.org/drawingml/2006/main">
              <a:ext uri="{FF2B5EF4-FFF2-40B4-BE49-F238E27FC236}">
                <a16:creationId xmlns:a16="http://schemas.microsoft.com/office/drawing/2014/main" id="{3BDBC817-E135-43B8-B3F6-BDC522B7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740" y="3032146"/>
            <a:ext cx="1198804" cy="95"/>
          </a:xfrm>
          <a:custGeom xmlns:a="http://schemas.openxmlformats.org/drawingml/2006/main">
            <a:pathLst>
              <a:path w="1198804" h="95">
                <a:moveTo>
                  <a:pt x="0" y="0"/>
                </a:moveTo>
                <a:lnTo>
                  <a:pt x="1198804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18">
            <a:extLst xmlns:a="http://schemas.openxmlformats.org/drawingml/2006/main">
              <a:ext uri="{FF2B5EF4-FFF2-40B4-BE49-F238E27FC236}">
                <a16:creationId xmlns:a16="http://schemas.microsoft.com/office/drawing/2014/main" id="{9FD890D8-1E84-4C40-9DDD-7D4C2712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740" y="3032146"/>
            <a:ext cx="1096282" cy="95"/>
          </a:xfrm>
          <a:custGeom xmlns:a="http://schemas.openxmlformats.org/drawingml/2006/main">
            <a:pathLst>
              <a:path w="1096282" h="95">
                <a:moveTo>
                  <a:pt x="0" y="0"/>
                </a:moveTo>
                <a:lnTo>
                  <a:pt x="10962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31" name="pdf-path-19">
            <a:extLst xmlns:a="http://schemas.openxmlformats.org/drawingml/2006/main">
              <a:ext uri="{FF2B5EF4-FFF2-40B4-BE49-F238E27FC236}">
                <a16:creationId xmlns:a16="http://schemas.microsoft.com/office/drawing/2014/main" id="{6AF7891E-89DB-4B26-8526-4C6C40E8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179" y="2960909"/>
            <a:ext cx="123352" cy="142468"/>
          </a:xfrm>
          <a:custGeom xmlns:a="http://schemas.openxmlformats.org/drawingml/2006/main">
            <a:pathLst>
              <a:path w="123352" h="142468">
                <a:moveTo>
                  <a:pt x="0" y="142468"/>
                </a:moveTo>
                <a:lnTo>
                  <a:pt x="123352" y="71233"/>
                </a:lnTo>
                <a:lnTo>
                  <a:pt x="0" y="0"/>
                </a:lnTo>
                <a:lnTo>
                  <a:pt x="0" y="14246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79294-D419-4396-94C1-E846A9FF96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444753e342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5273" y="3208498"/>
            <a:ext cx="2777351" cy="939499"/>
          </a:xfrm>
          <a:prstGeom xmlns:a="http://schemas.openxmlformats.org/drawingml/2006/main" prst="rect">
            <a:avLst/>
          </a:prstGeom>
        </p:spPr>
      </p:pic>
      <p:sp>
        <p:nvSpPr>
          <p:cNvPr id="33" name="reviewed-image-11">
            <a:extLst xmlns:a="http://schemas.openxmlformats.org/drawingml/2006/main">
              <a:ext uri="{FF2B5EF4-FFF2-40B4-BE49-F238E27FC236}">
                <a16:creationId xmlns:a16="http://schemas.microsoft.com/office/drawing/2014/main" id="{2F271FEE-0A08-4DAF-901E-DA17B6CA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5273" y="3208498"/>
            <a:ext cx="2777351" cy="939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df-path-21">
            <a:extLst xmlns:a="http://schemas.openxmlformats.org/drawingml/2006/main">
              <a:ext uri="{FF2B5EF4-FFF2-40B4-BE49-F238E27FC236}">
                <a16:creationId xmlns:a16="http://schemas.microsoft.com/office/drawing/2014/main" id="{7577D024-AE7A-481A-8BA3-59C8E84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4236" y="3362522"/>
            <a:ext cx="2451383" cy="615389"/>
          </a:xfrm>
          <a:custGeom xmlns:a="http://schemas.openxmlformats.org/drawingml/2006/main">
            <a:pathLst>
              <a:path w="2451383" h="615389">
                <a:moveTo>
                  <a:pt x="0" y="615389"/>
                </a:moveTo>
                <a:lnTo>
                  <a:pt x="2451383" y="615389"/>
                </a:lnTo>
                <a:lnTo>
                  <a:pt x="245138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143">
            <a:solidFill>
              <a:srgbClr val="231F20"/>
            </a:solidFill>
            <a:prstDash val="solid"/>
          </a:ln>
        </p:spPr>
      </p:sp>
      <p:sp>
        <p:nvSpPr>
          <p:cNvPr id="35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069AB066-3A7D-422E-8F39-6A201268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8545" y="3452849"/>
            <a:ext cx="2425050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“A scene with four tables, </a:t>
            </a:r>
          </a:p>
        </p:txBody>
      </p:sp>
      <p:sp>
        <p:nvSpPr>
          <p:cNvPr id="36" name="pdf-text-23-1">
            <a:extLst xmlns:a="http://schemas.openxmlformats.org/drawingml/2006/main">
              <a:ext uri="{FF2B5EF4-FFF2-40B4-BE49-F238E27FC236}">
                <a16:creationId xmlns:a16="http://schemas.microsoft.com/office/drawing/2014/main" id="{46FAEE1A-BF09-41B9-85E8-C79014D9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8678" y="3727156"/>
            <a:ext cx="1847418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two shelves, and ...”</a:t>
            </a:r>
          </a:p>
        </p:txBody>
      </p:sp>
      <p:sp>
        <p:nvSpPr>
          <p:cNvPr id="37" name="pdf-path-24">
            <a:extLst xmlns:a="http://schemas.openxmlformats.org/drawingml/2006/main">
              <a:ext uri="{FF2B5EF4-FFF2-40B4-BE49-F238E27FC236}">
                <a16:creationId xmlns:a16="http://schemas.microsoft.com/office/drawing/2014/main" id="{A75F9D37-F159-441E-8FF3-49AFFD28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5014" y="1372216"/>
            <a:ext cx="1706185" cy="819376"/>
          </a:xfrm>
          <a:custGeom xmlns:a="http://schemas.openxmlformats.org/drawingml/2006/main">
            <a:pathLst>
              <a:path w="1706185" h="819376">
                <a:moveTo>
                  <a:pt x="0" y="819376"/>
                </a:moveTo>
                <a:cubicBezTo>
                  <a:pt x="144554" y="659335"/>
                  <a:pt x="414945" y="402230"/>
                  <a:pt x="829291" y="221274"/>
                </a:cubicBezTo>
                <a:cubicBezTo>
                  <a:pt x="1112655" y="97493"/>
                  <a:pt x="1481197" y="25573"/>
                  <a:pt x="170618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38" name="pdf-path-25">
            <a:extLst xmlns:a="http://schemas.openxmlformats.org/drawingml/2006/main">
              <a:ext uri="{FF2B5EF4-FFF2-40B4-BE49-F238E27FC236}">
                <a16:creationId xmlns:a16="http://schemas.microsoft.com/office/drawing/2014/main" id="{1538CE91-19A3-4A3D-B9B5-26AD8E3C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2988" y="1305525"/>
            <a:ext cx="130295" cy="141639"/>
          </a:xfrm>
          <a:custGeom xmlns:a="http://schemas.openxmlformats.org/drawingml/2006/main">
            <a:pathLst>
              <a:path w="130295" h="141639">
                <a:moveTo>
                  <a:pt x="15258" y="141639"/>
                </a:moveTo>
                <a:lnTo>
                  <a:pt x="130295" y="57604"/>
                </a:lnTo>
                <a:lnTo>
                  <a:pt x="0" y="0"/>
                </a:lnTo>
                <a:lnTo>
                  <a:pt x="15258" y="14163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A515ADF3-B0D3-4E4A-B493-83C34A54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30319">
            <a:off x="3764424" y="1738437"/>
            <a:ext cx="152470" cy="2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40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22B0C719-7C2D-4518-AE85-A64B6BA7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27440">
            <a:off x="3883259" y="1642468"/>
            <a:ext cx="139667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41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223F42FE-A069-44B8-83BE-318C1878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5766">
            <a:off x="4036114" y="1533228"/>
            <a:ext cx="127095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2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B021FE84-3C70-4925-831E-31B8FF5B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06562">
            <a:off x="4144647" y="1466428"/>
            <a:ext cx="114294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43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B59135C0-08B0-4CC5-8ACA-AF4A9BED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64124">
            <a:off x="4245509" y="1414288"/>
            <a:ext cx="88921" cy="2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4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F26A1EEB-D789-4DD5-94E1-14C73975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56690">
            <a:off x="4325895" y="1377527"/>
            <a:ext cx="63548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5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FF7C79C7-B6AB-4229-AC8A-C0D0B869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9207">
            <a:off x="4428199" y="1309672"/>
            <a:ext cx="139667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6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1C042CC6-5807-425D-A34D-38590967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99107">
            <a:off x="4552649" y="1270688"/>
            <a:ext cx="76120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47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0880A249-96F3-4B53-8D44-C8FE4A0F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4766">
            <a:off x="4623467" y="1239274"/>
            <a:ext cx="101493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8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7304471A-D5E9-44EA-95FF-530C865C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996">
            <a:off x="4721259" y="1212717"/>
            <a:ext cx="63548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9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A33B2A2F-DAF7-41E1-9F22-04719F93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4453">
            <a:off x="4781818" y="1187103"/>
            <a:ext cx="114295" cy="2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50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3497D26E-BE49-4473-A77A-6D9C9EDF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094">
            <a:off x="4894666" y="1164418"/>
            <a:ext cx="63547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51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43AE3436-8A87-4546-8659-8821C29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5338">
            <a:off x="4956619" y="1145132"/>
            <a:ext cx="114294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52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5B4702E0-D7C4-474B-8E0A-559F444C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27266">
            <a:off x="5069524" y="1125001"/>
            <a:ext cx="114294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53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9A9D4920-7ABB-44C7-9318-BC490E1F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74601">
            <a:off x="4008531" y="2158335"/>
            <a:ext cx="76120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54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C7507839-C6DB-457A-898C-8C2B912B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16576">
            <a:off x="4056629" y="2081793"/>
            <a:ext cx="152469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55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25CD883E-C6BB-4067-87FC-186C993F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8025">
            <a:off x="4185154" y="2013619"/>
            <a:ext cx="63548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56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A0D7C9D6-64D4-45FD-9C14-01A38CD6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43580">
            <a:off x="4232141" y="1959565"/>
            <a:ext cx="114294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57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B0D2C5DC-D803-44D1-8D51-32085030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20475">
            <a:off x="4330709" y="1908861"/>
            <a:ext cx="63548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8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FBC6FF89-6729-47E4-99E1-85CBE2D0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31578">
            <a:off x="4384645" y="1873925"/>
            <a:ext cx="63548" cy="2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9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314E0626-95D2-4363-8B2C-AF8433BE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15751">
            <a:off x="4436827" y="1830772"/>
            <a:ext cx="101493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60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B2C3D317-AE87-4A5E-BE37-5A1324C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90484">
            <a:off x="4527970" y="1786892"/>
            <a:ext cx="76120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61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0B1286DB-E53C-433E-BF52-A899EF06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9613">
            <a:off x="4644784" y="1710739"/>
            <a:ext cx="152468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62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55D156A5-8F73-4196-AD51-947A2A42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71170">
            <a:off x="4788316" y="1661417"/>
            <a:ext cx="101493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63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A980A4BD-FC86-4C30-81BF-7F810208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3784">
            <a:off x="4883330" y="1616227"/>
            <a:ext cx="165040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64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D0102B0D-7B19-4EC2-9388-95742F7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7936">
            <a:off x="5043285" y="1578226"/>
            <a:ext cx="101493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5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AC45711C-950C-40C8-83B9-783AFD75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73164">
            <a:off x="5143357" y="1556564"/>
            <a:ext cx="76120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66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A541D574-02F7-4442-95A2-E76AC21D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1287">
            <a:off x="5217852" y="1537039"/>
            <a:ext cx="114294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67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2652C621-D91B-4EB1-A125-986CFDDF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7928">
            <a:off x="5332250" y="1520951"/>
            <a:ext cx="76120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8" name="pdf-path-27">
            <a:extLst xmlns:a="http://schemas.openxmlformats.org/drawingml/2006/main">
              <a:ext uri="{FF2B5EF4-FFF2-40B4-BE49-F238E27FC236}">
                <a16:creationId xmlns:a16="http://schemas.microsoft.com/office/drawing/2014/main" id="{978ED4D4-0AD4-4FFC-9C46-E247CB5D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896" y="3797783"/>
            <a:ext cx="1144343" cy="743655"/>
          </a:xfrm>
          <a:custGeom xmlns:a="http://schemas.openxmlformats.org/drawingml/2006/main">
            <a:pathLst>
              <a:path w="1144343" h="743655">
                <a:moveTo>
                  <a:pt x="0" y="0"/>
                </a:moveTo>
                <a:cubicBezTo>
                  <a:pt x="57976" y="106808"/>
                  <a:pt x="180613" y="298565"/>
                  <a:pt x="406945" y="458006"/>
                </a:cubicBezTo>
                <a:cubicBezTo>
                  <a:pt x="623933" y="610846"/>
                  <a:pt x="959443" y="706996"/>
                  <a:pt x="1144343" y="7436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69" name="pdf-path-28">
            <a:extLst xmlns:a="http://schemas.openxmlformats.org/drawingml/2006/main">
              <a:ext uri="{FF2B5EF4-FFF2-40B4-BE49-F238E27FC236}">
                <a16:creationId xmlns:a16="http://schemas.microsoft.com/office/drawing/2014/main" id="{40CBB643-DBC4-4FCF-823C-0E2A9B1E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5017" y="4466762"/>
            <a:ext cx="133410" cy="140525"/>
          </a:xfrm>
          <a:custGeom xmlns:a="http://schemas.openxmlformats.org/drawingml/2006/main">
            <a:pathLst>
              <a:path w="133410" h="140525">
                <a:moveTo>
                  <a:pt x="0" y="140525"/>
                </a:moveTo>
                <a:lnTo>
                  <a:pt x="133410" y="90607"/>
                </a:lnTo>
                <a:lnTo>
                  <a:pt x="23459" y="0"/>
                </a:lnTo>
                <a:lnTo>
                  <a:pt x="0" y="140525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D72F0FD8-01F8-4179-9BA4-F88812A6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82293">
            <a:off x="3973884" y="3853975"/>
            <a:ext cx="203216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71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97AB8224-0326-46F0-9D27-FDB66E3B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84443">
            <a:off x="4142247" y="3969347"/>
            <a:ext cx="152468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72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FAB495AE-65B8-4BC1-A338-2D9958A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77047">
            <a:off x="4277129" y="4047613"/>
            <a:ext cx="139668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3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E3B777F9-0EB4-4EEF-88DD-CFDD01AE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06185">
            <a:off x="4408325" y="4105480"/>
            <a:ext cx="127094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74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536338B3-D8E0-4FBA-985B-427F5399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588273">
            <a:off x="3478373" y="3782673"/>
            <a:ext cx="76120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5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CCA99F44-BCC2-4719-A36C-A8C8DC0B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22063">
            <a:off x="3500915" y="3881503"/>
            <a:ext cx="152469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76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E31D4B76-B123-47F3-92D5-0E2078C2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51924">
            <a:off x="3607409" y="3972212"/>
            <a:ext cx="63548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77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F1ED7C7C-20DB-4848-BE57-A20316B6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01458">
            <a:off x="3636872" y="4044868"/>
            <a:ext cx="114294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78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75AF693A-E184-4971-9EE1-6786BB7F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3470">
            <a:off x="3719945" y="4114595"/>
            <a:ext cx="63548" cy="2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9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DF83AEF3-88CA-4B11-BEE7-73B6A5F6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23393">
            <a:off x="3763773" y="4163352"/>
            <a:ext cx="63548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0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C5A9B2D1-AC8E-4686-9887-7EDAB1F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62838">
            <a:off x="3803423" y="4223486"/>
            <a:ext cx="101494" cy="2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81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A2A63390-3CA7-494F-A0CE-7AFF64D6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80283">
            <a:off x="3882654" y="4285294"/>
            <a:ext cx="76120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82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87DD9E10-AACA-42CB-9D4A-15D651D2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57004">
            <a:off x="3982455" y="4398101"/>
            <a:ext cx="165041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83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FF69E37F-1DB5-4D83-B9BC-A5B4EE63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58593">
            <a:off x="4131831" y="4472423"/>
            <a:ext cx="114294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84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8F3A0ACB-A930-4230-936F-2CDAEF7A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21815">
            <a:off x="4239378" y="4511865"/>
            <a:ext cx="63548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85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23740E5F-03EC-43D3-8C41-9B5CB9B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13385">
            <a:off x="4299294" y="4543654"/>
            <a:ext cx="101493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86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A24F8609-F9A7-4152-859F-6AEB243F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6551">
            <a:off x="4398392" y="4576272"/>
            <a:ext cx="101493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87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DDE48AA6-92E3-4C97-9F80-E3508621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0391">
            <a:off x="4499085" y="4597856"/>
            <a:ext cx="63547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8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17CEEEFD-20F1-487C-B74B-DB2196F9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5301">
            <a:off x="4562670" y="4611685"/>
            <a:ext cx="63547" cy="22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89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A0B6A8E6-3352-4061-B507-1F3A93E7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135">
            <a:off x="4626529" y="4627281"/>
            <a:ext cx="114295" cy="22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90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3D7B7426-CEF5-4361-A1AC-B636C132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55408">
            <a:off x="4741761" y="4641072"/>
            <a:ext cx="101494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91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5C6C7AB9-767D-4D8F-A0BD-23644F3E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8290">
            <a:off x="4843668" y="4648965"/>
            <a:ext cx="76120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2" name="pdf-path-30">
            <a:extLst xmlns:a="http://schemas.openxmlformats.org/drawingml/2006/main">
              <a:ext uri="{FF2B5EF4-FFF2-40B4-BE49-F238E27FC236}">
                <a16:creationId xmlns:a16="http://schemas.microsoft.com/office/drawing/2014/main" id="{4FBCF6CA-9213-4A04-9330-92FE1D7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1162" y="912209"/>
            <a:ext cx="606788" cy="181328"/>
          </a:xfrm>
          <a:custGeom xmlns:a="http://schemas.openxmlformats.org/drawingml/2006/main">
            <a:pathLst>
              <a:path w="606788" h="181328">
                <a:moveTo>
                  <a:pt x="0" y="82263"/>
                </a:moveTo>
                <a:cubicBezTo>
                  <a:pt x="43461" y="63776"/>
                  <a:pt x="207901" y="0"/>
                  <a:pt x="402173" y="62919"/>
                </a:cubicBezTo>
                <a:cubicBezTo>
                  <a:pt x="492123" y="92064"/>
                  <a:pt x="559699" y="139011"/>
                  <a:pt x="606788" y="1813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93" name="pdf-path-31">
            <a:extLst xmlns:a="http://schemas.openxmlformats.org/drawingml/2006/main">
              <a:ext uri="{FF2B5EF4-FFF2-40B4-BE49-F238E27FC236}">
                <a16:creationId xmlns:a16="http://schemas.microsoft.com/office/drawing/2014/main" id="{09797B67-2436-4223-A926-114BC2F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0871" y="1030370"/>
            <a:ext cx="137038" cy="138125"/>
          </a:xfrm>
          <a:custGeom xmlns:a="http://schemas.openxmlformats.org/drawingml/2006/main">
            <a:pathLst>
              <a:path w="137038" h="138125">
                <a:moveTo>
                  <a:pt x="0" y="99208"/>
                </a:moveTo>
                <a:lnTo>
                  <a:pt x="137038" y="138125"/>
                </a:lnTo>
                <a:lnTo>
                  <a:pt x="102236" y="0"/>
                </a:lnTo>
                <a:lnTo>
                  <a:pt x="0" y="9920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77DF7ABB-3274-490E-B5F8-32881706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7788" y="4411555"/>
            <a:ext cx="2825319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Fully Interactable, Simulatable</a:t>
            </a:r>
          </a:p>
        </p:txBody>
      </p:sp>
      <p:sp>
        <p:nvSpPr>
          <p:cNvPr id="95" name="pdf-text-79-1">
            <a:extLst xmlns:a="http://schemas.openxmlformats.org/drawingml/2006/main">
              <a:ext uri="{FF2B5EF4-FFF2-40B4-BE49-F238E27FC236}">
                <a16:creationId xmlns:a16="http://schemas.microsoft.com/office/drawing/2014/main" id="{A454A01E-2650-4DA2-AB3B-1DDF5E3B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1966" y="4685861"/>
            <a:ext cx="1136279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SE(3) Scene</a:t>
            </a:r>
          </a:p>
        </p:txBody>
      </p:sp>
      <p:sp>
        <p:nvSpPr>
          <p:cNvPr id="96" name="pdf-path-33">
            <a:extLst xmlns:a="http://schemas.openxmlformats.org/drawingml/2006/main">
              <a:ext uri="{FF2B5EF4-FFF2-40B4-BE49-F238E27FC236}">
                <a16:creationId xmlns:a16="http://schemas.microsoft.com/office/drawing/2014/main" id="{1788CDF4-7FFB-4567-9B3D-61CD69C5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572" y="1934175"/>
            <a:ext cx="938413" cy="401773"/>
          </a:xfrm>
          <a:custGeom xmlns:a="http://schemas.openxmlformats.org/drawingml/2006/main">
            <a:pathLst>
              <a:path w="938413" h="401773">
                <a:moveTo>
                  <a:pt x="0" y="0"/>
                </a:moveTo>
                <a:lnTo>
                  <a:pt x="938413" y="401773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34">
            <a:extLst xmlns:a="http://schemas.openxmlformats.org/drawingml/2006/main">
              <a:ext uri="{FF2B5EF4-FFF2-40B4-BE49-F238E27FC236}">
                <a16:creationId xmlns:a16="http://schemas.microsoft.com/office/drawing/2014/main" id="{33B1F239-33CD-46FB-A91A-F7790085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572" y="1934175"/>
            <a:ext cx="844178" cy="361399"/>
          </a:xfrm>
          <a:custGeom xmlns:a="http://schemas.openxmlformats.org/drawingml/2006/main">
            <a:pathLst>
              <a:path w="844178" h="361399">
                <a:moveTo>
                  <a:pt x="0" y="0"/>
                </a:moveTo>
                <a:lnTo>
                  <a:pt x="844178" y="361399"/>
                </a:ln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98" name="pdf-path-35">
            <a:extLst xmlns:a="http://schemas.openxmlformats.org/drawingml/2006/main">
              <a:ext uri="{FF2B5EF4-FFF2-40B4-BE49-F238E27FC236}">
                <a16:creationId xmlns:a16="http://schemas.microsoft.com/office/drawing/2014/main" id="{34E92517-B005-4A28-B650-241266B3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6546" y="2221914"/>
            <a:ext cx="141439" cy="130952"/>
          </a:xfrm>
          <a:custGeom xmlns:a="http://schemas.openxmlformats.org/drawingml/2006/main">
            <a:pathLst>
              <a:path w="141439" h="130952">
                <a:moveTo>
                  <a:pt x="0" y="130952"/>
                </a:moveTo>
                <a:lnTo>
                  <a:pt x="141439" y="114037"/>
                </a:lnTo>
                <a:lnTo>
                  <a:pt x="56061" y="0"/>
                </a:lnTo>
                <a:lnTo>
                  <a:pt x="0" y="130952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36">
            <a:extLst xmlns:a="http://schemas.openxmlformats.org/drawingml/2006/main">
              <a:ext uri="{FF2B5EF4-FFF2-40B4-BE49-F238E27FC236}">
                <a16:creationId xmlns:a16="http://schemas.microsoft.com/office/drawing/2014/main" id="{E201DF68-3E18-43F3-AAC5-35B666D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6637" y="1809771"/>
            <a:ext cx="179156" cy="289393"/>
          </a:xfrm>
          <a:custGeom xmlns:a="http://schemas.openxmlformats.org/drawingml/2006/main">
            <a:pathLst>
              <a:path w="179156" h="289393">
                <a:moveTo>
                  <a:pt x="0" y="0"/>
                </a:moveTo>
                <a:lnTo>
                  <a:pt x="179156" y="289393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37">
            <a:extLst xmlns:a="http://schemas.openxmlformats.org/drawingml/2006/main">
              <a:ext uri="{FF2B5EF4-FFF2-40B4-BE49-F238E27FC236}">
                <a16:creationId xmlns:a16="http://schemas.microsoft.com/office/drawing/2014/main" id="{6E9CD619-3F26-4289-8DC0-CE19480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6637" y="1809771"/>
            <a:ext cx="125181" cy="202243"/>
          </a:xfrm>
          <a:custGeom xmlns:a="http://schemas.openxmlformats.org/drawingml/2006/main">
            <a:pathLst>
              <a:path w="125181" h="202243">
                <a:moveTo>
                  <a:pt x="0" y="0"/>
                </a:moveTo>
                <a:lnTo>
                  <a:pt x="125181" y="202243"/>
                </a:ln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101" name="pdf-path-38">
            <a:extLst xmlns:a="http://schemas.openxmlformats.org/drawingml/2006/main">
              <a:ext uri="{FF2B5EF4-FFF2-40B4-BE49-F238E27FC236}">
                <a16:creationId xmlns:a16="http://schemas.microsoft.com/office/drawing/2014/main" id="{919E5CFC-0F23-4BC4-A3FF-733712C0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0293" y="1956797"/>
            <a:ext cx="125495" cy="142382"/>
          </a:xfrm>
          <a:custGeom xmlns:a="http://schemas.openxmlformats.org/drawingml/2006/main">
            <a:pathLst>
              <a:path w="125495" h="142382">
                <a:moveTo>
                  <a:pt x="0" y="74977"/>
                </a:moveTo>
                <a:lnTo>
                  <a:pt x="125495" y="142382"/>
                </a:lnTo>
                <a:lnTo>
                  <a:pt x="121123" y="0"/>
                </a:lnTo>
                <a:lnTo>
                  <a:pt x="0" y="74977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39">
            <a:extLst xmlns:a="http://schemas.openxmlformats.org/drawingml/2006/main">
              <a:ext uri="{FF2B5EF4-FFF2-40B4-BE49-F238E27FC236}">
                <a16:creationId xmlns:a16="http://schemas.microsoft.com/office/drawing/2014/main" id="{9D7FAEAF-5806-4199-8F1E-542B092F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057" y="2721968"/>
            <a:ext cx="389943" cy="95"/>
          </a:xfrm>
          <a:custGeom xmlns:a="http://schemas.openxmlformats.org/drawingml/2006/main">
            <a:pathLst>
              <a:path w="389943" h="95">
                <a:moveTo>
                  <a:pt x="0" y="0"/>
                </a:moveTo>
                <a:lnTo>
                  <a:pt x="389943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40">
            <a:extLst xmlns:a="http://schemas.openxmlformats.org/drawingml/2006/main">
              <a:ext uri="{FF2B5EF4-FFF2-40B4-BE49-F238E27FC236}">
                <a16:creationId xmlns:a16="http://schemas.microsoft.com/office/drawing/2014/main" id="{799949B9-747C-44CB-AFAF-51C71AD9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057" y="2721968"/>
            <a:ext cx="287422" cy="95"/>
          </a:xfrm>
          <a:custGeom xmlns:a="http://schemas.openxmlformats.org/drawingml/2006/main">
            <a:pathLst>
              <a:path w="287422" h="95">
                <a:moveTo>
                  <a:pt x="0" y="0"/>
                </a:moveTo>
                <a:lnTo>
                  <a:pt x="2874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104" name="pdf-path-41">
            <a:extLst xmlns:a="http://schemas.openxmlformats.org/drawingml/2006/main">
              <a:ext uri="{FF2B5EF4-FFF2-40B4-BE49-F238E27FC236}">
                <a16:creationId xmlns:a16="http://schemas.microsoft.com/office/drawing/2014/main" id="{158F1E2A-DB09-47A6-81B1-28749B1A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625" y="2650732"/>
            <a:ext cx="123352" cy="142468"/>
          </a:xfrm>
          <a:custGeom xmlns:a="http://schemas.openxmlformats.org/drawingml/2006/main">
            <a:pathLst>
              <a:path w="123352" h="142468">
                <a:moveTo>
                  <a:pt x="0" y="142468"/>
                </a:moveTo>
                <a:lnTo>
                  <a:pt x="123352" y="71233"/>
                </a:lnTo>
                <a:lnTo>
                  <a:pt x="0" y="0"/>
                </a:lnTo>
                <a:lnTo>
                  <a:pt x="0" y="14246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42">
            <a:extLst xmlns:a="http://schemas.openxmlformats.org/drawingml/2006/main">
              <a:ext uri="{FF2B5EF4-FFF2-40B4-BE49-F238E27FC236}">
                <a16:creationId xmlns:a16="http://schemas.microsoft.com/office/drawing/2014/main" id="{517384E3-9F81-4815-9482-C13B2662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579" y="3279919"/>
            <a:ext cx="855407" cy="414146"/>
          </a:xfrm>
          <a:custGeom xmlns:a="http://schemas.openxmlformats.org/drawingml/2006/main">
            <a:pathLst>
              <a:path w="855407" h="414146">
                <a:moveTo>
                  <a:pt x="0" y="414146"/>
                </a:moveTo>
                <a:lnTo>
                  <a:pt x="855407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43">
            <a:extLst xmlns:a="http://schemas.openxmlformats.org/drawingml/2006/main">
              <a:ext uri="{FF2B5EF4-FFF2-40B4-BE49-F238E27FC236}">
                <a16:creationId xmlns:a16="http://schemas.microsoft.com/office/drawing/2014/main" id="{5C7380C0-51E4-4513-920E-54AEA184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579" y="3324608"/>
            <a:ext cx="763143" cy="369456"/>
          </a:xfrm>
          <a:custGeom xmlns:a="http://schemas.openxmlformats.org/drawingml/2006/main">
            <a:pathLst>
              <a:path w="763143" h="369456">
                <a:moveTo>
                  <a:pt x="0" y="369456"/>
                </a:moveTo>
                <a:lnTo>
                  <a:pt x="7631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107" name="pdf-path-44">
            <a:extLst xmlns:a="http://schemas.openxmlformats.org/drawingml/2006/main">
              <a:ext uri="{FF2B5EF4-FFF2-40B4-BE49-F238E27FC236}">
                <a16:creationId xmlns:a16="http://schemas.microsoft.com/office/drawing/2014/main" id="{03437F7F-2FCF-4B6F-AB04-23B0179B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903" y="3269555"/>
            <a:ext cx="142097" cy="128238"/>
          </a:xfrm>
          <a:custGeom xmlns:a="http://schemas.openxmlformats.org/drawingml/2006/main">
            <a:pathLst>
              <a:path w="142097" h="128238">
                <a:moveTo>
                  <a:pt x="62091" y="128238"/>
                </a:moveTo>
                <a:lnTo>
                  <a:pt x="142097" y="10372"/>
                </a:lnTo>
                <a:lnTo>
                  <a:pt x="0" y="0"/>
                </a:lnTo>
                <a:lnTo>
                  <a:pt x="62091" y="12823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45">
            <a:extLst xmlns:a="http://schemas.openxmlformats.org/drawingml/2006/main">
              <a:ext uri="{FF2B5EF4-FFF2-40B4-BE49-F238E27FC236}">
                <a16:creationId xmlns:a16="http://schemas.microsoft.com/office/drawing/2014/main" id="{9FCA0FD2-C32C-4502-AF5E-09B62F82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0462" y="3774919"/>
            <a:ext cx="281278" cy="288736"/>
          </a:xfrm>
          <a:custGeom xmlns:a="http://schemas.openxmlformats.org/drawingml/2006/main">
            <a:pathLst>
              <a:path w="281278" h="288736">
                <a:moveTo>
                  <a:pt x="0" y="288736"/>
                </a:moveTo>
                <a:lnTo>
                  <a:pt x="281278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46">
            <a:extLst xmlns:a="http://schemas.openxmlformats.org/drawingml/2006/main">
              <a:ext uri="{FF2B5EF4-FFF2-40B4-BE49-F238E27FC236}">
                <a16:creationId xmlns:a16="http://schemas.microsoft.com/office/drawing/2014/main" id="{E224B618-3AC4-419F-8852-598D3272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0462" y="3848353"/>
            <a:ext cx="209730" cy="215302"/>
          </a:xfrm>
          <a:custGeom xmlns:a="http://schemas.openxmlformats.org/drawingml/2006/main">
            <a:pathLst>
              <a:path w="209730" h="215302">
                <a:moveTo>
                  <a:pt x="0" y="215302"/>
                </a:moveTo>
                <a:lnTo>
                  <a:pt x="209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110" name="pdf-path-47">
            <a:extLst xmlns:a="http://schemas.openxmlformats.org/drawingml/2006/main">
              <a:ext uri="{FF2B5EF4-FFF2-40B4-BE49-F238E27FC236}">
                <a16:creationId xmlns:a16="http://schemas.microsoft.com/office/drawing/2014/main" id="{D4110A66-55C1-42B4-9739-B9248E11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4645" y="3774913"/>
            <a:ext cx="137096" cy="138067"/>
          </a:xfrm>
          <a:custGeom xmlns:a="http://schemas.openxmlformats.org/drawingml/2006/main">
            <a:pathLst>
              <a:path w="137096" h="138067">
                <a:moveTo>
                  <a:pt x="102036" y="138067"/>
                </a:moveTo>
                <a:lnTo>
                  <a:pt x="137096" y="0"/>
                </a:lnTo>
                <a:lnTo>
                  <a:pt x="0" y="38660"/>
                </a:lnTo>
                <a:lnTo>
                  <a:pt x="102036" y="138067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C0342CB8-38C8-43E1-8B6B-6987D117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87" y="82605"/>
            <a:ext cx="2164505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Procedurally Generated</a:t>
            </a:r>
          </a:p>
        </p:txBody>
      </p:sp>
      <p:sp>
        <p:nvSpPr>
          <p:cNvPr id="112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25D0A318-D04E-4FF0-AA29-BE9D295B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192" y="356914"/>
            <a:ext cx="1528275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Training Scenes </a:t>
            </a:r>
          </a:p>
        </p:txBody>
      </p:sp>
      <p:sp>
        <p:nvSpPr>
          <p:cNvPr id="113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2CE59F41-A906-4E3E-9B29-C9F1CF24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9307" y="356271"/>
            <a:ext cx="869553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(Sec. 2.1)</a:t>
            </a:r>
          </a:p>
        </p:txBody>
      </p:sp>
      <p:sp>
        <p:nvSpPr>
          <p:cNvPr id="114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BFA83D6B-2578-4E1D-8ACB-7BB3EBC3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7889" y="83776"/>
            <a:ext cx="2761544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Flexible Scene Generation via</a:t>
            </a:r>
          </a:p>
        </p:txBody>
      </p:sp>
      <p:sp>
        <p:nvSpPr>
          <p:cNvPr id="115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880E9F41-1E3D-446E-B4D3-51F41A16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279" y="358086"/>
            <a:ext cx="1473025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Model Steering </a:t>
            </a:r>
          </a:p>
        </p:txBody>
      </p:sp>
      <p:sp>
        <p:nvSpPr>
          <p:cNvPr id="116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87ABBBCC-519C-4DA7-86A9-3C3E286C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0075" y="357443"/>
            <a:ext cx="869554" cy="22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(Sec. 2.4)</a:t>
            </a:r>
          </a:p>
        </p:txBody>
      </p:sp>
      <p:sp>
        <p:nvSpPr>
          <p:cNvPr id="117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000AC2AB-7974-4E49-BB1D-3D0AEF34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1702" y="82619"/>
            <a:ext cx="2057297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Robot Data Collection</a:t>
            </a:r>
          </a:p>
        </p:txBody>
      </p:sp>
      <p:sp>
        <p:nvSpPr>
          <p:cNvPr id="118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A69611D2-F520-438E-99C0-B3F760E7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053" y="356928"/>
            <a:ext cx="1238493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in Simulation</a:t>
            </a:r>
          </a:p>
        </p:txBody>
      </p:sp>
      <p:sp>
        <p:nvSpPr>
          <p:cNvPr id="119" name="pdf-path-54">
            <a:extLst xmlns:a="http://schemas.openxmlformats.org/drawingml/2006/main">
              <a:ext uri="{FF2B5EF4-FFF2-40B4-BE49-F238E27FC236}">
                <a16:creationId xmlns:a16="http://schemas.microsoft.com/office/drawing/2014/main" id="{48A472EA-38B5-461D-A690-8377EDB3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798" y="2863116"/>
            <a:ext cx="557556" cy="125809"/>
          </a:xfrm>
          <a:custGeom xmlns:a="http://schemas.openxmlformats.org/drawingml/2006/main">
            <a:pathLst>
              <a:path w="557556" h="125809">
                <a:moveTo>
                  <a:pt x="0" y="0"/>
                </a:moveTo>
                <a:cubicBezTo>
                  <a:pt x="96665" y="1600"/>
                  <a:pt x="187157" y="12543"/>
                  <a:pt x="327282" y="48061"/>
                </a:cubicBezTo>
                <a:cubicBezTo>
                  <a:pt x="414403" y="70148"/>
                  <a:pt x="491408" y="97607"/>
                  <a:pt x="557556" y="12580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120" name="pdf-path-55">
            <a:extLst xmlns:a="http://schemas.openxmlformats.org/drawingml/2006/main">
              <a:ext uri="{FF2B5EF4-FFF2-40B4-BE49-F238E27FC236}">
                <a16:creationId xmlns:a16="http://schemas.microsoft.com/office/drawing/2014/main" id="{CB68264E-6CB4-4DCD-B82F-22C0B49E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3623" y="2916965"/>
            <a:ext cx="141668" cy="130182"/>
          </a:xfrm>
          <a:custGeom xmlns:a="http://schemas.openxmlformats.org/drawingml/2006/main">
            <a:pathLst>
              <a:path w="141668" h="130182">
                <a:moveTo>
                  <a:pt x="0" y="130182"/>
                </a:moveTo>
                <a:lnTo>
                  <a:pt x="141668" y="115181"/>
                </a:lnTo>
                <a:lnTo>
                  <a:pt x="57862" y="0"/>
                </a:lnTo>
                <a:lnTo>
                  <a:pt x="0" y="130182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56">
            <a:extLst xmlns:a="http://schemas.openxmlformats.org/drawingml/2006/main">
              <a:ext uri="{FF2B5EF4-FFF2-40B4-BE49-F238E27FC236}">
                <a16:creationId xmlns:a16="http://schemas.microsoft.com/office/drawing/2014/main" id="{6A253747-FD7C-4BDA-B2B7-29971CE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776" y="3508416"/>
            <a:ext cx="799060" cy="542526"/>
          </a:xfrm>
          <a:custGeom xmlns:a="http://schemas.openxmlformats.org/drawingml/2006/main">
            <a:pathLst>
              <a:path w="799060" h="542526">
                <a:moveTo>
                  <a:pt x="774115" y="197929"/>
                </a:moveTo>
                <a:cubicBezTo>
                  <a:pt x="749170" y="70491"/>
                  <a:pt x="561242" y="0"/>
                  <a:pt x="354369" y="40489"/>
                </a:cubicBezTo>
                <a:cubicBezTo>
                  <a:pt x="147468" y="81006"/>
                  <a:pt x="0" y="217160"/>
                  <a:pt x="24945" y="344598"/>
                </a:cubicBezTo>
                <a:cubicBezTo>
                  <a:pt x="49889" y="472036"/>
                  <a:pt x="237817" y="542526"/>
                  <a:pt x="444718" y="502010"/>
                </a:cubicBezTo>
                <a:cubicBezTo>
                  <a:pt x="651592" y="461521"/>
                  <a:pt x="799060" y="325368"/>
                  <a:pt x="774115" y="1979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  <p:sp>
        <p:nvSpPr>
          <p:cNvPr id="122" name="pdf-path-57">
            <a:extLst xmlns:a="http://schemas.openxmlformats.org/drawingml/2006/main">
              <a:ext uri="{FF2B5EF4-FFF2-40B4-BE49-F238E27FC236}">
                <a16:creationId xmlns:a16="http://schemas.microsoft.com/office/drawing/2014/main" id="{11E05114-00B8-4997-BF58-CF3827D8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942" y="2080095"/>
            <a:ext cx="1026191" cy="1468825"/>
          </a:xfrm>
          <a:custGeom xmlns:a="http://schemas.openxmlformats.org/drawingml/2006/main">
            <a:pathLst>
              <a:path w="1026191" h="1468825">
                <a:moveTo>
                  <a:pt x="1026191" y="1468825"/>
                </a:moveTo>
                <a:cubicBezTo>
                  <a:pt x="988274" y="1300098"/>
                  <a:pt x="863322" y="903983"/>
                  <a:pt x="608045" y="589673"/>
                </a:cubicBezTo>
                <a:cubicBezTo>
                  <a:pt x="383686" y="313423"/>
                  <a:pt x="160870" y="10286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4">
            <a:solidFill>
              <a:srgbClr val="231F2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4489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2026-10-09T20:57:45.6430000Z</dcterms:created>
  <dcterms:modified xsi:type="dcterms:W3CDTF">2026-10-09T20:57:45.6430000Z</dcterms:modified>
</coreProperties>
</file>