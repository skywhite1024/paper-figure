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b0cedf78ec4c85" /><Relationship Type="http://schemas.openxmlformats.org/officeDocument/2006/relationships/extended-properties" Target="/docProps/app.xml" Id="Rc16c5cc53ba64153" /><Relationship Type="http://schemas.openxmlformats.org/officeDocument/2006/relationships/officeDocument" Target="/ppt/presentation.xml" Id="Rd9b6b83dba4347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e3d1c81f9d442d"/>
  </p:sldMasterIdLst>
  <p:notesMasterIdLst>
    <p:notesMasterId xmlns:r="http://schemas.openxmlformats.org/officeDocument/2006/relationships" r:id="R1584bf3924f74352"/>
  </p:notesMasterIdLst>
  <p:sldIdLst>
    <p:sldId xmlns:r="http://schemas.openxmlformats.org/officeDocument/2006/relationships" id="256" r:id="R0f695752b95d4aaa"/>
  </p:sldIdLst>
  <p:sldSz cx="11401425" cy="3171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c78dac5521496b" /><Relationship Type="http://schemas.openxmlformats.org/officeDocument/2006/relationships/slideMaster" Target="/ppt/slideMasters/slideMaster1.xml" Id="R99e3d1c81f9d442d" /><Relationship Type="http://schemas.openxmlformats.org/officeDocument/2006/relationships/notesMaster" Target="/ppt/notesMasters/notesMaster1.xml" Id="R1584bf3924f74352" /><Relationship Type="http://schemas.openxmlformats.org/officeDocument/2006/relationships/presProps" Target="/ppt/presProps.xml" Id="R5aaa2f8805f44c9e" /><Relationship Type="http://schemas.openxmlformats.org/officeDocument/2006/relationships/tableStyles" Target="/ppt/tableStyles.xml" Id="Rdd3ea252e00a4bb3" /><Relationship Type="http://schemas.openxmlformats.org/officeDocument/2006/relationships/slide" Target="/ppt/slides/slide1.xml" Id="R0f695752b95d4a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ea9245925d42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2abdea0a224d0c" /><Relationship Type="http://schemas.openxmlformats.org/officeDocument/2006/relationships/notesMaster" Target="/ppt/notesMasters/notesMaster1.xml" Id="R4407f99691414a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"ManiTaskGen: A Comprehensive Task Generator for Benchmarking and Improving Vision-Language Agents on Embodied Decision-Making",</a:t>
            </a:r>
          </a:p>
          <a:p xmlns:a="http://schemas.openxmlformats.org/drawingml/2006/main">
            <a:r>
              <a:t>  "paper_url": "https://arxiv.org/abs/2505.20726v2",</a:t>
            </a:r>
          </a:p>
          <a:p xmlns:a="http://schemas.openxmlformats.org/drawingml/2006/main">
            <a:r>
              <a:t>  "pdf_url": "https://arxiv.org/pdf/2505.20726v2",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"unverified Private user-requested adaptation; no public redistribution permission implied.",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"Manually reconstructed from the inspected original flattened PDF figure. Ordinary labels are live typeable text; panels, graph geometry and arrows are native editable shapes or paths. Source layout and contents retained; font metrics, line widths and decorative effects approximated. Five manipulation benchmark snapshots, the scene photograph, gear brand icon and five small robot/notepad illustrations remain isolated raster crops. All task cards, task examples, labels, flow arrows, status legend, improvement-loop geometry and deployment trend are native.",</a:t>
            </a:r>
          </a:p>
          <a:p xmlns:a="http://schemas.openxmlformats.org/drawingml/2006/main">
            <a:r>
              <a:t>  "source_sha256": "4fe910d1391f4f4ab5763684b88f180a4e61502d5ac27aefc41b572cd613f64f",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107,</a:t>
            </a:r>
          </a:p>
          <a:p xmlns:a="http://schemas.openxmlformats.org/drawingml/2006/main">
            <a:r>
              <a:t>    71,</a:t>
            </a:r>
          </a:p>
          <a:p xmlns:a="http://schemas.openxmlformats.org/drawingml/2006/main">
            <a:r>
              <a:t>    506,</a:t>
            </a:r>
          </a:p>
          <a:p xmlns:a="http://schemas.openxmlformats.org/drawingml/2006/main">
            <a:r>
              <a:t>    182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"survey_crop_correction": false,</a:t>
            </a:r>
          </a:p>
          <a:p xmlns:a="http://schemas.openxmlformats.org/drawingml/2006/main">
            <a:r>
              <a:t>  "visual_inspection": "Original PDF figure inspected before source-layout reconstruction on 2026-10-09; independent application QA pending.",</a:t>
            </a:r>
          </a:p>
          <a:p xmlns:a="http://schemas.openxmlformats.org/drawingml/2006/main">
            <a:r>
              <a:t>  "raster_details":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"scene-photo",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22,</a:t>
            </a:r>
          </a:p>
          <a:p xmlns:a="http://schemas.openxmlformats.org/drawingml/2006/main">
            <a:r>
              <a:t>        159,</a:t>
            </a:r>
          </a:p>
          <a:p xmlns:a="http://schemas.openxmlformats.org/drawingml/2006/main">
            <a:r>
              <a:t>        118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furnished-scene overhead image"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"gear-logo",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264,</a:t>
            </a:r>
          </a:p>
          <a:p xmlns:a="http://schemas.openxmlformats.org/drawingml/2006/main">
            <a:r>
              <a:t>        36,</a:t>
            </a:r>
          </a:p>
          <a:p xmlns:a="http://schemas.openxmlformats.org/drawingml/2006/main">
            <a:r>
              <a:t>        327,</a:t>
            </a:r>
          </a:p>
          <a:p xmlns:a="http://schemas.openxmlformats.org/drawingml/2006/main">
            <a:r>
              <a:t>        96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ManiTaskGen gear mark; its internal artwork remains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"sofa",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548,</a:t>
            </a:r>
          </a:p>
          <a:p xmlns:a="http://schemas.openxmlformats.org/drawingml/2006/main">
            <a:r>
              <a:t>        94,</a:t>
            </a:r>
          </a:p>
          <a:p xmlns:a="http://schemas.openxmlformats.org/drawingml/2006/main">
            <a:r>
              <a:t>        679,</a:t>
            </a:r>
          </a:p>
          <a:p xmlns:a="http://schemas.openxmlformats.org/drawingml/2006/main">
            <a:r>
              <a:t>        156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task benchmark snapshot; tiny numbered segmentation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"grasp-start",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699,</a:t>
            </a:r>
          </a:p>
          <a:p xmlns:a="http://schemas.openxmlformats.org/drawingml/2006/main">
            <a:r>
              <a:t>        94,</a:t>
            </a:r>
          </a:p>
          <a:p xmlns:a="http://schemas.openxmlformats.org/drawingml/2006/main">
            <a:r>
              <a:t>        798,</a:t>
            </a:r>
          </a:p>
          <a:p xmlns:a="http://schemas.openxmlformats.org/drawingml/2006/main">
            <a:r>
              <a:t>        156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task benchmark snapshot; tiny numbered segmentation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"grasp-end",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839,</a:t>
            </a:r>
          </a:p>
          <a:p xmlns:a="http://schemas.openxmlformats.org/drawingml/2006/main">
            <a:r>
              <a:t>        94,</a:t>
            </a:r>
          </a:p>
          <a:p xmlns:a="http://schemas.openxmlformats.org/drawingml/2006/main">
            <a:r>
              <a:t>        938,</a:t>
            </a:r>
          </a:p>
          <a:p xmlns:a="http://schemas.openxmlformats.org/drawingml/2006/main">
            <a:r>
              <a:t>        156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task benchmark snapshot; tiny numbered segmentation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"place-start",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949,</a:t>
            </a:r>
          </a:p>
          <a:p xmlns:a="http://schemas.openxmlformats.org/drawingml/2006/main">
            <a:r>
              <a:t>        94,</a:t>
            </a:r>
          </a:p>
          <a:p xmlns:a="http://schemas.openxmlformats.org/drawingml/2006/main">
            <a:r>
              <a:t>        1046,</a:t>
            </a:r>
          </a:p>
          <a:p xmlns:a="http://schemas.openxmlformats.org/drawingml/2006/main">
            <a:r>
              <a:t>        156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task benchmark snapshot; tiny numbered segmentation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"place-end",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1088,</a:t>
            </a:r>
          </a:p>
          <a:p xmlns:a="http://schemas.openxmlformats.org/drawingml/2006/main">
            <a:r>
              <a:t>        94,</a:t>
            </a:r>
          </a:p>
          <a:p xmlns:a="http://schemas.openxmlformats.org/drawingml/2006/main">
            <a:r>
              <a:t>        1185,</a:t>
            </a:r>
          </a:p>
          <a:p xmlns:a="http://schemas.openxmlformats.org/drawingml/2006/main">
            <a:r>
              <a:t>        156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robot task benchmark snapshot; tiny numbered segmentation overlays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"benchmark-robot",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434,</a:t>
            </a:r>
          </a:p>
          <a:p xmlns:a="http://schemas.openxmlformats.org/drawingml/2006/main">
            <a:r>
              <a:t>        94,</a:t>
            </a:r>
          </a:p>
          <a:p xmlns:a="http://schemas.openxmlformats.org/drawingml/2006/main">
            <a:r>
              <a:t>        476,</a:t>
            </a:r>
          </a:p>
          <a:p xmlns:a="http://schemas.openxmlformats.org/drawingml/2006/main">
            <a:r>
              <a:t>        151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robot/notepad icon; internal line-art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"reflection-robot",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434,</a:t>
            </a:r>
          </a:p>
          <a:p xmlns:a="http://schemas.openxmlformats.org/drawingml/2006/main">
            <a:r>
              <a:t>        250,</a:t>
            </a:r>
          </a:p>
          <a:p xmlns:a="http://schemas.openxmlformats.org/drawingml/2006/main">
            <a:r>
              <a:t>        476,</a:t>
            </a:r>
          </a:p>
          <a:p xmlns:a="http://schemas.openxmlformats.org/drawingml/2006/main">
            <a:r>
              <a:t>        309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robot/notepad icon; internal line-art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"memory-notepad",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808,</a:t>
            </a:r>
          </a:p>
          <a:p xmlns:a="http://schemas.openxmlformats.org/drawingml/2006/main">
            <a:r>
              <a:t>        253,</a:t>
            </a:r>
          </a:p>
          <a:p xmlns:a="http://schemas.openxmlformats.org/drawingml/2006/main">
            <a:r>
              <a:t>        845,</a:t>
            </a:r>
          </a:p>
          <a:p xmlns:a="http://schemas.openxmlformats.org/drawingml/2006/main">
            <a:r>
              <a:t>        300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robot/notepad icon; internal line-art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"deployment-robot",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956,</a:t>
            </a:r>
          </a:p>
          <a:p xmlns:a="http://schemas.openxmlformats.org/drawingml/2006/main">
            <a:r>
              <a:t>        245,</a:t>
            </a:r>
          </a:p>
          <a:p xmlns:a="http://schemas.openxmlformats.org/drawingml/2006/main">
            <a:r>
              <a:t>        999,</a:t>
            </a:r>
          </a:p>
          <a:p xmlns:a="http://schemas.openxmlformats.org/drawingml/2006/main">
            <a:r>
              <a:t>        309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robot/notepad icon; internal line-art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"deployment-notepad",</a:t>
            </a:r>
          </a:p>
          <a:p xmlns:a="http://schemas.openxmlformats.org/drawingml/2006/main">
            <a:r>
              <a:t>      "bounds_source_pixels": [</a:t>
            </a:r>
          </a:p>
          <a:p xmlns:a="http://schemas.openxmlformats.org/drawingml/2006/main">
            <a:r>
              <a:t>        1027,</a:t>
            </a:r>
          </a:p>
          <a:p xmlns:a="http://schemas.openxmlformats.org/drawingml/2006/main">
            <a:r>
              <a:t>        253,</a:t>
            </a:r>
          </a:p>
          <a:p xmlns:a="http://schemas.openxmlformats.org/drawingml/2006/main">
            <a:r>
              <a:t>        1063,</a:t>
            </a:r>
          </a:p>
          <a:p xmlns:a="http://schemas.openxmlformats.org/drawingml/2006/main">
            <a:r>
              <a:t>        302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"Original small robot/notepad icon; internal line-art pixels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7cb7737fe4e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a7331280a49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f29370a4f4d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5f774cec746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445f32ebf48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8287e471043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41731D-C9EE-4F4B-B0F1-16FCFFB6D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0143" y="1198245"/>
            <a:ext cx="9121140" cy="458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9C2924-7987-482A-9F08-0327AB2872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0214" y="1744504"/>
            <a:ext cx="7980998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C9467E-2EBE-4999-ADA4-1FD1D22B24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0143" y="1321594"/>
            <a:ext cx="9121140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FD0615-C962-49A6-B093-8E9686CA24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246698"/>
            <a:ext cx="10118765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CEF7D2-B07C-4B2F-BCE8-C514A97808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881063"/>
            <a:ext cx="10118765" cy="1973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572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1pPr>
            <a:lvl2pPr marL="24669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2pPr>
            <a:lvl3pPr marL="38766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3pPr>
            <a:lvl4pPr marL="52863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4pPr>
            <a:lvl5pPr marL="66960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5pPr>
            <a:lvl6pPr marL="81057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6pPr>
            <a:lvl7pPr marL="95154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7pPr>
            <a:lvl8pPr marL="109251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8pPr>
            <a:lvl9pPr marL="123348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C4B5B8-7196-4742-B60C-3C7C139F33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246698"/>
            <a:ext cx="10118765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7F44A0-DD61-4B12-9B16-21C574AFF0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881063"/>
            <a:ext cx="4703088" cy="1973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572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1pPr>
            <a:lvl2pPr marL="24669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2pPr>
            <a:lvl3pPr marL="38766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3pPr>
            <a:lvl4pPr marL="52863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4pPr>
            <a:lvl5pPr marL="66960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5pPr>
            <a:lvl6pPr marL="81057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6pPr>
            <a:lvl7pPr marL="95154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7pPr>
            <a:lvl8pPr marL="109251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8pPr>
            <a:lvl9pPr marL="123348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AD86C4-0237-4BF6-A52D-D8D1B7803B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57007" y="881063"/>
            <a:ext cx="4703088" cy="1973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7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572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1pPr>
            <a:lvl2pPr marL="24669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2pPr>
            <a:lvl3pPr marL="38766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3pPr>
            <a:lvl4pPr marL="52863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4pPr>
            <a:lvl5pPr marL="66960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5pPr>
            <a:lvl6pPr marL="81057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6pPr>
            <a:lvl7pPr marL="95154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7pPr>
            <a:lvl8pPr marL="109251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8pPr>
            <a:lvl9pPr marL="123348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52CBDC-3E1E-41B2-A0B7-0AF3BF1AD5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1330" y="246698"/>
            <a:ext cx="10118765" cy="387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5EC23C-E90A-4719-AEF6-CF4DEC73D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1330" y="881063"/>
            <a:ext cx="4703088" cy="1973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4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572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1pPr>
            <a:lvl2pPr marL="24669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2pPr>
            <a:lvl3pPr marL="38766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3pPr>
            <a:lvl4pPr marL="52863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4pPr>
            <a:lvl5pPr marL="66960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5pPr>
            <a:lvl6pPr marL="81057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6pPr>
            <a:lvl7pPr marL="95154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7pPr>
            <a:lvl8pPr marL="109251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8pPr>
            <a:lvl9pPr marL="1233488" indent="-105728">
              <a:lnSpc>
                <a:spcPct val="110000"/>
              </a:lnSpc>
              <a:spcBef>
                <a:spcPts val="0"/>
              </a:spcBef>
              <a:spcAft>
                <a:spcPts val="55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7e4e2bf65d475b" /><Relationship Type="http://schemas.openxmlformats.org/officeDocument/2006/relationships/slideLayout" Target="/ppt/slideLayouts/slideLayout1.xml" Id="Rce2b5c7129f549fc" /><Relationship Type="http://schemas.openxmlformats.org/officeDocument/2006/relationships/slideLayout" Target="/ppt/slideLayouts/slideLayout2.xml" Id="R27e73982632f40a0" /><Relationship Type="http://schemas.openxmlformats.org/officeDocument/2006/relationships/slideLayout" Target="/ppt/slideLayouts/slideLayout3.xml" Id="Rdedd5b9fb5b244df" /><Relationship Type="http://schemas.openxmlformats.org/officeDocument/2006/relationships/slideLayout" Target="/ppt/slideLayouts/slideLayout4.xml" Id="R290b1e5f89fa4ed4" /><Relationship Type="http://schemas.openxmlformats.org/officeDocument/2006/relationships/slideLayout" Target="/ppt/slideLayouts/slideLayout5.xml" Id="Ra5c50ec8b3104fbb" /><Relationship Type="http://schemas.openxmlformats.org/officeDocument/2006/relationships/slideLayout" Target="/ppt/slideLayouts/slideLayout6.xml" Id="R3e18a6121d544f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2b5c7129f549fc"/>
    <p:sldLayoutId xmlns:r="http://schemas.openxmlformats.org/officeDocument/2006/relationships" id="2147483650" r:id="R27e73982632f40a0"/>
    <p:sldLayoutId xmlns:r="http://schemas.openxmlformats.org/officeDocument/2006/relationships" id="2147483651" r:id="Rdedd5b9fb5b244df"/>
    <p:sldLayoutId xmlns:r="http://schemas.openxmlformats.org/officeDocument/2006/relationships" id="2147483652" r:id="R290b1e5f89fa4ed4"/>
    <p:sldLayoutId xmlns:r="http://schemas.openxmlformats.org/officeDocument/2006/relationships" id="2147483653" r:id="Ra5c50ec8b3104fbb"/>
    <p:sldLayoutId xmlns:r="http://schemas.openxmlformats.org/officeDocument/2006/relationships" id="2147483654" r:id="R3e18a6121d544f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7920d195d4252" /><Relationship Type="http://schemas.openxmlformats.org/officeDocument/2006/relationships/image" Target="/ppt/media/image.png" Id="R3f6d2374008b48b0" /><Relationship Type="http://schemas.openxmlformats.org/officeDocument/2006/relationships/image" Target="/ppt/media/image2.png" Id="R9777dd3f28fa412a" /><Relationship Type="http://schemas.openxmlformats.org/officeDocument/2006/relationships/image" Target="/ppt/media/image3.png" Id="Rc06de986acbf4672" /><Relationship Type="http://schemas.openxmlformats.org/officeDocument/2006/relationships/image" Target="/ppt/media/image4.png" Id="R568e2c74a9bc4178" /><Relationship Type="http://schemas.openxmlformats.org/officeDocument/2006/relationships/image" Target="/ppt/media/image5.png" Id="R6a8e65aa938d413e" /><Relationship Type="http://schemas.openxmlformats.org/officeDocument/2006/relationships/image" Target="/ppt/media/image6.png" Id="R6085f75df79647e0" /><Relationship Type="http://schemas.openxmlformats.org/officeDocument/2006/relationships/image" Target="/ppt/media/image7.png" Id="R0d4bc1f31cc94183" /><Relationship Type="http://schemas.openxmlformats.org/officeDocument/2006/relationships/image" Target="/ppt/media/image8.png" Id="R0b302460fd1344cf" /><Relationship Type="http://schemas.openxmlformats.org/officeDocument/2006/relationships/image" Target="/ppt/media/image9.png" Id="Rad2a57f081274a0f" /><Relationship Type="http://schemas.openxmlformats.org/officeDocument/2006/relationships/image" Target="/ppt/media/image10.png" Id="R4d5c4b72500e4f94" /><Relationship Type="http://schemas.openxmlformats.org/officeDocument/2006/relationships/image" Target="/ppt/media/image11.png" Id="Rde765f87d4ed43aa" /><Relationship Type="http://schemas.openxmlformats.org/officeDocument/2006/relationships/image" Target="/ppt/media/image12.png" Id="Ra3f2f1e07fe74e6a" /><Relationship Type="http://schemas.openxmlformats.org/officeDocument/2006/relationships/notesSlide" Target="/ppt/notesSlides/notesSlide1.xml" Id="R07494a3f73a94e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027CDA2-31AC-4671-A39B-FAECE59FB3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d2374008b48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" y="209550"/>
            <a:ext cx="1457325" cy="914400"/>
          </a:xfrm>
          <a:prstGeom xmlns:a="http://schemas.openxmlformats.org/drawingml/2006/main" prst="rect">
            <a:avLst/>
          </a:prstGeom>
        </p:spPr>
      </p:pic>
      <p:sp>
        <p:nvSpPr>
          <p:cNvPr id="2" name="scene-photo">
            <a:extLst xmlns:a="http://schemas.openxmlformats.org/drawingml/2006/main">
              <a:ext uri="{FF2B5EF4-FFF2-40B4-BE49-F238E27FC236}">
                <a16:creationId xmlns:a16="http://schemas.microsoft.com/office/drawing/2014/main" id="{995947D8-61D3-4F0E-A495-62A664F0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209550"/>
            <a:ext cx="14573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FBEFA-51C0-485F-8354-EE6BEE9F20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7dd3f28fa41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4600" y="342900"/>
            <a:ext cx="600075" cy="571500"/>
          </a:xfrm>
          <a:prstGeom xmlns:a="http://schemas.openxmlformats.org/drawingml/2006/main" prst="rect">
            <a:avLst/>
          </a:prstGeom>
        </p:spPr>
      </p:pic>
      <p:sp>
        <p:nvSpPr>
          <p:cNvPr id="4" name="gear-logo">
            <a:extLst xmlns:a="http://schemas.openxmlformats.org/drawingml/2006/main">
              <a:ext uri="{FF2B5EF4-FFF2-40B4-BE49-F238E27FC236}">
                <a16:creationId xmlns:a16="http://schemas.microsoft.com/office/drawing/2014/main" id="{B65C3E64-6337-451A-BBD1-4085554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342900"/>
            <a:ext cx="600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scene-info">
            <a:extLst xmlns:a="http://schemas.openxmlformats.org/drawingml/2006/main">
              <a:ext uri="{FF2B5EF4-FFF2-40B4-BE49-F238E27FC236}">
                <a16:creationId xmlns:a16="http://schemas.microsoft.com/office/drawing/2014/main" id="{3B6BDA14-6D98-4ED6-A7BC-C17F178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1104900"/>
            <a:ext cx="847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 Info</a:t>
            </a:r>
          </a:p>
        </p:txBody>
      </p:sp>
      <p:sp>
        <p:nvSpPr>
          <p:cNvPr id="6" name="brand-left">
            <a:extLst xmlns:a="http://schemas.openxmlformats.org/drawingml/2006/main">
              <a:ext uri="{FF2B5EF4-FFF2-40B4-BE49-F238E27FC236}">
                <a16:creationId xmlns:a16="http://schemas.microsoft.com/office/drawing/2014/main" id="{46427E99-6006-4721-B03D-3CB714D8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971550"/>
            <a:ext cx="1123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ManiTask</a:t>
            </a:r>
          </a:p>
        </p:txBody>
      </p:sp>
      <p:sp>
        <p:nvSpPr>
          <p:cNvPr id="7" name="brand-right">
            <a:extLst xmlns:a="http://schemas.openxmlformats.org/drawingml/2006/main">
              <a:ext uri="{FF2B5EF4-FFF2-40B4-BE49-F238E27FC236}">
                <a16:creationId xmlns:a16="http://schemas.microsoft.com/office/drawing/2014/main" id="{8624C01D-4391-4426-A5E0-3F27AD1C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9715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 i="0">
                <a:solidFill>
                  <a:srgbClr val="447C3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447C33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 i="0">
                <a:solidFill>
                  <a:srgbClr val="447C33"/>
                </a:solidFill>
                <a:latin typeface="Courier New"/>
                <a:ea typeface="Courier New"/>
                <a:cs typeface="Courier New"/>
              </a:rPr>
              <a:t>Gen</a:t>
            </a:r>
          </a:p>
        </p:txBody>
      </p:sp>
      <p:sp>
        <p:nvSpPr>
          <p:cNvPr id="8" name="scene-to-generator-0">
            <a:extLst xmlns:a="http://schemas.openxmlformats.org/drawingml/2006/main">
              <a:ext uri="{FF2B5EF4-FFF2-40B4-BE49-F238E27FC236}">
                <a16:creationId xmlns:a16="http://schemas.microsoft.com/office/drawing/2014/main" id="{2F233858-7A2A-4E6A-9CD3-593027E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657225"/>
            <a:ext cx="790575" cy="953"/>
          </a:xfrm>
          <a:custGeom xmlns:a="http://schemas.openxmlformats.org/drawingml/2006/main">
            <a:pathLst>
              <a:path w="790575" h="953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555555"/>
            </a:solidFill>
            <a:prstDash val="solid"/>
          </a:ln>
        </p:spPr>
      </p:sp>
      <p:sp>
        <p:nvSpPr>
          <p:cNvPr id="9" name="scene-to-generator-0-arrow">
            <a:extLst xmlns:a="http://schemas.openxmlformats.org/drawingml/2006/main">
              <a:ext uri="{FF2B5EF4-FFF2-40B4-BE49-F238E27FC236}">
                <a16:creationId xmlns:a16="http://schemas.microsoft.com/office/drawing/2014/main" id="{306149FE-A529-4FB1-B436-7B60D40B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25888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</p:sp>
      <p:sp>
        <p:nvSpPr>
          <p:cNvPr id="10" name="scene-to-generator-1">
            <a:extLst xmlns:a="http://schemas.openxmlformats.org/drawingml/2006/main">
              <a:ext uri="{FF2B5EF4-FFF2-40B4-BE49-F238E27FC236}">
                <a16:creationId xmlns:a16="http://schemas.microsoft.com/office/drawing/2014/main" id="{9CE6326B-CE20-47B8-9B72-F4CE9C9B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723900"/>
            <a:ext cx="790575" cy="953"/>
          </a:xfrm>
          <a:custGeom xmlns:a="http://schemas.openxmlformats.org/drawingml/2006/main">
            <a:pathLst>
              <a:path w="790575" h="953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555555"/>
            </a:solidFill>
            <a:prstDash val="solid"/>
          </a:ln>
        </p:spPr>
      </p:sp>
      <p:sp>
        <p:nvSpPr>
          <p:cNvPr id="11" name="scene-to-generator-1-arrow">
            <a:extLst xmlns:a="http://schemas.openxmlformats.org/drawingml/2006/main">
              <a:ext uri="{FF2B5EF4-FFF2-40B4-BE49-F238E27FC236}">
                <a16:creationId xmlns:a16="http://schemas.microsoft.com/office/drawing/2014/main" id="{04D6DC1B-2C3F-484F-AA3F-2B5D11B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92563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</p:sp>
      <p:sp>
        <p:nvSpPr>
          <p:cNvPr id="12" name="scene-to-generator-2">
            <a:extLst xmlns:a="http://schemas.openxmlformats.org/drawingml/2006/main">
              <a:ext uri="{FF2B5EF4-FFF2-40B4-BE49-F238E27FC236}">
                <a16:creationId xmlns:a16="http://schemas.microsoft.com/office/drawing/2014/main" id="{A193B02B-2D92-41BD-833B-348E3B50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790575"/>
            <a:ext cx="790575" cy="953"/>
          </a:xfrm>
          <a:custGeom xmlns:a="http://schemas.openxmlformats.org/drawingml/2006/main">
            <a:pathLst>
              <a:path w="790575" h="953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555555"/>
            </a:solidFill>
            <a:prstDash val="solid"/>
          </a:ln>
        </p:spPr>
      </p:sp>
      <p:sp>
        <p:nvSpPr>
          <p:cNvPr id="13" name="scene-to-generator-2-arrow">
            <a:extLst xmlns:a="http://schemas.openxmlformats.org/drawingml/2006/main">
              <a:ext uri="{FF2B5EF4-FFF2-40B4-BE49-F238E27FC236}">
                <a16:creationId xmlns:a16="http://schemas.microsoft.com/office/drawing/2014/main" id="{E2C253EE-BB4E-4C02-8F69-C944D973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759238"/>
            <a:ext cx="66675" cy="62675"/>
          </a:xfrm>
          <a:custGeom xmlns:a="http://schemas.openxmlformats.org/drawingml/2006/main">
            <a:pathLst>
              <a:path w="66675" h="62675">
                <a:moveTo>
                  <a:pt x="66675" y="31337"/>
                </a:moveTo>
                <a:lnTo>
                  <a:pt x="0" y="626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>
            <a:solidFill>
              <a:srgbClr val="555555"/>
            </a:solidFill>
            <a:prstDash val="solid"/>
          </a:ln>
        </p:spPr>
      </p:sp>
      <p:sp>
        <p:nvSpPr>
          <p:cNvPr id="14" name="generator-benchmark">
            <a:extLst xmlns:a="http://schemas.openxmlformats.org/drawingml/2006/main">
              <a:ext uri="{FF2B5EF4-FFF2-40B4-BE49-F238E27FC236}">
                <a16:creationId xmlns:a16="http://schemas.microsoft.com/office/drawing/2014/main" id="{555C6C8A-51F6-479D-8726-D906A394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657225"/>
            <a:ext cx="895350" cy="953"/>
          </a:xfrm>
          <a:custGeom xmlns:a="http://schemas.openxmlformats.org/drawingml/2006/main">
            <a:pathLst>
              <a:path w="895350" h="953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09FC8"/>
            </a:solidFill>
            <a:prstDash val="solid"/>
          </a:ln>
        </p:spPr>
      </p:sp>
      <p:sp>
        <p:nvSpPr>
          <p:cNvPr id="15" name="generator-benchmark-arrow">
            <a:extLst xmlns:a="http://schemas.openxmlformats.org/drawingml/2006/main">
              <a:ext uri="{FF2B5EF4-FFF2-40B4-BE49-F238E27FC236}">
                <a16:creationId xmlns:a16="http://schemas.microsoft.com/office/drawing/2014/main" id="{0D802758-6DCA-49B1-858D-BB4B3C70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621411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9FC8"/>
          </a:solidFill>
          <a:ln xmlns:a="http://schemas.openxmlformats.org/drawingml/2006/main" w="0">
            <a:solidFill>
              <a:srgbClr val="709FC8"/>
            </a:solidFill>
            <a:prstDash val="solid"/>
          </a:ln>
        </p:spPr>
      </p:sp>
      <p:sp>
        <p:nvSpPr>
          <p:cNvPr id="16" name="generator-improve">
            <a:extLst xmlns:a="http://schemas.openxmlformats.org/drawingml/2006/main">
              <a:ext uri="{FF2B5EF4-FFF2-40B4-BE49-F238E27FC236}">
                <a16:creationId xmlns:a16="http://schemas.microsoft.com/office/drawing/2014/main" id="{D9BCBD1C-597F-4A15-9E50-DDED06D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781050"/>
            <a:ext cx="895350" cy="914400"/>
          </a:xfrm>
          <a:custGeom xmlns:a="http://schemas.openxmlformats.org/drawingml/2006/main">
            <a:pathLst>
              <a:path w="895350" h="914400">
                <a:moveTo>
                  <a:pt x="0" y="0"/>
                </a:moveTo>
                <a:lnTo>
                  <a:pt x="781050" y="0"/>
                </a:lnTo>
                <a:lnTo>
                  <a:pt x="781050" y="914400"/>
                </a:lnTo>
                <a:lnTo>
                  <a:pt x="895350" y="914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58E6F"/>
            </a:solidFill>
            <a:prstDash val="solid"/>
          </a:ln>
        </p:spPr>
      </p:sp>
      <p:sp>
        <p:nvSpPr>
          <p:cNvPr id="17" name="generator-improve-arrow">
            <a:extLst xmlns:a="http://schemas.openxmlformats.org/drawingml/2006/main">
              <a:ext uri="{FF2B5EF4-FFF2-40B4-BE49-F238E27FC236}">
                <a16:creationId xmlns:a16="http://schemas.microsoft.com/office/drawing/2014/main" id="{33789CDD-35B6-4524-8ABF-30CA15B2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1659636"/>
            <a:ext cx="76200" cy="71628"/>
          </a:xfrm>
          <a:custGeom xmlns:a="http://schemas.openxmlformats.org/drawingml/2006/main">
            <a:pathLst>
              <a:path w="76200" h="71628">
                <a:moveTo>
                  <a:pt x="76200" y="35814"/>
                </a:moveTo>
                <a:lnTo>
                  <a:pt x="0" y="716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58E6F"/>
          </a:solidFill>
          <a:ln xmlns:a="http://schemas.openxmlformats.org/drawingml/2006/main" w="0">
            <a:solidFill>
              <a:srgbClr val="C58E6F"/>
            </a:solidFill>
            <a:prstDash val="solid"/>
          </a:ln>
        </p:spPr>
      </p:sp>
      <p:sp>
        <p:nvSpPr>
          <p:cNvPr id="18" name="generator-tasks">
            <a:extLst xmlns:a="http://schemas.openxmlformats.org/drawingml/2006/main">
              <a:ext uri="{FF2B5EF4-FFF2-40B4-BE49-F238E27FC236}">
                <a16:creationId xmlns:a16="http://schemas.microsoft.com/office/drawing/2014/main" id="{2BB20FD2-A22B-4D6C-8983-02DA17A0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228725"/>
            <a:ext cx="1676400" cy="542925"/>
          </a:xfrm>
          <a:custGeom xmlns:a="http://schemas.openxmlformats.org/drawingml/2006/main">
            <a:pathLst>
              <a:path w="1676400" h="542925">
                <a:moveTo>
                  <a:pt x="1676400" y="0"/>
                </a:moveTo>
                <a:lnTo>
                  <a:pt x="1676400" y="266700"/>
                </a:lnTo>
                <a:lnTo>
                  <a:pt x="0" y="266700"/>
                </a:lnTo>
                <a:lnTo>
                  <a:pt x="0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8F56"/>
            </a:solidFill>
            <a:prstDash val="solid"/>
          </a:ln>
        </p:spPr>
      </p:sp>
      <p:sp>
        <p:nvSpPr>
          <p:cNvPr id="19" name="generator-tasks-arrow">
            <a:extLst xmlns:a="http://schemas.openxmlformats.org/drawingml/2006/main">
              <a:ext uri="{FF2B5EF4-FFF2-40B4-BE49-F238E27FC236}">
                <a16:creationId xmlns:a16="http://schemas.microsoft.com/office/drawing/2014/main" id="{E77AD8EC-8CE8-47E3-8C6C-B98AF09B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140" y="1714500"/>
            <a:ext cx="53721" cy="57150"/>
          </a:xfrm>
          <a:custGeom xmlns:a="http://schemas.openxmlformats.org/drawingml/2006/main">
            <a:pathLst>
              <a:path w="53721" h="57150">
                <a:moveTo>
                  <a:pt x="26860" y="57150"/>
                </a:moveTo>
                <a:lnTo>
                  <a:pt x="0" y="0"/>
                </a:lnTo>
                <a:lnTo>
                  <a:pt x="53721" y="0"/>
                </a:lnTo>
                <a:close/>
              </a:path>
            </a:pathLst>
          </a:custGeom>
          <a:solidFill xmlns:a="http://schemas.openxmlformats.org/drawingml/2006/main">
            <a:srgbClr val="648F56"/>
          </a:solidFill>
          <a:ln xmlns:a="http://schemas.openxmlformats.org/drawingml/2006/main" w="0">
            <a:solidFill>
              <a:srgbClr val="648F56"/>
            </a:solidFill>
            <a:prstDash val="solid"/>
          </a:ln>
        </p:spPr>
      </p:sp>
      <p:sp>
        <p:nvSpPr>
          <p:cNvPr id="20" name="generator-process">
            <a:extLst xmlns:a="http://schemas.openxmlformats.org/drawingml/2006/main">
              <a:ext uri="{FF2B5EF4-FFF2-40B4-BE49-F238E27FC236}">
                <a16:creationId xmlns:a16="http://schemas.microsoft.com/office/drawing/2014/main" id="{600F630C-0D3F-43FC-A4ED-49BD6562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1495425"/>
            <a:ext cx="266700" cy="276225"/>
          </a:xfrm>
          <a:custGeom xmlns:a="http://schemas.openxmlformats.org/drawingml/2006/main">
            <a:pathLst>
              <a:path w="266700" h="276225">
                <a:moveTo>
                  <a:pt x="0" y="0"/>
                </a:moveTo>
                <a:lnTo>
                  <a:pt x="266700" y="0"/>
                </a:lnTo>
                <a:lnTo>
                  <a:pt x="26670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8F56"/>
            </a:solidFill>
            <a:prstDash val="solid"/>
          </a:ln>
        </p:spPr>
      </p:sp>
      <p:sp>
        <p:nvSpPr>
          <p:cNvPr id="21" name="generator-process-arrow">
            <a:extLst xmlns:a="http://schemas.openxmlformats.org/drawingml/2006/main">
              <a:ext uri="{FF2B5EF4-FFF2-40B4-BE49-F238E27FC236}">
                <a16:creationId xmlns:a16="http://schemas.microsoft.com/office/drawing/2014/main" id="{FD102862-D180-4D19-AE1E-645B49D8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9240" y="1714500"/>
            <a:ext cx="53721" cy="57150"/>
          </a:xfrm>
          <a:custGeom xmlns:a="http://schemas.openxmlformats.org/drawingml/2006/main">
            <a:pathLst>
              <a:path w="53721" h="57150">
                <a:moveTo>
                  <a:pt x="26860" y="57150"/>
                </a:moveTo>
                <a:lnTo>
                  <a:pt x="0" y="0"/>
                </a:lnTo>
                <a:lnTo>
                  <a:pt x="53721" y="0"/>
                </a:lnTo>
                <a:close/>
              </a:path>
            </a:pathLst>
          </a:custGeom>
          <a:solidFill xmlns:a="http://schemas.openxmlformats.org/drawingml/2006/main">
            <a:srgbClr val="648F56"/>
          </a:solidFill>
          <a:ln xmlns:a="http://schemas.openxmlformats.org/drawingml/2006/main" w="0">
            <a:solidFill>
              <a:srgbClr val="648F56"/>
            </a:solidFill>
            <a:prstDash val="solid"/>
          </a:ln>
        </p:spPr>
      </p:sp>
      <p:sp>
        <p:nvSpPr>
          <p:cNvPr id="22" name="outcome-card-2">
            <a:extLst xmlns:a="http://schemas.openxmlformats.org/drawingml/2006/main">
              <a:ext uri="{FF2B5EF4-FFF2-40B4-BE49-F238E27FC236}">
                <a16:creationId xmlns:a16="http://schemas.microsoft.com/office/drawing/2014/main" id="{AD3B0484-1007-42D3-A4A5-A168968B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1771650"/>
            <a:ext cx="1638300" cy="962025"/>
          </a:xfrm>
          <a:custGeom xmlns:a="http://schemas.openxmlformats.org/drawingml/2006/main">
            <a:pathLst>
              <a:path w="1638300" h="962025">
                <a:moveTo>
                  <a:pt x="0" y="0"/>
                </a:moveTo>
                <a:lnTo>
                  <a:pt x="1638300" y="0"/>
                </a:lnTo>
                <a:lnTo>
                  <a:pt x="1638300" y="781050"/>
                </a:lnTo>
                <a:cubicBezTo>
                  <a:pt x="1081278" y="762000"/>
                  <a:pt x="688086" y="1066800"/>
                  <a:pt x="0" y="942975"/>
                </a:cubicBezTo>
                <a:close/>
              </a:path>
            </a:pathLst>
          </a:custGeom>
          <a:solidFill xmlns:a="http://schemas.openxmlformats.org/drawingml/2006/main">
            <a:srgbClr val="F2F8EA"/>
          </a:solidFill>
          <a:ln xmlns:a="http://schemas.openxmlformats.org/drawingml/2006/main" w="28575">
            <a:solidFill>
              <a:srgbClr val="6EA446"/>
            </a:solidFill>
            <a:prstDash val="solid"/>
          </a:ln>
        </p:spPr>
      </p:sp>
      <p:sp>
        <p:nvSpPr>
          <p:cNvPr id="23" name="outcome-card-1">
            <a:extLst xmlns:a="http://schemas.openxmlformats.org/drawingml/2006/main">
              <a:ext uri="{FF2B5EF4-FFF2-40B4-BE49-F238E27FC236}">
                <a16:creationId xmlns:a16="http://schemas.microsoft.com/office/drawing/2014/main" id="{B380BD3D-B450-443E-89D8-1757B956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876425"/>
            <a:ext cx="1638300" cy="962025"/>
          </a:xfrm>
          <a:custGeom xmlns:a="http://schemas.openxmlformats.org/drawingml/2006/main">
            <a:pathLst>
              <a:path w="1638300" h="962025">
                <a:moveTo>
                  <a:pt x="0" y="0"/>
                </a:moveTo>
                <a:lnTo>
                  <a:pt x="1638300" y="0"/>
                </a:lnTo>
                <a:lnTo>
                  <a:pt x="1638300" y="781050"/>
                </a:lnTo>
                <a:cubicBezTo>
                  <a:pt x="1081278" y="762000"/>
                  <a:pt x="688086" y="1066800"/>
                  <a:pt x="0" y="942975"/>
                </a:cubicBezTo>
                <a:close/>
              </a:path>
            </a:pathLst>
          </a:custGeom>
          <a:solidFill xmlns:a="http://schemas.openxmlformats.org/drawingml/2006/main">
            <a:srgbClr val="F2F8EA"/>
          </a:solidFill>
          <a:ln xmlns:a="http://schemas.openxmlformats.org/drawingml/2006/main" w="28575">
            <a:solidFill>
              <a:srgbClr val="6EA446"/>
            </a:solidFill>
            <a:prstDash val="solid"/>
          </a:ln>
        </p:spPr>
      </p:sp>
      <p:sp>
        <p:nvSpPr>
          <p:cNvPr id="24" name="outcome-card-0">
            <a:extLst xmlns:a="http://schemas.openxmlformats.org/drawingml/2006/main">
              <a:ext uri="{FF2B5EF4-FFF2-40B4-BE49-F238E27FC236}">
                <a16:creationId xmlns:a16="http://schemas.microsoft.com/office/drawing/2014/main" id="{DD6DA2AB-DC66-4791-846B-6BA2A78D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" y="1971675"/>
            <a:ext cx="1638300" cy="962025"/>
          </a:xfrm>
          <a:custGeom xmlns:a="http://schemas.openxmlformats.org/drawingml/2006/main">
            <a:pathLst>
              <a:path w="1638300" h="962025">
                <a:moveTo>
                  <a:pt x="0" y="0"/>
                </a:moveTo>
                <a:lnTo>
                  <a:pt x="1638300" y="0"/>
                </a:lnTo>
                <a:lnTo>
                  <a:pt x="1638300" y="781050"/>
                </a:lnTo>
                <a:cubicBezTo>
                  <a:pt x="1081278" y="762000"/>
                  <a:pt x="688086" y="1066800"/>
                  <a:pt x="0" y="942975"/>
                </a:cubicBezTo>
                <a:close/>
              </a:path>
            </a:pathLst>
          </a:custGeom>
          <a:solidFill xmlns:a="http://schemas.openxmlformats.org/drawingml/2006/main">
            <a:srgbClr val="F2F8EA"/>
          </a:solidFill>
          <a:ln xmlns:a="http://schemas.openxmlformats.org/drawingml/2006/main" w="28575">
            <a:solidFill>
              <a:srgbClr val="6EA446"/>
            </a:solidFill>
            <a:prstDash val="solid"/>
          </a:ln>
        </p:spPr>
      </p:sp>
      <p:sp>
        <p:nvSpPr>
          <p:cNvPr id="25" name="process-card-2">
            <a:extLst xmlns:a="http://schemas.openxmlformats.org/drawingml/2006/main">
              <a:ext uri="{FF2B5EF4-FFF2-40B4-BE49-F238E27FC236}">
                <a16:creationId xmlns:a16="http://schemas.microsoft.com/office/drawing/2014/main" id="{F33A086B-BBD3-4385-8CB4-2F28F5AD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1771650"/>
            <a:ext cx="1638300" cy="962025"/>
          </a:xfrm>
          <a:custGeom xmlns:a="http://schemas.openxmlformats.org/drawingml/2006/main">
            <a:pathLst>
              <a:path w="1638300" h="962025">
                <a:moveTo>
                  <a:pt x="0" y="0"/>
                </a:moveTo>
                <a:lnTo>
                  <a:pt x="1638300" y="0"/>
                </a:lnTo>
                <a:lnTo>
                  <a:pt x="1638300" y="781050"/>
                </a:lnTo>
                <a:cubicBezTo>
                  <a:pt x="1081278" y="762000"/>
                  <a:pt x="688086" y="1066800"/>
                  <a:pt x="0" y="942975"/>
                </a:cubicBezTo>
                <a:close/>
              </a:path>
            </a:pathLst>
          </a:custGeom>
          <a:solidFill xmlns:a="http://schemas.openxmlformats.org/drawingml/2006/main">
            <a:srgbClr val="F2F8EA"/>
          </a:solidFill>
          <a:ln xmlns:a="http://schemas.openxmlformats.org/drawingml/2006/main" w="28575">
            <a:solidFill>
              <a:srgbClr val="376934"/>
            </a:solidFill>
            <a:prstDash val="solid"/>
          </a:ln>
        </p:spPr>
      </p:sp>
      <p:sp>
        <p:nvSpPr>
          <p:cNvPr id="26" name="process-card-1">
            <a:extLst xmlns:a="http://schemas.openxmlformats.org/drawingml/2006/main">
              <a:ext uri="{FF2B5EF4-FFF2-40B4-BE49-F238E27FC236}">
                <a16:creationId xmlns:a16="http://schemas.microsoft.com/office/drawing/2014/main" id="{645DA285-CC1D-45BA-9F30-163509CF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3600" y="1876425"/>
            <a:ext cx="1638300" cy="962025"/>
          </a:xfrm>
          <a:custGeom xmlns:a="http://schemas.openxmlformats.org/drawingml/2006/main">
            <a:pathLst>
              <a:path w="1638300" h="962025">
                <a:moveTo>
                  <a:pt x="0" y="0"/>
                </a:moveTo>
                <a:lnTo>
                  <a:pt x="1638300" y="0"/>
                </a:lnTo>
                <a:lnTo>
                  <a:pt x="1638300" y="781050"/>
                </a:lnTo>
                <a:cubicBezTo>
                  <a:pt x="1081278" y="762000"/>
                  <a:pt x="688086" y="1066800"/>
                  <a:pt x="0" y="942975"/>
                </a:cubicBezTo>
                <a:close/>
              </a:path>
            </a:pathLst>
          </a:custGeom>
          <a:solidFill xmlns:a="http://schemas.openxmlformats.org/drawingml/2006/main">
            <a:srgbClr val="F2F8EA"/>
          </a:solidFill>
          <a:ln xmlns:a="http://schemas.openxmlformats.org/drawingml/2006/main" w="28575">
            <a:solidFill>
              <a:srgbClr val="376934"/>
            </a:solidFill>
            <a:prstDash val="solid"/>
          </a:ln>
        </p:spPr>
      </p:sp>
      <p:sp>
        <p:nvSpPr>
          <p:cNvPr id="27" name="process-card-0">
            <a:extLst xmlns:a="http://schemas.openxmlformats.org/drawingml/2006/main">
              <a:ext uri="{FF2B5EF4-FFF2-40B4-BE49-F238E27FC236}">
                <a16:creationId xmlns:a16="http://schemas.microsoft.com/office/drawing/2014/main" id="{503E7171-4750-4FFA-A8CD-77CA2B40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9775" y="1971675"/>
            <a:ext cx="1638300" cy="962025"/>
          </a:xfrm>
          <a:custGeom xmlns:a="http://schemas.openxmlformats.org/drawingml/2006/main">
            <a:pathLst>
              <a:path w="1638300" h="962025">
                <a:moveTo>
                  <a:pt x="0" y="0"/>
                </a:moveTo>
                <a:lnTo>
                  <a:pt x="1638300" y="0"/>
                </a:lnTo>
                <a:lnTo>
                  <a:pt x="1638300" y="781050"/>
                </a:lnTo>
                <a:cubicBezTo>
                  <a:pt x="1081278" y="762000"/>
                  <a:pt x="688086" y="1066800"/>
                  <a:pt x="0" y="942975"/>
                </a:cubicBezTo>
                <a:close/>
              </a:path>
            </a:pathLst>
          </a:custGeom>
          <a:solidFill xmlns:a="http://schemas.openxmlformats.org/drawingml/2006/main">
            <a:srgbClr val="F2F8EA"/>
          </a:solidFill>
          <a:ln xmlns:a="http://schemas.openxmlformats.org/drawingml/2006/main" w="28575">
            <a:solidFill>
              <a:srgbClr val="376934"/>
            </a:solidFill>
            <a:prstDash val="solid"/>
          </a:ln>
        </p:spPr>
      </p:sp>
      <p:sp>
        <p:nvSpPr>
          <p:cNvPr id="28" name="outcome-task-id">
            <a:extLst xmlns:a="http://schemas.openxmlformats.org/drawingml/2006/main">
              <a:ext uri="{FF2B5EF4-FFF2-40B4-BE49-F238E27FC236}">
                <a16:creationId xmlns:a16="http://schemas.microsoft.com/office/drawing/2014/main" id="{B281031B-DF1E-4C03-887B-6F527D3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2066925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Task_123:</a:t>
            </a:r>
          </a:p>
        </p:txBody>
      </p:sp>
      <p:sp>
        <p:nvSpPr>
          <p:cNvPr id="29" name="outcome-task-start">
            <a:extLst xmlns:a="http://schemas.openxmlformats.org/drawingml/2006/main">
              <a:ext uri="{FF2B5EF4-FFF2-40B4-BE49-F238E27FC236}">
                <a16:creationId xmlns:a16="http://schemas.microsoft.com/office/drawing/2014/main" id="{AFA0DB03-2567-464A-A3EB-D68656D7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" y="20669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Clean up</a:t>
            </a:r>
          </a:p>
        </p:txBody>
      </p:sp>
      <p:sp>
        <p:nvSpPr>
          <p:cNvPr id="30" name="outcome-task-body">
            <a:extLst xmlns:a="http://schemas.openxmlformats.org/drawingml/2006/main">
              <a:ext uri="{FF2B5EF4-FFF2-40B4-BE49-F238E27FC236}">
                <a16:creationId xmlns:a16="http://schemas.microsoft.com/office/drawing/2014/main" id="{2077FA44-F163-4BEB-A22B-31A9EF70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2276475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second layer from</a:t>
            </a:r>
          </a:p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top of book_shelf.</a:t>
            </a:r>
          </a:p>
        </p:txBody>
      </p:sp>
      <p:sp>
        <p:nvSpPr>
          <p:cNvPr id="31" name="process-task-id">
            <a:extLst xmlns:a="http://schemas.openxmlformats.org/drawingml/2006/main">
              <a:ext uri="{FF2B5EF4-FFF2-40B4-BE49-F238E27FC236}">
                <a16:creationId xmlns:a16="http://schemas.microsoft.com/office/drawing/2014/main" id="{C07276D1-A75A-4E4D-9404-D4C82A4A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038350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Task_456:</a:t>
            </a:r>
          </a:p>
        </p:txBody>
      </p:sp>
      <p:sp>
        <p:nvSpPr>
          <p:cNvPr id="32" name="process-task-start">
            <a:extLst xmlns:a="http://schemas.openxmlformats.org/drawingml/2006/main">
              <a:ext uri="{FF2B5EF4-FFF2-40B4-BE49-F238E27FC236}">
                <a16:creationId xmlns:a16="http://schemas.microsoft.com/office/drawing/2014/main" id="{1B4CF850-82A1-4630-B348-5CCD41C2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8925" y="20383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Move</a:t>
            </a:r>
          </a:p>
        </p:txBody>
      </p:sp>
      <p:sp>
        <p:nvSpPr>
          <p:cNvPr id="33" name="process-task-body">
            <a:extLst xmlns:a="http://schemas.openxmlformats.org/drawingml/2006/main">
              <a:ext uri="{FF2B5EF4-FFF2-40B4-BE49-F238E27FC236}">
                <a16:creationId xmlns:a16="http://schemas.microsoft.com/office/drawing/2014/main" id="{FDE0B3EA-4A9B-4723-ACDF-A5B8CD3B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238375"/>
            <a:ext cx="1524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remote_control from</a:t>
            </a:r>
          </a:p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tv_stand to left part of</a:t>
            </a:r>
          </a:p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tabletop.</a:t>
            </a:r>
          </a:p>
        </p:txBody>
      </p:sp>
      <p:sp>
        <p:nvSpPr>
          <p:cNvPr id="34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400B2EC6-6993-47E6-BEE3-89F228A6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294322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Outcome-based Tasks</a:t>
            </a:r>
          </a:p>
        </p:txBody>
      </p:sp>
      <p:sp>
        <p:nvSpPr>
          <p:cNvPr id="35" name="process-label">
            <a:extLst xmlns:a="http://schemas.openxmlformats.org/drawingml/2006/main">
              <a:ext uri="{FF2B5EF4-FFF2-40B4-BE49-F238E27FC236}">
                <a16:creationId xmlns:a16="http://schemas.microsoft.com/office/drawing/2014/main" id="{4103239D-BF37-4A99-B63F-90DA2AF8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29432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Process-based Tasks</a:t>
            </a:r>
          </a:p>
        </p:txBody>
      </p:sp>
      <p:sp>
        <p:nvSpPr>
          <p:cNvPr id="36" name="benchmark-heading-bar">
            <a:extLst xmlns:a="http://schemas.openxmlformats.org/drawingml/2006/main">
              <a:ext uri="{FF2B5EF4-FFF2-40B4-BE49-F238E27FC236}">
                <a16:creationId xmlns:a16="http://schemas.microsoft.com/office/drawing/2014/main" id="{4763243C-F17A-4C2E-A5E8-2FD05431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200025"/>
            <a:ext cx="7239000" cy="381000"/>
          </a:xfrm>
          <a:custGeom xmlns:a="http://schemas.openxmlformats.org/drawingml/2006/main">
            <a:pathLst>
              <a:path w="7239000" h="381000">
                <a:moveTo>
                  <a:pt x="57150" y="0"/>
                </a:moveTo>
                <a:lnTo>
                  <a:pt x="7181850" y="0"/>
                </a:lnTo>
                <a:cubicBezTo>
                  <a:pt x="7213413" y="0"/>
                  <a:pt x="7239000" y="25587"/>
                  <a:pt x="7239000" y="57150"/>
                </a:cubicBezTo>
                <a:lnTo>
                  <a:pt x="7239000" y="323850"/>
                </a:lnTo>
                <a:cubicBezTo>
                  <a:pt x="7239000" y="355413"/>
                  <a:pt x="7213413" y="381000"/>
                  <a:pt x="718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DF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enchmark-heading">
            <a:extLst xmlns:a="http://schemas.openxmlformats.org/drawingml/2006/main">
              <a:ext uri="{FF2B5EF4-FFF2-40B4-BE49-F238E27FC236}">
                <a16:creationId xmlns:a16="http://schemas.microsoft.com/office/drawing/2014/main" id="{18037386-78E2-4318-9E78-A209426B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228600"/>
            <a:ext cx="1781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4949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9494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94949"/>
                </a:solidFill>
                <a:latin typeface="Arial"/>
                <a:ea typeface="Arial"/>
                <a:cs typeface="Arial"/>
              </a:rPr>
              <a:t>Agent Benchmark</a:t>
            </a:r>
          </a:p>
        </p:txBody>
      </p:sp>
      <p:sp>
        <p:nvSpPr>
          <p:cNvPr id="38" name="success-icon">
            <a:extLst xmlns:a="http://schemas.openxmlformats.org/drawingml/2006/main">
              <a:ext uri="{FF2B5EF4-FFF2-40B4-BE49-F238E27FC236}">
                <a16:creationId xmlns:a16="http://schemas.microsoft.com/office/drawing/2014/main" id="{2A0D315D-3DF4-481D-BF5A-4F1CEE4E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266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07F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success-sign">
            <a:extLst xmlns:a="http://schemas.openxmlformats.org/drawingml/2006/main">
              <a:ext uri="{FF2B5EF4-FFF2-40B4-BE49-F238E27FC236}">
                <a16:creationId xmlns:a16="http://schemas.microsoft.com/office/drawing/2014/main" id="{24D2963B-A6CF-4638-93DA-A9937DFE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266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0" name="success-label">
            <a:extLst xmlns:a="http://schemas.openxmlformats.org/drawingml/2006/main">
              <a:ext uri="{FF2B5EF4-FFF2-40B4-BE49-F238E27FC236}">
                <a16:creationId xmlns:a16="http://schemas.microsoft.com/office/drawing/2014/main" id="{29389051-FF2B-4254-9EE2-B639292B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6975" y="295275"/>
            <a:ext cx="7810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1" i="0">
                <a:solidFill>
                  <a:srgbClr val="507F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507F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507F37"/>
                </a:solidFill>
                <a:latin typeface="Times New Roman"/>
                <a:ea typeface="Times New Roman"/>
                <a:cs typeface="Times New Roman"/>
              </a:rPr>
              <a:t>SUCCESS</a:t>
            </a:r>
          </a:p>
        </p:txBody>
      </p:sp>
      <p:sp>
        <p:nvSpPr>
          <p:cNvPr id="41" name="failure-icon">
            <a:extLst xmlns:a="http://schemas.openxmlformats.org/drawingml/2006/main">
              <a:ext uri="{FF2B5EF4-FFF2-40B4-BE49-F238E27FC236}">
                <a16:creationId xmlns:a16="http://schemas.microsoft.com/office/drawing/2014/main" id="{4E20F52C-A68E-4E70-8291-98E1F631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66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2F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failure-sign">
            <a:extLst xmlns:a="http://schemas.openxmlformats.org/drawingml/2006/main">
              <a:ext uri="{FF2B5EF4-FFF2-40B4-BE49-F238E27FC236}">
                <a16:creationId xmlns:a16="http://schemas.microsoft.com/office/drawing/2014/main" id="{B1F6D2BF-D9CD-4CE9-B302-9779E990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66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0250373-A587-4AF3-AC77-D87F12DD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4725" y="295275"/>
            <a:ext cx="504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1" i="0">
                <a:solidFill>
                  <a:srgbClr val="B72F1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B72F1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B72F12"/>
                </a:solidFill>
                <a:latin typeface="Times New Roman"/>
                <a:ea typeface="Times New Roman"/>
                <a:cs typeface="Times New Roman"/>
              </a:rPr>
              <a:t>FAIL</a:t>
            </a:r>
          </a:p>
        </p:txBody>
      </p:sp>
      <p:sp>
        <p:nvSpPr>
          <p:cNvPr id="44" name="timeout-icon">
            <a:extLst xmlns:a="http://schemas.openxmlformats.org/drawingml/2006/main">
              <a:ext uri="{FF2B5EF4-FFF2-40B4-BE49-F238E27FC236}">
                <a16:creationId xmlns:a16="http://schemas.microsoft.com/office/drawing/2014/main" id="{15D7EE5B-0AB1-4FB5-A44E-DE11A2EB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175" y="266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timeout-sign">
            <a:extLst xmlns:a="http://schemas.openxmlformats.org/drawingml/2006/main">
              <a:ext uri="{FF2B5EF4-FFF2-40B4-BE49-F238E27FC236}">
                <a16:creationId xmlns:a16="http://schemas.microsoft.com/office/drawing/2014/main" id="{AAF0F2A2-A65A-437C-84A9-92B06B1A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667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46" name="timeout-label">
            <a:extLst xmlns:a="http://schemas.openxmlformats.org/drawingml/2006/main">
              <a:ext uri="{FF2B5EF4-FFF2-40B4-BE49-F238E27FC236}">
                <a16:creationId xmlns:a16="http://schemas.microsoft.com/office/drawing/2014/main" id="{6660ECC7-ADF7-4DB0-B042-893BDDD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9527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TIMEOUT</a:t>
            </a:r>
          </a:p>
        </p:txBody>
      </p:sp>
      <p:sp>
        <p:nvSpPr>
          <p:cNvPr id="47" name="points-bar-0">
            <a:extLst xmlns:a="http://schemas.openxmlformats.org/drawingml/2006/main">
              <a:ext uri="{FF2B5EF4-FFF2-40B4-BE49-F238E27FC236}">
                <a16:creationId xmlns:a16="http://schemas.microsoft.com/office/drawing/2014/main" id="{FBB5091B-908C-47F3-B87B-A801C3F3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409575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40A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points-bar-1">
            <a:extLst xmlns:a="http://schemas.openxmlformats.org/drawingml/2006/main">
              <a:ext uri="{FF2B5EF4-FFF2-40B4-BE49-F238E27FC236}">
                <a16:creationId xmlns:a16="http://schemas.microsoft.com/office/drawing/2014/main" id="{BAF1A337-F9F5-42B2-80D4-5B81ABA4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8275" y="352425"/>
            <a:ext cx="285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40A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points-bar-2">
            <a:extLst xmlns:a="http://schemas.openxmlformats.org/drawingml/2006/main">
              <a:ext uri="{FF2B5EF4-FFF2-40B4-BE49-F238E27FC236}">
                <a16:creationId xmlns:a16="http://schemas.microsoft.com/office/drawing/2014/main" id="{8C91675E-A2D7-4307-9FBC-76FAB1D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95275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40A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points-bar-3">
            <a:extLst xmlns:a="http://schemas.openxmlformats.org/drawingml/2006/main">
              <a:ext uri="{FF2B5EF4-FFF2-40B4-BE49-F238E27FC236}">
                <a16:creationId xmlns:a16="http://schemas.microsoft.com/office/drawing/2014/main" id="{86925F53-BA56-4EA5-A368-76596EEA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2571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40A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points-label">
            <a:extLst xmlns:a="http://schemas.openxmlformats.org/drawingml/2006/main">
              <a:ext uri="{FF2B5EF4-FFF2-40B4-BE49-F238E27FC236}">
                <a16:creationId xmlns:a16="http://schemas.microsoft.com/office/drawing/2014/main" id="{D97E18D5-120B-4DF2-8290-B7242207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95275"/>
            <a:ext cx="1885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1" i="0">
                <a:solidFill>
                  <a:srgbClr val="8040AD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8040A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8040AD"/>
                </a:solidFill>
                <a:latin typeface="Times New Roman"/>
                <a:ea typeface="Times New Roman"/>
                <a:cs typeface="Times New Roman"/>
              </a:rPr>
              <a:t>INTERMEDIATE POINTS</a:t>
            </a:r>
          </a:p>
        </p:txBody>
      </p:sp>
      <p:sp>
        <p:nvSpPr>
          <p:cNvPr id="52" name="navigate-frame">
            <a:extLst xmlns:a="http://schemas.openxmlformats.org/drawingml/2006/main">
              <a:ext uri="{FF2B5EF4-FFF2-40B4-BE49-F238E27FC236}">
                <a16:creationId xmlns:a16="http://schemas.microsoft.com/office/drawing/2014/main" id="{A6801017-40F9-4DD6-9D20-D9A88E54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628650"/>
            <a:ext cx="2495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09FC8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navigate-heading-back">
            <a:extLst xmlns:a="http://schemas.openxmlformats.org/drawingml/2006/main">
              <a:ext uri="{FF2B5EF4-FFF2-40B4-BE49-F238E27FC236}">
                <a16:creationId xmlns:a16="http://schemas.microsoft.com/office/drawing/2014/main" id="{E1548829-340D-44DC-8CCC-B2C7ECA9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638175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navigate-heading">
            <a:extLst xmlns:a="http://schemas.openxmlformats.org/drawingml/2006/main">
              <a:ext uri="{FF2B5EF4-FFF2-40B4-BE49-F238E27FC236}">
                <a16:creationId xmlns:a16="http://schemas.microsoft.com/office/drawing/2014/main" id="{8F3981EC-7D13-4E7E-A385-0109FAA7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619125"/>
            <a:ext cx="2495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NAVIGATE</a:t>
            </a:r>
          </a:p>
        </p:txBody>
      </p:sp>
      <p:sp>
        <p:nvSpPr>
          <p:cNvPr id="55" name="grasp-frame">
            <a:extLst xmlns:a="http://schemas.openxmlformats.org/drawingml/2006/main">
              <a:ext uri="{FF2B5EF4-FFF2-40B4-BE49-F238E27FC236}">
                <a16:creationId xmlns:a16="http://schemas.microsoft.com/office/drawing/2014/main" id="{4D064F0A-832B-4AC4-984F-B864A0D7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628650"/>
            <a:ext cx="23431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09FC8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grasp-heading-back">
            <a:extLst xmlns:a="http://schemas.openxmlformats.org/drawingml/2006/main">
              <a:ext uri="{FF2B5EF4-FFF2-40B4-BE49-F238E27FC236}">
                <a16:creationId xmlns:a16="http://schemas.microsoft.com/office/drawing/2014/main" id="{54E75E9F-38A4-49B8-9003-9446F442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638175"/>
            <a:ext cx="2324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grasp-heading">
            <a:extLst xmlns:a="http://schemas.openxmlformats.org/drawingml/2006/main">
              <a:ext uri="{FF2B5EF4-FFF2-40B4-BE49-F238E27FC236}">
                <a16:creationId xmlns:a16="http://schemas.microsoft.com/office/drawing/2014/main" id="{7EC99ED8-C896-4767-8114-76A85C07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619125"/>
            <a:ext cx="2343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GRASP</a:t>
            </a:r>
          </a:p>
        </p:txBody>
      </p:sp>
      <p:sp>
        <p:nvSpPr>
          <p:cNvPr id="58" name="place-frame">
            <a:extLst xmlns:a="http://schemas.openxmlformats.org/drawingml/2006/main">
              <a:ext uri="{FF2B5EF4-FFF2-40B4-BE49-F238E27FC236}">
                <a16:creationId xmlns:a16="http://schemas.microsoft.com/office/drawing/2014/main" id="{BF900DE1-FD87-4D0F-ADFE-AD25AA7E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628650"/>
            <a:ext cx="23241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09FC8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place-heading-back">
            <a:extLst xmlns:a="http://schemas.openxmlformats.org/drawingml/2006/main">
              <a:ext uri="{FF2B5EF4-FFF2-40B4-BE49-F238E27FC236}">
                <a16:creationId xmlns:a16="http://schemas.microsoft.com/office/drawing/2014/main" id="{C5FEDA66-790B-4253-B729-1F871799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638175"/>
            <a:ext cx="2305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B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place-heading">
            <a:extLst xmlns:a="http://schemas.openxmlformats.org/drawingml/2006/main">
              <a:ext uri="{FF2B5EF4-FFF2-40B4-BE49-F238E27FC236}">
                <a16:creationId xmlns:a16="http://schemas.microsoft.com/office/drawing/2014/main" id="{D32CD3EC-29B8-4F3F-8969-8191DD44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619125"/>
            <a:ext cx="2324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F206DE-AE41-4959-8EF1-687411AC2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de986acbf46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895350"/>
            <a:ext cx="1247775" cy="590550"/>
          </a:xfrm>
          <a:prstGeom xmlns:a="http://schemas.openxmlformats.org/drawingml/2006/main" prst="rect">
            <a:avLst/>
          </a:prstGeom>
        </p:spPr>
      </p:pic>
      <p:sp>
        <p:nvSpPr>
          <p:cNvPr id="62" name="sofa">
            <a:extLst xmlns:a="http://schemas.openxmlformats.org/drawingml/2006/main">
              <a:ext uri="{FF2B5EF4-FFF2-40B4-BE49-F238E27FC236}">
                <a16:creationId xmlns:a16="http://schemas.microsoft.com/office/drawing/2014/main" id="{FD451B2E-9C75-41B1-94BD-6D5BE36A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895350"/>
            <a:ext cx="1247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137E52-70CC-49E7-A712-E0580E31B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e2c74a9bc41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7975" y="895350"/>
            <a:ext cx="942975" cy="590550"/>
          </a:xfrm>
          <a:prstGeom xmlns:a="http://schemas.openxmlformats.org/drawingml/2006/main" prst="rect">
            <a:avLst/>
          </a:prstGeom>
        </p:spPr>
      </p:pic>
      <p:sp>
        <p:nvSpPr>
          <p:cNvPr id="64" name="grasp-start">
            <a:extLst xmlns:a="http://schemas.openxmlformats.org/drawingml/2006/main">
              <a:ext uri="{FF2B5EF4-FFF2-40B4-BE49-F238E27FC236}">
                <a16:creationId xmlns:a16="http://schemas.microsoft.com/office/drawing/2014/main" id="{5DBAE89F-5B7F-4487-9E39-EF9BD74E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75" y="895350"/>
            <a:ext cx="942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F55F4B-918C-4F2E-92E1-FDC2CAD633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e65aa938d41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1475" y="895350"/>
            <a:ext cx="942975" cy="590550"/>
          </a:xfrm>
          <a:prstGeom xmlns:a="http://schemas.openxmlformats.org/drawingml/2006/main" prst="rect">
            <a:avLst/>
          </a:prstGeom>
        </p:spPr>
      </p:pic>
      <p:sp>
        <p:nvSpPr>
          <p:cNvPr id="66" name="grasp-end">
            <a:extLst xmlns:a="http://schemas.openxmlformats.org/drawingml/2006/main">
              <a:ext uri="{FF2B5EF4-FFF2-40B4-BE49-F238E27FC236}">
                <a16:creationId xmlns:a16="http://schemas.microsoft.com/office/drawing/2014/main" id="{3CC21964-D76B-4DF8-AA19-220D2D02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895350"/>
            <a:ext cx="942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259201-0EA4-4404-B8C4-B750A735F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5f75df79647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9225" y="895350"/>
            <a:ext cx="923925" cy="590550"/>
          </a:xfrm>
          <a:prstGeom xmlns:a="http://schemas.openxmlformats.org/drawingml/2006/main" prst="rect">
            <a:avLst/>
          </a:prstGeom>
        </p:spPr>
      </p:pic>
      <p:sp>
        <p:nvSpPr>
          <p:cNvPr id="68" name="place-start">
            <a:extLst xmlns:a="http://schemas.openxmlformats.org/drawingml/2006/main">
              <a:ext uri="{FF2B5EF4-FFF2-40B4-BE49-F238E27FC236}">
                <a16:creationId xmlns:a16="http://schemas.microsoft.com/office/drawing/2014/main" id="{8F90DCDC-6122-40FB-BEC2-52EB903C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9225" y="895350"/>
            <a:ext cx="923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5EB9CCA-871A-45CA-8991-27E93DD85A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bc1f31cc941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63200" y="895350"/>
            <a:ext cx="923925" cy="590550"/>
          </a:xfrm>
          <a:prstGeom xmlns:a="http://schemas.openxmlformats.org/drawingml/2006/main" prst="rect">
            <a:avLst/>
          </a:prstGeom>
        </p:spPr>
      </p:pic>
      <p:sp>
        <p:nvSpPr>
          <p:cNvPr id="70" name="place-end">
            <a:extLst xmlns:a="http://schemas.openxmlformats.org/drawingml/2006/main">
              <a:ext uri="{FF2B5EF4-FFF2-40B4-BE49-F238E27FC236}">
                <a16:creationId xmlns:a16="http://schemas.microsoft.com/office/drawing/2014/main" id="{594831F5-C4F6-45C9-9FBB-6754EC61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3200" y="895350"/>
            <a:ext cx="923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6FE0F2-62E7-4AB6-9AF7-6515146AD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02460fd1344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3850" y="895350"/>
            <a:ext cx="400050" cy="542925"/>
          </a:xfrm>
          <a:prstGeom xmlns:a="http://schemas.openxmlformats.org/drawingml/2006/main" prst="rect">
            <a:avLst/>
          </a:prstGeom>
        </p:spPr>
      </p:pic>
      <p:sp>
        <p:nvSpPr>
          <p:cNvPr id="72" name="benchmark-robot">
            <a:extLst xmlns:a="http://schemas.openxmlformats.org/drawingml/2006/main">
              <a:ext uri="{FF2B5EF4-FFF2-40B4-BE49-F238E27FC236}">
                <a16:creationId xmlns:a16="http://schemas.microsoft.com/office/drawing/2014/main" id="{D521EA6C-8ABA-47AC-BA48-0658FAC1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895350"/>
            <a:ext cx="400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navigation-action">
            <a:extLst xmlns:a="http://schemas.openxmlformats.org/drawingml/2006/main">
              <a:ext uri="{FF2B5EF4-FFF2-40B4-BE49-F238E27FC236}">
                <a16:creationId xmlns:a16="http://schemas.microsoft.com/office/drawing/2014/main" id="{3A71FD9A-DAAA-4D70-ABC2-8121FA71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1019175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go_to_sofa</a:t>
            </a:r>
          </a:p>
        </p:txBody>
      </p:sp>
      <p:sp>
        <p:nvSpPr>
          <p:cNvPr id="74" name="navigation-action-arrow">
            <a:extLst xmlns:a="http://schemas.openxmlformats.org/drawingml/2006/main">
              <a:ext uri="{FF2B5EF4-FFF2-40B4-BE49-F238E27FC236}">
                <a16:creationId xmlns:a16="http://schemas.microsoft.com/office/drawing/2014/main" id="{0EB8DDE3-0BB9-4C60-BCE0-B66F941B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2475" y="1200150"/>
            <a:ext cx="609600" cy="953"/>
          </a:xfrm>
          <a:custGeom xmlns:a="http://schemas.openxmlformats.org/drawingml/2006/main">
            <a:pathLst>
              <a:path w="609600" h="953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09FC8"/>
            </a:solidFill>
            <a:prstDash val="solid"/>
          </a:ln>
        </p:spPr>
      </p:sp>
      <p:sp>
        <p:nvSpPr>
          <p:cNvPr id="75" name="navigation-action-arrow-arrow">
            <a:extLst xmlns:a="http://schemas.openxmlformats.org/drawingml/2006/main">
              <a:ext uri="{FF2B5EF4-FFF2-40B4-BE49-F238E27FC236}">
                <a16:creationId xmlns:a16="http://schemas.microsoft.com/office/drawing/2014/main" id="{DF0F9890-F932-4863-BA6C-40A12379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925" y="1173290"/>
            <a:ext cx="57150" cy="53721"/>
          </a:xfrm>
          <a:custGeom xmlns:a="http://schemas.openxmlformats.org/drawingml/2006/main">
            <a:pathLst>
              <a:path w="57150" h="53721">
                <a:moveTo>
                  <a:pt x="57150" y="26860"/>
                </a:moveTo>
                <a:lnTo>
                  <a:pt x="0" y="537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9FC8"/>
          </a:solidFill>
          <a:ln xmlns:a="http://schemas.openxmlformats.org/drawingml/2006/main" w="0">
            <a:solidFill>
              <a:srgbClr val="709FC8"/>
            </a:solidFill>
            <a:prstDash val="solid"/>
          </a:ln>
        </p:spPr>
      </p:sp>
      <p:sp>
        <p:nvSpPr>
          <p:cNvPr id="76" name="grasp-action">
            <a:extLst xmlns:a="http://schemas.openxmlformats.org/drawingml/2006/main">
              <a:ext uri="{FF2B5EF4-FFF2-40B4-BE49-F238E27FC236}">
                <a16:creationId xmlns:a16="http://schemas.microsoft.com/office/drawing/2014/main" id="{A955694E-BE1B-4CB4-9D52-7E569E59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101917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pick_2</a:t>
            </a:r>
          </a:p>
        </p:txBody>
      </p:sp>
      <p:sp>
        <p:nvSpPr>
          <p:cNvPr id="77" name="grasp-action-arrow">
            <a:extLst xmlns:a="http://schemas.openxmlformats.org/drawingml/2006/main">
              <a:ext uri="{FF2B5EF4-FFF2-40B4-BE49-F238E27FC236}">
                <a16:creationId xmlns:a16="http://schemas.microsoft.com/office/drawing/2014/main" id="{B9BE82DE-5307-4DE9-9B47-36F4B9F9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1200150"/>
            <a:ext cx="361950" cy="953"/>
          </a:xfrm>
          <a:custGeom xmlns:a="http://schemas.openxmlformats.org/drawingml/2006/main">
            <a:pathLst>
              <a:path w="361950" h="953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09FC8"/>
            </a:solidFill>
            <a:prstDash val="solid"/>
          </a:ln>
        </p:spPr>
      </p:sp>
      <p:sp>
        <p:nvSpPr>
          <p:cNvPr id="78" name="grasp-action-arrow-arrow">
            <a:extLst xmlns:a="http://schemas.openxmlformats.org/drawingml/2006/main">
              <a:ext uri="{FF2B5EF4-FFF2-40B4-BE49-F238E27FC236}">
                <a16:creationId xmlns:a16="http://schemas.microsoft.com/office/drawing/2014/main" id="{C310DC21-BF39-4B55-BD2C-D525AC44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1173290"/>
            <a:ext cx="57150" cy="53721"/>
          </a:xfrm>
          <a:custGeom xmlns:a="http://schemas.openxmlformats.org/drawingml/2006/main">
            <a:pathLst>
              <a:path w="57150" h="53721">
                <a:moveTo>
                  <a:pt x="57150" y="26860"/>
                </a:moveTo>
                <a:lnTo>
                  <a:pt x="0" y="537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9FC8"/>
          </a:solidFill>
          <a:ln xmlns:a="http://schemas.openxmlformats.org/drawingml/2006/main" w="0">
            <a:solidFill>
              <a:srgbClr val="709FC8"/>
            </a:solidFill>
            <a:prstDash val="solid"/>
          </a:ln>
        </p:spPr>
      </p:sp>
      <p:sp>
        <p:nvSpPr>
          <p:cNvPr id="79" name="place-action">
            <a:extLst xmlns:a="http://schemas.openxmlformats.org/drawingml/2006/main">
              <a:ext uri="{FF2B5EF4-FFF2-40B4-BE49-F238E27FC236}">
                <a16:creationId xmlns:a16="http://schemas.microsoft.com/office/drawing/2014/main" id="{7F487AF0-2C6B-4FAA-A619-6B7D0B86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2675" y="1019175"/>
            <a:ext cx="38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place_7</a:t>
            </a:r>
          </a:p>
        </p:txBody>
      </p:sp>
      <p:sp>
        <p:nvSpPr>
          <p:cNvPr id="80" name="place-action-arrow">
            <a:extLst xmlns:a="http://schemas.openxmlformats.org/drawingml/2006/main">
              <a:ext uri="{FF2B5EF4-FFF2-40B4-BE49-F238E27FC236}">
                <a16:creationId xmlns:a16="http://schemas.microsoft.com/office/drawing/2014/main" id="{3A7D930A-9D9D-41EC-8969-2915FA2B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2675" y="1200150"/>
            <a:ext cx="381000" cy="953"/>
          </a:xfrm>
          <a:custGeom xmlns:a="http://schemas.openxmlformats.org/drawingml/2006/main">
            <a:pathLst>
              <a:path w="381000" h="953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09FC8"/>
            </a:solidFill>
            <a:prstDash val="solid"/>
          </a:ln>
        </p:spPr>
      </p:sp>
      <p:sp>
        <p:nvSpPr>
          <p:cNvPr id="81" name="place-action-arrow-arrow">
            <a:extLst xmlns:a="http://schemas.openxmlformats.org/drawingml/2006/main">
              <a:ext uri="{FF2B5EF4-FFF2-40B4-BE49-F238E27FC236}">
                <a16:creationId xmlns:a16="http://schemas.microsoft.com/office/drawing/2014/main" id="{07500CC0-E549-46EE-945A-B0435132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6525" y="1173290"/>
            <a:ext cx="57150" cy="53721"/>
          </a:xfrm>
          <a:custGeom xmlns:a="http://schemas.openxmlformats.org/drawingml/2006/main">
            <a:pathLst>
              <a:path w="57150" h="53721">
                <a:moveTo>
                  <a:pt x="57150" y="26860"/>
                </a:moveTo>
                <a:lnTo>
                  <a:pt x="0" y="537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9FC8"/>
          </a:solidFill>
          <a:ln xmlns:a="http://schemas.openxmlformats.org/drawingml/2006/main" w="0">
            <a:solidFill>
              <a:srgbClr val="709FC8"/>
            </a:solidFill>
            <a:prstDash val="solid"/>
          </a:ln>
        </p:spPr>
      </p:sp>
      <p:sp>
        <p:nvSpPr>
          <p:cNvPr id="82" name="improvement-heading-bar">
            <a:extLst xmlns:a="http://schemas.openxmlformats.org/drawingml/2006/main">
              <a:ext uri="{FF2B5EF4-FFF2-40B4-BE49-F238E27FC236}">
                <a16:creationId xmlns:a16="http://schemas.microsoft.com/office/drawing/2014/main" id="{A0A5E599-DB3F-4D31-8BF1-B0629E81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1657350"/>
            <a:ext cx="7239000" cy="381000"/>
          </a:xfrm>
          <a:custGeom xmlns:a="http://schemas.openxmlformats.org/drawingml/2006/main">
            <a:pathLst>
              <a:path w="7239000" h="381000">
                <a:moveTo>
                  <a:pt x="57150" y="0"/>
                </a:moveTo>
                <a:lnTo>
                  <a:pt x="7181850" y="0"/>
                </a:lnTo>
                <a:cubicBezTo>
                  <a:pt x="7213413" y="0"/>
                  <a:pt x="7239000" y="25587"/>
                  <a:pt x="7239000" y="57150"/>
                </a:cubicBezTo>
                <a:lnTo>
                  <a:pt x="7239000" y="323850"/>
                </a:lnTo>
                <a:cubicBezTo>
                  <a:pt x="7239000" y="355413"/>
                  <a:pt x="7213413" y="381000"/>
                  <a:pt x="718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 xmlns:a="http://schemas.openxmlformats.org/drawingml/2006/main">
            <a:srgbClr val="F8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improvement-heading">
            <a:extLst xmlns:a="http://schemas.openxmlformats.org/drawingml/2006/main">
              <a:ext uri="{FF2B5EF4-FFF2-40B4-BE49-F238E27FC236}">
                <a16:creationId xmlns:a16="http://schemas.microsoft.com/office/drawing/2014/main" id="{97374936-504D-44DE-B59A-BE1F157E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16954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 i="0">
                <a:solidFill>
                  <a:srgbClr val="4949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9494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94949"/>
                </a:solidFill>
                <a:latin typeface="Arial"/>
                <a:ea typeface="Arial"/>
                <a:cs typeface="Arial"/>
              </a:rPr>
              <a:t>Agent Improvement</a:t>
            </a:r>
          </a:p>
        </p:txBody>
      </p:sp>
      <p:sp>
        <p:nvSpPr>
          <p:cNvPr id="84" name="trials-frame">
            <a:extLst xmlns:a="http://schemas.openxmlformats.org/drawingml/2006/main">
              <a:ext uri="{FF2B5EF4-FFF2-40B4-BE49-F238E27FC236}">
                <a16:creationId xmlns:a16="http://schemas.microsoft.com/office/drawing/2014/main" id="{FF6F79DB-E102-4710-A45C-E9EAA21A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2085975"/>
            <a:ext cx="48768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58E6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trials-heading-back">
            <a:extLst xmlns:a="http://schemas.openxmlformats.org/drawingml/2006/main">
              <a:ext uri="{FF2B5EF4-FFF2-40B4-BE49-F238E27FC236}">
                <a16:creationId xmlns:a16="http://schemas.microsoft.com/office/drawing/2014/main" id="{6109507C-70E0-4AD9-8619-4126EC35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095500"/>
            <a:ext cx="485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trials-heading">
            <a:extLst xmlns:a="http://schemas.openxmlformats.org/drawingml/2006/main">
              <a:ext uri="{FF2B5EF4-FFF2-40B4-BE49-F238E27FC236}">
                <a16:creationId xmlns:a16="http://schemas.microsoft.com/office/drawing/2014/main" id="{11DD5BBB-2AFB-41F1-A3F2-D75316B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20574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Trials and Reflections</a:t>
            </a:r>
          </a:p>
        </p:txBody>
      </p:sp>
      <p:sp>
        <p:nvSpPr>
          <p:cNvPr id="87" name="deployment-frame">
            <a:extLst xmlns:a="http://schemas.openxmlformats.org/drawingml/2006/main">
              <a:ext uri="{FF2B5EF4-FFF2-40B4-BE49-F238E27FC236}">
                <a16:creationId xmlns:a16="http://schemas.microsoft.com/office/drawing/2014/main" id="{47224A23-46FB-4A88-8D1F-D5D7D586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2085975"/>
            <a:ext cx="23241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58E6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deployment-heading-back">
            <a:extLst xmlns:a="http://schemas.openxmlformats.org/drawingml/2006/main">
              <a:ext uri="{FF2B5EF4-FFF2-40B4-BE49-F238E27FC236}">
                <a16:creationId xmlns:a16="http://schemas.microsoft.com/office/drawing/2014/main" id="{21D24E0A-F51B-4E72-A94A-7688ADF5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2095500"/>
            <a:ext cx="2305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deployment-heading">
            <a:extLst xmlns:a="http://schemas.openxmlformats.org/drawingml/2006/main">
              <a:ext uri="{FF2B5EF4-FFF2-40B4-BE49-F238E27FC236}">
                <a16:creationId xmlns:a16="http://schemas.microsoft.com/office/drawing/2014/main" id="{65AA473B-FDB4-40DE-BEAD-4BFE0A2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205740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B4B4B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90" name="trajectory">
            <a:extLst xmlns:a="http://schemas.openxmlformats.org/drawingml/2006/main">
              <a:ext uri="{FF2B5EF4-FFF2-40B4-BE49-F238E27FC236}">
                <a16:creationId xmlns:a16="http://schemas.microsoft.com/office/drawing/2014/main" id="{AC4B8746-BBE3-4081-9BAA-94C7248E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2525" y="2266950"/>
            <a:ext cx="914400" cy="238125"/>
          </a:xfrm>
          <a:custGeom xmlns:a="http://schemas.openxmlformats.org/drawingml/2006/main">
            <a:pathLst>
              <a:path w="914400" h="238125">
                <a:moveTo>
                  <a:pt x="19050" y="0"/>
                </a:moveTo>
                <a:lnTo>
                  <a:pt x="895350" y="0"/>
                </a:lnTo>
                <a:cubicBezTo>
                  <a:pt x="905871" y="0"/>
                  <a:pt x="914400" y="8529"/>
                  <a:pt x="914400" y="19050"/>
                </a:cubicBezTo>
                <a:lnTo>
                  <a:pt x="914400" y="219075"/>
                </a:lnTo>
                <a:cubicBezTo>
                  <a:pt x="914400" y="229596"/>
                  <a:pt x="905871" y="238125"/>
                  <a:pt x="895350" y="238125"/>
                </a:cubicBezTo>
                <a:lnTo>
                  <a:pt x="19050" y="238125"/>
                </a:lnTo>
                <a:cubicBezTo>
                  <a:pt x="8529" y="238125"/>
                  <a:pt x="0" y="229596"/>
                  <a:pt x="0" y="2190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D5E5F5"/>
          </a:solidFill>
          <a:ln xmlns:a="http://schemas.openxmlformats.org/drawingml/2006/main" w="9525">
            <a:solidFill>
              <a:srgbClr val="737373"/>
            </a:solidFill>
            <a:prstDash val="solid"/>
          </a:ln>
        </p:spPr>
      </p:sp>
      <p:sp>
        <p:nvSpPr>
          <p:cNvPr id="91" name="trajectory-label">
            <a:extLst xmlns:a="http://schemas.openxmlformats.org/drawingml/2006/main">
              <a:ext uri="{FF2B5EF4-FFF2-40B4-BE49-F238E27FC236}">
                <a16:creationId xmlns:a16="http://schemas.microsoft.com/office/drawing/2014/main" id="{46200C53-4D0E-47BA-9C15-DFFC645A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2286000"/>
            <a:ext cx="89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4646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46464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64646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sp>
        <p:nvSpPr>
          <p:cNvPr id="92" name="evaluator">
            <a:extLst xmlns:a="http://schemas.openxmlformats.org/drawingml/2006/main">
              <a:ext uri="{FF2B5EF4-FFF2-40B4-BE49-F238E27FC236}">
                <a16:creationId xmlns:a16="http://schemas.microsoft.com/office/drawing/2014/main" id="{560C5040-8AC6-4AD3-AC92-BC1C6CBF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2525" y="2800350"/>
            <a:ext cx="914400" cy="238125"/>
          </a:xfrm>
          <a:custGeom xmlns:a="http://schemas.openxmlformats.org/drawingml/2006/main">
            <a:pathLst>
              <a:path w="914400" h="238125">
                <a:moveTo>
                  <a:pt x="19050" y="0"/>
                </a:moveTo>
                <a:lnTo>
                  <a:pt x="895350" y="0"/>
                </a:lnTo>
                <a:cubicBezTo>
                  <a:pt x="905871" y="0"/>
                  <a:pt x="914400" y="8529"/>
                  <a:pt x="914400" y="19050"/>
                </a:cubicBezTo>
                <a:lnTo>
                  <a:pt x="914400" y="219075"/>
                </a:lnTo>
                <a:cubicBezTo>
                  <a:pt x="914400" y="229596"/>
                  <a:pt x="905871" y="238125"/>
                  <a:pt x="895350" y="238125"/>
                </a:cubicBezTo>
                <a:lnTo>
                  <a:pt x="19050" y="238125"/>
                </a:lnTo>
                <a:cubicBezTo>
                  <a:pt x="8529" y="238125"/>
                  <a:pt x="0" y="229596"/>
                  <a:pt x="0" y="2190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CFE7BF"/>
          </a:solidFill>
          <a:ln xmlns:a="http://schemas.openxmlformats.org/drawingml/2006/main" w="9525">
            <a:solidFill>
              <a:srgbClr val="737373"/>
            </a:solidFill>
            <a:prstDash val="solid"/>
          </a:ln>
        </p:spPr>
      </p:sp>
      <p:sp>
        <p:nvSpPr>
          <p:cNvPr id="93" name="evaluator-label">
            <a:extLst xmlns:a="http://schemas.openxmlformats.org/drawingml/2006/main">
              <a:ext uri="{FF2B5EF4-FFF2-40B4-BE49-F238E27FC236}">
                <a16:creationId xmlns:a16="http://schemas.microsoft.com/office/drawing/2014/main" id="{B90E7DBA-8E65-48C5-9C6C-B574881D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2819400"/>
            <a:ext cx="895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4646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46464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64646"/>
                </a:solidFill>
                <a:latin typeface="Arial"/>
                <a:ea typeface="Arial"/>
                <a:cs typeface="Arial"/>
              </a:rPr>
              <a:t>Evaluator</a:t>
            </a:r>
          </a:p>
        </p:txBody>
      </p:sp>
      <p:sp>
        <p:nvSpPr>
          <p:cNvPr id="94" name="reflection">
            <a:extLst xmlns:a="http://schemas.openxmlformats.org/drawingml/2006/main">
              <a:ext uri="{FF2B5EF4-FFF2-40B4-BE49-F238E27FC236}">
                <a16:creationId xmlns:a16="http://schemas.microsoft.com/office/drawing/2014/main" id="{B269D31C-13AA-4F2D-9F3B-05EC177B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1225" y="2533650"/>
            <a:ext cx="1181100" cy="238125"/>
          </a:xfrm>
          <a:custGeom xmlns:a="http://schemas.openxmlformats.org/drawingml/2006/main">
            <a:pathLst>
              <a:path w="1181100" h="238125">
                <a:moveTo>
                  <a:pt x="19050" y="0"/>
                </a:moveTo>
                <a:lnTo>
                  <a:pt x="1162050" y="0"/>
                </a:lnTo>
                <a:cubicBezTo>
                  <a:pt x="1172571" y="0"/>
                  <a:pt x="1181100" y="8529"/>
                  <a:pt x="1181100" y="19050"/>
                </a:cubicBezTo>
                <a:lnTo>
                  <a:pt x="1181100" y="219075"/>
                </a:lnTo>
                <a:cubicBezTo>
                  <a:pt x="1181100" y="229596"/>
                  <a:pt x="1172571" y="238125"/>
                  <a:pt x="1162050" y="238125"/>
                </a:cubicBezTo>
                <a:lnTo>
                  <a:pt x="19050" y="238125"/>
                </a:lnTo>
                <a:cubicBezTo>
                  <a:pt x="8529" y="238125"/>
                  <a:pt x="0" y="229596"/>
                  <a:pt x="0" y="219075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 xmlns:a="http://schemas.openxmlformats.org/drawingml/2006/main">
            <a:srgbClr val="F3D7C6"/>
          </a:solidFill>
          <a:ln xmlns:a="http://schemas.openxmlformats.org/drawingml/2006/main" w="9525">
            <a:solidFill>
              <a:srgbClr val="737373"/>
            </a:solidFill>
            <a:prstDash val="solid"/>
          </a:ln>
        </p:spPr>
      </p:sp>
      <p:sp>
        <p:nvSpPr>
          <p:cNvPr id="95" name="reflection-label">
            <a:extLst xmlns:a="http://schemas.openxmlformats.org/drawingml/2006/main">
              <a:ext uri="{FF2B5EF4-FFF2-40B4-BE49-F238E27FC236}">
                <a16:creationId xmlns:a16="http://schemas.microsoft.com/office/drawing/2014/main" id="{8E9CEC50-6FCC-42DB-8C11-098755D2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552700"/>
            <a:ext cx="1162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1" i="0">
                <a:solidFill>
                  <a:srgbClr val="4646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46464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64646"/>
                </a:solidFill>
                <a:latin typeface="Arial"/>
                <a:ea typeface="Arial"/>
                <a:cs typeface="Arial"/>
              </a:rPr>
              <a:t>Self-Reflection</a:t>
            </a:r>
          </a:p>
        </p:txBody>
      </p:sp>
      <p:sp>
        <p:nvSpPr>
          <p:cNvPr id="96" name="trajectory-evaluator">
            <a:extLst xmlns:a="http://schemas.openxmlformats.org/drawingml/2006/main">
              <a:ext uri="{FF2B5EF4-FFF2-40B4-BE49-F238E27FC236}">
                <a16:creationId xmlns:a16="http://schemas.microsoft.com/office/drawing/2014/main" id="{173C6C9A-A1EB-43D0-B558-B321ADA4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2505075"/>
            <a:ext cx="953" cy="295275"/>
          </a:xfrm>
          <a:custGeom xmlns:a="http://schemas.openxmlformats.org/drawingml/2006/main">
            <a:pathLst>
              <a:path w="953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06060"/>
            </a:solidFill>
            <a:prstDash val="solid"/>
          </a:ln>
        </p:spPr>
      </p:sp>
      <p:sp>
        <p:nvSpPr>
          <p:cNvPr id="97" name="trajectory-evaluator-arrow">
            <a:extLst xmlns:a="http://schemas.openxmlformats.org/drawingml/2006/main">
              <a:ext uri="{FF2B5EF4-FFF2-40B4-BE49-F238E27FC236}">
                <a16:creationId xmlns:a16="http://schemas.microsoft.com/office/drawing/2014/main" id="{6AC814EB-0F6A-4250-883A-E4F10BCE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8388" y="2733675"/>
            <a:ext cx="62674" cy="66675"/>
          </a:xfrm>
          <a:custGeom xmlns:a="http://schemas.openxmlformats.org/drawingml/2006/main">
            <a:pathLst>
              <a:path w="62674" h="66675">
                <a:moveTo>
                  <a:pt x="31337" y="66675"/>
                </a:moveTo>
                <a:lnTo>
                  <a:pt x="0" y="0"/>
                </a:lnTo>
                <a:lnTo>
                  <a:pt x="62674" y="0"/>
                </a:lnTo>
                <a:close/>
              </a:path>
            </a:pathLst>
          </a:custGeom>
          <a:solidFill xmlns:a="http://schemas.openxmlformats.org/drawingml/2006/main">
            <a:srgbClr val="606060"/>
          </a:solidFill>
          <a:ln xmlns:a="http://schemas.openxmlformats.org/drawingml/2006/main" w="0">
            <a:solidFill>
              <a:srgbClr val="606060"/>
            </a:solidFill>
            <a:prstDash val="solid"/>
          </a:ln>
        </p:spPr>
      </p:sp>
      <p:sp>
        <p:nvSpPr>
          <p:cNvPr id="98" name="evaluator-reflection">
            <a:extLst xmlns:a="http://schemas.openxmlformats.org/drawingml/2006/main">
              <a:ext uri="{FF2B5EF4-FFF2-40B4-BE49-F238E27FC236}">
                <a16:creationId xmlns:a16="http://schemas.microsoft.com/office/drawing/2014/main" id="{ABD0F343-BBEF-47D3-B9FA-7258D6C0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762250"/>
            <a:ext cx="704850" cy="161925"/>
          </a:xfrm>
          <a:custGeom xmlns:a="http://schemas.openxmlformats.org/drawingml/2006/main">
            <a:pathLst>
              <a:path w="704850" h="161925">
                <a:moveTo>
                  <a:pt x="0" y="161925"/>
                </a:moveTo>
                <a:cubicBezTo>
                  <a:pt x="276225" y="161925"/>
                  <a:pt x="609600" y="142875"/>
                  <a:pt x="7048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06060"/>
            </a:solidFill>
            <a:prstDash val="solid"/>
          </a:ln>
        </p:spPr>
      </p:sp>
      <p:sp>
        <p:nvSpPr>
          <p:cNvPr id="99" name="evaluator-reflection-tip">
            <a:extLst xmlns:a="http://schemas.openxmlformats.org/drawingml/2006/main">
              <a:ext uri="{FF2B5EF4-FFF2-40B4-BE49-F238E27FC236}">
                <a16:creationId xmlns:a16="http://schemas.microsoft.com/office/drawing/2014/main" id="{C4932518-5F0E-4F9E-A3BF-1A4D3830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5575" y="2762250"/>
            <a:ext cx="66675" cy="76200"/>
          </a:xfrm>
          <a:custGeom xmlns:a="http://schemas.openxmlformats.org/drawingml/2006/main">
            <a:pathLst>
              <a:path w="66675" h="76200">
                <a:moveTo>
                  <a:pt x="66675" y="0"/>
                </a:moveTo>
                <a:lnTo>
                  <a:pt x="0" y="9525"/>
                </a:lnTo>
                <a:lnTo>
                  <a:pt x="57150" y="76200"/>
                </a:lnTo>
                <a:close/>
              </a:path>
            </a:pathLst>
          </a:custGeom>
          <a:solidFill xmlns:a="http://schemas.openxmlformats.org/drawingml/2006/main">
            <a:srgbClr val="606060"/>
          </a:solidFill>
          <a:ln xmlns:a="http://schemas.openxmlformats.org/drawingml/2006/main" w="0">
            <a:solidFill>
              <a:srgbClr val="606060"/>
            </a:solidFill>
            <a:prstDash val="solid"/>
          </a:ln>
        </p:spPr>
      </p:sp>
      <p:sp>
        <p:nvSpPr>
          <p:cNvPr id="100" name="reflection-trajectory">
            <a:extLst xmlns:a="http://schemas.openxmlformats.org/drawingml/2006/main">
              <a:ext uri="{FF2B5EF4-FFF2-40B4-BE49-F238E27FC236}">
                <a16:creationId xmlns:a16="http://schemas.microsoft.com/office/drawing/2014/main" id="{D47FE319-8CE2-4E1A-B9BD-4DF48770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381250"/>
            <a:ext cx="714375" cy="161925"/>
          </a:xfrm>
          <a:custGeom xmlns:a="http://schemas.openxmlformats.org/drawingml/2006/main">
            <a:pathLst>
              <a:path w="714375" h="161925">
                <a:moveTo>
                  <a:pt x="714375" y="161925"/>
                </a:moveTo>
                <a:cubicBezTo>
                  <a:pt x="657225" y="38100"/>
                  <a:pt x="247650" y="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06060"/>
            </a:solidFill>
            <a:prstDash val="solid"/>
          </a:ln>
        </p:spPr>
      </p:sp>
      <p:sp>
        <p:nvSpPr>
          <p:cNvPr id="101" name="reflection-trajectory-tip">
            <a:extLst xmlns:a="http://schemas.openxmlformats.org/drawingml/2006/main">
              <a:ext uri="{FF2B5EF4-FFF2-40B4-BE49-F238E27FC236}">
                <a16:creationId xmlns:a16="http://schemas.microsoft.com/office/drawing/2014/main" id="{B76E57EA-153B-4237-BD21-16D1AB8F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2343150"/>
            <a:ext cx="66675" cy="76200"/>
          </a:xfrm>
          <a:custGeom xmlns:a="http://schemas.openxmlformats.org/drawingml/2006/main">
            <a:pathLst>
              <a:path w="66675" h="76200">
                <a:moveTo>
                  <a:pt x="0" y="38100"/>
                </a:moveTo>
                <a:lnTo>
                  <a:pt x="66675" y="0"/>
                </a:lnTo>
                <a:lnTo>
                  <a:pt x="66675" y="76200"/>
                </a:lnTo>
                <a:close/>
              </a:path>
            </a:pathLst>
          </a:custGeom>
          <a:solidFill xmlns:a="http://schemas.openxmlformats.org/drawingml/2006/main">
            <a:srgbClr val="606060"/>
          </a:solidFill>
          <a:ln xmlns:a="http://schemas.openxmlformats.org/drawingml/2006/main" w="0">
            <a:solidFill>
              <a:srgbClr val="606060"/>
            </a:solidFill>
            <a:prstDash val="solid"/>
          </a:ln>
        </p:spPr>
      </p:sp>
      <p:sp>
        <p:nvSpPr>
          <p:cNvPr id="102" name="robot-to-trajectory">
            <a:extLst xmlns:a="http://schemas.openxmlformats.org/drawingml/2006/main">
              <a:ext uri="{FF2B5EF4-FFF2-40B4-BE49-F238E27FC236}">
                <a16:creationId xmlns:a16="http://schemas.microsoft.com/office/drawing/2014/main" id="{C9DA3F44-B94E-407D-8D1D-DB05A17F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2352675"/>
            <a:ext cx="438150" cy="314325"/>
          </a:xfrm>
          <a:custGeom xmlns:a="http://schemas.openxmlformats.org/drawingml/2006/main">
            <a:pathLst>
              <a:path w="438150" h="314325">
                <a:moveTo>
                  <a:pt x="0" y="314325"/>
                </a:moveTo>
                <a:cubicBezTo>
                  <a:pt x="0" y="85725"/>
                  <a:pt x="247650" y="28575"/>
                  <a:pt x="43815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709FC8"/>
            </a:solidFill>
            <a:prstDash val="dash"/>
          </a:ln>
        </p:spPr>
      </p:sp>
      <p:sp>
        <p:nvSpPr>
          <p:cNvPr id="103" name="reflection-memory">
            <a:extLst xmlns:a="http://schemas.openxmlformats.org/drawingml/2006/main">
              <a:ext uri="{FF2B5EF4-FFF2-40B4-BE49-F238E27FC236}">
                <a16:creationId xmlns:a16="http://schemas.microsoft.com/office/drawing/2014/main" id="{5719FE74-C2C7-4367-9F7E-AA74630E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2667000"/>
            <a:ext cx="428625" cy="953"/>
          </a:xfrm>
          <a:custGeom xmlns:a="http://schemas.openxmlformats.org/drawingml/2006/main">
            <a:pathLst>
              <a:path w="428625" h="953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6A88B"/>
            </a:solidFill>
            <a:prstDash val="dash"/>
          </a:ln>
        </p:spPr>
      </p:sp>
      <p:sp>
        <p:nvSpPr>
          <p:cNvPr id="104" name="reflection-memory-arrow">
            <a:extLst xmlns:a="http://schemas.openxmlformats.org/drawingml/2006/main">
              <a:ext uri="{FF2B5EF4-FFF2-40B4-BE49-F238E27FC236}">
                <a16:creationId xmlns:a16="http://schemas.microsoft.com/office/drawing/2014/main" id="{2E19D6AE-4B23-43B5-B586-EE0AFE7C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1425" y="2640140"/>
            <a:ext cx="57150" cy="53721"/>
          </a:xfrm>
          <a:custGeom xmlns:a="http://schemas.openxmlformats.org/drawingml/2006/main">
            <a:pathLst>
              <a:path w="57150" h="53721">
                <a:moveTo>
                  <a:pt x="57150" y="26860"/>
                </a:moveTo>
                <a:lnTo>
                  <a:pt x="0" y="537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6A88B"/>
          </a:solidFill>
          <a:ln xmlns:a="http://schemas.openxmlformats.org/drawingml/2006/main" w="0">
            <a:solidFill>
              <a:srgbClr val="D6A88B"/>
            </a:solidFill>
            <a:prstDash val="solid"/>
          </a:ln>
        </p:spPr>
      </p:sp>
      <p:sp>
        <p:nvSpPr>
          <p:cNvPr id="105" name="reflection-memory-head">
            <a:extLst xmlns:a="http://schemas.openxmlformats.org/drawingml/2006/main">
              <a:ext uri="{FF2B5EF4-FFF2-40B4-BE49-F238E27FC236}">
                <a16:creationId xmlns:a16="http://schemas.microsoft.com/office/drawing/2014/main" id="{9AAC01EF-77B7-44CA-8E34-BCCC473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2640140"/>
            <a:ext cx="57150" cy="53721"/>
          </a:xfrm>
          <a:custGeom xmlns:a="http://schemas.openxmlformats.org/drawingml/2006/main">
            <a:pathLst>
              <a:path w="57150" h="53721">
                <a:moveTo>
                  <a:pt x="0" y="26860"/>
                </a:moveTo>
                <a:lnTo>
                  <a:pt x="57150" y="0"/>
                </a:lnTo>
                <a:lnTo>
                  <a:pt x="57150" y="53721"/>
                </a:lnTo>
                <a:close/>
              </a:path>
            </a:pathLst>
          </a:custGeom>
          <a:solidFill xmlns:a="http://schemas.openxmlformats.org/drawingml/2006/main">
            <a:srgbClr val="D6A88B"/>
          </a:solidFill>
          <a:ln xmlns:a="http://schemas.openxmlformats.org/drawingml/2006/main" w="0">
            <a:solidFill>
              <a:srgbClr val="D6A88B"/>
            </a:solidFill>
            <a:prstDash val="solid"/>
          </a:ln>
        </p:spPr>
      </p:sp>
      <p:sp>
        <p:nvSpPr>
          <p:cNvPr id="106" name="memory-label">
            <a:extLst xmlns:a="http://schemas.openxmlformats.org/drawingml/2006/main">
              <a:ext uri="{FF2B5EF4-FFF2-40B4-BE49-F238E27FC236}">
                <a16:creationId xmlns:a16="http://schemas.microsoft.com/office/drawing/2014/main" id="{102AE29A-283F-4163-8177-71CB0C73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2486025"/>
            <a:ext cx="81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Long-term</a:t>
            </a:r>
          </a:p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07" name="deployment-plus-circle">
            <a:extLst xmlns:a="http://schemas.openxmlformats.org/drawingml/2006/main">
              <a:ext uri="{FF2B5EF4-FFF2-40B4-BE49-F238E27FC236}">
                <a16:creationId xmlns:a16="http://schemas.microsoft.com/office/drawing/2014/main" id="{FEFDD175-EF2A-47C1-9F82-6C71734F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2581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deployment-plus">
            <a:extLst xmlns:a="http://schemas.openxmlformats.org/drawingml/2006/main">
              <a:ext uri="{FF2B5EF4-FFF2-40B4-BE49-F238E27FC236}">
                <a16:creationId xmlns:a16="http://schemas.microsoft.com/office/drawing/2014/main" id="{83E5E8D6-21F9-4269-B1F6-1BC51DDF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257175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9" name="deployment-equals">
            <a:extLst xmlns:a="http://schemas.openxmlformats.org/drawingml/2006/main">
              <a:ext uri="{FF2B5EF4-FFF2-40B4-BE49-F238E27FC236}">
                <a16:creationId xmlns:a16="http://schemas.microsoft.com/office/drawing/2014/main" id="{E473406D-B1BD-49FC-A45C-7D9DF7D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2505075"/>
            <a:ext cx="180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0" name="deployment-x">
            <a:extLst xmlns:a="http://schemas.openxmlformats.org/drawingml/2006/main">
              <a:ext uri="{FF2B5EF4-FFF2-40B4-BE49-F238E27FC236}">
                <a16:creationId xmlns:a16="http://schemas.microsoft.com/office/drawing/2014/main" id="{62990921-C0CB-41B6-9D41-BC5ADFB7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075" y="2876550"/>
            <a:ext cx="723900" cy="953"/>
          </a:xfrm>
          <a:custGeom xmlns:a="http://schemas.openxmlformats.org/drawingml/2006/main">
            <a:pathLst>
              <a:path w="723900" h="953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54852C"/>
            </a:solidFill>
            <a:prstDash val="solid"/>
          </a:ln>
        </p:spPr>
      </p:sp>
      <p:sp>
        <p:nvSpPr>
          <p:cNvPr id="111" name="deployment-x-arrow">
            <a:extLst xmlns:a="http://schemas.openxmlformats.org/drawingml/2006/main">
              <a:ext uri="{FF2B5EF4-FFF2-40B4-BE49-F238E27FC236}">
                <a16:creationId xmlns:a16="http://schemas.microsoft.com/office/drawing/2014/main" id="{A7BAD6B3-19DE-482B-8E70-148A5714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825" y="2849690"/>
            <a:ext cx="57150" cy="53721"/>
          </a:xfrm>
          <a:custGeom xmlns:a="http://schemas.openxmlformats.org/drawingml/2006/main">
            <a:pathLst>
              <a:path w="57150" h="53721">
                <a:moveTo>
                  <a:pt x="57150" y="26860"/>
                </a:moveTo>
                <a:lnTo>
                  <a:pt x="0" y="537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852C"/>
          </a:solidFill>
          <a:ln xmlns:a="http://schemas.openxmlformats.org/drawingml/2006/main" w="0">
            <a:solidFill>
              <a:srgbClr val="54852C"/>
            </a:solidFill>
            <a:prstDash val="solid"/>
          </a:ln>
        </p:spPr>
      </p:sp>
      <p:sp>
        <p:nvSpPr>
          <p:cNvPr id="112" name="deployment-y">
            <a:extLst xmlns:a="http://schemas.openxmlformats.org/drawingml/2006/main">
              <a:ext uri="{FF2B5EF4-FFF2-40B4-BE49-F238E27FC236}">
                <a16:creationId xmlns:a16="http://schemas.microsoft.com/office/drawing/2014/main" id="{F621EF5E-C26A-4DEB-9638-16C7201D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6075" y="2352675"/>
            <a:ext cx="953" cy="523875"/>
          </a:xfrm>
          <a:custGeom xmlns:a="http://schemas.openxmlformats.org/drawingml/2006/main">
            <a:pathLst>
              <a:path w="953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54852C"/>
            </a:solidFill>
            <a:prstDash val="solid"/>
          </a:ln>
        </p:spPr>
      </p:sp>
      <p:sp>
        <p:nvSpPr>
          <p:cNvPr id="113" name="deployment-y-arrow">
            <a:extLst xmlns:a="http://schemas.openxmlformats.org/drawingml/2006/main">
              <a:ext uri="{FF2B5EF4-FFF2-40B4-BE49-F238E27FC236}">
                <a16:creationId xmlns:a16="http://schemas.microsoft.com/office/drawing/2014/main" id="{26813A28-CB45-4F10-9269-2C3370B2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9215" y="2352675"/>
            <a:ext cx="53721" cy="57150"/>
          </a:xfrm>
          <a:custGeom xmlns:a="http://schemas.openxmlformats.org/drawingml/2006/main">
            <a:pathLst>
              <a:path w="53721" h="57150">
                <a:moveTo>
                  <a:pt x="26860" y="0"/>
                </a:moveTo>
                <a:lnTo>
                  <a:pt x="53721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54852C"/>
          </a:solidFill>
          <a:ln xmlns:a="http://schemas.openxmlformats.org/drawingml/2006/main" w="0">
            <a:solidFill>
              <a:srgbClr val="54852C"/>
            </a:solidFill>
            <a:prstDash val="solid"/>
          </a:ln>
        </p:spPr>
      </p:sp>
      <p:sp>
        <p:nvSpPr>
          <p:cNvPr id="114" name="deployment-success">
            <a:extLst xmlns:a="http://schemas.openxmlformats.org/drawingml/2006/main">
              <a:ext uri="{FF2B5EF4-FFF2-40B4-BE49-F238E27FC236}">
                <a16:creationId xmlns:a16="http://schemas.microsoft.com/office/drawing/2014/main" id="{15B05152-0A3A-4E46-9B29-8F1109F4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2524125"/>
            <a:ext cx="542925" cy="295275"/>
          </a:xfrm>
          <a:custGeom xmlns:a="http://schemas.openxmlformats.org/drawingml/2006/main">
            <a:pathLst>
              <a:path w="542925" h="295275">
                <a:moveTo>
                  <a:pt x="0" y="295275"/>
                </a:moveTo>
                <a:cubicBezTo>
                  <a:pt x="114300" y="247650"/>
                  <a:pt x="161925" y="238125"/>
                  <a:pt x="247650" y="161925"/>
                </a:cubicBezTo>
                <a:cubicBezTo>
                  <a:pt x="314325" y="57150"/>
                  <a:pt x="409575" y="28575"/>
                  <a:pt x="5429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DF9A"/>
            </a:solidFill>
            <a:prstDash val="solid"/>
          </a:ln>
        </p:spPr>
      </p:sp>
      <p:sp>
        <p:nvSpPr>
          <p:cNvPr id="115" name="success-axis-label">
            <a:extLst xmlns:a="http://schemas.openxmlformats.org/drawingml/2006/main">
              <a:ext uri="{FF2B5EF4-FFF2-40B4-BE49-F238E27FC236}">
                <a16:creationId xmlns:a16="http://schemas.microsoft.com/office/drawing/2014/main" id="{94AC3916-233B-4F02-877D-6E26769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248900" y="2533650"/>
            <a:ext cx="38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16" name="trials-axis-label">
            <a:extLst xmlns:a="http://schemas.openxmlformats.org/drawingml/2006/main">
              <a:ext uri="{FF2B5EF4-FFF2-40B4-BE49-F238E27FC236}">
                <a16:creationId xmlns:a16="http://schemas.microsoft.com/office/drawing/2014/main" id="{5C93C8EA-7BDA-42AD-B1E4-2B1F4F53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6100" y="2857500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Trials</a:t>
            </a:r>
          </a:p>
        </p:txBody>
      </p:sp>
      <p:pic>
        <p:nvPic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B37340C-A8A6-4DE7-B8C4-481B1E1B4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a57f081274a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33850" y="2381250"/>
            <a:ext cx="400050" cy="561975"/>
          </a:xfrm>
          <a:prstGeom xmlns:a="http://schemas.openxmlformats.org/drawingml/2006/main" prst="rect">
            <a:avLst/>
          </a:prstGeom>
        </p:spPr>
      </p:pic>
      <p:sp>
        <p:nvSpPr>
          <p:cNvPr id="118" name="reflection-robot">
            <a:extLst xmlns:a="http://schemas.openxmlformats.org/drawingml/2006/main">
              <a:ext uri="{FF2B5EF4-FFF2-40B4-BE49-F238E27FC236}">
                <a16:creationId xmlns:a16="http://schemas.microsoft.com/office/drawing/2014/main" id="{6862FA4C-DD08-4DC3-9D02-EACBA59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381250"/>
            <a:ext cx="400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B8C7B35-37C7-4F13-9F06-AA49DE7009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c4b72500e4f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6200" y="2409825"/>
            <a:ext cx="352425" cy="447675"/>
          </a:xfrm>
          <a:prstGeom xmlns:a="http://schemas.openxmlformats.org/drawingml/2006/main" prst="rect">
            <a:avLst/>
          </a:prstGeom>
        </p:spPr>
      </p:pic>
      <p:sp>
        <p:nvSpPr>
          <p:cNvPr id="120" name="memory-notepad">
            <a:extLst xmlns:a="http://schemas.openxmlformats.org/drawingml/2006/main">
              <a:ext uri="{FF2B5EF4-FFF2-40B4-BE49-F238E27FC236}">
                <a16:creationId xmlns:a16="http://schemas.microsoft.com/office/drawing/2014/main" id="{97A80C0C-3D12-47DE-8F1E-76593FE9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0" y="2409825"/>
            <a:ext cx="3524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82AFEF5-34A2-4FD6-BDA4-60CD3D3942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65f87d4ed43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2333625"/>
            <a:ext cx="409575" cy="609600"/>
          </a:xfrm>
          <a:prstGeom xmlns:a="http://schemas.openxmlformats.org/drawingml/2006/main" prst="rect">
            <a:avLst/>
          </a:prstGeom>
        </p:spPr>
      </p:pic>
      <p:sp>
        <p:nvSpPr>
          <p:cNvPr id="122" name="deployment-robot">
            <a:extLst xmlns:a="http://schemas.openxmlformats.org/drawingml/2006/main">
              <a:ext uri="{FF2B5EF4-FFF2-40B4-BE49-F238E27FC236}">
                <a16:creationId xmlns:a16="http://schemas.microsoft.com/office/drawing/2014/main" id="{F0832791-900A-40B9-90FD-13F0A5E1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333625"/>
            <a:ext cx="409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E6B06B7-3900-419C-A15A-08A9D6F387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2f1e07fe74e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409825"/>
            <a:ext cx="342900" cy="466725"/>
          </a:xfrm>
          <a:prstGeom xmlns:a="http://schemas.openxmlformats.org/drawingml/2006/main" prst="rect">
            <a:avLst/>
          </a:prstGeom>
        </p:spPr>
      </p:pic>
      <p:sp>
        <p:nvSpPr>
          <p:cNvPr id="124" name="deployment-notepad">
            <a:extLst xmlns:a="http://schemas.openxmlformats.org/drawingml/2006/main">
              <a:ext uri="{FF2B5EF4-FFF2-40B4-BE49-F238E27FC236}">
                <a16:creationId xmlns:a16="http://schemas.microsoft.com/office/drawing/2014/main" id="{76286845-CFEE-4F2E-9357-0CA65B14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2175" y="2409825"/>
            <a:ext cx="342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279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2026-10-09T21:01:21.2300000Z</dcterms:created>
  <dcterms:modified xsi:type="dcterms:W3CDTF">2026-10-09T21:01:21.2300000Z</dcterms:modified>
</coreProperties>
</file>