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9569b69bdc4694" /><Relationship Type="http://schemas.openxmlformats.org/officeDocument/2006/relationships/extended-properties" Target="/docProps/app.xml" Id="R173cb0b7132e4ebd" /><Relationship Type="http://schemas.openxmlformats.org/officeDocument/2006/relationships/officeDocument" Target="/ppt/presentation.xml" Id="R2fcd857ea24946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89a4a37c024386"/>
  </p:sldMasterIdLst>
  <p:notesMasterIdLst>
    <p:notesMasterId xmlns:r="http://schemas.openxmlformats.org/officeDocument/2006/relationships" r:id="Rd3ef12f35b484571"/>
  </p:notesMasterIdLst>
  <p:sldIdLst>
    <p:sldId xmlns:r="http://schemas.openxmlformats.org/officeDocument/2006/relationships" id="256" r:id="Rec8e1fedd4534aac"/>
  </p:sldIdLst>
  <p:sldSz cx="4533900" cy="35528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8af9a6d03b4b9e" /><Relationship Type="http://schemas.openxmlformats.org/officeDocument/2006/relationships/slideMaster" Target="/ppt/slideMasters/slideMaster1.xml" Id="Reb89a4a37c024386" /><Relationship Type="http://schemas.openxmlformats.org/officeDocument/2006/relationships/notesMaster" Target="/ppt/notesMasters/notesMaster1.xml" Id="Rd3ef12f35b484571" /><Relationship Type="http://schemas.openxmlformats.org/officeDocument/2006/relationships/presProps" Target="/ppt/presProps.xml" Id="Re44cfe21df464dfd" /><Relationship Type="http://schemas.openxmlformats.org/officeDocument/2006/relationships/tableStyles" Target="/ppt/tableStyles.xml" Id="R99659736010f4035" /><Relationship Type="http://schemas.openxmlformats.org/officeDocument/2006/relationships/slide" Target="/ppt/slides/slide1.xml" Id="Rec8e1fedd4534a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32e339440d40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f855d7b3a5465d" /><Relationship Type="http://schemas.openxmlformats.org/officeDocument/2006/relationships/notesMaster" Target="/ppt/notesMasters/notesMaster1.xml" Id="Rb93206f94e7048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"Variational Option Discovery Algorithms",</a:t>
            </a:r>
          </a:p>
          <a:p xmlns:a="http://schemas.openxmlformats.org/drawingml/2006/main">
            <a:r>
              <a:t>  "paper_url": "https://arxiv.org/abs/1807.10299v1",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"license": "No reuse license found in inspected source landing page; retain attribution and review reuse terms",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"a2581310989e6cfc5312e67e74ee288ccf26ab6d066a1057b72192d5de407604",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345.6019897461,</a:t>
            </a:r>
          </a:p>
          <a:p xmlns:a="http://schemas.openxmlformats.org/drawingml/2006/main">
            <a:r>
              <a:t>    376.6875,</a:t>
            </a:r>
          </a:p>
          <a:p xmlns:a="http://schemas.openxmlformats.org/drawingml/2006/main">
            <a:r>
              <a:t>    503.9981689453,</a:t>
            </a:r>
          </a:p>
          <a:p xmlns:a="http://schemas.openxmlformats.org/drawingml/2006/main">
            <a:r>
              <a:t>    500.8469848633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"notes": "Manually reconstructed after inspecting actual source pixels. Original source is a flattened raster. Layout, native panels, labels and connecting geometry are recreated; no whole-figure raster backdrop. Font metrics and curve/arrow geometry approximated. Small original mathematical/photo details retained only where explicitly noted. Independent target-application QA pending. Ordinary labels are typeable. Four simple state-difference labels rebuilt as live Times text with separately positioned subscripts; all LSTM cells, bidirectional routes, linear projections and pooling are native."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4eef1330a14d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ffd406c17644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cd4e901dd840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f862bf4e541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5133abc8654d7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bb745b825f41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E119AD-DE5F-4413-8DC7-3ACEC5D464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3390" y="1342178"/>
            <a:ext cx="3627120" cy="513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8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E10D253-E5FB-459A-B276-A15BCC425AF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80085" y="1954054"/>
            <a:ext cx="3173730" cy="394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E7D822B-6741-4A2C-8DFB-3A63693597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3390" y="1480344"/>
            <a:ext cx="3627120" cy="592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6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4EC397-2465-4E30-BCA7-4740532581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5032" y="276331"/>
            <a:ext cx="4023836" cy="434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C0B5512-5AE3-43CC-8EA0-2D02E99ECC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55032" y="986896"/>
            <a:ext cx="4023836" cy="2210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5011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1pPr>
            <a:lvl2pPr marL="198358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2pPr>
            <a:lvl3pPr marL="311706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3pPr>
            <a:lvl4pPr marL="425053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4pPr>
            <a:lvl5pPr marL="538401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5pPr>
            <a:lvl6pPr marL="651748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6pPr>
            <a:lvl7pPr marL="765096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7pPr>
            <a:lvl8pPr marL="878443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8pPr>
            <a:lvl9pPr marL="991791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EBD6503-5FC3-4E9A-AFB9-3766906B82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5032" y="276331"/>
            <a:ext cx="4023836" cy="434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086E0C-A495-4978-8C91-6B65D5B1A8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55032" y="986896"/>
            <a:ext cx="1870234" cy="2210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5011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1pPr>
            <a:lvl2pPr marL="198358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2pPr>
            <a:lvl3pPr marL="311706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3pPr>
            <a:lvl4pPr marL="425053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4pPr>
            <a:lvl5pPr marL="538401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5pPr>
            <a:lvl6pPr marL="651748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6pPr>
            <a:lvl7pPr marL="765096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7pPr>
            <a:lvl8pPr marL="878443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8pPr>
            <a:lvl9pPr marL="991791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61A5882-DD02-4A34-AB91-BBFE6B639F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408634" y="986896"/>
            <a:ext cx="1870234" cy="2210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5011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1pPr>
            <a:lvl2pPr marL="198358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2pPr>
            <a:lvl3pPr marL="311706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3pPr>
            <a:lvl4pPr marL="425053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4pPr>
            <a:lvl5pPr marL="538401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5pPr>
            <a:lvl6pPr marL="651748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6pPr>
            <a:lvl7pPr marL="765096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7pPr>
            <a:lvl8pPr marL="878443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8pPr>
            <a:lvl9pPr marL="991791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1FD06D-62AB-49B9-9E4A-20E7F7785E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5032" y="276331"/>
            <a:ext cx="4023836" cy="434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85D685-4986-443B-AE3F-D957FE8713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55032" y="986896"/>
            <a:ext cx="1870234" cy="2210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5011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1pPr>
            <a:lvl2pPr marL="198358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2pPr>
            <a:lvl3pPr marL="311706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3pPr>
            <a:lvl4pPr marL="425053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4pPr>
            <a:lvl5pPr marL="538401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5pPr>
            <a:lvl6pPr marL="651748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6pPr>
            <a:lvl7pPr marL="765096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7pPr>
            <a:lvl8pPr marL="878443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8pPr>
            <a:lvl9pPr marL="991791" indent="-85011">
              <a:lnSpc>
                <a:spcPct val="110000"/>
              </a:lnSpc>
              <a:spcBef>
                <a:spcPts val="0"/>
              </a:spcBef>
              <a:spcAft>
                <a:spcPts val="446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b42131681842dd" /><Relationship Type="http://schemas.openxmlformats.org/officeDocument/2006/relationships/slideLayout" Target="/ppt/slideLayouts/slideLayout1.xml" Id="R21d5fbad3bc84651" /><Relationship Type="http://schemas.openxmlformats.org/officeDocument/2006/relationships/slideLayout" Target="/ppt/slideLayouts/slideLayout2.xml" Id="R83e8ae21ff1b4aae" /><Relationship Type="http://schemas.openxmlformats.org/officeDocument/2006/relationships/slideLayout" Target="/ppt/slideLayouts/slideLayout3.xml" Id="R12129a5518b349e8" /><Relationship Type="http://schemas.openxmlformats.org/officeDocument/2006/relationships/slideLayout" Target="/ppt/slideLayouts/slideLayout4.xml" Id="R0d32539283e1496c" /><Relationship Type="http://schemas.openxmlformats.org/officeDocument/2006/relationships/slideLayout" Target="/ppt/slideLayouts/slideLayout5.xml" Id="Rc78b5e23a26746db" /><Relationship Type="http://schemas.openxmlformats.org/officeDocument/2006/relationships/slideLayout" Target="/ppt/slideLayouts/slideLayout6.xml" Id="R0a08f798cc8045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d5fbad3bc84651"/>
    <p:sldLayoutId xmlns:r="http://schemas.openxmlformats.org/officeDocument/2006/relationships" id="2147483650" r:id="R83e8ae21ff1b4aae"/>
    <p:sldLayoutId xmlns:r="http://schemas.openxmlformats.org/officeDocument/2006/relationships" id="2147483651" r:id="R12129a5518b349e8"/>
    <p:sldLayoutId xmlns:r="http://schemas.openxmlformats.org/officeDocument/2006/relationships" id="2147483652" r:id="R0d32539283e1496c"/>
    <p:sldLayoutId xmlns:r="http://schemas.openxmlformats.org/officeDocument/2006/relationships" id="2147483653" r:id="Rc78b5e23a26746db"/>
    <p:sldLayoutId xmlns:r="http://schemas.openxmlformats.org/officeDocument/2006/relationships" id="2147483654" r:id="R0a08f798cc8045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c96d2d900242c2" /><Relationship Type="http://schemas.openxmlformats.org/officeDocument/2006/relationships/notesSlide" Target="/ppt/notesSlides/notesSlide1.xml" Id="Rb38af5ae08404e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average-pooling">
            <a:extLst xmlns:a="http://schemas.openxmlformats.org/drawingml/2006/main">
              <a:ext uri="{FF2B5EF4-FFF2-40B4-BE49-F238E27FC236}">
                <a16:creationId xmlns:a16="http://schemas.microsoft.com/office/drawing/2014/main" id="{1D097D59-A708-4005-AB53-77E9DC4A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" y="609600"/>
            <a:ext cx="3524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3CD"/>
          </a:solidFill>
          <a:ln xmlns:a="http://schemas.openxmlformats.org/drawingml/2006/main" w="12383">
            <a:solidFill>
              <a:srgbClr val="E3C875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pooling-label">
            <a:extLst xmlns:a="http://schemas.openxmlformats.org/drawingml/2006/main">
              <a:ext uri="{FF2B5EF4-FFF2-40B4-BE49-F238E27FC236}">
                <a16:creationId xmlns:a16="http://schemas.microsoft.com/office/drawing/2014/main" id="{C10F0C93-3586-468D-B1DD-396986CD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" y="6477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Average Pooling</a:t>
            </a:r>
          </a:p>
        </p:txBody>
      </p:sp>
      <p:sp>
        <p:nvSpPr>
          <p:cNvPr id="3" name="logits-label">
            <a:extLst xmlns:a="http://schemas.openxmlformats.org/drawingml/2006/main">
              <a:ext uri="{FF2B5EF4-FFF2-40B4-BE49-F238E27FC236}">
                <a16:creationId xmlns:a16="http://schemas.microsoft.com/office/drawing/2014/main" id="{7EC9E452-9649-46C6-9AD8-2DE191D3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66675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logits</a:t>
            </a:r>
          </a:p>
        </p:txBody>
      </p:sp>
      <p:sp>
        <p:nvSpPr>
          <p:cNvPr id="4" name="output">
            <a:extLst xmlns:a="http://schemas.openxmlformats.org/drawingml/2006/main">
              <a:ext uri="{FF2B5EF4-FFF2-40B4-BE49-F238E27FC236}">
                <a16:creationId xmlns:a16="http://schemas.microsoft.com/office/drawing/2014/main" id="{3FE67FF3-AA3F-4C3A-B79E-DA844A73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333375"/>
            <a:ext cx="95" cy="276225"/>
          </a:xfrm>
          <a:custGeom xmlns:a="http://schemas.openxmlformats.org/drawingml/2006/main">
            <a:pathLst>
              <a:path w="95" h="276225">
                <a:moveTo>
                  <a:pt x="0" y="2762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77777"/>
            </a:solidFill>
            <a:prstDash val="solid"/>
          </a:ln>
        </p:spPr>
      </p:sp>
      <p:sp>
        <p:nvSpPr>
          <p:cNvPr id="5" name="output-head">
            <a:extLst xmlns:a="http://schemas.openxmlformats.org/drawingml/2006/main">
              <a:ext uri="{FF2B5EF4-FFF2-40B4-BE49-F238E27FC236}">
                <a16:creationId xmlns:a16="http://schemas.microsoft.com/office/drawing/2014/main" id="{2F4F53FE-6B13-4811-B921-9241BE2C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2660" y="333375"/>
            <a:ext cx="68580" cy="76200"/>
          </a:xfrm>
          <a:custGeom xmlns:a="http://schemas.openxmlformats.org/drawingml/2006/main">
            <a:pathLst>
              <a:path w="68580" h="76200">
                <a:moveTo>
                  <a:pt x="34290" y="0"/>
                </a:moveTo>
                <a:lnTo>
                  <a:pt x="6858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inear-0">
            <a:extLst xmlns:a="http://schemas.openxmlformats.org/drawingml/2006/main">
              <a:ext uri="{FF2B5EF4-FFF2-40B4-BE49-F238E27FC236}">
                <a16:creationId xmlns:a16="http://schemas.microsoft.com/office/drawing/2014/main" id="{A660D73D-EC24-4209-8D46-3754CD5E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200150"/>
            <a:ext cx="5524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D8EACD"/>
          </a:solidFill>
          <a:ln xmlns:a="http://schemas.openxmlformats.org/drawingml/2006/main" w="13335">
            <a:solidFill>
              <a:srgbClr val="87B87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linear-label-0">
            <a:extLst xmlns:a="http://schemas.openxmlformats.org/drawingml/2006/main">
              <a:ext uri="{FF2B5EF4-FFF2-40B4-BE49-F238E27FC236}">
                <a16:creationId xmlns:a16="http://schemas.microsoft.com/office/drawing/2014/main" id="{85C27FFD-0C7A-456A-8AC3-B68C2F4C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" y="12096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Linear</a:t>
            </a:r>
          </a:p>
        </p:txBody>
      </p:sp>
      <p:sp>
        <p:nvSpPr>
          <p:cNvPr id="8" name="top-cell-0">
            <a:extLst xmlns:a="http://schemas.openxmlformats.org/drawingml/2006/main">
              <a:ext uri="{FF2B5EF4-FFF2-40B4-BE49-F238E27FC236}">
                <a16:creationId xmlns:a16="http://schemas.microsoft.com/office/drawing/2014/main" id="{A180C088-D5FA-4C27-B93A-291DC141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25" y="1666875"/>
            <a:ext cx="4762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8E6FC"/>
          </a:solidFill>
          <a:ln xmlns:a="http://schemas.openxmlformats.org/drawingml/2006/main" w="14288">
            <a:solidFill>
              <a:srgbClr val="87A9D9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bottom-cell-0">
            <a:extLst xmlns:a="http://schemas.openxmlformats.org/drawingml/2006/main">
              <a:ext uri="{FF2B5EF4-FFF2-40B4-BE49-F238E27FC236}">
                <a16:creationId xmlns:a16="http://schemas.microsoft.com/office/drawing/2014/main" id="{C4E175C1-F26A-43E3-B1C4-64A0C999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25" y="2390775"/>
            <a:ext cx="476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8E6FC"/>
          </a:solidFill>
          <a:ln xmlns:a="http://schemas.openxmlformats.org/drawingml/2006/main" w="14288">
            <a:solidFill>
              <a:srgbClr val="87A9D9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linear-to-pool-0">
            <a:extLst xmlns:a="http://schemas.openxmlformats.org/drawingml/2006/main">
              <a:ext uri="{FF2B5EF4-FFF2-40B4-BE49-F238E27FC236}">
                <a16:creationId xmlns:a16="http://schemas.microsoft.com/office/drawing/2014/main" id="{4AA5A5DE-858C-4485-8220-B17C5142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971550"/>
            <a:ext cx="95" cy="228600"/>
          </a:xfrm>
          <a:custGeom xmlns:a="http://schemas.openxmlformats.org/drawingml/2006/main">
            <a:pathLst>
              <a:path w="95" h="228600">
                <a:moveTo>
                  <a:pt x="0" y="2286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77777"/>
            </a:solidFill>
            <a:prstDash val="solid"/>
          </a:ln>
        </p:spPr>
      </p:sp>
      <p:sp>
        <p:nvSpPr>
          <p:cNvPr id="11" name="linear-to-pool-0-head">
            <a:extLst xmlns:a="http://schemas.openxmlformats.org/drawingml/2006/main">
              <a:ext uri="{FF2B5EF4-FFF2-40B4-BE49-F238E27FC236}">
                <a16:creationId xmlns:a16="http://schemas.microsoft.com/office/drawing/2014/main" id="{02FC0B6A-4F5A-4007-B70E-028152B2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810" y="971550"/>
            <a:ext cx="68580" cy="76200"/>
          </a:xfrm>
          <a:custGeom xmlns:a="http://schemas.openxmlformats.org/drawingml/2006/main">
            <a:pathLst>
              <a:path w="68580" h="76200">
                <a:moveTo>
                  <a:pt x="34290" y="0"/>
                </a:moveTo>
                <a:lnTo>
                  <a:pt x="6858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op-to-linear-0">
            <a:extLst xmlns:a="http://schemas.openxmlformats.org/drawingml/2006/main">
              <a:ext uri="{FF2B5EF4-FFF2-40B4-BE49-F238E27FC236}">
                <a16:creationId xmlns:a16="http://schemas.microsoft.com/office/drawing/2014/main" id="{24A38229-FBA4-430D-A5EF-442E48FC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1447800"/>
            <a:ext cx="95" cy="219075"/>
          </a:xfrm>
          <a:custGeom xmlns:a="http://schemas.openxmlformats.org/drawingml/2006/main">
            <a:pathLst>
              <a:path w="95" h="219075">
                <a:moveTo>
                  <a:pt x="0" y="2190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77777"/>
            </a:solidFill>
            <a:prstDash val="solid"/>
          </a:ln>
        </p:spPr>
      </p:sp>
      <p:sp>
        <p:nvSpPr>
          <p:cNvPr id="13" name="top-to-linear-0-head">
            <a:extLst xmlns:a="http://schemas.openxmlformats.org/drawingml/2006/main">
              <a:ext uri="{FF2B5EF4-FFF2-40B4-BE49-F238E27FC236}">
                <a16:creationId xmlns:a16="http://schemas.microsoft.com/office/drawing/2014/main" id="{54F8547D-EC72-4FAF-9330-08A072A1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" y="1447800"/>
            <a:ext cx="68580" cy="76200"/>
          </a:xfrm>
          <a:custGeom xmlns:a="http://schemas.openxmlformats.org/drawingml/2006/main">
            <a:pathLst>
              <a:path w="68580" h="76200">
                <a:moveTo>
                  <a:pt x="34290" y="0"/>
                </a:moveTo>
                <a:lnTo>
                  <a:pt x="6858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put-bottom-0">
            <a:extLst xmlns:a="http://schemas.openxmlformats.org/drawingml/2006/main">
              <a:ext uri="{FF2B5EF4-FFF2-40B4-BE49-F238E27FC236}">
                <a16:creationId xmlns:a16="http://schemas.microsoft.com/office/drawing/2014/main" id="{D9E00756-1481-4A72-8EDA-23963DA1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2847975"/>
            <a:ext cx="95" cy="457200"/>
          </a:xfrm>
          <a:custGeom xmlns:a="http://schemas.openxmlformats.org/drawingml/2006/main">
            <a:pathLst>
              <a:path w="95" h="457200">
                <a:moveTo>
                  <a:pt x="0" y="457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77777"/>
            </a:solidFill>
            <a:prstDash val="solid"/>
          </a:ln>
        </p:spPr>
      </p:sp>
      <p:sp>
        <p:nvSpPr>
          <p:cNvPr id="15" name="input-bottom-0-head">
            <a:extLst xmlns:a="http://schemas.openxmlformats.org/drawingml/2006/main">
              <a:ext uri="{FF2B5EF4-FFF2-40B4-BE49-F238E27FC236}">
                <a16:creationId xmlns:a16="http://schemas.microsoft.com/office/drawing/2014/main" id="{2D9F6BD9-055A-4825-AEAD-3055547F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" y="2847975"/>
            <a:ext cx="68580" cy="76200"/>
          </a:xfrm>
          <a:custGeom xmlns:a="http://schemas.openxmlformats.org/drawingml/2006/main">
            <a:pathLst>
              <a:path w="68580" h="76200">
                <a:moveTo>
                  <a:pt x="34290" y="0"/>
                </a:moveTo>
                <a:lnTo>
                  <a:pt x="6858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input-top-0">
            <a:extLst xmlns:a="http://schemas.openxmlformats.org/drawingml/2006/main">
              <a:ext uri="{FF2B5EF4-FFF2-40B4-BE49-F238E27FC236}">
                <a16:creationId xmlns:a16="http://schemas.microsoft.com/office/drawing/2014/main" id="{FBBBDC42-CA7C-4BC8-BD79-40658211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" y="2143125"/>
            <a:ext cx="333375" cy="933450"/>
          </a:xfrm>
          <a:custGeom xmlns:a="http://schemas.openxmlformats.org/drawingml/2006/main">
            <a:pathLst>
              <a:path w="333375" h="933450">
                <a:moveTo>
                  <a:pt x="333375" y="933450"/>
                </a:moveTo>
                <a:lnTo>
                  <a:pt x="333375" y="895350"/>
                </a:lnTo>
                <a:quadBezTo>
                  <a:pt x="333375" y="857250"/>
                  <a:pt x="295275" y="857250"/>
                </a:quadBezTo>
                <a:lnTo>
                  <a:pt x="76200" y="857250"/>
                </a:lnTo>
                <a:quadBezTo>
                  <a:pt x="0" y="857250"/>
                  <a:pt x="0" y="781050"/>
                </a:quadBezTo>
                <a:lnTo>
                  <a:pt x="0" y="219075"/>
                </a:lnTo>
                <a:quadBezTo>
                  <a:pt x="0" y="142875"/>
                  <a:pt x="76200" y="142875"/>
                </a:quadBezTo>
                <a:lnTo>
                  <a:pt x="261938" y="142875"/>
                </a:lnTo>
                <a:quadBezTo>
                  <a:pt x="333375" y="142875"/>
                  <a:pt x="333375" y="71438"/>
                </a:quadBez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77777"/>
            </a:solidFill>
            <a:prstDash val="solid"/>
          </a:ln>
        </p:spPr>
      </p:sp>
      <p:sp>
        <p:nvSpPr>
          <p:cNvPr id="17" name="input-top-0-head">
            <a:extLst xmlns:a="http://schemas.openxmlformats.org/drawingml/2006/main">
              <a:ext uri="{FF2B5EF4-FFF2-40B4-BE49-F238E27FC236}">
                <a16:creationId xmlns:a16="http://schemas.microsoft.com/office/drawing/2014/main" id="{47F96647-A8CD-47ED-87A1-9D04B8C7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835" y="2143125"/>
            <a:ext cx="68580" cy="76200"/>
          </a:xfrm>
          <a:custGeom xmlns:a="http://schemas.openxmlformats.org/drawingml/2006/main">
            <a:pathLst>
              <a:path w="68580" h="76200">
                <a:moveTo>
                  <a:pt x="34290" y="0"/>
                </a:moveTo>
                <a:lnTo>
                  <a:pt x="6858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ttom-linear-0">
            <a:extLst xmlns:a="http://schemas.openxmlformats.org/drawingml/2006/main">
              <a:ext uri="{FF2B5EF4-FFF2-40B4-BE49-F238E27FC236}">
                <a16:creationId xmlns:a16="http://schemas.microsoft.com/office/drawing/2014/main" id="{8197E55E-2375-4193-936F-328C9042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447800"/>
            <a:ext cx="238125" cy="933450"/>
          </a:xfrm>
          <a:custGeom xmlns:a="http://schemas.openxmlformats.org/drawingml/2006/main">
            <a:pathLst>
              <a:path w="238125" h="933450">
                <a:moveTo>
                  <a:pt x="0" y="933450"/>
                </a:moveTo>
                <a:lnTo>
                  <a:pt x="0" y="881063"/>
                </a:lnTo>
                <a:quadBezTo>
                  <a:pt x="0" y="828675"/>
                  <a:pt x="52388" y="828675"/>
                </a:quadBezTo>
                <a:lnTo>
                  <a:pt x="161925" y="828675"/>
                </a:lnTo>
                <a:quadBezTo>
                  <a:pt x="238125" y="828675"/>
                  <a:pt x="238125" y="752475"/>
                </a:quadBez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77777"/>
            </a:solidFill>
            <a:prstDash val="solid"/>
          </a:ln>
        </p:spPr>
      </p:sp>
      <p:sp>
        <p:nvSpPr>
          <p:cNvPr id="19" name="bottom-linear-0-head">
            <a:extLst xmlns:a="http://schemas.openxmlformats.org/drawingml/2006/main">
              <a:ext uri="{FF2B5EF4-FFF2-40B4-BE49-F238E27FC236}">
                <a16:creationId xmlns:a16="http://schemas.microsoft.com/office/drawing/2014/main" id="{2B9EFBA2-3674-4BBD-B184-1F798047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785" y="1447800"/>
            <a:ext cx="68580" cy="76200"/>
          </a:xfrm>
          <a:custGeom xmlns:a="http://schemas.openxmlformats.org/drawingml/2006/main">
            <a:pathLst>
              <a:path w="68580" h="76200">
                <a:moveTo>
                  <a:pt x="34290" y="0"/>
                </a:moveTo>
                <a:lnTo>
                  <a:pt x="6858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linear-1">
            <a:extLst xmlns:a="http://schemas.openxmlformats.org/drawingml/2006/main">
              <a:ext uri="{FF2B5EF4-FFF2-40B4-BE49-F238E27FC236}">
                <a16:creationId xmlns:a16="http://schemas.microsoft.com/office/drawing/2014/main" id="{5123574F-DD32-4C6F-9D61-0FAF6DDD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" y="1200150"/>
            <a:ext cx="5524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D8EACD"/>
          </a:solidFill>
          <a:ln xmlns:a="http://schemas.openxmlformats.org/drawingml/2006/main" w="13335">
            <a:solidFill>
              <a:srgbClr val="87B87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1" name="linear-label-1">
            <a:extLst xmlns:a="http://schemas.openxmlformats.org/drawingml/2006/main">
              <a:ext uri="{FF2B5EF4-FFF2-40B4-BE49-F238E27FC236}">
                <a16:creationId xmlns:a16="http://schemas.microsoft.com/office/drawing/2014/main" id="{0A468D94-48B8-4B32-A314-1230838E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400" y="12096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Linear</a:t>
            </a:r>
          </a:p>
        </p:txBody>
      </p:sp>
      <p:sp>
        <p:nvSpPr>
          <p:cNvPr id="22" name="top-cell-1">
            <a:extLst xmlns:a="http://schemas.openxmlformats.org/drawingml/2006/main">
              <a:ext uri="{FF2B5EF4-FFF2-40B4-BE49-F238E27FC236}">
                <a16:creationId xmlns:a16="http://schemas.microsoft.com/office/drawing/2014/main" id="{05250A6D-22E6-4C45-A020-C404B497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1666875"/>
            <a:ext cx="4762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8E6FC"/>
          </a:solidFill>
          <a:ln xmlns:a="http://schemas.openxmlformats.org/drawingml/2006/main" w="14288">
            <a:solidFill>
              <a:srgbClr val="87A9D9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3" name="bottom-cell-1">
            <a:extLst xmlns:a="http://schemas.openxmlformats.org/drawingml/2006/main">
              <a:ext uri="{FF2B5EF4-FFF2-40B4-BE49-F238E27FC236}">
                <a16:creationId xmlns:a16="http://schemas.microsoft.com/office/drawing/2014/main" id="{4666F780-0D6D-4A12-9483-BCB9E50E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390775"/>
            <a:ext cx="476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8E6FC"/>
          </a:solidFill>
          <a:ln xmlns:a="http://schemas.openxmlformats.org/drawingml/2006/main" w="14288">
            <a:solidFill>
              <a:srgbClr val="87A9D9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linear-to-pool-1">
            <a:extLst xmlns:a="http://schemas.openxmlformats.org/drawingml/2006/main">
              <a:ext uri="{FF2B5EF4-FFF2-40B4-BE49-F238E27FC236}">
                <a16:creationId xmlns:a16="http://schemas.microsoft.com/office/drawing/2014/main" id="{AB1AA493-4DCA-4583-92C7-8BBF18E8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2575" y="971550"/>
            <a:ext cx="95" cy="228600"/>
          </a:xfrm>
          <a:custGeom xmlns:a="http://schemas.openxmlformats.org/drawingml/2006/main">
            <a:pathLst>
              <a:path w="95" h="228600">
                <a:moveTo>
                  <a:pt x="0" y="2286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77777"/>
            </a:solidFill>
            <a:prstDash val="solid"/>
          </a:ln>
        </p:spPr>
      </p:sp>
      <p:sp>
        <p:nvSpPr>
          <p:cNvPr id="25" name="linear-to-pool-1-head">
            <a:extLst xmlns:a="http://schemas.openxmlformats.org/drawingml/2006/main">
              <a:ext uri="{FF2B5EF4-FFF2-40B4-BE49-F238E27FC236}">
                <a16:creationId xmlns:a16="http://schemas.microsoft.com/office/drawing/2014/main" id="{C97DFDF5-4141-4412-AB0C-E89ABD5A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285" y="971550"/>
            <a:ext cx="68580" cy="76200"/>
          </a:xfrm>
          <a:custGeom xmlns:a="http://schemas.openxmlformats.org/drawingml/2006/main">
            <a:pathLst>
              <a:path w="68580" h="76200">
                <a:moveTo>
                  <a:pt x="34290" y="0"/>
                </a:moveTo>
                <a:lnTo>
                  <a:pt x="6858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op-to-linear-1">
            <a:extLst xmlns:a="http://schemas.openxmlformats.org/drawingml/2006/main">
              <a:ext uri="{FF2B5EF4-FFF2-40B4-BE49-F238E27FC236}">
                <a16:creationId xmlns:a16="http://schemas.microsoft.com/office/drawing/2014/main" id="{07ED1A05-DC49-4550-8F0A-6835F194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1447800"/>
            <a:ext cx="95" cy="219075"/>
          </a:xfrm>
          <a:custGeom xmlns:a="http://schemas.openxmlformats.org/drawingml/2006/main">
            <a:pathLst>
              <a:path w="95" h="219075">
                <a:moveTo>
                  <a:pt x="0" y="2190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77777"/>
            </a:solidFill>
            <a:prstDash val="solid"/>
          </a:ln>
        </p:spPr>
      </p:sp>
      <p:sp>
        <p:nvSpPr>
          <p:cNvPr id="27" name="top-to-linear-1-head">
            <a:extLst xmlns:a="http://schemas.openxmlformats.org/drawingml/2006/main">
              <a:ext uri="{FF2B5EF4-FFF2-40B4-BE49-F238E27FC236}">
                <a16:creationId xmlns:a16="http://schemas.microsoft.com/office/drawing/2014/main" id="{9CE5CDEA-5A36-4896-997C-E41E5253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6835" y="1447800"/>
            <a:ext cx="68580" cy="76200"/>
          </a:xfrm>
          <a:custGeom xmlns:a="http://schemas.openxmlformats.org/drawingml/2006/main">
            <a:pathLst>
              <a:path w="68580" h="76200">
                <a:moveTo>
                  <a:pt x="34290" y="0"/>
                </a:moveTo>
                <a:lnTo>
                  <a:pt x="6858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input-bottom-1">
            <a:extLst xmlns:a="http://schemas.openxmlformats.org/drawingml/2006/main">
              <a:ext uri="{FF2B5EF4-FFF2-40B4-BE49-F238E27FC236}">
                <a16:creationId xmlns:a16="http://schemas.microsoft.com/office/drawing/2014/main" id="{7467D7BB-39B9-4E79-A747-363382A9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2847975"/>
            <a:ext cx="95" cy="457200"/>
          </a:xfrm>
          <a:custGeom xmlns:a="http://schemas.openxmlformats.org/drawingml/2006/main">
            <a:pathLst>
              <a:path w="95" h="457200">
                <a:moveTo>
                  <a:pt x="0" y="457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77777"/>
            </a:solidFill>
            <a:prstDash val="solid"/>
          </a:ln>
        </p:spPr>
      </p:sp>
      <p:sp>
        <p:nvSpPr>
          <p:cNvPr id="29" name="input-bottom-1-head">
            <a:extLst xmlns:a="http://schemas.openxmlformats.org/drawingml/2006/main">
              <a:ext uri="{FF2B5EF4-FFF2-40B4-BE49-F238E27FC236}">
                <a16:creationId xmlns:a16="http://schemas.microsoft.com/office/drawing/2014/main" id="{0C689B26-1C36-4A49-995B-96884973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6835" y="2847975"/>
            <a:ext cx="68580" cy="76200"/>
          </a:xfrm>
          <a:custGeom xmlns:a="http://schemas.openxmlformats.org/drawingml/2006/main">
            <a:pathLst>
              <a:path w="68580" h="76200">
                <a:moveTo>
                  <a:pt x="34290" y="0"/>
                </a:moveTo>
                <a:lnTo>
                  <a:pt x="6858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input-top-1">
            <a:extLst xmlns:a="http://schemas.openxmlformats.org/drawingml/2006/main">
              <a:ext uri="{FF2B5EF4-FFF2-40B4-BE49-F238E27FC236}">
                <a16:creationId xmlns:a16="http://schemas.microsoft.com/office/drawing/2014/main" id="{E4A88618-825F-4501-9E3F-D6F79B07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2143125"/>
            <a:ext cx="333375" cy="933450"/>
          </a:xfrm>
          <a:custGeom xmlns:a="http://schemas.openxmlformats.org/drawingml/2006/main">
            <a:pathLst>
              <a:path w="333375" h="933450">
                <a:moveTo>
                  <a:pt x="333375" y="933450"/>
                </a:moveTo>
                <a:lnTo>
                  <a:pt x="333375" y="895350"/>
                </a:lnTo>
                <a:quadBezTo>
                  <a:pt x="333375" y="857250"/>
                  <a:pt x="295275" y="857250"/>
                </a:quadBezTo>
                <a:lnTo>
                  <a:pt x="76200" y="857250"/>
                </a:lnTo>
                <a:quadBezTo>
                  <a:pt x="0" y="857250"/>
                  <a:pt x="0" y="781050"/>
                </a:quadBezTo>
                <a:lnTo>
                  <a:pt x="0" y="219075"/>
                </a:lnTo>
                <a:quadBezTo>
                  <a:pt x="0" y="142875"/>
                  <a:pt x="76200" y="142875"/>
                </a:quadBezTo>
                <a:lnTo>
                  <a:pt x="261938" y="142875"/>
                </a:lnTo>
                <a:quadBezTo>
                  <a:pt x="333375" y="142875"/>
                  <a:pt x="333375" y="71438"/>
                </a:quadBez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77777"/>
            </a:solidFill>
            <a:prstDash val="solid"/>
          </a:ln>
        </p:spPr>
      </p:sp>
      <p:sp>
        <p:nvSpPr>
          <p:cNvPr id="31" name="input-top-1-head">
            <a:extLst xmlns:a="http://schemas.openxmlformats.org/drawingml/2006/main">
              <a:ext uri="{FF2B5EF4-FFF2-40B4-BE49-F238E27FC236}">
                <a16:creationId xmlns:a16="http://schemas.microsoft.com/office/drawing/2014/main" id="{E42AB062-42C9-4497-AB40-DBBAB92F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7310" y="2143125"/>
            <a:ext cx="68580" cy="76200"/>
          </a:xfrm>
          <a:custGeom xmlns:a="http://schemas.openxmlformats.org/drawingml/2006/main">
            <a:pathLst>
              <a:path w="68580" h="76200">
                <a:moveTo>
                  <a:pt x="34290" y="0"/>
                </a:moveTo>
                <a:lnTo>
                  <a:pt x="6858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ottom-linear-1">
            <a:extLst xmlns:a="http://schemas.openxmlformats.org/drawingml/2006/main">
              <a:ext uri="{FF2B5EF4-FFF2-40B4-BE49-F238E27FC236}">
                <a16:creationId xmlns:a16="http://schemas.microsoft.com/office/drawing/2014/main" id="{EDABD76F-3AB8-43A0-B000-0A5D3811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5425" y="1447800"/>
            <a:ext cx="238125" cy="933450"/>
          </a:xfrm>
          <a:custGeom xmlns:a="http://schemas.openxmlformats.org/drawingml/2006/main">
            <a:pathLst>
              <a:path w="238125" h="933450">
                <a:moveTo>
                  <a:pt x="0" y="933450"/>
                </a:moveTo>
                <a:lnTo>
                  <a:pt x="0" y="881063"/>
                </a:lnTo>
                <a:quadBezTo>
                  <a:pt x="0" y="828675"/>
                  <a:pt x="52388" y="828675"/>
                </a:quadBezTo>
                <a:lnTo>
                  <a:pt x="161925" y="828675"/>
                </a:lnTo>
                <a:quadBezTo>
                  <a:pt x="238125" y="828675"/>
                  <a:pt x="238125" y="752475"/>
                </a:quadBez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77777"/>
            </a:solidFill>
            <a:prstDash val="solid"/>
          </a:ln>
        </p:spPr>
      </p:sp>
      <p:sp>
        <p:nvSpPr>
          <p:cNvPr id="33" name="bottom-linear-1-head">
            <a:extLst xmlns:a="http://schemas.openxmlformats.org/drawingml/2006/main">
              <a:ext uri="{FF2B5EF4-FFF2-40B4-BE49-F238E27FC236}">
                <a16:creationId xmlns:a16="http://schemas.microsoft.com/office/drawing/2014/main" id="{628F3CFB-C550-4EA1-978E-70811357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9260" y="1447800"/>
            <a:ext cx="68580" cy="76200"/>
          </a:xfrm>
          <a:custGeom xmlns:a="http://schemas.openxmlformats.org/drawingml/2006/main">
            <a:pathLst>
              <a:path w="68580" h="76200">
                <a:moveTo>
                  <a:pt x="34290" y="0"/>
                </a:moveTo>
                <a:lnTo>
                  <a:pt x="6858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linear-2">
            <a:extLst xmlns:a="http://schemas.openxmlformats.org/drawingml/2006/main">
              <a:ext uri="{FF2B5EF4-FFF2-40B4-BE49-F238E27FC236}">
                <a16:creationId xmlns:a16="http://schemas.microsoft.com/office/drawing/2014/main" id="{2D787F33-D396-49B2-B203-89D94DF7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0825" y="1200150"/>
            <a:ext cx="5524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D8EACD"/>
          </a:solidFill>
          <a:ln xmlns:a="http://schemas.openxmlformats.org/drawingml/2006/main" w="13335">
            <a:solidFill>
              <a:srgbClr val="87B87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5" name="linear-label-2">
            <a:extLst xmlns:a="http://schemas.openxmlformats.org/drawingml/2006/main">
              <a:ext uri="{FF2B5EF4-FFF2-40B4-BE49-F238E27FC236}">
                <a16:creationId xmlns:a16="http://schemas.microsoft.com/office/drawing/2014/main" id="{6D12A99D-BC9E-46C7-A682-310C59D1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875" y="12096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Linear</a:t>
            </a:r>
          </a:p>
        </p:txBody>
      </p:sp>
      <p:sp>
        <p:nvSpPr>
          <p:cNvPr id="36" name="top-cell-2">
            <a:extLst xmlns:a="http://schemas.openxmlformats.org/drawingml/2006/main">
              <a:ext uri="{FF2B5EF4-FFF2-40B4-BE49-F238E27FC236}">
                <a16:creationId xmlns:a16="http://schemas.microsoft.com/office/drawing/2014/main" id="{3FC55FFC-60C3-4880-B3B3-49DD0F34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7475" y="1666875"/>
            <a:ext cx="4762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8E6FC"/>
          </a:solidFill>
          <a:ln xmlns:a="http://schemas.openxmlformats.org/drawingml/2006/main" w="14288">
            <a:solidFill>
              <a:srgbClr val="87A9D9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7" name="bottom-cell-2">
            <a:extLst xmlns:a="http://schemas.openxmlformats.org/drawingml/2006/main">
              <a:ext uri="{FF2B5EF4-FFF2-40B4-BE49-F238E27FC236}">
                <a16:creationId xmlns:a16="http://schemas.microsoft.com/office/drawing/2014/main" id="{43A63BD0-7B0C-4CC2-B54D-4475C72E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7475" y="2390775"/>
            <a:ext cx="476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8E6FC"/>
          </a:solidFill>
          <a:ln xmlns:a="http://schemas.openxmlformats.org/drawingml/2006/main" w="14288">
            <a:solidFill>
              <a:srgbClr val="87A9D9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8" name="linear-to-pool-2">
            <a:extLst xmlns:a="http://schemas.openxmlformats.org/drawingml/2006/main">
              <a:ext uri="{FF2B5EF4-FFF2-40B4-BE49-F238E27FC236}">
                <a16:creationId xmlns:a16="http://schemas.microsoft.com/office/drawing/2014/main" id="{EF7506AF-F0C7-4D22-910B-BAD6CDC7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7050" y="971550"/>
            <a:ext cx="95" cy="228600"/>
          </a:xfrm>
          <a:custGeom xmlns:a="http://schemas.openxmlformats.org/drawingml/2006/main">
            <a:pathLst>
              <a:path w="95" h="228600">
                <a:moveTo>
                  <a:pt x="0" y="2286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77777"/>
            </a:solidFill>
            <a:prstDash val="solid"/>
          </a:ln>
        </p:spPr>
      </p:sp>
      <p:sp>
        <p:nvSpPr>
          <p:cNvPr id="39" name="linear-to-pool-2-head">
            <a:extLst xmlns:a="http://schemas.openxmlformats.org/drawingml/2006/main">
              <a:ext uri="{FF2B5EF4-FFF2-40B4-BE49-F238E27FC236}">
                <a16:creationId xmlns:a16="http://schemas.microsoft.com/office/drawing/2014/main" id="{7136E6EE-015F-46D9-8BC8-D8CA298E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2760" y="971550"/>
            <a:ext cx="68580" cy="76200"/>
          </a:xfrm>
          <a:custGeom xmlns:a="http://schemas.openxmlformats.org/drawingml/2006/main">
            <a:pathLst>
              <a:path w="68580" h="76200">
                <a:moveTo>
                  <a:pt x="34290" y="0"/>
                </a:moveTo>
                <a:lnTo>
                  <a:pt x="6858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op-to-linear-2">
            <a:extLst xmlns:a="http://schemas.openxmlformats.org/drawingml/2006/main">
              <a:ext uri="{FF2B5EF4-FFF2-40B4-BE49-F238E27FC236}">
                <a16:creationId xmlns:a16="http://schemas.microsoft.com/office/drawing/2014/main" id="{0E1468E2-CE19-412B-8D7D-C74F9AEA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600" y="1447800"/>
            <a:ext cx="95" cy="219075"/>
          </a:xfrm>
          <a:custGeom xmlns:a="http://schemas.openxmlformats.org/drawingml/2006/main">
            <a:pathLst>
              <a:path w="95" h="219075">
                <a:moveTo>
                  <a:pt x="0" y="2190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77777"/>
            </a:solidFill>
            <a:prstDash val="solid"/>
          </a:ln>
        </p:spPr>
      </p:sp>
      <p:sp>
        <p:nvSpPr>
          <p:cNvPr id="41" name="top-to-linear-2-head">
            <a:extLst xmlns:a="http://schemas.openxmlformats.org/drawingml/2006/main">
              <a:ext uri="{FF2B5EF4-FFF2-40B4-BE49-F238E27FC236}">
                <a16:creationId xmlns:a16="http://schemas.microsoft.com/office/drawing/2014/main" id="{7C970DA6-4F93-429E-A337-1B3DA6A3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1310" y="1447800"/>
            <a:ext cx="68580" cy="76200"/>
          </a:xfrm>
          <a:custGeom xmlns:a="http://schemas.openxmlformats.org/drawingml/2006/main">
            <a:pathLst>
              <a:path w="68580" h="76200">
                <a:moveTo>
                  <a:pt x="34290" y="0"/>
                </a:moveTo>
                <a:lnTo>
                  <a:pt x="6858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input-bottom-2">
            <a:extLst xmlns:a="http://schemas.openxmlformats.org/drawingml/2006/main">
              <a:ext uri="{FF2B5EF4-FFF2-40B4-BE49-F238E27FC236}">
                <a16:creationId xmlns:a16="http://schemas.microsoft.com/office/drawing/2014/main" id="{5E0852BC-3F87-4012-A660-B49784DA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600" y="2847975"/>
            <a:ext cx="95" cy="457200"/>
          </a:xfrm>
          <a:custGeom xmlns:a="http://schemas.openxmlformats.org/drawingml/2006/main">
            <a:pathLst>
              <a:path w="95" h="457200">
                <a:moveTo>
                  <a:pt x="0" y="457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77777"/>
            </a:solidFill>
            <a:prstDash val="solid"/>
          </a:ln>
        </p:spPr>
      </p:sp>
      <p:sp>
        <p:nvSpPr>
          <p:cNvPr id="43" name="input-bottom-2-head">
            <a:extLst xmlns:a="http://schemas.openxmlformats.org/drawingml/2006/main">
              <a:ext uri="{FF2B5EF4-FFF2-40B4-BE49-F238E27FC236}">
                <a16:creationId xmlns:a16="http://schemas.microsoft.com/office/drawing/2014/main" id="{17E3AE4B-3EE9-4DFA-8419-19CCA361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1310" y="2847975"/>
            <a:ext cx="68580" cy="76200"/>
          </a:xfrm>
          <a:custGeom xmlns:a="http://schemas.openxmlformats.org/drawingml/2006/main">
            <a:pathLst>
              <a:path w="68580" h="76200">
                <a:moveTo>
                  <a:pt x="34290" y="0"/>
                </a:moveTo>
                <a:lnTo>
                  <a:pt x="6858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input-top-2">
            <a:extLst xmlns:a="http://schemas.openxmlformats.org/drawingml/2006/main">
              <a:ext uri="{FF2B5EF4-FFF2-40B4-BE49-F238E27FC236}">
                <a16:creationId xmlns:a16="http://schemas.microsoft.com/office/drawing/2014/main" id="{BFA1EE74-26B8-4B0A-B8BB-6B8EAEC9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2700" y="2143125"/>
            <a:ext cx="333375" cy="933450"/>
          </a:xfrm>
          <a:custGeom xmlns:a="http://schemas.openxmlformats.org/drawingml/2006/main">
            <a:pathLst>
              <a:path w="333375" h="933450">
                <a:moveTo>
                  <a:pt x="333375" y="933450"/>
                </a:moveTo>
                <a:lnTo>
                  <a:pt x="333375" y="895350"/>
                </a:lnTo>
                <a:quadBezTo>
                  <a:pt x="333375" y="857250"/>
                  <a:pt x="295275" y="857250"/>
                </a:quadBezTo>
                <a:lnTo>
                  <a:pt x="76200" y="857250"/>
                </a:lnTo>
                <a:quadBezTo>
                  <a:pt x="0" y="857250"/>
                  <a:pt x="0" y="781050"/>
                </a:quadBezTo>
                <a:lnTo>
                  <a:pt x="0" y="219075"/>
                </a:lnTo>
                <a:quadBezTo>
                  <a:pt x="0" y="142875"/>
                  <a:pt x="76200" y="142875"/>
                </a:quadBezTo>
                <a:lnTo>
                  <a:pt x="261938" y="142875"/>
                </a:lnTo>
                <a:quadBezTo>
                  <a:pt x="333375" y="142875"/>
                  <a:pt x="333375" y="71438"/>
                </a:quadBez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77777"/>
            </a:solidFill>
            <a:prstDash val="solid"/>
          </a:ln>
        </p:spPr>
      </p:sp>
      <p:sp>
        <p:nvSpPr>
          <p:cNvPr id="45" name="input-top-2-head">
            <a:extLst xmlns:a="http://schemas.openxmlformats.org/drawingml/2006/main">
              <a:ext uri="{FF2B5EF4-FFF2-40B4-BE49-F238E27FC236}">
                <a16:creationId xmlns:a16="http://schemas.microsoft.com/office/drawing/2014/main" id="{373C33E4-05D0-40D8-96CB-BB597A32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1785" y="2143125"/>
            <a:ext cx="68580" cy="76200"/>
          </a:xfrm>
          <a:custGeom xmlns:a="http://schemas.openxmlformats.org/drawingml/2006/main">
            <a:pathLst>
              <a:path w="68580" h="76200">
                <a:moveTo>
                  <a:pt x="34290" y="0"/>
                </a:moveTo>
                <a:lnTo>
                  <a:pt x="6858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bottom-linear-2">
            <a:extLst xmlns:a="http://schemas.openxmlformats.org/drawingml/2006/main">
              <a:ext uri="{FF2B5EF4-FFF2-40B4-BE49-F238E27FC236}">
                <a16:creationId xmlns:a16="http://schemas.microsoft.com/office/drawing/2014/main" id="{78C10797-8023-473E-B75D-9CEE3D09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9900" y="1447800"/>
            <a:ext cx="238125" cy="933450"/>
          </a:xfrm>
          <a:custGeom xmlns:a="http://schemas.openxmlformats.org/drawingml/2006/main">
            <a:pathLst>
              <a:path w="238125" h="933450">
                <a:moveTo>
                  <a:pt x="0" y="933450"/>
                </a:moveTo>
                <a:lnTo>
                  <a:pt x="0" y="881063"/>
                </a:lnTo>
                <a:quadBezTo>
                  <a:pt x="0" y="828675"/>
                  <a:pt x="52388" y="828675"/>
                </a:quadBezTo>
                <a:lnTo>
                  <a:pt x="161925" y="828675"/>
                </a:lnTo>
                <a:quadBezTo>
                  <a:pt x="238125" y="828675"/>
                  <a:pt x="238125" y="752475"/>
                </a:quadBez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77777"/>
            </a:solidFill>
            <a:prstDash val="solid"/>
          </a:ln>
        </p:spPr>
      </p:sp>
      <p:sp>
        <p:nvSpPr>
          <p:cNvPr id="47" name="bottom-linear-2-head">
            <a:extLst xmlns:a="http://schemas.openxmlformats.org/drawingml/2006/main">
              <a:ext uri="{FF2B5EF4-FFF2-40B4-BE49-F238E27FC236}">
                <a16:creationId xmlns:a16="http://schemas.microsoft.com/office/drawing/2014/main" id="{AB870670-F235-499A-9578-9E7C7737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3735" y="1447800"/>
            <a:ext cx="68580" cy="76200"/>
          </a:xfrm>
          <a:custGeom xmlns:a="http://schemas.openxmlformats.org/drawingml/2006/main">
            <a:pathLst>
              <a:path w="68580" h="76200">
                <a:moveTo>
                  <a:pt x="34290" y="0"/>
                </a:moveTo>
                <a:lnTo>
                  <a:pt x="6858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linear-3">
            <a:extLst xmlns:a="http://schemas.openxmlformats.org/drawingml/2006/main">
              <a:ext uri="{FF2B5EF4-FFF2-40B4-BE49-F238E27FC236}">
                <a16:creationId xmlns:a16="http://schemas.microsoft.com/office/drawing/2014/main" id="{AF5100BF-903B-457F-A4EA-ACBE2BA5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4725" y="1200150"/>
            <a:ext cx="5524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D8EACD"/>
          </a:solidFill>
          <a:ln xmlns:a="http://schemas.openxmlformats.org/drawingml/2006/main" w="13335">
            <a:solidFill>
              <a:srgbClr val="87B87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9" name="linear-label-3">
            <a:extLst xmlns:a="http://schemas.openxmlformats.org/drawingml/2006/main">
              <a:ext uri="{FF2B5EF4-FFF2-40B4-BE49-F238E27FC236}">
                <a16:creationId xmlns:a16="http://schemas.microsoft.com/office/drawing/2014/main" id="{FF16B97D-23B4-4B91-887E-399E54DB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33775" y="12096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Linear</a:t>
            </a:r>
          </a:p>
        </p:txBody>
      </p:sp>
      <p:sp>
        <p:nvSpPr>
          <p:cNvPr id="50" name="top-cell-3">
            <a:extLst xmlns:a="http://schemas.openxmlformats.org/drawingml/2006/main">
              <a:ext uri="{FF2B5EF4-FFF2-40B4-BE49-F238E27FC236}">
                <a16:creationId xmlns:a16="http://schemas.microsoft.com/office/drawing/2014/main" id="{9846E139-718E-4B49-AD92-E8898A45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1666875"/>
            <a:ext cx="4762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8E6FC"/>
          </a:solidFill>
          <a:ln xmlns:a="http://schemas.openxmlformats.org/drawingml/2006/main" w="14288">
            <a:solidFill>
              <a:srgbClr val="87A9D9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1" name="bottom-cell-3">
            <a:extLst xmlns:a="http://schemas.openxmlformats.org/drawingml/2006/main">
              <a:ext uri="{FF2B5EF4-FFF2-40B4-BE49-F238E27FC236}">
                <a16:creationId xmlns:a16="http://schemas.microsoft.com/office/drawing/2014/main" id="{AC2A1F53-EE27-4924-AE7A-2B3BA654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2390775"/>
            <a:ext cx="476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8E6FC"/>
          </a:solidFill>
          <a:ln xmlns:a="http://schemas.openxmlformats.org/drawingml/2006/main" w="14288">
            <a:solidFill>
              <a:srgbClr val="87A9D9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2" name="linear-to-pool-3">
            <a:extLst xmlns:a="http://schemas.openxmlformats.org/drawingml/2006/main">
              <a:ext uri="{FF2B5EF4-FFF2-40B4-BE49-F238E27FC236}">
                <a16:creationId xmlns:a16="http://schemas.microsoft.com/office/drawing/2014/main" id="{F12B3CDA-23B1-4FF4-9DC0-626A240F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950" y="971550"/>
            <a:ext cx="95" cy="228600"/>
          </a:xfrm>
          <a:custGeom xmlns:a="http://schemas.openxmlformats.org/drawingml/2006/main">
            <a:pathLst>
              <a:path w="95" h="228600">
                <a:moveTo>
                  <a:pt x="0" y="2286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77777"/>
            </a:solidFill>
            <a:prstDash val="solid"/>
          </a:ln>
        </p:spPr>
      </p:sp>
      <p:sp>
        <p:nvSpPr>
          <p:cNvPr id="53" name="linear-to-pool-3-head">
            <a:extLst xmlns:a="http://schemas.openxmlformats.org/drawingml/2006/main">
              <a:ext uri="{FF2B5EF4-FFF2-40B4-BE49-F238E27FC236}">
                <a16:creationId xmlns:a16="http://schemas.microsoft.com/office/drawing/2014/main" id="{466D26A2-71D7-46B8-AE68-1E7FB97F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6660" y="971550"/>
            <a:ext cx="68580" cy="76200"/>
          </a:xfrm>
          <a:custGeom xmlns:a="http://schemas.openxmlformats.org/drawingml/2006/main">
            <a:pathLst>
              <a:path w="68580" h="76200">
                <a:moveTo>
                  <a:pt x="34290" y="0"/>
                </a:moveTo>
                <a:lnTo>
                  <a:pt x="6858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top-to-linear-3">
            <a:extLst xmlns:a="http://schemas.openxmlformats.org/drawingml/2006/main">
              <a:ext uri="{FF2B5EF4-FFF2-40B4-BE49-F238E27FC236}">
                <a16:creationId xmlns:a16="http://schemas.microsoft.com/office/drawing/2014/main" id="{5A93A82B-0702-452A-AFAA-1E045D58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1447800"/>
            <a:ext cx="95" cy="219075"/>
          </a:xfrm>
          <a:custGeom xmlns:a="http://schemas.openxmlformats.org/drawingml/2006/main">
            <a:pathLst>
              <a:path w="95" h="219075">
                <a:moveTo>
                  <a:pt x="0" y="2190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77777"/>
            </a:solidFill>
            <a:prstDash val="solid"/>
          </a:ln>
        </p:spPr>
      </p:sp>
      <p:sp>
        <p:nvSpPr>
          <p:cNvPr id="55" name="top-to-linear-3-head">
            <a:extLst xmlns:a="http://schemas.openxmlformats.org/drawingml/2006/main">
              <a:ext uri="{FF2B5EF4-FFF2-40B4-BE49-F238E27FC236}">
                <a16:creationId xmlns:a16="http://schemas.microsoft.com/office/drawing/2014/main" id="{0CB8C710-6341-4F10-B591-81F0DCAD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5210" y="1447800"/>
            <a:ext cx="68580" cy="76200"/>
          </a:xfrm>
          <a:custGeom xmlns:a="http://schemas.openxmlformats.org/drawingml/2006/main">
            <a:pathLst>
              <a:path w="68580" h="76200">
                <a:moveTo>
                  <a:pt x="34290" y="0"/>
                </a:moveTo>
                <a:lnTo>
                  <a:pt x="6858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input-bottom-3">
            <a:extLst xmlns:a="http://schemas.openxmlformats.org/drawingml/2006/main">
              <a:ext uri="{FF2B5EF4-FFF2-40B4-BE49-F238E27FC236}">
                <a16:creationId xmlns:a16="http://schemas.microsoft.com/office/drawing/2014/main" id="{0D73A80B-A191-40B0-93F6-B083B776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2847975"/>
            <a:ext cx="95" cy="457200"/>
          </a:xfrm>
          <a:custGeom xmlns:a="http://schemas.openxmlformats.org/drawingml/2006/main">
            <a:pathLst>
              <a:path w="95" h="457200">
                <a:moveTo>
                  <a:pt x="0" y="457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77777"/>
            </a:solidFill>
            <a:prstDash val="solid"/>
          </a:ln>
        </p:spPr>
      </p:sp>
      <p:sp>
        <p:nvSpPr>
          <p:cNvPr id="57" name="input-bottom-3-head">
            <a:extLst xmlns:a="http://schemas.openxmlformats.org/drawingml/2006/main">
              <a:ext uri="{FF2B5EF4-FFF2-40B4-BE49-F238E27FC236}">
                <a16:creationId xmlns:a16="http://schemas.microsoft.com/office/drawing/2014/main" id="{FDB35F85-A9E2-4A6D-8806-B700708E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5210" y="2847975"/>
            <a:ext cx="68580" cy="76200"/>
          </a:xfrm>
          <a:custGeom xmlns:a="http://schemas.openxmlformats.org/drawingml/2006/main">
            <a:pathLst>
              <a:path w="68580" h="76200">
                <a:moveTo>
                  <a:pt x="34290" y="0"/>
                </a:moveTo>
                <a:lnTo>
                  <a:pt x="6858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input-top-3">
            <a:extLst xmlns:a="http://schemas.openxmlformats.org/drawingml/2006/main">
              <a:ext uri="{FF2B5EF4-FFF2-40B4-BE49-F238E27FC236}">
                <a16:creationId xmlns:a16="http://schemas.microsoft.com/office/drawing/2014/main" id="{DFE54A6B-7984-47C7-BEE9-D1D176FF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6600" y="2143125"/>
            <a:ext cx="333375" cy="933450"/>
          </a:xfrm>
          <a:custGeom xmlns:a="http://schemas.openxmlformats.org/drawingml/2006/main">
            <a:pathLst>
              <a:path w="333375" h="933450">
                <a:moveTo>
                  <a:pt x="333375" y="933450"/>
                </a:moveTo>
                <a:lnTo>
                  <a:pt x="333375" y="895350"/>
                </a:lnTo>
                <a:quadBezTo>
                  <a:pt x="333375" y="857250"/>
                  <a:pt x="295275" y="857250"/>
                </a:quadBezTo>
                <a:lnTo>
                  <a:pt x="76200" y="857250"/>
                </a:lnTo>
                <a:quadBezTo>
                  <a:pt x="0" y="857250"/>
                  <a:pt x="0" y="781050"/>
                </a:quadBezTo>
                <a:lnTo>
                  <a:pt x="0" y="219075"/>
                </a:lnTo>
                <a:quadBezTo>
                  <a:pt x="0" y="142875"/>
                  <a:pt x="76200" y="142875"/>
                </a:quadBezTo>
                <a:lnTo>
                  <a:pt x="261938" y="142875"/>
                </a:lnTo>
                <a:quadBezTo>
                  <a:pt x="333375" y="142875"/>
                  <a:pt x="333375" y="71438"/>
                </a:quadBez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77777"/>
            </a:solidFill>
            <a:prstDash val="solid"/>
          </a:ln>
        </p:spPr>
      </p:sp>
      <p:sp>
        <p:nvSpPr>
          <p:cNvPr id="59" name="input-top-3-head">
            <a:extLst xmlns:a="http://schemas.openxmlformats.org/drawingml/2006/main">
              <a:ext uri="{FF2B5EF4-FFF2-40B4-BE49-F238E27FC236}">
                <a16:creationId xmlns:a16="http://schemas.microsoft.com/office/drawing/2014/main" id="{9C2F0AA7-073C-4FBA-900A-CFF0F7F8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5685" y="2143125"/>
            <a:ext cx="68580" cy="76200"/>
          </a:xfrm>
          <a:custGeom xmlns:a="http://schemas.openxmlformats.org/drawingml/2006/main">
            <a:pathLst>
              <a:path w="68580" h="76200">
                <a:moveTo>
                  <a:pt x="34290" y="0"/>
                </a:moveTo>
                <a:lnTo>
                  <a:pt x="6858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bottom-linear-3">
            <a:extLst xmlns:a="http://schemas.openxmlformats.org/drawingml/2006/main">
              <a:ext uri="{FF2B5EF4-FFF2-40B4-BE49-F238E27FC236}">
                <a16:creationId xmlns:a16="http://schemas.microsoft.com/office/drawing/2014/main" id="{D6D37218-3122-458D-BCE6-3A05DD6D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1447800"/>
            <a:ext cx="238125" cy="933450"/>
          </a:xfrm>
          <a:custGeom xmlns:a="http://schemas.openxmlformats.org/drawingml/2006/main">
            <a:pathLst>
              <a:path w="238125" h="933450">
                <a:moveTo>
                  <a:pt x="0" y="933450"/>
                </a:moveTo>
                <a:lnTo>
                  <a:pt x="0" y="881063"/>
                </a:lnTo>
                <a:quadBezTo>
                  <a:pt x="0" y="828675"/>
                  <a:pt x="52388" y="828675"/>
                </a:quadBezTo>
                <a:lnTo>
                  <a:pt x="161925" y="828675"/>
                </a:lnTo>
                <a:quadBezTo>
                  <a:pt x="238125" y="828675"/>
                  <a:pt x="238125" y="752475"/>
                </a:quadBez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77777"/>
            </a:solidFill>
            <a:prstDash val="solid"/>
          </a:ln>
        </p:spPr>
      </p:sp>
      <p:sp>
        <p:nvSpPr>
          <p:cNvPr id="61" name="bottom-linear-3-head">
            <a:extLst xmlns:a="http://schemas.openxmlformats.org/drawingml/2006/main">
              <a:ext uri="{FF2B5EF4-FFF2-40B4-BE49-F238E27FC236}">
                <a16:creationId xmlns:a16="http://schemas.microsoft.com/office/drawing/2014/main" id="{D2E2C85B-EE6A-4C1B-82CB-3EAFA203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7635" y="1447800"/>
            <a:ext cx="68580" cy="76200"/>
          </a:xfrm>
          <a:custGeom xmlns:a="http://schemas.openxmlformats.org/drawingml/2006/main">
            <a:pathLst>
              <a:path w="68580" h="76200">
                <a:moveTo>
                  <a:pt x="34290" y="0"/>
                </a:moveTo>
                <a:lnTo>
                  <a:pt x="6858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backward-horizontal-0">
            <a:extLst xmlns:a="http://schemas.openxmlformats.org/drawingml/2006/main">
              <a:ext uri="{FF2B5EF4-FFF2-40B4-BE49-F238E27FC236}">
                <a16:creationId xmlns:a16="http://schemas.microsoft.com/office/drawing/2014/main" id="{30D96EE7-86C4-46B2-827F-1144C3AC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1885950"/>
            <a:ext cx="276225" cy="95"/>
          </a:xfrm>
          <a:custGeom xmlns:a="http://schemas.openxmlformats.org/drawingml/2006/main">
            <a:pathLst>
              <a:path w="276225" h="95">
                <a:moveTo>
                  <a:pt x="2762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63" name="backward-horizontal-0-head">
            <a:extLst xmlns:a="http://schemas.openxmlformats.org/drawingml/2006/main">
              <a:ext uri="{FF2B5EF4-FFF2-40B4-BE49-F238E27FC236}">
                <a16:creationId xmlns:a16="http://schemas.microsoft.com/office/drawing/2014/main" id="{9E3B84CB-346E-48E5-963B-4F7B4BDC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1847374"/>
            <a:ext cx="85725" cy="77153"/>
          </a:xfrm>
          <a:custGeom xmlns:a="http://schemas.openxmlformats.org/drawingml/2006/main">
            <a:pathLst>
              <a:path w="85725" h="77153">
                <a:moveTo>
                  <a:pt x="0" y="38576"/>
                </a:moveTo>
                <a:lnTo>
                  <a:pt x="85725" y="0"/>
                </a:lnTo>
                <a:lnTo>
                  <a:pt x="85725" y="771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ackward-horizontal-1">
            <a:extLst xmlns:a="http://schemas.openxmlformats.org/drawingml/2006/main">
              <a:ext uri="{FF2B5EF4-FFF2-40B4-BE49-F238E27FC236}">
                <a16:creationId xmlns:a16="http://schemas.microsoft.com/office/drawing/2014/main" id="{A40792D3-C8AB-4C2E-8651-A2EEA77F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1885950"/>
            <a:ext cx="219075" cy="95"/>
          </a:xfrm>
          <a:custGeom xmlns:a="http://schemas.openxmlformats.org/drawingml/2006/main">
            <a:pathLst>
              <a:path w="219075" h="95">
                <a:moveTo>
                  <a:pt x="2190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65" name="backward-horizontal-1-head">
            <a:extLst xmlns:a="http://schemas.openxmlformats.org/drawingml/2006/main">
              <a:ext uri="{FF2B5EF4-FFF2-40B4-BE49-F238E27FC236}">
                <a16:creationId xmlns:a16="http://schemas.microsoft.com/office/drawing/2014/main" id="{67321AD0-B2E5-482E-82A7-BDCEBB01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1847374"/>
            <a:ext cx="85725" cy="77153"/>
          </a:xfrm>
          <a:custGeom xmlns:a="http://schemas.openxmlformats.org/drawingml/2006/main">
            <a:pathLst>
              <a:path w="85725" h="77153">
                <a:moveTo>
                  <a:pt x="0" y="38576"/>
                </a:moveTo>
                <a:lnTo>
                  <a:pt x="85725" y="0"/>
                </a:lnTo>
                <a:lnTo>
                  <a:pt x="85725" y="771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backward-horizontal-2">
            <a:extLst xmlns:a="http://schemas.openxmlformats.org/drawingml/2006/main">
              <a:ext uri="{FF2B5EF4-FFF2-40B4-BE49-F238E27FC236}">
                <a16:creationId xmlns:a16="http://schemas.microsoft.com/office/drawing/2014/main" id="{8FBDBF17-09D1-4B75-9E61-EEFF2E61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1885950"/>
            <a:ext cx="323850" cy="95"/>
          </a:xfrm>
          <a:custGeom xmlns:a="http://schemas.openxmlformats.org/drawingml/2006/main">
            <a:pathLst>
              <a:path w="323850" h="95">
                <a:moveTo>
                  <a:pt x="3238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67" name="backward-horizontal-2-head">
            <a:extLst xmlns:a="http://schemas.openxmlformats.org/drawingml/2006/main">
              <a:ext uri="{FF2B5EF4-FFF2-40B4-BE49-F238E27FC236}">
                <a16:creationId xmlns:a16="http://schemas.microsoft.com/office/drawing/2014/main" id="{92506949-752A-43EB-BF04-7DFED723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1847374"/>
            <a:ext cx="85725" cy="77153"/>
          </a:xfrm>
          <a:custGeom xmlns:a="http://schemas.openxmlformats.org/drawingml/2006/main">
            <a:pathLst>
              <a:path w="85725" h="77153">
                <a:moveTo>
                  <a:pt x="0" y="38576"/>
                </a:moveTo>
                <a:lnTo>
                  <a:pt x="85725" y="0"/>
                </a:lnTo>
                <a:lnTo>
                  <a:pt x="85725" y="771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backward-horizontal-3">
            <a:extLst xmlns:a="http://schemas.openxmlformats.org/drawingml/2006/main">
              <a:ext uri="{FF2B5EF4-FFF2-40B4-BE49-F238E27FC236}">
                <a16:creationId xmlns:a16="http://schemas.microsoft.com/office/drawing/2014/main" id="{C9863E9A-ECC9-4336-84D0-4D44F984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1885950"/>
            <a:ext cx="238125" cy="95"/>
          </a:xfrm>
          <a:custGeom xmlns:a="http://schemas.openxmlformats.org/drawingml/2006/main">
            <a:pathLst>
              <a:path w="238125" h="95">
                <a:moveTo>
                  <a:pt x="2381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69" name="backward-horizontal-3-head">
            <a:extLst xmlns:a="http://schemas.openxmlformats.org/drawingml/2006/main">
              <a:ext uri="{FF2B5EF4-FFF2-40B4-BE49-F238E27FC236}">
                <a16:creationId xmlns:a16="http://schemas.microsoft.com/office/drawing/2014/main" id="{6CFB5253-F315-4A13-A054-983ED877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1847374"/>
            <a:ext cx="85725" cy="77153"/>
          </a:xfrm>
          <a:custGeom xmlns:a="http://schemas.openxmlformats.org/drawingml/2006/main">
            <a:pathLst>
              <a:path w="85725" h="77153">
                <a:moveTo>
                  <a:pt x="0" y="38576"/>
                </a:moveTo>
                <a:lnTo>
                  <a:pt x="85725" y="0"/>
                </a:lnTo>
                <a:lnTo>
                  <a:pt x="85725" y="771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forward-horizontal-0">
            <a:extLst xmlns:a="http://schemas.openxmlformats.org/drawingml/2006/main">
              <a:ext uri="{FF2B5EF4-FFF2-40B4-BE49-F238E27FC236}">
                <a16:creationId xmlns:a16="http://schemas.microsoft.com/office/drawing/2014/main" id="{86494CA1-B3A4-4661-9226-7273C8E0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2619375"/>
            <a:ext cx="276225" cy="95"/>
          </a:xfrm>
          <a:custGeom xmlns:a="http://schemas.openxmlformats.org/drawingml/2006/main">
            <a:pathLst>
              <a:path w="276225" h="9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71" name="forward-horizontal-0-head">
            <a:extLst xmlns:a="http://schemas.openxmlformats.org/drawingml/2006/main">
              <a:ext uri="{FF2B5EF4-FFF2-40B4-BE49-F238E27FC236}">
                <a16:creationId xmlns:a16="http://schemas.microsoft.com/office/drawing/2014/main" id="{E8EA3E30-8448-48FB-8A54-05E5D248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" y="2580799"/>
            <a:ext cx="85725" cy="77153"/>
          </a:xfrm>
          <a:custGeom xmlns:a="http://schemas.openxmlformats.org/drawingml/2006/main">
            <a:pathLst>
              <a:path w="85725" h="77153">
                <a:moveTo>
                  <a:pt x="85725" y="38576"/>
                </a:moveTo>
                <a:lnTo>
                  <a:pt x="0" y="771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forward-horizontal-1">
            <a:extLst xmlns:a="http://schemas.openxmlformats.org/drawingml/2006/main">
              <a:ext uri="{FF2B5EF4-FFF2-40B4-BE49-F238E27FC236}">
                <a16:creationId xmlns:a16="http://schemas.microsoft.com/office/drawing/2014/main" id="{18DE2B6C-3E9D-4034-89C0-CD006156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2619375"/>
            <a:ext cx="219075" cy="95"/>
          </a:xfrm>
          <a:custGeom xmlns:a="http://schemas.openxmlformats.org/drawingml/2006/main">
            <a:pathLst>
              <a:path w="219075" h="9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73" name="forward-horizontal-1-head">
            <a:extLst xmlns:a="http://schemas.openxmlformats.org/drawingml/2006/main">
              <a:ext uri="{FF2B5EF4-FFF2-40B4-BE49-F238E27FC236}">
                <a16:creationId xmlns:a16="http://schemas.microsoft.com/office/drawing/2014/main" id="{0B6109D8-B50D-497A-84F7-4E6F1DE1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" y="2580799"/>
            <a:ext cx="85725" cy="77153"/>
          </a:xfrm>
          <a:custGeom xmlns:a="http://schemas.openxmlformats.org/drawingml/2006/main">
            <a:pathLst>
              <a:path w="85725" h="77153">
                <a:moveTo>
                  <a:pt x="85725" y="38576"/>
                </a:moveTo>
                <a:lnTo>
                  <a:pt x="0" y="771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forward-horizontal-2">
            <a:extLst xmlns:a="http://schemas.openxmlformats.org/drawingml/2006/main">
              <a:ext uri="{FF2B5EF4-FFF2-40B4-BE49-F238E27FC236}">
                <a16:creationId xmlns:a16="http://schemas.microsoft.com/office/drawing/2014/main" id="{BD87F3FF-7B56-470C-9FE2-35CB9CDE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2619375"/>
            <a:ext cx="323850" cy="95"/>
          </a:xfrm>
          <a:custGeom xmlns:a="http://schemas.openxmlformats.org/drawingml/2006/main">
            <a:pathLst>
              <a:path w="323850" h="95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75" name="forward-horizontal-2-head">
            <a:extLst xmlns:a="http://schemas.openxmlformats.org/drawingml/2006/main">
              <a:ext uri="{FF2B5EF4-FFF2-40B4-BE49-F238E27FC236}">
                <a16:creationId xmlns:a16="http://schemas.microsoft.com/office/drawing/2014/main" id="{4DD1FCAD-A6AE-4736-B928-EBF0E9D4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2580799"/>
            <a:ext cx="85725" cy="77153"/>
          </a:xfrm>
          <a:custGeom xmlns:a="http://schemas.openxmlformats.org/drawingml/2006/main">
            <a:pathLst>
              <a:path w="85725" h="77153">
                <a:moveTo>
                  <a:pt x="85725" y="38576"/>
                </a:moveTo>
                <a:lnTo>
                  <a:pt x="0" y="771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forward-horizontal-3">
            <a:extLst xmlns:a="http://schemas.openxmlformats.org/drawingml/2006/main">
              <a:ext uri="{FF2B5EF4-FFF2-40B4-BE49-F238E27FC236}">
                <a16:creationId xmlns:a16="http://schemas.microsoft.com/office/drawing/2014/main" id="{016CDC22-2408-48CC-A02E-B6402F02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725" y="2619375"/>
            <a:ext cx="247650" cy="95"/>
          </a:xfrm>
          <a:custGeom xmlns:a="http://schemas.openxmlformats.org/drawingml/2006/main">
            <a:pathLst>
              <a:path w="247650" h="9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77" name="forward-horizontal-3-head">
            <a:extLst xmlns:a="http://schemas.openxmlformats.org/drawingml/2006/main">
              <a:ext uri="{FF2B5EF4-FFF2-40B4-BE49-F238E27FC236}">
                <a16:creationId xmlns:a16="http://schemas.microsoft.com/office/drawing/2014/main" id="{84FB2C97-811B-4847-B736-ECDA027B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5650" y="2580799"/>
            <a:ext cx="85725" cy="77153"/>
          </a:xfrm>
          <a:custGeom xmlns:a="http://schemas.openxmlformats.org/drawingml/2006/main">
            <a:pathLst>
              <a:path w="85725" h="77153">
                <a:moveTo>
                  <a:pt x="85725" y="38576"/>
                </a:moveTo>
                <a:lnTo>
                  <a:pt x="0" y="771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top-ellipsis">
            <a:extLst xmlns:a="http://schemas.openxmlformats.org/drawingml/2006/main">
              <a:ext uri="{FF2B5EF4-FFF2-40B4-BE49-F238E27FC236}">
                <a16:creationId xmlns:a16="http://schemas.microsoft.com/office/drawing/2014/main" id="{974FD2F0-BC5B-4F51-8929-A37B7FAB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2150" y="1790700"/>
            <a:ext cx="247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79" name="bottom-ellipsis">
            <a:extLst xmlns:a="http://schemas.openxmlformats.org/drawingml/2006/main">
              <a:ext uri="{FF2B5EF4-FFF2-40B4-BE49-F238E27FC236}">
                <a16:creationId xmlns:a16="http://schemas.microsoft.com/office/drawing/2014/main" id="{A47F1D98-43B9-48E7-BEC4-0041817A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2150" y="2524125"/>
            <a:ext cx="247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80" name="math-left-0">
            <a:extLst xmlns:a="http://schemas.openxmlformats.org/drawingml/2006/main">
              <a:ext uri="{FF2B5EF4-FFF2-40B4-BE49-F238E27FC236}">
                <a16:creationId xmlns:a16="http://schemas.microsoft.com/office/drawing/2014/main" id="{FF3B9B83-1946-42F9-B458-887E0C78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3333750"/>
            <a:ext cx="95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81" name="math-sub-left-0">
            <a:extLst xmlns:a="http://schemas.openxmlformats.org/drawingml/2006/main">
              <a:ext uri="{FF2B5EF4-FFF2-40B4-BE49-F238E27FC236}">
                <a16:creationId xmlns:a16="http://schemas.microsoft.com/office/drawing/2014/main" id="{23DEEC53-ACA9-49A5-B431-321436DF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" y="3429000"/>
            <a:ext cx="666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8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82" name="math-minus-0">
            <a:extLst xmlns:a="http://schemas.openxmlformats.org/drawingml/2006/main">
              <a:ext uri="{FF2B5EF4-FFF2-40B4-BE49-F238E27FC236}">
                <a16:creationId xmlns:a16="http://schemas.microsoft.com/office/drawing/2014/main" id="{4CDF4B3F-F09B-43EE-92A9-2A9490E0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3333750"/>
            <a:ext cx="142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83" name="math-right-0">
            <a:extLst xmlns:a="http://schemas.openxmlformats.org/drawingml/2006/main">
              <a:ext uri="{FF2B5EF4-FFF2-40B4-BE49-F238E27FC236}">
                <a16:creationId xmlns:a16="http://schemas.microsoft.com/office/drawing/2014/main" id="{75843B41-7C75-4D7F-ACE7-CF7F04B2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3333750"/>
            <a:ext cx="95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84" name="math-sub-right-0">
            <a:extLst xmlns:a="http://schemas.openxmlformats.org/drawingml/2006/main">
              <a:ext uri="{FF2B5EF4-FFF2-40B4-BE49-F238E27FC236}">
                <a16:creationId xmlns:a16="http://schemas.microsoft.com/office/drawing/2014/main" id="{002CBCA0-2C13-4BC0-9206-DA23927E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429000"/>
            <a:ext cx="666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8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85" name="math-left-1">
            <a:extLst xmlns:a="http://schemas.openxmlformats.org/drawingml/2006/main">
              <a:ext uri="{FF2B5EF4-FFF2-40B4-BE49-F238E27FC236}">
                <a16:creationId xmlns:a16="http://schemas.microsoft.com/office/drawing/2014/main" id="{29891CA1-16DB-4D26-89EE-6F110A13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333750"/>
            <a:ext cx="95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86" name="math-sub-left-1">
            <a:extLst xmlns:a="http://schemas.openxmlformats.org/drawingml/2006/main">
              <a:ext uri="{FF2B5EF4-FFF2-40B4-BE49-F238E27FC236}">
                <a16:creationId xmlns:a16="http://schemas.microsoft.com/office/drawing/2014/main" id="{00444C01-04C3-4DF4-8938-6ADE5318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3429000"/>
            <a:ext cx="1333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8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2k</a:t>
            </a:r>
          </a:p>
        </p:txBody>
      </p:sp>
      <p:sp>
        <p:nvSpPr>
          <p:cNvPr id="87" name="math-minus-1">
            <a:extLst xmlns:a="http://schemas.openxmlformats.org/drawingml/2006/main">
              <a:ext uri="{FF2B5EF4-FFF2-40B4-BE49-F238E27FC236}">
                <a16:creationId xmlns:a16="http://schemas.microsoft.com/office/drawing/2014/main" id="{5D96F87C-2B39-44CE-B0AD-DC64F1E9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2075" y="3333750"/>
            <a:ext cx="142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88" name="math-right-1">
            <a:extLst xmlns:a="http://schemas.openxmlformats.org/drawingml/2006/main">
              <a:ext uri="{FF2B5EF4-FFF2-40B4-BE49-F238E27FC236}">
                <a16:creationId xmlns:a16="http://schemas.microsoft.com/office/drawing/2014/main" id="{077CD3D9-E6E6-4F56-9A6E-5621A315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3333750"/>
            <a:ext cx="95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89" name="math-sub-right-1">
            <a:extLst xmlns:a="http://schemas.openxmlformats.org/drawingml/2006/main">
              <a:ext uri="{FF2B5EF4-FFF2-40B4-BE49-F238E27FC236}">
                <a16:creationId xmlns:a16="http://schemas.microsoft.com/office/drawing/2014/main" id="{9F48A30A-E6BF-4794-8105-4BCD42F8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0675" y="3429000"/>
            <a:ext cx="666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8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90" name="math-left-2">
            <a:extLst xmlns:a="http://schemas.openxmlformats.org/drawingml/2006/main">
              <a:ext uri="{FF2B5EF4-FFF2-40B4-BE49-F238E27FC236}">
                <a16:creationId xmlns:a16="http://schemas.microsoft.com/office/drawing/2014/main" id="{3CDA86FB-2740-4229-B2D1-2DB2543B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3333750"/>
            <a:ext cx="95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91" name="math-sub-left-2">
            <a:extLst xmlns:a="http://schemas.openxmlformats.org/drawingml/2006/main">
              <a:ext uri="{FF2B5EF4-FFF2-40B4-BE49-F238E27FC236}">
                <a16:creationId xmlns:a16="http://schemas.microsoft.com/office/drawing/2014/main" id="{007458E0-B622-48D0-9739-2805D767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3429000"/>
            <a:ext cx="1333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8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9k</a:t>
            </a:r>
          </a:p>
        </p:txBody>
      </p:sp>
      <p:sp>
        <p:nvSpPr>
          <p:cNvPr id="92" name="math-minus-2">
            <a:extLst xmlns:a="http://schemas.openxmlformats.org/drawingml/2006/main">
              <a:ext uri="{FF2B5EF4-FFF2-40B4-BE49-F238E27FC236}">
                <a16:creationId xmlns:a16="http://schemas.microsoft.com/office/drawing/2014/main" id="{2981E8C5-575E-4E2D-894C-B2AA40B6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3333750"/>
            <a:ext cx="142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93" name="math-right-2">
            <a:extLst xmlns:a="http://schemas.openxmlformats.org/drawingml/2006/main">
              <a:ext uri="{FF2B5EF4-FFF2-40B4-BE49-F238E27FC236}">
                <a16:creationId xmlns:a16="http://schemas.microsoft.com/office/drawing/2014/main" id="{FF8EFD06-A834-4D66-932F-2978B5D6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0375" y="3333750"/>
            <a:ext cx="95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94" name="math-sub-right-2">
            <a:extLst xmlns:a="http://schemas.openxmlformats.org/drawingml/2006/main">
              <a:ext uri="{FF2B5EF4-FFF2-40B4-BE49-F238E27FC236}">
                <a16:creationId xmlns:a16="http://schemas.microsoft.com/office/drawing/2014/main" id="{AAEDC222-CF77-4CA2-9787-6874D646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3429000"/>
            <a:ext cx="1333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8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8k</a:t>
            </a:r>
          </a:p>
        </p:txBody>
      </p:sp>
      <p:sp>
        <p:nvSpPr>
          <p:cNvPr id="95" name="math-left-3">
            <a:extLst xmlns:a="http://schemas.openxmlformats.org/drawingml/2006/main">
              <a:ext uri="{FF2B5EF4-FFF2-40B4-BE49-F238E27FC236}">
                <a16:creationId xmlns:a16="http://schemas.microsoft.com/office/drawing/2014/main" id="{9F3AA5C5-FED1-487E-8243-BA35E852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325" y="3333750"/>
            <a:ext cx="95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96" name="math-sub-left-3">
            <a:extLst xmlns:a="http://schemas.openxmlformats.org/drawingml/2006/main">
              <a:ext uri="{FF2B5EF4-FFF2-40B4-BE49-F238E27FC236}">
                <a16:creationId xmlns:a16="http://schemas.microsoft.com/office/drawing/2014/main" id="{65D0FEDF-641D-4B8C-B3F0-E8482EBF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8050" y="3429000"/>
            <a:ext cx="666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8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97" name="math-minus-3">
            <a:extLst xmlns:a="http://schemas.openxmlformats.org/drawingml/2006/main">
              <a:ext uri="{FF2B5EF4-FFF2-40B4-BE49-F238E27FC236}">
                <a16:creationId xmlns:a16="http://schemas.microsoft.com/office/drawing/2014/main" id="{A3205287-C894-4D88-8411-CD737129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4725" y="3333750"/>
            <a:ext cx="142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98" name="math-right-3">
            <a:extLst xmlns:a="http://schemas.openxmlformats.org/drawingml/2006/main">
              <a:ext uri="{FF2B5EF4-FFF2-40B4-BE49-F238E27FC236}">
                <a16:creationId xmlns:a16="http://schemas.microsoft.com/office/drawing/2014/main" id="{7EDBC9F1-6D55-4FEA-AF4C-D9A81283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7600" y="3333750"/>
            <a:ext cx="95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99" name="math-sub-right-3">
            <a:extLst xmlns:a="http://schemas.openxmlformats.org/drawingml/2006/main">
              <a:ext uri="{FF2B5EF4-FFF2-40B4-BE49-F238E27FC236}">
                <a16:creationId xmlns:a16="http://schemas.microsoft.com/office/drawing/2014/main" id="{9575A417-FF77-46C8-A320-32E7BDD7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3325" y="3429000"/>
            <a:ext cx="1333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8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9k</a:t>
            </a:r>
          </a:p>
        </p:txBody>
      </p:sp>
    </p:spTree>
    <p:extLst>
      <p:ext uri="{BB962C8B-B14F-4D97-AF65-F5344CB8AC3E}">
        <p14:creationId xmlns:p14="http://schemas.microsoft.com/office/powerpoint/2010/main" val="20767767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2026-10-09T20:54:41.1040000Z</dcterms:created>
  <dcterms:modified xsi:type="dcterms:W3CDTF">2026-10-09T20:54:41.1050000Z</dcterms:modified>
</coreProperties>
</file>