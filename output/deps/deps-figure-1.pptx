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f916c325dd4066" /><Relationship Type="http://schemas.openxmlformats.org/officeDocument/2006/relationships/extended-properties" Target="/docProps/app.xml" Id="R28645524c00947f0" /><Relationship Type="http://schemas.openxmlformats.org/officeDocument/2006/relationships/officeDocument" Target="/ppt/presentation.xml" Id="Rb999012bd5a24f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0e162035fa402a"/>
  </p:sldMasterIdLst>
  <p:notesMasterIdLst>
    <p:notesMasterId xmlns:r="http://schemas.openxmlformats.org/officeDocument/2006/relationships" r:id="Rd007919da5c4478f"/>
  </p:notesMasterIdLst>
  <p:sldIdLst>
    <p:sldId xmlns:r="http://schemas.openxmlformats.org/officeDocument/2006/relationships" id="256" r:id="Rd82d39d60e6546b9"/>
  </p:sldIdLst>
  <p:sldSz cx="9953625" cy="5286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32b8c5283c4b71" /><Relationship Type="http://schemas.openxmlformats.org/officeDocument/2006/relationships/slideMaster" Target="/ppt/slideMasters/slideMaster1.xml" Id="R590e162035fa402a" /><Relationship Type="http://schemas.openxmlformats.org/officeDocument/2006/relationships/notesMaster" Target="/ppt/notesMasters/notesMaster1.xml" Id="Rd007919da5c4478f" /><Relationship Type="http://schemas.openxmlformats.org/officeDocument/2006/relationships/presProps" Target="/ppt/presProps.xml" Id="R785f91e817154854" /><Relationship Type="http://schemas.openxmlformats.org/officeDocument/2006/relationships/tableStyles" Target="/ppt/tableStyles.xml" Id="R3668785a9f1a4d24" /><Relationship Type="http://schemas.openxmlformats.org/officeDocument/2006/relationships/slide" Target="/ppt/slides/slide1.xml" Id="Rd82d39d60e65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60be055e9845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a69cbbf6a240bb" /><Relationship Type="http://schemas.openxmlformats.org/officeDocument/2006/relationships/notesMaster" Target="/ppt/notesMasters/notesMaster1.xml" Id="R57c84360dabf48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"Learning Parameterized Skills from Demonstrations (DEPS)",</a:t>
            </a:r>
          </a:p>
          <a:p xmlns:a="http://schemas.openxmlformats.org/drawingml/2006/main">
            <a:r>
              <a:t>  "paper_url": "https://arxiv.org/pdf/2510.24095v1",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"License not verified; private authorized source reference",</a:t>
            </a:r>
          </a:p>
          <a:p xmlns:a="http://schemas.openxmlformats.org/drawingml/2006/main">
            <a:r>
              <a:t>  "notes": "Native editable three-level skill hierarchy, major labels and connectors. Six original illustration inserts retain miniature skill-manifold curves, robot/cup icons, action icon and compressed-state icon; annotations baked into those source inserts remain raster.",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"75a8a81107ea891a654e5d5a646205f25598bc8eba8a8740e97f0eb42d61d8b0",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296,</a:t>
            </a:r>
          </a:p>
          <a:p xmlns:a="http://schemas.openxmlformats.org/drawingml/2006/main">
            <a:r>
              <a:t>    74,</a:t>
            </a:r>
          </a:p>
          <a:p xmlns:a="http://schemas.openxmlformats.org/drawingml/2006/main">
            <a:r>
              <a:t>    505,</a:t>
            </a:r>
          </a:p>
          <a:p xmlns:a="http://schemas.openxmlformats.org/drawingml/2006/main">
            <a:r>
              <a:t>    185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"16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"text_repairs": "Original main policy labels remain live serif text; environment/compressed state labels remain live Arial. Fitted font sizes preserve source line bounds."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7476ffac048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414471a9447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4ee6c1ae84e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9da86385d41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bc04c0adb46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15f42877d47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3857D6-599B-44AE-A6CB-0A02D6545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5363" y="1997075"/>
            <a:ext cx="7962900" cy="76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FDAFE7-871E-4C13-9125-50576E4AE9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93044" y="2907506"/>
            <a:ext cx="6967538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138C54-8A28-4F70-94E2-44B640FD1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5363" y="2202656"/>
            <a:ext cx="796290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76AF40-3055-4798-94A6-5762BB038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9891" y="411163"/>
            <a:ext cx="8833842" cy="646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CEE911-95D5-4BE3-A810-09E4B6E483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9891" y="1468438"/>
            <a:ext cx="8833842" cy="32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62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1pPr>
            <a:lvl2pPr marL="4111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2pPr>
            <a:lvl3pPr marL="6461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3pPr>
            <a:lvl4pPr marL="8810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4pPr>
            <a:lvl5pPr marL="11160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5pPr>
            <a:lvl6pPr marL="13509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6pPr>
            <a:lvl7pPr marL="15859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7pPr>
            <a:lvl8pPr marL="18208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8pPr>
            <a:lvl9pPr marL="20558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EEB882-56A1-4902-8A6F-7CAD5229D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9891" y="411163"/>
            <a:ext cx="8833842" cy="646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6636EF-E4AD-4CB4-8CB1-FE47A73D8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9891" y="1468438"/>
            <a:ext cx="4105870" cy="32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62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1pPr>
            <a:lvl2pPr marL="4111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2pPr>
            <a:lvl3pPr marL="6461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3pPr>
            <a:lvl4pPr marL="8810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4pPr>
            <a:lvl5pPr marL="11160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5pPr>
            <a:lvl6pPr marL="13509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6pPr>
            <a:lvl7pPr marL="15859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7pPr>
            <a:lvl8pPr marL="18208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8pPr>
            <a:lvl9pPr marL="20558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4175ED-BA84-4B4F-B9C6-A5EDF52C99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287863" y="1468438"/>
            <a:ext cx="4105870" cy="32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62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1pPr>
            <a:lvl2pPr marL="4111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2pPr>
            <a:lvl3pPr marL="6461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3pPr>
            <a:lvl4pPr marL="8810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4pPr>
            <a:lvl5pPr marL="11160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5pPr>
            <a:lvl6pPr marL="13509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6pPr>
            <a:lvl7pPr marL="15859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7pPr>
            <a:lvl8pPr marL="18208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8pPr>
            <a:lvl9pPr marL="20558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9DCA4F-6796-4106-B22F-07FFB7752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9891" y="411163"/>
            <a:ext cx="8833842" cy="646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0C674B-E360-47B1-B001-625E67D468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9891" y="1468438"/>
            <a:ext cx="4105870" cy="32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62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1pPr>
            <a:lvl2pPr marL="4111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2pPr>
            <a:lvl3pPr marL="6461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3pPr>
            <a:lvl4pPr marL="8810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4pPr>
            <a:lvl5pPr marL="11160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5pPr>
            <a:lvl6pPr marL="13509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6pPr>
            <a:lvl7pPr marL="15859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7pPr>
            <a:lvl8pPr marL="182086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8pPr>
            <a:lvl9pPr marL="2055813" indent="-176212">
              <a:lnSpc>
                <a:spcPct val="110000"/>
              </a:lnSpc>
              <a:spcBef>
                <a:spcPts val="0"/>
              </a:spcBef>
              <a:spcAft>
                <a:spcPts val="9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19e10ae719481b" /><Relationship Type="http://schemas.openxmlformats.org/officeDocument/2006/relationships/slideLayout" Target="/ppt/slideLayouts/slideLayout1.xml" Id="Re31e5335358243a9" /><Relationship Type="http://schemas.openxmlformats.org/officeDocument/2006/relationships/slideLayout" Target="/ppt/slideLayouts/slideLayout2.xml" Id="R7243876359264022" /><Relationship Type="http://schemas.openxmlformats.org/officeDocument/2006/relationships/slideLayout" Target="/ppt/slideLayouts/slideLayout3.xml" Id="Re2631b34843a4dbe" /><Relationship Type="http://schemas.openxmlformats.org/officeDocument/2006/relationships/slideLayout" Target="/ppt/slideLayouts/slideLayout4.xml" Id="Ra63f396fe0384300" /><Relationship Type="http://schemas.openxmlformats.org/officeDocument/2006/relationships/slideLayout" Target="/ppt/slideLayouts/slideLayout5.xml" Id="Rc2a3a624a2fd4664" /><Relationship Type="http://schemas.openxmlformats.org/officeDocument/2006/relationships/slideLayout" Target="/ppt/slideLayouts/slideLayout6.xml" Id="R6da800724be7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e5335358243a9"/>
    <p:sldLayoutId xmlns:r="http://schemas.openxmlformats.org/officeDocument/2006/relationships" id="2147483650" r:id="R7243876359264022"/>
    <p:sldLayoutId xmlns:r="http://schemas.openxmlformats.org/officeDocument/2006/relationships" id="2147483651" r:id="Re2631b34843a4dbe"/>
    <p:sldLayoutId xmlns:r="http://schemas.openxmlformats.org/officeDocument/2006/relationships" id="2147483652" r:id="Ra63f396fe0384300"/>
    <p:sldLayoutId xmlns:r="http://schemas.openxmlformats.org/officeDocument/2006/relationships" id="2147483653" r:id="Rc2a3a624a2fd4664"/>
    <p:sldLayoutId xmlns:r="http://schemas.openxmlformats.org/officeDocument/2006/relationships" id="2147483654" r:id="R6da800724be7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4102cd06a434f" /><Relationship Type="http://schemas.openxmlformats.org/officeDocument/2006/relationships/image" Target="/ppt/media/image.png" Id="R5794fa82b305469c" /><Relationship Type="http://schemas.openxmlformats.org/officeDocument/2006/relationships/image" Target="/ppt/media/image2.png" Id="Refc62a2fa0894b3c" /><Relationship Type="http://schemas.openxmlformats.org/officeDocument/2006/relationships/image" Target="/ppt/media/image3.png" Id="R67eba933516345dc" /><Relationship Type="http://schemas.openxmlformats.org/officeDocument/2006/relationships/image" Target="/ppt/media/image4.png" Id="R6b25f3203d1044de" /><Relationship Type="http://schemas.openxmlformats.org/officeDocument/2006/relationships/image" Target="/ppt/media/image5.png" Id="R720bf400cec447f7" /><Relationship Type="http://schemas.openxmlformats.org/officeDocument/2006/relationships/image" Target="/ppt/media/image6.png" Id="R9161f53fcc8a46c9" /><Relationship Type="http://schemas.openxmlformats.org/officeDocument/2006/relationships/notesSlide" Target="/ppt/notesSlides/notesSlide1.xml" Id="R1ce82c5f658a49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df-path-1">
            <a:extLst xmlns:a="http://schemas.openxmlformats.org/drawingml/2006/main">
              <a:ext uri="{FF2B5EF4-FFF2-40B4-BE49-F238E27FC236}">
                <a16:creationId xmlns:a16="http://schemas.microsoft.com/office/drawing/2014/main" id="{92193EE3-A191-4AC0-842E-630521B6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337" y="528740"/>
            <a:ext cx="4021753" cy="956380"/>
          </a:xfrm>
          <a:custGeom xmlns:a="http://schemas.openxmlformats.org/drawingml/2006/main">
            <a:pathLst>
              <a:path w="4021753" h="956380">
                <a:moveTo>
                  <a:pt x="378151" y="0"/>
                </a:moveTo>
                <a:lnTo>
                  <a:pt x="3643600" y="0"/>
                </a:lnTo>
                <a:cubicBezTo>
                  <a:pt x="3754573" y="0"/>
                  <a:pt x="3821149" y="0"/>
                  <a:pt x="3865545" y="18537"/>
                </a:cubicBezTo>
                <a:cubicBezTo>
                  <a:pt x="3929532" y="41823"/>
                  <a:pt x="3979930" y="92221"/>
                  <a:pt x="4003232" y="156208"/>
                </a:cubicBezTo>
                <a:cubicBezTo>
                  <a:pt x="4021753" y="200604"/>
                  <a:pt x="4021753" y="267180"/>
                  <a:pt x="4021753" y="378152"/>
                </a:cubicBezTo>
                <a:lnTo>
                  <a:pt x="4021753" y="578228"/>
                </a:lnTo>
                <a:cubicBezTo>
                  <a:pt x="4021753" y="689200"/>
                  <a:pt x="4021753" y="755777"/>
                  <a:pt x="4003232" y="800172"/>
                </a:cubicBezTo>
                <a:cubicBezTo>
                  <a:pt x="3979930" y="864159"/>
                  <a:pt x="3929532" y="914558"/>
                  <a:pt x="3865545" y="937844"/>
                </a:cubicBezTo>
                <a:cubicBezTo>
                  <a:pt x="3821149" y="956380"/>
                  <a:pt x="3754573" y="956380"/>
                  <a:pt x="3643600" y="956380"/>
                </a:cubicBezTo>
                <a:lnTo>
                  <a:pt x="378151" y="956380"/>
                </a:lnTo>
                <a:cubicBezTo>
                  <a:pt x="267180" y="956380"/>
                  <a:pt x="200603" y="956380"/>
                  <a:pt x="156207" y="937844"/>
                </a:cubicBezTo>
                <a:cubicBezTo>
                  <a:pt x="92220" y="914558"/>
                  <a:pt x="41822" y="864159"/>
                  <a:pt x="18535" y="800172"/>
                </a:cubicBezTo>
                <a:cubicBezTo>
                  <a:pt x="0" y="755777"/>
                  <a:pt x="0" y="689200"/>
                  <a:pt x="0" y="578228"/>
                </a:cubicBezTo>
                <a:lnTo>
                  <a:pt x="0" y="378152"/>
                </a:lnTo>
                <a:cubicBezTo>
                  <a:pt x="0" y="267180"/>
                  <a:pt x="0" y="200604"/>
                  <a:pt x="18535" y="156208"/>
                </a:cubicBezTo>
                <a:cubicBezTo>
                  <a:pt x="41822" y="92221"/>
                  <a:pt x="92220" y="41823"/>
                  <a:pt x="156207" y="18537"/>
                </a:cubicBezTo>
                <a:cubicBezTo>
                  <a:pt x="200603" y="0"/>
                  <a:pt x="267180" y="0"/>
                  <a:pt x="378151" y="0"/>
                </a:cubicBezTo>
              </a:path>
            </a:pathLst>
          </a:custGeom>
          <a:solidFill xmlns:a="http://schemas.openxmlformats.org/drawingml/2006/main">
            <a:srgbClr val="CAE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935457FD-327E-49DD-BEBF-6388D0DB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337" y="528740"/>
            <a:ext cx="4021753" cy="956380"/>
          </a:xfrm>
          <a:custGeom xmlns:a="http://schemas.openxmlformats.org/drawingml/2006/main">
            <a:pathLst>
              <a:path w="4021753" h="956380">
                <a:moveTo>
                  <a:pt x="378151" y="0"/>
                </a:moveTo>
                <a:lnTo>
                  <a:pt x="3643600" y="0"/>
                </a:lnTo>
                <a:cubicBezTo>
                  <a:pt x="3754573" y="0"/>
                  <a:pt x="3821149" y="0"/>
                  <a:pt x="3865545" y="18537"/>
                </a:cubicBezTo>
                <a:cubicBezTo>
                  <a:pt x="3929532" y="41823"/>
                  <a:pt x="3979930" y="92221"/>
                  <a:pt x="4003232" y="156208"/>
                </a:cubicBezTo>
                <a:cubicBezTo>
                  <a:pt x="4021753" y="200604"/>
                  <a:pt x="4021753" y="267180"/>
                  <a:pt x="4021753" y="378152"/>
                </a:cubicBezTo>
                <a:lnTo>
                  <a:pt x="4021753" y="578228"/>
                </a:lnTo>
                <a:cubicBezTo>
                  <a:pt x="4021753" y="689200"/>
                  <a:pt x="4021753" y="755777"/>
                  <a:pt x="4003232" y="800172"/>
                </a:cubicBezTo>
                <a:cubicBezTo>
                  <a:pt x="3979930" y="864159"/>
                  <a:pt x="3929532" y="914558"/>
                  <a:pt x="3865545" y="937860"/>
                </a:cubicBezTo>
                <a:cubicBezTo>
                  <a:pt x="3821149" y="956380"/>
                  <a:pt x="3754573" y="956380"/>
                  <a:pt x="3643600" y="956380"/>
                </a:cubicBezTo>
                <a:lnTo>
                  <a:pt x="378151" y="956380"/>
                </a:lnTo>
                <a:cubicBezTo>
                  <a:pt x="267180" y="956380"/>
                  <a:pt x="200603" y="956380"/>
                  <a:pt x="156207" y="937860"/>
                </a:cubicBezTo>
                <a:cubicBezTo>
                  <a:pt x="92220" y="914558"/>
                  <a:pt x="41822" y="864159"/>
                  <a:pt x="18535" y="800172"/>
                </a:cubicBezTo>
                <a:cubicBezTo>
                  <a:pt x="0" y="755777"/>
                  <a:pt x="0" y="689200"/>
                  <a:pt x="0" y="578228"/>
                </a:cubicBezTo>
                <a:lnTo>
                  <a:pt x="0" y="378152"/>
                </a:lnTo>
                <a:cubicBezTo>
                  <a:pt x="0" y="267180"/>
                  <a:pt x="0" y="200604"/>
                  <a:pt x="18535" y="156208"/>
                </a:cubicBezTo>
                <a:cubicBezTo>
                  <a:pt x="41822" y="92221"/>
                  <a:pt x="92220" y="41823"/>
                  <a:pt x="156207" y="18537"/>
                </a:cubicBezTo>
                <a:cubicBezTo>
                  <a:pt x="200603" y="0"/>
                  <a:pt x="267180" y="0"/>
                  <a:pt x="37815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9475">
            <a:solidFill>
              <a:srgbClr val="000000"/>
            </a:solidFill>
            <a:prstDash val="solid"/>
          </a:ln>
        </p:spPr>
      </p:sp>
      <p:sp>
        <p:nvSpPr>
          <p:cNvPr id="3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C30285E7-6B1B-4181-8652-32B76614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9956" y="865161"/>
            <a:ext cx="2373700" cy="2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Discrete Skill Policy</a:t>
            </a:r>
          </a:p>
        </p:txBody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3101962D-60B1-4CE9-A3C9-87639DF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337" y="1947016"/>
            <a:ext cx="4021753" cy="956380"/>
          </a:xfrm>
          <a:custGeom xmlns:a="http://schemas.openxmlformats.org/drawingml/2006/main">
            <a:pathLst>
              <a:path w="4021753" h="956380">
                <a:moveTo>
                  <a:pt x="378151" y="0"/>
                </a:moveTo>
                <a:lnTo>
                  <a:pt x="3643600" y="0"/>
                </a:lnTo>
                <a:cubicBezTo>
                  <a:pt x="3754573" y="0"/>
                  <a:pt x="3821149" y="0"/>
                  <a:pt x="3865545" y="18537"/>
                </a:cubicBezTo>
                <a:cubicBezTo>
                  <a:pt x="3929532" y="41823"/>
                  <a:pt x="3979930" y="92221"/>
                  <a:pt x="4003232" y="156208"/>
                </a:cubicBezTo>
                <a:cubicBezTo>
                  <a:pt x="4021753" y="200604"/>
                  <a:pt x="4021753" y="267180"/>
                  <a:pt x="4021753" y="378152"/>
                </a:cubicBezTo>
                <a:lnTo>
                  <a:pt x="4021753" y="578228"/>
                </a:lnTo>
                <a:cubicBezTo>
                  <a:pt x="4021753" y="689200"/>
                  <a:pt x="4021753" y="755777"/>
                  <a:pt x="4003232" y="800172"/>
                </a:cubicBezTo>
                <a:cubicBezTo>
                  <a:pt x="3979930" y="864159"/>
                  <a:pt x="3929532" y="914558"/>
                  <a:pt x="3865545" y="937843"/>
                </a:cubicBezTo>
                <a:cubicBezTo>
                  <a:pt x="3821149" y="956380"/>
                  <a:pt x="3754573" y="956380"/>
                  <a:pt x="3643600" y="956380"/>
                </a:cubicBezTo>
                <a:lnTo>
                  <a:pt x="378151" y="956380"/>
                </a:lnTo>
                <a:cubicBezTo>
                  <a:pt x="267180" y="956380"/>
                  <a:pt x="200603" y="956380"/>
                  <a:pt x="156207" y="937843"/>
                </a:cubicBezTo>
                <a:cubicBezTo>
                  <a:pt x="92220" y="914558"/>
                  <a:pt x="41822" y="864159"/>
                  <a:pt x="18535" y="800172"/>
                </a:cubicBezTo>
                <a:cubicBezTo>
                  <a:pt x="0" y="755777"/>
                  <a:pt x="0" y="689200"/>
                  <a:pt x="0" y="578228"/>
                </a:cubicBezTo>
                <a:lnTo>
                  <a:pt x="0" y="378152"/>
                </a:lnTo>
                <a:cubicBezTo>
                  <a:pt x="0" y="267180"/>
                  <a:pt x="0" y="200604"/>
                  <a:pt x="18535" y="156208"/>
                </a:cubicBezTo>
                <a:cubicBezTo>
                  <a:pt x="41822" y="92221"/>
                  <a:pt x="92220" y="41823"/>
                  <a:pt x="156207" y="18537"/>
                </a:cubicBezTo>
                <a:cubicBezTo>
                  <a:pt x="200603" y="0"/>
                  <a:pt x="267180" y="0"/>
                  <a:pt x="378151" y="0"/>
                </a:cubicBezTo>
              </a:path>
            </a:pathLst>
          </a:custGeom>
          <a:solidFill xmlns:a="http://schemas.openxmlformats.org/drawingml/2006/main">
            <a:srgbClr val="BEE4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D1B3980C-4948-43C9-AD67-D76774D9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337" y="1947016"/>
            <a:ext cx="4021753" cy="956380"/>
          </a:xfrm>
          <a:custGeom xmlns:a="http://schemas.openxmlformats.org/drawingml/2006/main">
            <a:pathLst>
              <a:path w="4021753" h="956380">
                <a:moveTo>
                  <a:pt x="378151" y="0"/>
                </a:moveTo>
                <a:lnTo>
                  <a:pt x="3643600" y="0"/>
                </a:lnTo>
                <a:cubicBezTo>
                  <a:pt x="3754573" y="0"/>
                  <a:pt x="3821149" y="0"/>
                  <a:pt x="3865545" y="18537"/>
                </a:cubicBezTo>
                <a:cubicBezTo>
                  <a:pt x="3929532" y="41823"/>
                  <a:pt x="3979930" y="92221"/>
                  <a:pt x="4003232" y="156208"/>
                </a:cubicBezTo>
                <a:cubicBezTo>
                  <a:pt x="4021753" y="200604"/>
                  <a:pt x="4021753" y="267180"/>
                  <a:pt x="4021753" y="378152"/>
                </a:cubicBezTo>
                <a:lnTo>
                  <a:pt x="4021753" y="578228"/>
                </a:lnTo>
                <a:cubicBezTo>
                  <a:pt x="4021753" y="689200"/>
                  <a:pt x="4021753" y="755777"/>
                  <a:pt x="4003232" y="800172"/>
                </a:cubicBezTo>
                <a:cubicBezTo>
                  <a:pt x="3979930" y="864159"/>
                  <a:pt x="3929532" y="914558"/>
                  <a:pt x="3865545" y="937860"/>
                </a:cubicBezTo>
                <a:cubicBezTo>
                  <a:pt x="3821149" y="956380"/>
                  <a:pt x="3754573" y="956380"/>
                  <a:pt x="3643600" y="956380"/>
                </a:cubicBezTo>
                <a:lnTo>
                  <a:pt x="378151" y="956380"/>
                </a:lnTo>
                <a:cubicBezTo>
                  <a:pt x="267180" y="956380"/>
                  <a:pt x="200603" y="956380"/>
                  <a:pt x="156207" y="937860"/>
                </a:cubicBezTo>
                <a:cubicBezTo>
                  <a:pt x="92220" y="914558"/>
                  <a:pt x="41822" y="864159"/>
                  <a:pt x="18535" y="800172"/>
                </a:cubicBezTo>
                <a:cubicBezTo>
                  <a:pt x="0" y="755777"/>
                  <a:pt x="0" y="689200"/>
                  <a:pt x="0" y="578228"/>
                </a:cubicBezTo>
                <a:lnTo>
                  <a:pt x="0" y="378152"/>
                </a:lnTo>
                <a:cubicBezTo>
                  <a:pt x="0" y="267180"/>
                  <a:pt x="0" y="200604"/>
                  <a:pt x="18535" y="156208"/>
                </a:cubicBezTo>
                <a:cubicBezTo>
                  <a:pt x="41822" y="92221"/>
                  <a:pt x="92220" y="41823"/>
                  <a:pt x="156207" y="18537"/>
                </a:cubicBezTo>
                <a:cubicBezTo>
                  <a:pt x="200603" y="0"/>
                  <a:pt x="267180" y="0"/>
                  <a:pt x="37815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9475">
            <a:solidFill>
              <a:srgbClr val="000000"/>
            </a:solidFill>
            <a:prstDash val="solid"/>
          </a:ln>
        </p:spPr>
      </p:sp>
      <p:sp>
        <p:nvSpPr>
          <p:cNvPr id="6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2ACF2445-4A15-45A6-BA21-8242F0AF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6045" y="2283438"/>
            <a:ext cx="3522996" cy="2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 Parameter Policy</a:t>
            </a:r>
          </a:p>
        </p:txBody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EA04B9C1-07B3-4163-AAB6-A4578BDA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337" y="3365293"/>
            <a:ext cx="4021753" cy="956380"/>
          </a:xfrm>
          <a:custGeom xmlns:a="http://schemas.openxmlformats.org/drawingml/2006/main">
            <a:pathLst>
              <a:path w="4021753" h="956380">
                <a:moveTo>
                  <a:pt x="378151" y="0"/>
                </a:moveTo>
                <a:lnTo>
                  <a:pt x="3643600" y="0"/>
                </a:lnTo>
                <a:cubicBezTo>
                  <a:pt x="3754573" y="0"/>
                  <a:pt x="3821149" y="0"/>
                  <a:pt x="3865545" y="18537"/>
                </a:cubicBezTo>
                <a:cubicBezTo>
                  <a:pt x="3929532" y="41822"/>
                  <a:pt x="3979930" y="92221"/>
                  <a:pt x="4003232" y="156208"/>
                </a:cubicBezTo>
                <a:cubicBezTo>
                  <a:pt x="4021753" y="200603"/>
                  <a:pt x="4021753" y="267180"/>
                  <a:pt x="4021753" y="378152"/>
                </a:cubicBezTo>
                <a:lnTo>
                  <a:pt x="4021753" y="578228"/>
                </a:lnTo>
                <a:cubicBezTo>
                  <a:pt x="4021753" y="689200"/>
                  <a:pt x="4021753" y="755777"/>
                  <a:pt x="4003232" y="800172"/>
                </a:cubicBezTo>
                <a:cubicBezTo>
                  <a:pt x="3979930" y="864159"/>
                  <a:pt x="3929532" y="914558"/>
                  <a:pt x="3865545" y="937843"/>
                </a:cubicBezTo>
                <a:cubicBezTo>
                  <a:pt x="3821149" y="956380"/>
                  <a:pt x="3754573" y="956380"/>
                  <a:pt x="3643600" y="956380"/>
                </a:cubicBezTo>
                <a:lnTo>
                  <a:pt x="378151" y="956380"/>
                </a:lnTo>
                <a:cubicBezTo>
                  <a:pt x="267180" y="956380"/>
                  <a:pt x="200603" y="956380"/>
                  <a:pt x="156207" y="937843"/>
                </a:cubicBezTo>
                <a:cubicBezTo>
                  <a:pt x="92220" y="914558"/>
                  <a:pt x="41822" y="864159"/>
                  <a:pt x="18535" y="800172"/>
                </a:cubicBezTo>
                <a:cubicBezTo>
                  <a:pt x="0" y="755777"/>
                  <a:pt x="0" y="689200"/>
                  <a:pt x="0" y="578228"/>
                </a:cubicBezTo>
                <a:lnTo>
                  <a:pt x="0" y="378152"/>
                </a:lnTo>
                <a:cubicBezTo>
                  <a:pt x="0" y="267180"/>
                  <a:pt x="0" y="200603"/>
                  <a:pt x="18535" y="156208"/>
                </a:cubicBezTo>
                <a:cubicBezTo>
                  <a:pt x="41822" y="92221"/>
                  <a:pt x="92220" y="41822"/>
                  <a:pt x="156207" y="18537"/>
                </a:cubicBezTo>
                <a:cubicBezTo>
                  <a:pt x="200603" y="0"/>
                  <a:pt x="267180" y="0"/>
                  <a:pt x="378151" y="0"/>
                </a:cubicBezTo>
              </a:path>
            </a:pathLst>
          </a:custGeom>
          <a:solidFill xmlns:a="http://schemas.openxmlformats.org/drawingml/2006/main">
            <a:srgbClr val="FA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1BEE47B1-DDBD-4232-B01A-B91E379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337" y="3365293"/>
            <a:ext cx="4021753" cy="956380"/>
          </a:xfrm>
          <a:custGeom xmlns:a="http://schemas.openxmlformats.org/drawingml/2006/main">
            <a:pathLst>
              <a:path w="4021753" h="956380">
                <a:moveTo>
                  <a:pt x="378151" y="0"/>
                </a:moveTo>
                <a:lnTo>
                  <a:pt x="3643600" y="0"/>
                </a:lnTo>
                <a:cubicBezTo>
                  <a:pt x="3754573" y="0"/>
                  <a:pt x="3821149" y="0"/>
                  <a:pt x="3865545" y="18537"/>
                </a:cubicBezTo>
                <a:cubicBezTo>
                  <a:pt x="3929532" y="41822"/>
                  <a:pt x="3979930" y="92221"/>
                  <a:pt x="4003232" y="156208"/>
                </a:cubicBezTo>
                <a:cubicBezTo>
                  <a:pt x="4021753" y="200603"/>
                  <a:pt x="4021753" y="267180"/>
                  <a:pt x="4021753" y="378152"/>
                </a:cubicBezTo>
                <a:lnTo>
                  <a:pt x="4021753" y="578228"/>
                </a:lnTo>
                <a:cubicBezTo>
                  <a:pt x="4021753" y="689200"/>
                  <a:pt x="4021753" y="755777"/>
                  <a:pt x="4003232" y="800172"/>
                </a:cubicBezTo>
                <a:cubicBezTo>
                  <a:pt x="3979930" y="864159"/>
                  <a:pt x="3929532" y="914558"/>
                  <a:pt x="3865545" y="937860"/>
                </a:cubicBezTo>
                <a:cubicBezTo>
                  <a:pt x="3821149" y="956380"/>
                  <a:pt x="3754573" y="956380"/>
                  <a:pt x="3643600" y="956380"/>
                </a:cubicBezTo>
                <a:lnTo>
                  <a:pt x="378151" y="956380"/>
                </a:lnTo>
                <a:cubicBezTo>
                  <a:pt x="267180" y="956380"/>
                  <a:pt x="200603" y="956380"/>
                  <a:pt x="156207" y="937860"/>
                </a:cubicBezTo>
                <a:cubicBezTo>
                  <a:pt x="92220" y="914558"/>
                  <a:pt x="41822" y="864159"/>
                  <a:pt x="18535" y="800172"/>
                </a:cubicBezTo>
                <a:cubicBezTo>
                  <a:pt x="0" y="755777"/>
                  <a:pt x="0" y="689200"/>
                  <a:pt x="0" y="578228"/>
                </a:cubicBezTo>
                <a:lnTo>
                  <a:pt x="0" y="378152"/>
                </a:lnTo>
                <a:cubicBezTo>
                  <a:pt x="0" y="267180"/>
                  <a:pt x="0" y="200603"/>
                  <a:pt x="18535" y="156208"/>
                </a:cubicBezTo>
                <a:cubicBezTo>
                  <a:pt x="41822" y="92221"/>
                  <a:pt x="92220" y="41822"/>
                  <a:pt x="156207" y="18537"/>
                </a:cubicBezTo>
                <a:cubicBezTo>
                  <a:pt x="200603" y="0"/>
                  <a:pt x="267180" y="0"/>
                  <a:pt x="37815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9475">
            <a:solidFill>
              <a:srgbClr val="000000"/>
            </a:solidFill>
            <a:prstDash val="solid"/>
          </a:ln>
        </p:spPr>
      </p:sp>
      <p:sp>
        <p:nvSpPr>
          <p:cNvPr id="9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0F620B4E-28E8-4755-89F1-80028362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5940" y="3701713"/>
            <a:ext cx="2844401" cy="2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Low-level Action Policy</a:t>
            </a:r>
          </a:p>
        </p:txBody>
      </p:sp>
      <p:sp>
        <p:nvSpPr>
          <p:cNvPr id="10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0474451A-A563-4D7B-9541-29B8992B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1022" y="1447871"/>
            <a:ext cx="1981539" cy="26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 State</a:t>
            </a:r>
          </a:p>
        </p:txBody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8BFF5640-3AB0-4DDD-AAFE-00969A33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9730" y="1505298"/>
            <a:ext cx="95" cy="323862"/>
          </a:xfrm>
          <a:custGeom xmlns:a="http://schemas.openxmlformats.org/drawingml/2006/main">
            <a:pathLst>
              <a:path w="95" h="323862">
                <a:moveTo>
                  <a:pt x="0" y="0"/>
                </a:moveTo>
                <a:lnTo>
                  <a:pt x="0" y="311493"/>
                </a:lnTo>
                <a:lnTo>
                  <a:pt x="0" y="323862"/>
                </a:lnTo>
              </a:path>
            </a:pathLst>
          </a:custGeom>
          <a:noFill xmlns:a="http://schemas.openxmlformats.org/drawingml/2006/main"/>
          <a:ln xmlns:a="http://schemas.openxmlformats.org/drawingml/2006/main" w="24737">
            <a:solidFill>
              <a:srgbClr val="000000"/>
            </a:solidFill>
            <a:prstDash val="solid"/>
          </a:ln>
        </p:spPr>
      </p:sp>
      <p:sp>
        <p:nvSpPr>
          <p:cNvPr id="12" name="pdf-path-12">
            <a:extLst xmlns:a="http://schemas.openxmlformats.org/drawingml/2006/main">
              <a:ext uri="{FF2B5EF4-FFF2-40B4-BE49-F238E27FC236}">
                <a16:creationId xmlns:a16="http://schemas.microsoft.com/office/drawing/2014/main" id="{837358D5-9F3B-4F8F-B9E0-A4FD7CDE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636" y="1834654"/>
            <a:ext cx="92188" cy="92188"/>
          </a:xfrm>
          <a:custGeom xmlns:a="http://schemas.openxmlformats.org/drawingml/2006/main">
            <a:pathLst>
              <a:path w="92188" h="92188">
                <a:moveTo>
                  <a:pt x="92188" y="0"/>
                </a:moveTo>
                <a:lnTo>
                  <a:pt x="46093" y="92188"/>
                </a:lnTo>
                <a:lnTo>
                  <a:pt x="0" y="0"/>
                </a:lnTo>
                <a:lnTo>
                  <a:pt x="9218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BE984FDC-D34C-4522-B045-77B93FC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9730" y="2923574"/>
            <a:ext cx="95" cy="323862"/>
          </a:xfrm>
          <a:custGeom xmlns:a="http://schemas.openxmlformats.org/drawingml/2006/main">
            <a:pathLst>
              <a:path w="95" h="323862">
                <a:moveTo>
                  <a:pt x="0" y="0"/>
                </a:moveTo>
                <a:lnTo>
                  <a:pt x="0" y="311493"/>
                </a:lnTo>
                <a:lnTo>
                  <a:pt x="0" y="323862"/>
                </a:lnTo>
              </a:path>
            </a:pathLst>
          </a:custGeom>
          <a:noFill xmlns:a="http://schemas.openxmlformats.org/drawingml/2006/main"/>
          <a:ln xmlns:a="http://schemas.openxmlformats.org/drawingml/2006/main" w="24737">
            <a:solidFill>
              <a:srgbClr val="000000"/>
            </a:solidFill>
            <a:prstDash val="solid"/>
          </a:ln>
        </p:spPr>
      </p:sp>
      <p:sp>
        <p:nvSpPr>
          <p:cNvPr id="14" name="pdf-path-14">
            <a:extLst xmlns:a="http://schemas.openxmlformats.org/drawingml/2006/main">
              <a:ext uri="{FF2B5EF4-FFF2-40B4-BE49-F238E27FC236}">
                <a16:creationId xmlns:a16="http://schemas.microsoft.com/office/drawing/2014/main" id="{ADF70248-7F56-4362-8008-2AE1B99B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636" y="3252931"/>
            <a:ext cx="92188" cy="92188"/>
          </a:xfrm>
          <a:custGeom xmlns:a="http://schemas.openxmlformats.org/drawingml/2006/main">
            <a:pathLst>
              <a:path w="92188" h="92188">
                <a:moveTo>
                  <a:pt x="92188" y="0"/>
                </a:moveTo>
                <a:lnTo>
                  <a:pt x="46093" y="92188"/>
                </a:lnTo>
                <a:lnTo>
                  <a:pt x="0" y="0"/>
                </a:lnTo>
                <a:lnTo>
                  <a:pt x="9218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2C8A7598-6156-4A4D-9C8A-DD79A5D0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1021" y="972710"/>
            <a:ext cx="344113" cy="95"/>
          </a:xfrm>
          <a:custGeom xmlns:a="http://schemas.openxmlformats.org/drawingml/2006/main">
            <a:pathLst>
              <a:path w="344113" h="95">
                <a:moveTo>
                  <a:pt x="344113" y="0"/>
                </a:moveTo>
                <a:lnTo>
                  <a:pt x="12368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7">
            <a:solidFill>
              <a:srgbClr val="000000"/>
            </a:solidFill>
            <a:prstDash val="solid"/>
          </a:ln>
        </p:spPr>
      </p:sp>
      <p:sp>
        <p:nvSpPr>
          <p:cNvPr id="1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24BA3A7D-F172-4985-B5BB-FD5BA01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3340" y="926616"/>
            <a:ext cx="92188" cy="92188"/>
          </a:xfrm>
          <a:custGeom xmlns:a="http://schemas.openxmlformats.org/drawingml/2006/main">
            <a:pathLst>
              <a:path w="92188" h="92188">
                <a:moveTo>
                  <a:pt x="92188" y="92188"/>
                </a:moveTo>
                <a:lnTo>
                  <a:pt x="0" y="46094"/>
                </a:lnTo>
                <a:lnTo>
                  <a:pt x="92188" y="0"/>
                </a:lnTo>
                <a:lnTo>
                  <a:pt x="92188" y="921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A7A458F8-C7A2-4EB4-B2D4-AB6BAFF1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9408" y="1697567"/>
            <a:ext cx="384817" cy="719530"/>
          </a:xfrm>
          <a:custGeom xmlns:a="http://schemas.openxmlformats.org/drawingml/2006/main">
            <a:pathLst>
              <a:path w="384817" h="719530">
                <a:moveTo>
                  <a:pt x="384817" y="0"/>
                </a:moveTo>
                <a:lnTo>
                  <a:pt x="5832" y="708624"/>
                </a:lnTo>
                <a:lnTo>
                  <a:pt x="0" y="719530"/>
                </a:lnTo>
              </a:path>
            </a:pathLst>
          </a:custGeom>
          <a:noFill xmlns:a="http://schemas.openxmlformats.org/drawingml/2006/main"/>
          <a:ln xmlns:a="http://schemas.openxmlformats.org/drawingml/2006/main" w="11666">
            <a:solidFill>
              <a:srgbClr val="000000"/>
            </a:solidFill>
            <a:prstDash val="solid"/>
          </a:ln>
        </p:spPr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06C141E7-F2C0-4011-A888-9A0E6C10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3340" y="2400210"/>
            <a:ext cx="84124" cy="103023"/>
          </a:xfrm>
          <a:custGeom xmlns:a="http://schemas.openxmlformats.org/drawingml/2006/main">
            <a:pathLst>
              <a:path w="84124" h="103023">
                <a:moveTo>
                  <a:pt x="84124" y="43472"/>
                </a:moveTo>
                <a:lnTo>
                  <a:pt x="0" y="103023"/>
                </a:lnTo>
                <a:lnTo>
                  <a:pt x="2837" y="0"/>
                </a:lnTo>
                <a:lnTo>
                  <a:pt x="84124" y="43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19">
            <a:extLst xmlns:a="http://schemas.openxmlformats.org/drawingml/2006/main">
              <a:ext uri="{FF2B5EF4-FFF2-40B4-BE49-F238E27FC236}">
                <a16:creationId xmlns:a16="http://schemas.microsoft.com/office/drawing/2014/main" id="{80F1AD56-81EA-484B-BA11-7447F6E0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0848" y="1720074"/>
            <a:ext cx="95" cy="1697627"/>
          </a:xfrm>
          <a:custGeom xmlns:a="http://schemas.openxmlformats.org/drawingml/2006/main">
            <a:pathLst>
              <a:path w="95" h="1697627">
                <a:moveTo>
                  <a:pt x="0" y="0"/>
                </a:moveTo>
                <a:lnTo>
                  <a:pt x="0" y="1685259"/>
                </a:lnTo>
                <a:lnTo>
                  <a:pt x="0" y="1697627"/>
                </a:lnTo>
              </a:path>
            </a:pathLst>
          </a:custGeom>
          <a:noFill xmlns:a="http://schemas.openxmlformats.org/drawingml/2006/main"/>
          <a:ln xmlns:a="http://schemas.openxmlformats.org/drawingml/2006/main" w="24737">
            <a:solidFill>
              <a:srgbClr val="000000"/>
            </a:solidFill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FC3A762A-51B0-4142-85F4-AE6594A1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4753" y="3423199"/>
            <a:ext cx="92188" cy="92188"/>
          </a:xfrm>
          <a:custGeom xmlns:a="http://schemas.openxmlformats.org/drawingml/2006/main">
            <a:pathLst>
              <a:path w="92188" h="92188">
                <a:moveTo>
                  <a:pt x="92188" y="0"/>
                </a:moveTo>
                <a:lnTo>
                  <a:pt x="46093" y="92188"/>
                </a:lnTo>
                <a:lnTo>
                  <a:pt x="0" y="0"/>
                </a:lnTo>
                <a:lnTo>
                  <a:pt x="9218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5544C-8A25-4DBE-86B4-C70A4DAED6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4fa82b305469c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1141" y="3568291"/>
            <a:ext cx="559408" cy="550385"/>
          </a:xfrm>
          <a:prstGeom xmlns:a="http://schemas.openxmlformats.org/drawingml/2006/main" prst="rect">
            <a:avLst/>
          </a:prstGeom>
        </p:spPr>
      </p:pic>
      <p:sp>
        <p:nvSpPr>
          <p:cNvPr id="22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718E27E5-69D6-45CF-9E7D-82A74C38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1141" y="3568291"/>
            <a:ext cx="559408" cy="550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pdf-path-22">
            <a:extLst xmlns:a="http://schemas.openxmlformats.org/drawingml/2006/main">
              <a:ext uri="{FF2B5EF4-FFF2-40B4-BE49-F238E27FC236}">
                <a16:creationId xmlns:a16="http://schemas.microsoft.com/office/drawing/2014/main" id="{3065F356-C6CA-4C10-9E24-53169B61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1023" y="3905795"/>
            <a:ext cx="732144" cy="95"/>
          </a:xfrm>
          <a:custGeom xmlns:a="http://schemas.openxmlformats.org/drawingml/2006/main">
            <a:pathLst>
              <a:path w="732144" h="95">
                <a:moveTo>
                  <a:pt x="732144" y="0"/>
                </a:moveTo>
                <a:lnTo>
                  <a:pt x="12368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7">
            <a:solidFill>
              <a:srgbClr val="000000"/>
            </a:solidFill>
            <a:prstDash val="solid"/>
          </a:ln>
        </p:spPr>
      </p:sp>
      <p:sp>
        <p:nvSpPr>
          <p:cNvPr id="24" name="pdf-path-23">
            <a:extLst xmlns:a="http://schemas.openxmlformats.org/drawingml/2006/main">
              <a:ext uri="{FF2B5EF4-FFF2-40B4-BE49-F238E27FC236}">
                <a16:creationId xmlns:a16="http://schemas.microsoft.com/office/drawing/2014/main" id="{29581E73-5A1A-40B4-BDAF-BFF64AF9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3340" y="3859700"/>
            <a:ext cx="92188" cy="92188"/>
          </a:xfrm>
          <a:custGeom xmlns:a="http://schemas.openxmlformats.org/drawingml/2006/main">
            <a:pathLst>
              <a:path w="92188" h="92188">
                <a:moveTo>
                  <a:pt x="92188" y="92188"/>
                </a:moveTo>
                <a:lnTo>
                  <a:pt x="0" y="46094"/>
                </a:lnTo>
                <a:lnTo>
                  <a:pt x="92188" y="0"/>
                </a:lnTo>
                <a:lnTo>
                  <a:pt x="92188" y="921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9CC7F49D-8B06-4A36-AF21-069FACEB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9481" y="4247893"/>
            <a:ext cx="1625269" cy="296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Compressed  </a:t>
            </a:r>
          </a:p>
        </p:txBody>
      </p:sp>
      <p:sp>
        <p:nvSpPr>
          <p:cNvPr id="26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593D5956-108C-4D58-978C-F6FD6B6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240" y="4627266"/>
            <a:ext cx="2744742" cy="296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One-dimensional State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2EF9E6-0834-4CE3-B243-6ACE0A9CCF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62a2fa0894b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19" y="47725"/>
            <a:ext cx="2885283" cy="1923522"/>
          </a:xfrm>
          <a:prstGeom xmlns:a="http://schemas.openxmlformats.org/drawingml/2006/main" prst="rect">
            <a:avLst/>
          </a:prstGeom>
        </p:spPr>
      </p:pic>
      <p:sp>
        <p:nvSpPr>
          <p:cNvPr id="28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709D09EA-1FA8-455B-8583-439707F0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19" y="47725"/>
            <a:ext cx="2885283" cy="1923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8C02B-D7E8-46BF-87AD-D035494DBD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ba933516345dc"/>
          <a:srcRect xmlns:a="http://schemas.openxmlformats.org/drawingml/2006/main" l="0" t="698" r="0" b="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513" y="2383945"/>
            <a:ext cx="2589093" cy="467572"/>
          </a:xfrm>
          <a:prstGeom xmlns:a="http://schemas.openxmlformats.org/drawingml/2006/main" prst="rect">
            <a:avLst/>
          </a:prstGeom>
        </p:spPr>
      </p:pic>
      <p:sp>
        <p:nvSpPr>
          <p:cNvPr id="30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E344D77F-E0B8-4A76-9018-DB11ADA1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513" y="2383945"/>
            <a:ext cx="2589093" cy="467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pdf-path-28">
            <a:extLst xmlns:a="http://schemas.openxmlformats.org/drawingml/2006/main">
              <a:ext uri="{FF2B5EF4-FFF2-40B4-BE49-F238E27FC236}">
                <a16:creationId xmlns:a16="http://schemas.microsoft.com/office/drawing/2014/main" id="{AA02CF4E-A829-4B5C-8C70-CA385FB3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2577" y="1969171"/>
            <a:ext cx="95" cy="323862"/>
          </a:xfrm>
          <a:custGeom xmlns:a="http://schemas.openxmlformats.org/drawingml/2006/main">
            <a:pathLst>
              <a:path w="95" h="323862">
                <a:moveTo>
                  <a:pt x="0" y="0"/>
                </a:moveTo>
                <a:lnTo>
                  <a:pt x="0" y="311493"/>
                </a:lnTo>
                <a:lnTo>
                  <a:pt x="0" y="323862"/>
                </a:lnTo>
              </a:path>
            </a:pathLst>
          </a:custGeom>
          <a:noFill xmlns:a="http://schemas.openxmlformats.org/drawingml/2006/main"/>
          <a:ln xmlns:a="http://schemas.openxmlformats.org/drawingml/2006/main" w="24737">
            <a:solidFill>
              <a:srgbClr val="000000"/>
            </a:solidFill>
            <a:prstDash val="dash"/>
          </a:ln>
        </p:spPr>
      </p:sp>
      <p:sp>
        <p:nvSpPr>
          <p:cNvPr id="32" name="pdf-path-29">
            <a:extLst xmlns:a="http://schemas.openxmlformats.org/drawingml/2006/main">
              <a:ext uri="{FF2B5EF4-FFF2-40B4-BE49-F238E27FC236}">
                <a16:creationId xmlns:a16="http://schemas.microsoft.com/office/drawing/2014/main" id="{6C005185-7DDB-426C-BA29-31C1D019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484" y="2265543"/>
            <a:ext cx="92188" cy="92188"/>
          </a:xfrm>
          <a:custGeom xmlns:a="http://schemas.openxmlformats.org/drawingml/2006/main">
            <a:pathLst>
              <a:path w="92188" h="92188">
                <a:moveTo>
                  <a:pt x="92188" y="0"/>
                </a:moveTo>
                <a:lnTo>
                  <a:pt x="46093" y="92188"/>
                </a:lnTo>
                <a:lnTo>
                  <a:pt x="0" y="0"/>
                </a:lnTo>
                <a:lnTo>
                  <a:pt x="9218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B4307-D0E0-4B29-8518-8346EEB305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5f3203d1044de"/>
          <a:srcRect xmlns:a="http://schemas.openxmlformats.org/drawingml/2006/main" l="0" t="698" r="0" b="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513" y="3674563"/>
            <a:ext cx="2589093" cy="467572"/>
          </a:xfrm>
          <a:prstGeom xmlns:a="http://schemas.openxmlformats.org/drawingml/2006/main" prst="rect">
            <a:avLst/>
          </a:prstGeom>
        </p:spPr>
      </p:pic>
      <p:sp>
        <p:nvSpPr>
          <p:cNvPr id="34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13E9762F-AA31-4AB7-BD93-4541E17A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513" y="3674563"/>
            <a:ext cx="2589093" cy="467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pdf-path-33">
            <a:extLst xmlns:a="http://schemas.openxmlformats.org/drawingml/2006/main">
              <a:ext uri="{FF2B5EF4-FFF2-40B4-BE49-F238E27FC236}">
                <a16:creationId xmlns:a16="http://schemas.microsoft.com/office/drawing/2014/main" id="{D3BAE085-A66B-4836-AE4A-19CBDB2D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2577" y="3052269"/>
            <a:ext cx="95" cy="323862"/>
          </a:xfrm>
          <a:custGeom xmlns:a="http://schemas.openxmlformats.org/drawingml/2006/main">
            <a:pathLst>
              <a:path w="95" h="323862">
                <a:moveTo>
                  <a:pt x="0" y="0"/>
                </a:moveTo>
                <a:lnTo>
                  <a:pt x="0" y="311493"/>
                </a:lnTo>
                <a:lnTo>
                  <a:pt x="0" y="323862"/>
                </a:lnTo>
              </a:path>
            </a:pathLst>
          </a:custGeom>
          <a:noFill xmlns:a="http://schemas.openxmlformats.org/drawingml/2006/main"/>
          <a:ln xmlns:a="http://schemas.openxmlformats.org/drawingml/2006/main" w="24737">
            <a:solidFill>
              <a:srgbClr val="000000"/>
            </a:solidFill>
            <a:prstDash val="dash"/>
          </a:ln>
        </p:spPr>
      </p:sp>
      <p:sp>
        <p:nvSpPr>
          <p:cNvPr id="36" name="pdf-path-34">
            <a:extLst xmlns:a="http://schemas.openxmlformats.org/drawingml/2006/main">
              <a:ext uri="{FF2B5EF4-FFF2-40B4-BE49-F238E27FC236}">
                <a16:creationId xmlns:a16="http://schemas.microsoft.com/office/drawing/2014/main" id="{E25A0950-1651-4767-9C23-A47A262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484" y="3348641"/>
            <a:ext cx="92188" cy="92188"/>
          </a:xfrm>
          <a:custGeom xmlns:a="http://schemas.openxmlformats.org/drawingml/2006/main">
            <a:pathLst>
              <a:path w="92188" h="92188">
                <a:moveTo>
                  <a:pt x="92188" y="0"/>
                </a:moveTo>
                <a:lnTo>
                  <a:pt x="46093" y="92188"/>
                </a:lnTo>
                <a:lnTo>
                  <a:pt x="0" y="0"/>
                </a:lnTo>
                <a:lnTo>
                  <a:pt x="9218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35">
            <a:extLst xmlns:a="http://schemas.openxmlformats.org/drawingml/2006/main">
              <a:ext uri="{FF2B5EF4-FFF2-40B4-BE49-F238E27FC236}">
                <a16:creationId xmlns:a16="http://schemas.microsoft.com/office/drawing/2014/main" id="{318CE110-9C85-4649-9949-AB0E51E2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3977" y="4342888"/>
            <a:ext cx="1693237" cy="425303"/>
          </a:xfrm>
          <a:custGeom xmlns:a="http://schemas.openxmlformats.org/drawingml/2006/main">
            <a:pathLst>
              <a:path w="1693237" h="425303">
                <a:moveTo>
                  <a:pt x="1693237" y="0"/>
                </a:moveTo>
                <a:lnTo>
                  <a:pt x="11996" y="422289"/>
                </a:lnTo>
                <a:lnTo>
                  <a:pt x="0" y="425303"/>
                </a:lnTo>
              </a:path>
            </a:pathLst>
          </a:custGeom>
          <a:noFill xmlns:a="http://schemas.openxmlformats.org/drawingml/2006/main"/>
          <a:ln xmlns:a="http://schemas.openxmlformats.org/drawingml/2006/main" w="23992">
            <a:solidFill>
              <a:srgbClr val="000000"/>
            </a:solidFill>
            <a:prstDash val="solid"/>
          </a:ln>
        </p:spPr>
      </p:sp>
      <p:sp>
        <p:nvSpPr>
          <p:cNvPr id="38" name="pdf-path-36">
            <a:extLst xmlns:a="http://schemas.openxmlformats.org/drawingml/2006/main">
              <a:ext uri="{FF2B5EF4-FFF2-40B4-BE49-F238E27FC236}">
                <a16:creationId xmlns:a16="http://schemas.microsoft.com/office/drawing/2014/main" id="{82D9B93B-50FA-443E-AACA-D276010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9239" y="4724818"/>
            <a:ext cx="100632" cy="89418"/>
          </a:xfrm>
          <a:custGeom xmlns:a="http://schemas.openxmlformats.org/drawingml/2006/main">
            <a:pathLst>
              <a:path w="100632" h="89418">
                <a:moveTo>
                  <a:pt x="100632" y="89418"/>
                </a:moveTo>
                <a:lnTo>
                  <a:pt x="0" y="67170"/>
                </a:lnTo>
                <a:lnTo>
                  <a:pt x="78171" y="0"/>
                </a:lnTo>
                <a:lnTo>
                  <a:pt x="100632" y="894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789538-673B-4048-AB0C-F253719D0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bf400cec447f7"/>
          <a:srcRect xmlns:a="http://schemas.openxmlformats.org/drawingml/2006/main" l="0" t="463" r="0" b="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4116" y="4606529"/>
            <a:ext cx="722155" cy="585384"/>
          </a:xfrm>
          <a:prstGeom xmlns:a="http://schemas.openxmlformats.org/drawingml/2006/main" prst="rect">
            <a:avLst/>
          </a:prstGeom>
        </p:spPr>
      </p:pic>
      <p:sp>
        <p:nvSpPr>
          <p:cNvPr id="40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E86FB51C-8221-4922-AB3D-231BA035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116" y="4606529"/>
            <a:ext cx="722155" cy="585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pdf-path-38">
            <a:extLst xmlns:a="http://schemas.openxmlformats.org/drawingml/2006/main">
              <a:ext uri="{FF2B5EF4-FFF2-40B4-BE49-F238E27FC236}">
                <a16:creationId xmlns:a16="http://schemas.microsoft.com/office/drawing/2014/main" id="{546BC66B-04CF-4EFA-A41B-65937F4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2577" y="4180220"/>
            <a:ext cx="95" cy="323862"/>
          </a:xfrm>
          <a:custGeom xmlns:a="http://schemas.openxmlformats.org/drawingml/2006/main">
            <a:pathLst>
              <a:path w="95" h="323862">
                <a:moveTo>
                  <a:pt x="0" y="0"/>
                </a:moveTo>
                <a:lnTo>
                  <a:pt x="0" y="311493"/>
                </a:lnTo>
                <a:lnTo>
                  <a:pt x="0" y="323862"/>
                </a:lnTo>
              </a:path>
            </a:pathLst>
          </a:custGeom>
          <a:noFill xmlns:a="http://schemas.openxmlformats.org/drawingml/2006/main"/>
          <a:ln xmlns:a="http://schemas.openxmlformats.org/drawingml/2006/main" w="24737">
            <a:solidFill>
              <a:srgbClr val="000000"/>
            </a:solidFill>
            <a:prstDash val="dash"/>
          </a:ln>
        </p:spPr>
      </p:sp>
      <p:sp>
        <p:nvSpPr>
          <p:cNvPr id="42" name="pdf-path-39">
            <a:extLst xmlns:a="http://schemas.openxmlformats.org/drawingml/2006/main">
              <a:ext uri="{FF2B5EF4-FFF2-40B4-BE49-F238E27FC236}">
                <a16:creationId xmlns:a16="http://schemas.microsoft.com/office/drawing/2014/main" id="{43DABF25-B9E7-4086-9EEC-F2B245E2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484" y="4476592"/>
            <a:ext cx="92188" cy="92188"/>
          </a:xfrm>
          <a:custGeom xmlns:a="http://schemas.openxmlformats.org/drawingml/2006/main">
            <a:pathLst>
              <a:path w="92188" h="92188">
                <a:moveTo>
                  <a:pt x="92188" y="0"/>
                </a:moveTo>
                <a:lnTo>
                  <a:pt x="46093" y="92188"/>
                </a:lnTo>
                <a:lnTo>
                  <a:pt x="0" y="0"/>
                </a:lnTo>
                <a:lnTo>
                  <a:pt x="9218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43CDAE-F433-4EEA-8F1C-DDF364272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1f53fcc8a46c9"/>
          <a:srcRect xmlns:a="http://schemas.openxmlformats.org/drawingml/2006/main" l="235" t="0" r="2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3331" y="469781"/>
            <a:ext cx="1275031" cy="1005858"/>
          </a:xfrm>
          <a:prstGeom xmlns:a="http://schemas.openxmlformats.org/drawingml/2006/main" prst="rect">
            <a:avLst/>
          </a:prstGeom>
        </p:spPr>
      </p:pic>
      <p:sp>
        <p:nvSpPr>
          <p:cNvPr id="44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2DEB1CDD-9A93-4BE9-BC74-076745BF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3331" y="469781"/>
            <a:ext cx="1275031" cy="1005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49360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2026-10-09T20:45:18.0040000Z</dcterms:created>
  <dcterms:modified xsi:type="dcterms:W3CDTF">2026-10-09T20:45:18.0040000Z</dcterms:modified>
</coreProperties>
</file>