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4449af3db74def" /><Relationship Type="http://schemas.openxmlformats.org/officeDocument/2006/relationships/extended-properties" Target="/docProps/app.xml" Id="R2912c918de774a73" /><Relationship Type="http://schemas.openxmlformats.org/officeDocument/2006/relationships/officeDocument" Target="/ppt/presentation.xml" Id="R9030fc9df3334c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11d48bca3a42b3"/>
  </p:sldMasterIdLst>
  <p:notesMasterIdLst>
    <p:notesMasterId xmlns:r="http://schemas.openxmlformats.org/officeDocument/2006/relationships" r:id="Rdc3d9b936d6b467d"/>
  </p:notesMasterIdLst>
  <p:sldIdLst>
    <p:sldId xmlns:r="http://schemas.openxmlformats.org/officeDocument/2006/relationships" id="256" r:id="Rf5d3cd20d3434ffd"/>
  </p:sldIdLst>
  <p:sldSz cx="13515975" cy="2543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11130c8817425a" /><Relationship Type="http://schemas.openxmlformats.org/officeDocument/2006/relationships/slideMaster" Target="/ppt/slideMasters/slideMaster1.xml" Id="R8a11d48bca3a42b3" /><Relationship Type="http://schemas.openxmlformats.org/officeDocument/2006/relationships/notesMaster" Target="/ppt/notesMasters/notesMaster1.xml" Id="Rdc3d9b936d6b467d" /><Relationship Type="http://schemas.openxmlformats.org/officeDocument/2006/relationships/presProps" Target="/ppt/presProps.xml" Id="R7527161f384f46f0" /><Relationship Type="http://schemas.openxmlformats.org/officeDocument/2006/relationships/tableStyles" Target="/ppt/tableStyles.xml" Id="Rb468e4361a84492e" /><Relationship Type="http://schemas.openxmlformats.org/officeDocument/2006/relationships/slide" Target="/ppt/slides/slide1.xml" Id="Rf5d3cd20d3434f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31b20f3d204b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e38b456e4f4c4a" /><Relationship Type="http://schemas.openxmlformats.org/officeDocument/2006/relationships/notesMaster" Target="/ppt/notesMasters/notesMaster1.xml" Id="Rc307412bb63c48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"Unsupervised Skill Discovery with Bottleneck Option Learning",</a:t>
            </a:r>
          </a:p>
          <a:p xmlns:a="http://schemas.openxmlformats.org/drawingml/2006/main">
            <a:r>
              <a:t>  "paper_url": "https://arxiv.org/abs/2106.14305v1",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"Source-native architecture geometry and arrows preserve the inspected original three-panel arrangement. All ordinary labels and panel headings remain typeable text, using a Times New Roman substitute for embedded CMU Serif. Four isolated MDP joystick icons remain transparent raster images. Freeform arrows are editable points, not attached connectors.",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"6d36494ae7ce92b16672752d6f9f8da693c9bdf8aa831c682ffe348993f7050b",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66,</a:t>
            </a:r>
          </a:p>
          <a:p xmlns:a="http://schemas.openxmlformats.org/drawingml/2006/main">
            <a:r>
              <a:t>    68,</a:t>
            </a:r>
          </a:p>
          <a:p xmlns:a="http://schemas.openxmlformats.org/drawingml/2006/main">
            <a:r>
              <a:t>    539,</a:t>
            </a:r>
          </a:p>
          <a:p xmlns:a="http://schemas.openxmlformats.org/drawingml/2006/main">
            <a:r>
              <a:t>    157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"CMU Serif and Nimbus Roman ordinary labels use Times New Roman or the editor Times-compatible fallback. Original geometry and math outlines retained.",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"14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crosses crop boundary: 49",</a:t>
            </a:r>
          </a:p>
          <a:p xmlns:a="http://schemas.openxmlformats.org/drawingml/2006/main">
            <a:r>
              <a:t>    "path crosses crop boundary: 104"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"text_editability": "Ordinary diagram labels and panel/callout prose are native typeable text. Mathematical glyph outlines, where present, remain editable point paths, not live equations."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37f1359b04f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48775c7e74f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1210ec33e4c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1880ef3a145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8e10e36f64f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31accfdfe42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F4CA70-02AC-4874-BD5E-BF3C873D2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51598" y="960755"/>
            <a:ext cx="10812780" cy="3673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68110D-B607-430A-BF60-52C08C21E3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27396" y="1398746"/>
            <a:ext cx="9461183" cy="28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04FB7DD-2F4E-455C-9B4B-9E0FBC469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51598" y="1059656"/>
            <a:ext cx="1081278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5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38360E-5D5B-416B-A3D2-3A63E50A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0274" y="197803"/>
            <a:ext cx="11995428" cy="31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67C50BA-6979-4077-A879-AA89229ABF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0274" y="706438"/>
            <a:ext cx="11995428" cy="158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477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1pPr>
            <a:lvl2pPr marL="19780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2pPr>
            <a:lvl3pPr marL="31083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3pPr>
            <a:lvl4pPr marL="42386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4pPr>
            <a:lvl5pPr marL="53689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5pPr>
            <a:lvl6pPr marL="64992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6pPr>
            <a:lvl7pPr marL="76295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7pPr>
            <a:lvl8pPr marL="87598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8pPr>
            <a:lvl9pPr marL="98901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191CCCD-1F8F-4E35-9FA5-336E2C2638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0274" y="197803"/>
            <a:ext cx="11995428" cy="31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07D8EC-7621-415B-ACD9-0B7A0F9A1C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0274" y="706438"/>
            <a:ext cx="5575340" cy="158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477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1pPr>
            <a:lvl2pPr marL="19780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2pPr>
            <a:lvl3pPr marL="31083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3pPr>
            <a:lvl4pPr marL="42386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4pPr>
            <a:lvl5pPr marL="53689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5pPr>
            <a:lvl6pPr marL="64992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6pPr>
            <a:lvl7pPr marL="76295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7pPr>
            <a:lvl8pPr marL="87598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8pPr>
            <a:lvl9pPr marL="98901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990BCA-46BC-470D-B6C4-764820E2C3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180362" y="706438"/>
            <a:ext cx="5575340" cy="158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477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1pPr>
            <a:lvl2pPr marL="19780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2pPr>
            <a:lvl3pPr marL="31083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3pPr>
            <a:lvl4pPr marL="42386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4pPr>
            <a:lvl5pPr marL="53689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5pPr>
            <a:lvl6pPr marL="64992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6pPr>
            <a:lvl7pPr marL="76295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7pPr>
            <a:lvl8pPr marL="87598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8pPr>
            <a:lvl9pPr marL="98901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7AA765-5055-4079-B6B6-1FF97218BB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0274" y="197803"/>
            <a:ext cx="11995428" cy="310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2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5F4796B-1C4C-4D8F-A350-0098819D5E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0274" y="706438"/>
            <a:ext cx="5575340" cy="158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3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477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1pPr>
            <a:lvl2pPr marL="19780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2pPr>
            <a:lvl3pPr marL="31083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3pPr>
            <a:lvl4pPr marL="42386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4pPr>
            <a:lvl5pPr marL="53689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5pPr>
            <a:lvl6pPr marL="64992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6pPr>
            <a:lvl7pPr marL="76295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7pPr>
            <a:lvl8pPr marL="87598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8pPr>
            <a:lvl9pPr marL="989013" indent="-84772">
              <a:lnSpc>
                <a:spcPct val="110000"/>
              </a:lnSpc>
              <a:spcBef>
                <a:spcPts val="0"/>
              </a:spcBef>
              <a:spcAft>
                <a:spcPts val="44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0c62e2a6ef4534" /><Relationship Type="http://schemas.openxmlformats.org/officeDocument/2006/relationships/slideLayout" Target="/ppt/slideLayouts/slideLayout1.xml" Id="R04f8b233d3f74ef1" /><Relationship Type="http://schemas.openxmlformats.org/officeDocument/2006/relationships/slideLayout" Target="/ppt/slideLayouts/slideLayout2.xml" Id="Reeb062ce854c466e" /><Relationship Type="http://schemas.openxmlformats.org/officeDocument/2006/relationships/slideLayout" Target="/ppt/slideLayouts/slideLayout3.xml" Id="Rfd0d692403be4e4d" /><Relationship Type="http://schemas.openxmlformats.org/officeDocument/2006/relationships/slideLayout" Target="/ppt/slideLayouts/slideLayout4.xml" Id="Ra1a06f0a3e6a48d8" /><Relationship Type="http://schemas.openxmlformats.org/officeDocument/2006/relationships/slideLayout" Target="/ppt/slideLayouts/slideLayout5.xml" Id="R2bce926247e049a4" /><Relationship Type="http://schemas.openxmlformats.org/officeDocument/2006/relationships/slideLayout" Target="/ppt/slideLayouts/slideLayout6.xml" Id="Re2b3415c412b4f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f8b233d3f74ef1"/>
    <p:sldLayoutId xmlns:r="http://schemas.openxmlformats.org/officeDocument/2006/relationships" id="2147483650" r:id="Reeb062ce854c466e"/>
    <p:sldLayoutId xmlns:r="http://schemas.openxmlformats.org/officeDocument/2006/relationships" id="2147483651" r:id="Rfd0d692403be4e4d"/>
    <p:sldLayoutId xmlns:r="http://schemas.openxmlformats.org/officeDocument/2006/relationships" id="2147483652" r:id="Ra1a06f0a3e6a48d8"/>
    <p:sldLayoutId xmlns:r="http://schemas.openxmlformats.org/officeDocument/2006/relationships" id="2147483653" r:id="R2bce926247e049a4"/>
    <p:sldLayoutId xmlns:r="http://schemas.openxmlformats.org/officeDocument/2006/relationships" id="2147483654" r:id="Re2b3415c412b4f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f0c34488b54586" /><Relationship Type="http://schemas.openxmlformats.org/officeDocument/2006/relationships/image" Target="/ppt/media/image.png" Id="Rd99c5102daab4503" /><Relationship Type="http://schemas.openxmlformats.org/officeDocument/2006/relationships/image" Target="/ppt/media/image2.png" Id="Ra1736e8287f24264" /><Relationship Type="http://schemas.openxmlformats.org/officeDocument/2006/relationships/image" Target="/ppt/media/image3.png" Id="R4063fd21899f42ca" /><Relationship Type="http://schemas.openxmlformats.org/officeDocument/2006/relationships/image" Target="/ppt/media/image4.png" Id="R2005be8baf0f48f4" /><Relationship Type="http://schemas.openxmlformats.org/officeDocument/2006/relationships/notesSlide" Target="/ppt/notesSlides/notesSlide1.xml" Id="Rca294948772545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pdf-path-3">
            <a:extLst xmlns:a="http://schemas.openxmlformats.org/drawingml/2006/main">
              <a:ext uri="{FF2B5EF4-FFF2-40B4-BE49-F238E27FC236}">
                <a16:creationId xmlns:a16="http://schemas.microsoft.com/office/drawing/2014/main" id="{1F37F875-7CE4-418A-A090-73C0C89A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30" y="1442091"/>
            <a:ext cx="2833672" cy="459580"/>
          </a:xfrm>
          <a:custGeom xmlns:a="http://schemas.openxmlformats.org/drawingml/2006/main">
            <a:pathLst>
              <a:path w="2833672" h="459580">
                <a:moveTo>
                  <a:pt x="2815224" y="46418"/>
                </a:moveTo>
                <a:lnTo>
                  <a:pt x="2815222" y="46436"/>
                </a:lnTo>
                <a:cubicBezTo>
                  <a:pt x="2814689" y="51383"/>
                  <a:pt x="2818267" y="55826"/>
                  <a:pt x="2823214" y="56359"/>
                </a:cubicBezTo>
                <a:cubicBezTo>
                  <a:pt x="2828161" y="56893"/>
                  <a:pt x="2832604" y="53315"/>
                  <a:pt x="2833137" y="48368"/>
                </a:cubicBezTo>
                <a:lnTo>
                  <a:pt x="2833139" y="48350"/>
                </a:lnTo>
                <a:cubicBezTo>
                  <a:pt x="2833672" y="43403"/>
                  <a:pt x="2830095" y="38960"/>
                  <a:pt x="2825148" y="38426"/>
                </a:cubicBezTo>
                <a:cubicBezTo>
                  <a:pt x="2820201" y="37893"/>
                  <a:pt x="2815758" y="41471"/>
                  <a:pt x="2815224" y="46418"/>
                </a:cubicBezTo>
                <a:moveTo>
                  <a:pt x="2808372" y="79779"/>
                </a:moveTo>
                <a:lnTo>
                  <a:pt x="2808367" y="79796"/>
                </a:lnTo>
                <a:cubicBezTo>
                  <a:pt x="2806852" y="84535"/>
                  <a:pt x="2809467" y="89605"/>
                  <a:pt x="2814206" y="91120"/>
                </a:cubicBezTo>
                <a:cubicBezTo>
                  <a:pt x="2818945" y="92634"/>
                  <a:pt x="2824016" y="90020"/>
                  <a:pt x="2825530" y="85280"/>
                </a:cubicBezTo>
                <a:lnTo>
                  <a:pt x="2825536" y="85263"/>
                </a:lnTo>
                <a:cubicBezTo>
                  <a:pt x="2827050" y="80524"/>
                  <a:pt x="2824436" y="75453"/>
                  <a:pt x="2819696" y="73939"/>
                </a:cubicBezTo>
                <a:cubicBezTo>
                  <a:pt x="2814957" y="72424"/>
                  <a:pt x="2809887" y="75039"/>
                  <a:pt x="2808372" y="79779"/>
                </a:cubicBezTo>
                <a:moveTo>
                  <a:pt x="2791831" y="108375"/>
                </a:moveTo>
                <a:lnTo>
                  <a:pt x="2791822" y="108389"/>
                </a:lnTo>
                <a:cubicBezTo>
                  <a:pt x="2788890" y="112410"/>
                  <a:pt x="2789773" y="118045"/>
                  <a:pt x="2793793" y="120977"/>
                </a:cubicBezTo>
                <a:cubicBezTo>
                  <a:pt x="2797814" y="123909"/>
                  <a:pt x="2803449" y="123026"/>
                  <a:pt x="2806381" y="119006"/>
                </a:cubicBezTo>
                <a:lnTo>
                  <a:pt x="2806391" y="118991"/>
                </a:lnTo>
                <a:cubicBezTo>
                  <a:pt x="2809322" y="114970"/>
                  <a:pt x="2808440" y="109335"/>
                  <a:pt x="2804419" y="106403"/>
                </a:cubicBezTo>
                <a:cubicBezTo>
                  <a:pt x="2800399" y="103471"/>
                  <a:pt x="2794763" y="104354"/>
                  <a:pt x="2791831" y="108375"/>
                </a:cubicBezTo>
                <a:moveTo>
                  <a:pt x="2768975" y="134790"/>
                </a:moveTo>
                <a:lnTo>
                  <a:pt x="2768962" y="134803"/>
                </a:lnTo>
                <a:cubicBezTo>
                  <a:pt x="2765575" y="138448"/>
                  <a:pt x="2765783" y="144149"/>
                  <a:pt x="2769428" y="147536"/>
                </a:cubicBezTo>
                <a:cubicBezTo>
                  <a:pt x="2773072" y="150924"/>
                  <a:pt x="2778773" y="150715"/>
                  <a:pt x="2782160" y="147071"/>
                </a:cubicBezTo>
                <a:lnTo>
                  <a:pt x="2782172" y="147058"/>
                </a:lnTo>
                <a:cubicBezTo>
                  <a:pt x="2785560" y="143413"/>
                  <a:pt x="2785352" y="137712"/>
                  <a:pt x="2781707" y="134325"/>
                </a:cubicBezTo>
                <a:cubicBezTo>
                  <a:pt x="2778063" y="130937"/>
                  <a:pt x="2772362" y="131146"/>
                  <a:pt x="2768975" y="134790"/>
                </a:cubicBezTo>
                <a:moveTo>
                  <a:pt x="2742863" y="156754"/>
                </a:moveTo>
                <a:lnTo>
                  <a:pt x="2742849" y="156765"/>
                </a:lnTo>
                <a:cubicBezTo>
                  <a:pt x="2738775" y="159621"/>
                  <a:pt x="2737787" y="165239"/>
                  <a:pt x="2740644" y="169314"/>
                </a:cubicBezTo>
                <a:cubicBezTo>
                  <a:pt x="2743500" y="173388"/>
                  <a:pt x="2749118" y="174376"/>
                  <a:pt x="2753192" y="171520"/>
                </a:cubicBezTo>
                <a:lnTo>
                  <a:pt x="2753207" y="171509"/>
                </a:lnTo>
                <a:cubicBezTo>
                  <a:pt x="2757281" y="168653"/>
                  <a:pt x="2758269" y="163035"/>
                  <a:pt x="2755413" y="158960"/>
                </a:cubicBezTo>
                <a:cubicBezTo>
                  <a:pt x="2752557" y="154886"/>
                  <a:pt x="2746938" y="153898"/>
                  <a:pt x="2742863" y="156754"/>
                </a:cubicBezTo>
                <a:moveTo>
                  <a:pt x="2713345" y="177459"/>
                </a:moveTo>
                <a:lnTo>
                  <a:pt x="2713331" y="177469"/>
                </a:lnTo>
                <a:cubicBezTo>
                  <a:pt x="2709257" y="180325"/>
                  <a:pt x="2708268" y="185944"/>
                  <a:pt x="2711125" y="190018"/>
                </a:cubicBezTo>
                <a:cubicBezTo>
                  <a:pt x="2713981" y="194092"/>
                  <a:pt x="2719600" y="195080"/>
                  <a:pt x="2723673" y="192224"/>
                </a:cubicBezTo>
                <a:lnTo>
                  <a:pt x="2723688" y="192214"/>
                </a:lnTo>
                <a:cubicBezTo>
                  <a:pt x="2727763" y="189358"/>
                  <a:pt x="2728750" y="183739"/>
                  <a:pt x="2725894" y="179665"/>
                </a:cubicBezTo>
                <a:cubicBezTo>
                  <a:pt x="2723038" y="175590"/>
                  <a:pt x="2717420" y="174603"/>
                  <a:pt x="2713345" y="177459"/>
                </a:cubicBezTo>
                <a:moveTo>
                  <a:pt x="2683642" y="195973"/>
                </a:moveTo>
                <a:lnTo>
                  <a:pt x="2683626" y="195982"/>
                </a:lnTo>
                <a:cubicBezTo>
                  <a:pt x="2679261" y="198370"/>
                  <a:pt x="2677657" y="203844"/>
                  <a:pt x="2680046" y="208210"/>
                </a:cubicBezTo>
                <a:cubicBezTo>
                  <a:pt x="2682433" y="212575"/>
                  <a:pt x="2687907" y="214178"/>
                  <a:pt x="2692273" y="211791"/>
                </a:cubicBezTo>
                <a:lnTo>
                  <a:pt x="2692289" y="211782"/>
                </a:lnTo>
                <a:cubicBezTo>
                  <a:pt x="2696654" y="209394"/>
                  <a:pt x="2698257" y="203920"/>
                  <a:pt x="2695870" y="199554"/>
                </a:cubicBezTo>
                <a:cubicBezTo>
                  <a:pt x="2693481" y="195189"/>
                  <a:pt x="2688007" y="193586"/>
                  <a:pt x="2683642" y="195973"/>
                </a:cubicBezTo>
                <a:moveTo>
                  <a:pt x="2652006" y="213270"/>
                </a:moveTo>
                <a:lnTo>
                  <a:pt x="2651989" y="213278"/>
                </a:lnTo>
                <a:cubicBezTo>
                  <a:pt x="2647624" y="215666"/>
                  <a:pt x="2646022" y="221141"/>
                  <a:pt x="2648409" y="225506"/>
                </a:cubicBezTo>
                <a:cubicBezTo>
                  <a:pt x="2650796" y="229871"/>
                  <a:pt x="2656272" y="231475"/>
                  <a:pt x="2660637" y="229087"/>
                </a:cubicBezTo>
                <a:lnTo>
                  <a:pt x="2660653" y="229078"/>
                </a:lnTo>
                <a:cubicBezTo>
                  <a:pt x="2665018" y="226690"/>
                  <a:pt x="2666621" y="221216"/>
                  <a:pt x="2664233" y="216850"/>
                </a:cubicBezTo>
                <a:cubicBezTo>
                  <a:pt x="2661846" y="212485"/>
                  <a:pt x="2656371" y="210882"/>
                  <a:pt x="2652006" y="213270"/>
                </a:cubicBezTo>
                <a:moveTo>
                  <a:pt x="2620412" y="228974"/>
                </a:moveTo>
                <a:lnTo>
                  <a:pt x="2620395" y="228981"/>
                </a:lnTo>
                <a:cubicBezTo>
                  <a:pt x="2615847" y="231001"/>
                  <a:pt x="2613798" y="236325"/>
                  <a:pt x="2615819" y="240872"/>
                </a:cubicBezTo>
                <a:cubicBezTo>
                  <a:pt x="2617838" y="245419"/>
                  <a:pt x="2623162" y="247469"/>
                  <a:pt x="2627709" y="245449"/>
                </a:cubicBezTo>
                <a:lnTo>
                  <a:pt x="2627725" y="245441"/>
                </a:lnTo>
                <a:cubicBezTo>
                  <a:pt x="2632273" y="243422"/>
                  <a:pt x="2634322" y="238098"/>
                  <a:pt x="2632302" y="233551"/>
                </a:cubicBezTo>
                <a:cubicBezTo>
                  <a:pt x="2630282" y="229003"/>
                  <a:pt x="2624958" y="226954"/>
                  <a:pt x="2620412" y="228974"/>
                </a:cubicBezTo>
                <a:moveTo>
                  <a:pt x="2587464" y="243618"/>
                </a:moveTo>
                <a:lnTo>
                  <a:pt x="2587447" y="243625"/>
                </a:lnTo>
                <a:cubicBezTo>
                  <a:pt x="2582900" y="245645"/>
                  <a:pt x="2580850" y="250968"/>
                  <a:pt x="2582870" y="255516"/>
                </a:cubicBezTo>
                <a:cubicBezTo>
                  <a:pt x="2584890" y="260063"/>
                  <a:pt x="2590214" y="262112"/>
                  <a:pt x="2594761" y="260093"/>
                </a:cubicBezTo>
                <a:lnTo>
                  <a:pt x="2594778" y="260085"/>
                </a:lnTo>
                <a:cubicBezTo>
                  <a:pt x="2599325" y="258066"/>
                  <a:pt x="2601374" y="252742"/>
                  <a:pt x="2599354" y="248195"/>
                </a:cubicBezTo>
                <a:cubicBezTo>
                  <a:pt x="2597335" y="243647"/>
                  <a:pt x="2592011" y="241598"/>
                  <a:pt x="2587464" y="243618"/>
                </a:cubicBezTo>
                <a:moveTo>
                  <a:pt x="2554872" y="257619"/>
                </a:moveTo>
                <a:lnTo>
                  <a:pt x="2554856" y="257625"/>
                </a:lnTo>
                <a:cubicBezTo>
                  <a:pt x="2550188" y="259352"/>
                  <a:pt x="2547806" y="264535"/>
                  <a:pt x="2549532" y="269201"/>
                </a:cubicBezTo>
                <a:cubicBezTo>
                  <a:pt x="2551260" y="273868"/>
                  <a:pt x="2556442" y="276250"/>
                  <a:pt x="2561108" y="274524"/>
                </a:cubicBezTo>
                <a:lnTo>
                  <a:pt x="2561126" y="274517"/>
                </a:lnTo>
                <a:cubicBezTo>
                  <a:pt x="2565792" y="272790"/>
                  <a:pt x="2568175" y="267608"/>
                  <a:pt x="2566448" y="262941"/>
                </a:cubicBezTo>
                <a:cubicBezTo>
                  <a:pt x="2564721" y="258275"/>
                  <a:pt x="2559538" y="255892"/>
                  <a:pt x="2554872" y="257619"/>
                </a:cubicBezTo>
                <a:moveTo>
                  <a:pt x="2521057" y="270131"/>
                </a:moveTo>
                <a:lnTo>
                  <a:pt x="2521040" y="270137"/>
                </a:lnTo>
                <a:cubicBezTo>
                  <a:pt x="2516373" y="271864"/>
                  <a:pt x="2513990" y="277047"/>
                  <a:pt x="2515718" y="281713"/>
                </a:cubicBezTo>
                <a:cubicBezTo>
                  <a:pt x="2517445" y="286380"/>
                  <a:pt x="2522627" y="288763"/>
                  <a:pt x="2527294" y="287036"/>
                </a:cubicBezTo>
                <a:lnTo>
                  <a:pt x="2527311" y="287030"/>
                </a:lnTo>
                <a:cubicBezTo>
                  <a:pt x="2531977" y="285303"/>
                  <a:pt x="2534360" y="280120"/>
                  <a:pt x="2532632" y="275453"/>
                </a:cubicBezTo>
                <a:cubicBezTo>
                  <a:pt x="2530906" y="270787"/>
                  <a:pt x="2525723" y="268404"/>
                  <a:pt x="2521057" y="270131"/>
                </a:cubicBezTo>
                <a:moveTo>
                  <a:pt x="2487241" y="282643"/>
                </a:moveTo>
                <a:lnTo>
                  <a:pt x="2487225" y="282649"/>
                </a:lnTo>
                <a:cubicBezTo>
                  <a:pt x="2482559" y="284377"/>
                  <a:pt x="2480175" y="289559"/>
                  <a:pt x="2481902" y="294226"/>
                </a:cubicBezTo>
                <a:cubicBezTo>
                  <a:pt x="2483630" y="298892"/>
                  <a:pt x="2488812" y="301275"/>
                  <a:pt x="2493479" y="299548"/>
                </a:cubicBezTo>
                <a:lnTo>
                  <a:pt x="2493496" y="299542"/>
                </a:lnTo>
                <a:cubicBezTo>
                  <a:pt x="2498162" y="297815"/>
                  <a:pt x="2500545" y="292632"/>
                  <a:pt x="2498817" y="287965"/>
                </a:cubicBezTo>
                <a:cubicBezTo>
                  <a:pt x="2497092" y="283299"/>
                  <a:pt x="2491908" y="280916"/>
                  <a:pt x="2487241" y="282643"/>
                </a:cubicBezTo>
                <a:moveTo>
                  <a:pt x="2453461" y="293797"/>
                </a:moveTo>
                <a:lnTo>
                  <a:pt x="2453443" y="293802"/>
                </a:lnTo>
                <a:cubicBezTo>
                  <a:pt x="2448693" y="295284"/>
                  <a:pt x="2446043" y="300336"/>
                  <a:pt x="2447524" y="305086"/>
                </a:cubicBezTo>
                <a:cubicBezTo>
                  <a:pt x="2449006" y="309836"/>
                  <a:pt x="2454057" y="312486"/>
                  <a:pt x="2458808" y="311004"/>
                </a:cubicBezTo>
                <a:lnTo>
                  <a:pt x="2458825" y="310999"/>
                </a:lnTo>
                <a:cubicBezTo>
                  <a:pt x="2463574" y="309518"/>
                  <a:pt x="2466225" y="304466"/>
                  <a:pt x="2464743" y="299716"/>
                </a:cubicBezTo>
                <a:cubicBezTo>
                  <a:pt x="2463262" y="294966"/>
                  <a:pt x="2458210" y="292316"/>
                  <a:pt x="2453461" y="293797"/>
                </a:cubicBezTo>
                <a:moveTo>
                  <a:pt x="2419040" y="304532"/>
                </a:moveTo>
                <a:lnTo>
                  <a:pt x="2419023" y="304538"/>
                </a:lnTo>
                <a:cubicBezTo>
                  <a:pt x="2414272" y="306019"/>
                  <a:pt x="2411623" y="311071"/>
                  <a:pt x="2413104" y="315821"/>
                </a:cubicBezTo>
                <a:cubicBezTo>
                  <a:pt x="2414586" y="320571"/>
                  <a:pt x="2419637" y="323221"/>
                  <a:pt x="2424387" y="321740"/>
                </a:cubicBezTo>
                <a:lnTo>
                  <a:pt x="2424404" y="321734"/>
                </a:lnTo>
                <a:cubicBezTo>
                  <a:pt x="2429154" y="320253"/>
                  <a:pt x="2431805" y="315201"/>
                  <a:pt x="2430323" y="310451"/>
                </a:cubicBezTo>
                <a:cubicBezTo>
                  <a:pt x="2428841" y="305701"/>
                  <a:pt x="2423790" y="303051"/>
                  <a:pt x="2419040" y="304532"/>
                </a:cubicBezTo>
                <a:moveTo>
                  <a:pt x="2384619" y="315268"/>
                </a:moveTo>
                <a:lnTo>
                  <a:pt x="2384602" y="315273"/>
                </a:lnTo>
                <a:cubicBezTo>
                  <a:pt x="2379852" y="316755"/>
                  <a:pt x="2377202" y="321806"/>
                  <a:pt x="2378683" y="326557"/>
                </a:cubicBezTo>
                <a:cubicBezTo>
                  <a:pt x="2380165" y="331307"/>
                  <a:pt x="2385217" y="333956"/>
                  <a:pt x="2389967" y="332475"/>
                </a:cubicBezTo>
                <a:lnTo>
                  <a:pt x="2389984" y="332470"/>
                </a:lnTo>
                <a:cubicBezTo>
                  <a:pt x="2394735" y="330988"/>
                  <a:pt x="2397384" y="325937"/>
                  <a:pt x="2395903" y="321187"/>
                </a:cubicBezTo>
                <a:cubicBezTo>
                  <a:pt x="2394421" y="316437"/>
                  <a:pt x="2389369" y="313787"/>
                  <a:pt x="2384619" y="315268"/>
                </a:cubicBezTo>
                <a:moveTo>
                  <a:pt x="2350175" y="324460"/>
                </a:moveTo>
                <a:lnTo>
                  <a:pt x="2350158" y="324465"/>
                </a:lnTo>
                <a:cubicBezTo>
                  <a:pt x="2345346" y="325732"/>
                  <a:pt x="2342472" y="330660"/>
                  <a:pt x="2343739" y="335472"/>
                </a:cubicBezTo>
                <a:cubicBezTo>
                  <a:pt x="2345007" y="340283"/>
                  <a:pt x="2349934" y="343157"/>
                  <a:pt x="2354746" y="341889"/>
                </a:cubicBezTo>
                <a:lnTo>
                  <a:pt x="2354764" y="341885"/>
                </a:lnTo>
                <a:cubicBezTo>
                  <a:pt x="2359575" y="340617"/>
                  <a:pt x="2362450" y="335690"/>
                  <a:pt x="2361182" y="330878"/>
                </a:cubicBezTo>
                <a:cubicBezTo>
                  <a:pt x="2359915" y="326066"/>
                  <a:pt x="2354987" y="323193"/>
                  <a:pt x="2350175" y="324460"/>
                </a:cubicBezTo>
                <a:moveTo>
                  <a:pt x="2315313" y="333660"/>
                </a:moveTo>
                <a:lnTo>
                  <a:pt x="2315296" y="333665"/>
                </a:lnTo>
                <a:cubicBezTo>
                  <a:pt x="2310484" y="334932"/>
                  <a:pt x="2307610" y="339860"/>
                  <a:pt x="2308878" y="344672"/>
                </a:cubicBezTo>
                <a:cubicBezTo>
                  <a:pt x="2310145" y="349483"/>
                  <a:pt x="2315072" y="352357"/>
                  <a:pt x="2319884" y="351090"/>
                </a:cubicBezTo>
                <a:lnTo>
                  <a:pt x="2319901" y="351085"/>
                </a:lnTo>
                <a:cubicBezTo>
                  <a:pt x="2324713" y="349818"/>
                  <a:pt x="2327587" y="344890"/>
                  <a:pt x="2326320" y="340079"/>
                </a:cubicBezTo>
                <a:cubicBezTo>
                  <a:pt x="2325052" y="335267"/>
                  <a:pt x="2320125" y="332393"/>
                  <a:pt x="2315313" y="333660"/>
                </a:cubicBezTo>
                <a:moveTo>
                  <a:pt x="2280451" y="342861"/>
                </a:moveTo>
                <a:lnTo>
                  <a:pt x="2280433" y="342866"/>
                </a:lnTo>
                <a:cubicBezTo>
                  <a:pt x="2275622" y="344133"/>
                  <a:pt x="2272748" y="349061"/>
                  <a:pt x="2274016" y="353872"/>
                </a:cubicBezTo>
                <a:cubicBezTo>
                  <a:pt x="2275282" y="358684"/>
                  <a:pt x="2280211" y="361557"/>
                  <a:pt x="2285022" y="360290"/>
                </a:cubicBezTo>
                <a:lnTo>
                  <a:pt x="2285039" y="360285"/>
                </a:lnTo>
                <a:cubicBezTo>
                  <a:pt x="2289851" y="359018"/>
                  <a:pt x="2292725" y="354090"/>
                  <a:pt x="2291458" y="349279"/>
                </a:cubicBezTo>
                <a:cubicBezTo>
                  <a:pt x="2290191" y="344467"/>
                  <a:pt x="2285262" y="341594"/>
                  <a:pt x="2280451" y="342861"/>
                </a:cubicBezTo>
                <a:moveTo>
                  <a:pt x="2245605" y="350627"/>
                </a:moveTo>
                <a:lnTo>
                  <a:pt x="2245587" y="350631"/>
                </a:lnTo>
                <a:cubicBezTo>
                  <a:pt x="2240729" y="351708"/>
                  <a:pt x="2237665" y="356519"/>
                  <a:pt x="2238741" y="361376"/>
                </a:cubicBezTo>
                <a:cubicBezTo>
                  <a:pt x="2239818" y="366234"/>
                  <a:pt x="2244629" y="369300"/>
                  <a:pt x="2249487" y="368223"/>
                </a:cubicBezTo>
                <a:lnTo>
                  <a:pt x="2249505" y="368219"/>
                </a:lnTo>
                <a:cubicBezTo>
                  <a:pt x="2254362" y="367142"/>
                  <a:pt x="2257428" y="362331"/>
                  <a:pt x="2256351" y="357473"/>
                </a:cubicBezTo>
                <a:cubicBezTo>
                  <a:pt x="2255274" y="352615"/>
                  <a:pt x="2250463" y="349550"/>
                  <a:pt x="2245605" y="350627"/>
                </a:cubicBezTo>
                <a:moveTo>
                  <a:pt x="2210410" y="358456"/>
                </a:moveTo>
                <a:lnTo>
                  <a:pt x="2210392" y="358460"/>
                </a:lnTo>
                <a:cubicBezTo>
                  <a:pt x="2205534" y="359537"/>
                  <a:pt x="2202469" y="364348"/>
                  <a:pt x="2203546" y="369206"/>
                </a:cubicBezTo>
                <a:cubicBezTo>
                  <a:pt x="2204623" y="374064"/>
                  <a:pt x="2209434" y="377128"/>
                  <a:pt x="2214291" y="376052"/>
                </a:cubicBezTo>
                <a:lnTo>
                  <a:pt x="2214309" y="376048"/>
                </a:lnTo>
                <a:cubicBezTo>
                  <a:pt x="2219167" y="374971"/>
                  <a:pt x="2222232" y="370160"/>
                  <a:pt x="2221156" y="365302"/>
                </a:cubicBezTo>
                <a:cubicBezTo>
                  <a:pt x="2220078" y="360445"/>
                  <a:pt x="2215268" y="357379"/>
                  <a:pt x="2210410" y="358456"/>
                </a:cubicBezTo>
                <a:moveTo>
                  <a:pt x="2175214" y="366285"/>
                </a:moveTo>
                <a:lnTo>
                  <a:pt x="2175197" y="366289"/>
                </a:lnTo>
                <a:cubicBezTo>
                  <a:pt x="2170339" y="367366"/>
                  <a:pt x="2167274" y="372177"/>
                  <a:pt x="2168350" y="377035"/>
                </a:cubicBezTo>
                <a:cubicBezTo>
                  <a:pt x="2169427" y="381892"/>
                  <a:pt x="2174238" y="384958"/>
                  <a:pt x="2179096" y="383881"/>
                </a:cubicBezTo>
                <a:lnTo>
                  <a:pt x="2179114" y="383877"/>
                </a:lnTo>
                <a:cubicBezTo>
                  <a:pt x="2183972" y="382800"/>
                  <a:pt x="2187037" y="377989"/>
                  <a:pt x="2185960" y="373131"/>
                </a:cubicBezTo>
                <a:cubicBezTo>
                  <a:pt x="2184883" y="368273"/>
                  <a:pt x="2180072" y="365209"/>
                  <a:pt x="2175214" y="366285"/>
                </a:cubicBezTo>
                <a:moveTo>
                  <a:pt x="2140108" y="372964"/>
                </a:moveTo>
                <a:lnTo>
                  <a:pt x="2140091" y="372967"/>
                </a:lnTo>
                <a:cubicBezTo>
                  <a:pt x="2135198" y="373872"/>
                  <a:pt x="2131965" y="378573"/>
                  <a:pt x="2132871" y="383465"/>
                </a:cubicBezTo>
                <a:cubicBezTo>
                  <a:pt x="2133775" y="388358"/>
                  <a:pt x="2138475" y="391590"/>
                  <a:pt x="2143368" y="390685"/>
                </a:cubicBezTo>
                <a:lnTo>
                  <a:pt x="2143386" y="390682"/>
                </a:lnTo>
                <a:cubicBezTo>
                  <a:pt x="2148278" y="389777"/>
                  <a:pt x="2151511" y="385077"/>
                  <a:pt x="2150607" y="380184"/>
                </a:cubicBezTo>
                <a:cubicBezTo>
                  <a:pt x="2149701" y="375291"/>
                  <a:pt x="2145001" y="372059"/>
                  <a:pt x="2140108" y="372964"/>
                </a:cubicBezTo>
                <a:moveTo>
                  <a:pt x="2104655" y="379530"/>
                </a:moveTo>
                <a:lnTo>
                  <a:pt x="2104638" y="379533"/>
                </a:lnTo>
                <a:cubicBezTo>
                  <a:pt x="2099745" y="380438"/>
                  <a:pt x="2096512" y="385138"/>
                  <a:pt x="2097417" y="390031"/>
                </a:cubicBezTo>
                <a:cubicBezTo>
                  <a:pt x="2098322" y="394924"/>
                  <a:pt x="2103023" y="398156"/>
                  <a:pt x="2107916" y="397251"/>
                </a:cubicBezTo>
                <a:lnTo>
                  <a:pt x="2107933" y="397248"/>
                </a:lnTo>
                <a:cubicBezTo>
                  <a:pt x="2112826" y="396343"/>
                  <a:pt x="2116058" y="391642"/>
                  <a:pt x="2115153" y="386750"/>
                </a:cubicBezTo>
                <a:cubicBezTo>
                  <a:pt x="2114248" y="381857"/>
                  <a:pt x="2109548" y="378624"/>
                  <a:pt x="2104655" y="379530"/>
                </a:cubicBezTo>
                <a:moveTo>
                  <a:pt x="2069203" y="386095"/>
                </a:moveTo>
                <a:lnTo>
                  <a:pt x="2069185" y="386098"/>
                </a:lnTo>
                <a:cubicBezTo>
                  <a:pt x="2064292" y="387003"/>
                  <a:pt x="2061060" y="391704"/>
                  <a:pt x="2061965" y="396596"/>
                </a:cubicBezTo>
                <a:cubicBezTo>
                  <a:pt x="2062870" y="401489"/>
                  <a:pt x="2067570" y="404722"/>
                  <a:pt x="2072462" y="403816"/>
                </a:cubicBezTo>
                <a:lnTo>
                  <a:pt x="2072481" y="403813"/>
                </a:lnTo>
                <a:cubicBezTo>
                  <a:pt x="2077374" y="402908"/>
                  <a:pt x="2080606" y="398208"/>
                  <a:pt x="2079701" y="393315"/>
                </a:cubicBezTo>
                <a:cubicBezTo>
                  <a:pt x="2078795" y="388422"/>
                  <a:pt x="2074095" y="385190"/>
                  <a:pt x="2069203" y="386095"/>
                </a:cubicBezTo>
                <a:moveTo>
                  <a:pt x="2033930" y="391911"/>
                </a:moveTo>
                <a:lnTo>
                  <a:pt x="2033912" y="391913"/>
                </a:lnTo>
                <a:cubicBezTo>
                  <a:pt x="2028992" y="392654"/>
                  <a:pt x="2025604" y="397243"/>
                  <a:pt x="2026344" y="402163"/>
                </a:cubicBezTo>
                <a:cubicBezTo>
                  <a:pt x="2027085" y="407083"/>
                  <a:pt x="2031674" y="410472"/>
                  <a:pt x="2036594" y="409731"/>
                </a:cubicBezTo>
                <a:lnTo>
                  <a:pt x="2036612" y="409729"/>
                </a:lnTo>
                <a:cubicBezTo>
                  <a:pt x="2041532" y="408988"/>
                  <a:pt x="2044921" y="404399"/>
                  <a:pt x="2044180" y="399479"/>
                </a:cubicBezTo>
                <a:cubicBezTo>
                  <a:pt x="2043440" y="394559"/>
                  <a:pt x="2038851" y="391170"/>
                  <a:pt x="2033930" y="391911"/>
                </a:cubicBezTo>
                <a:moveTo>
                  <a:pt x="1998277" y="397278"/>
                </a:moveTo>
                <a:lnTo>
                  <a:pt x="1998258" y="397281"/>
                </a:lnTo>
                <a:cubicBezTo>
                  <a:pt x="1993338" y="398022"/>
                  <a:pt x="1989950" y="402611"/>
                  <a:pt x="1990690" y="407531"/>
                </a:cubicBezTo>
                <a:cubicBezTo>
                  <a:pt x="1991431" y="412451"/>
                  <a:pt x="1996019" y="415840"/>
                  <a:pt x="2000940" y="415099"/>
                </a:cubicBezTo>
                <a:lnTo>
                  <a:pt x="2000959" y="415097"/>
                </a:lnTo>
                <a:cubicBezTo>
                  <a:pt x="2005879" y="414356"/>
                  <a:pt x="2009267" y="409767"/>
                  <a:pt x="2008527" y="404847"/>
                </a:cubicBezTo>
                <a:cubicBezTo>
                  <a:pt x="2007786" y="399926"/>
                  <a:pt x="2003197" y="396538"/>
                  <a:pt x="1998277" y="397278"/>
                </a:cubicBezTo>
                <a:moveTo>
                  <a:pt x="1962622" y="402646"/>
                </a:moveTo>
                <a:lnTo>
                  <a:pt x="1962604" y="402649"/>
                </a:lnTo>
                <a:cubicBezTo>
                  <a:pt x="1957684" y="403389"/>
                  <a:pt x="1954296" y="407978"/>
                  <a:pt x="1955036" y="412899"/>
                </a:cubicBezTo>
                <a:cubicBezTo>
                  <a:pt x="1955777" y="417819"/>
                  <a:pt x="1960366" y="421207"/>
                  <a:pt x="1965286" y="420467"/>
                </a:cubicBezTo>
                <a:lnTo>
                  <a:pt x="1965304" y="420464"/>
                </a:lnTo>
                <a:cubicBezTo>
                  <a:pt x="1970224" y="419724"/>
                  <a:pt x="1973613" y="415135"/>
                  <a:pt x="1972873" y="410214"/>
                </a:cubicBezTo>
                <a:cubicBezTo>
                  <a:pt x="1972132" y="405294"/>
                  <a:pt x="1967543" y="401906"/>
                  <a:pt x="1962622" y="402646"/>
                </a:cubicBezTo>
                <a:moveTo>
                  <a:pt x="1927229" y="407763"/>
                </a:moveTo>
                <a:lnTo>
                  <a:pt x="1927211" y="407765"/>
                </a:lnTo>
                <a:cubicBezTo>
                  <a:pt x="1922270" y="408346"/>
                  <a:pt x="1918734" y="412823"/>
                  <a:pt x="1919315" y="417765"/>
                </a:cubicBezTo>
                <a:cubicBezTo>
                  <a:pt x="1919896" y="422706"/>
                  <a:pt x="1924374" y="426241"/>
                  <a:pt x="1929315" y="425660"/>
                </a:cubicBezTo>
                <a:lnTo>
                  <a:pt x="1929333" y="425658"/>
                </a:lnTo>
                <a:cubicBezTo>
                  <a:pt x="1934275" y="425077"/>
                  <a:pt x="1937810" y="420600"/>
                  <a:pt x="1937229" y="415658"/>
                </a:cubicBezTo>
                <a:cubicBezTo>
                  <a:pt x="1936647" y="410716"/>
                  <a:pt x="1932171" y="407182"/>
                  <a:pt x="1927229" y="407763"/>
                </a:cubicBezTo>
                <a:moveTo>
                  <a:pt x="1891430" y="411963"/>
                </a:moveTo>
                <a:lnTo>
                  <a:pt x="1891412" y="411966"/>
                </a:lnTo>
                <a:cubicBezTo>
                  <a:pt x="1886470" y="412541"/>
                  <a:pt x="1882929" y="417013"/>
                  <a:pt x="1883504" y="421956"/>
                </a:cubicBezTo>
                <a:cubicBezTo>
                  <a:pt x="1884079" y="426898"/>
                  <a:pt x="1888551" y="430439"/>
                  <a:pt x="1893494" y="429864"/>
                </a:cubicBezTo>
                <a:lnTo>
                  <a:pt x="1893512" y="429862"/>
                </a:lnTo>
                <a:cubicBezTo>
                  <a:pt x="1898455" y="429287"/>
                  <a:pt x="1901996" y="424814"/>
                  <a:pt x="1901420" y="419871"/>
                </a:cubicBezTo>
                <a:cubicBezTo>
                  <a:pt x="1900845" y="414929"/>
                  <a:pt x="1896373" y="411389"/>
                  <a:pt x="1891430" y="411963"/>
                </a:cubicBezTo>
                <a:moveTo>
                  <a:pt x="1855620" y="416166"/>
                </a:moveTo>
                <a:lnTo>
                  <a:pt x="1855602" y="416168"/>
                </a:lnTo>
                <a:cubicBezTo>
                  <a:pt x="1850660" y="416743"/>
                  <a:pt x="1847119" y="421216"/>
                  <a:pt x="1847694" y="426158"/>
                </a:cubicBezTo>
                <a:cubicBezTo>
                  <a:pt x="1848270" y="431101"/>
                  <a:pt x="1852742" y="434641"/>
                  <a:pt x="1857685" y="434066"/>
                </a:cubicBezTo>
                <a:lnTo>
                  <a:pt x="1857702" y="434064"/>
                </a:lnTo>
                <a:cubicBezTo>
                  <a:pt x="1862645" y="433489"/>
                  <a:pt x="1866185" y="429016"/>
                  <a:pt x="1865610" y="424074"/>
                </a:cubicBezTo>
                <a:cubicBezTo>
                  <a:pt x="1865035" y="419132"/>
                  <a:pt x="1860563" y="415591"/>
                  <a:pt x="1855620" y="416166"/>
                </a:cubicBezTo>
                <a:moveTo>
                  <a:pt x="1819810" y="420368"/>
                </a:moveTo>
                <a:lnTo>
                  <a:pt x="1819792" y="420370"/>
                </a:lnTo>
                <a:cubicBezTo>
                  <a:pt x="1814850" y="420945"/>
                  <a:pt x="1811309" y="425418"/>
                  <a:pt x="1811884" y="430360"/>
                </a:cubicBezTo>
                <a:cubicBezTo>
                  <a:pt x="1812459" y="435303"/>
                  <a:pt x="1816932" y="438843"/>
                  <a:pt x="1821875" y="438268"/>
                </a:cubicBezTo>
                <a:lnTo>
                  <a:pt x="1821893" y="438266"/>
                </a:lnTo>
                <a:cubicBezTo>
                  <a:pt x="1826834" y="437691"/>
                  <a:pt x="1830375" y="433218"/>
                  <a:pt x="1829800" y="428276"/>
                </a:cubicBezTo>
                <a:cubicBezTo>
                  <a:pt x="1829226" y="423333"/>
                  <a:pt x="1824752" y="419793"/>
                  <a:pt x="1819810" y="420368"/>
                </a:cubicBezTo>
                <a:moveTo>
                  <a:pt x="1784207" y="423752"/>
                </a:moveTo>
                <a:lnTo>
                  <a:pt x="1784188" y="423753"/>
                </a:lnTo>
                <a:cubicBezTo>
                  <a:pt x="1779230" y="424171"/>
                  <a:pt x="1775548" y="428529"/>
                  <a:pt x="1775966" y="433487"/>
                </a:cubicBezTo>
                <a:cubicBezTo>
                  <a:pt x="1776383" y="438445"/>
                  <a:pt x="1780741" y="442126"/>
                  <a:pt x="1785699" y="441709"/>
                </a:cubicBezTo>
                <a:lnTo>
                  <a:pt x="1785717" y="441707"/>
                </a:lnTo>
                <a:cubicBezTo>
                  <a:pt x="1790675" y="441290"/>
                  <a:pt x="1794356" y="436932"/>
                  <a:pt x="1793939" y="431974"/>
                </a:cubicBezTo>
                <a:cubicBezTo>
                  <a:pt x="1793522" y="427016"/>
                  <a:pt x="1789164" y="423335"/>
                  <a:pt x="1784207" y="423752"/>
                </a:cubicBezTo>
                <a:moveTo>
                  <a:pt x="1748279" y="426793"/>
                </a:moveTo>
                <a:lnTo>
                  <a:pt x="1748261" y="426795"/>
                </a:lnTo>
                <a:cubicBezTo>
                  <a:pt x="1743303" y="427212"/>
                  <a:pt x="1739621" y="431570"/>
                  <a:pt x="1740039" y="436528"/>
                </a:cubicBezTo>
                <a:cubicBezTo>
                  <a:pt x="1740456" y="441486"/>
                  <a:pt x="1744813" y="445168"/>
                  <a:pt x="1749773" y="444750"/>
                </a:cubicBezTo>
                <a:lnTo>
                  <a:pt x="1749790" y="444749"/>
                </a:lnTo>
                <a:cubicBezTo>
                  <a:pt x="1754748" y="444331"/>
                  <a:pt x="1758429" y="439974"/>
                  <a:pt x="1758012" y="435015"/>
                </a:cubicBezTo>
                <a:cubicBezTo>
                  <a:pt x="1757594" y="430057"/>
                  <a:pt x="1753237" y="426376"/>
                  <a:pt x="1748279" y="426793"/>
                </a:cubicBezTo>
                <a:moveTo>
                  <a:pt x="1712352" y="429835"/>
                </a:moveTo>
                <a:lnTo>
                  <a:pt x="1712334" y="429836"/>
                </a:lnTo>
                <a:cubicBezTo>
                  <a:pt x="1707376" y="430254"/>
                  <a:pt x="1703695" y="434611"/>
                  <a:pt x="1704112" y="439570"/>
                </a:cubicBezTo>
                <a:cubicBezTo>
                  <a:pt x="1704529" y="444528"/>
                  <a:pt x="1708887" y="448209"/>
                  <a:pt x="1713845" y="447792"/>
                </a:cubicBezTo>
                <a:lnTo>
                  <a:pt x="1713863" y="447790"/>
                </a:lnTo>
                <a:cubicBezTo>
                  <a:pt x="1718821" y="447373"/>
                  <a:pt x="1722502" y="443015"/>
                  <a:pt x="1722085" y="438057"/>
                </a:cubicBezTo>
                <a:cubicBezTo>
                  <a:pt x="1721668" y="433099"/>
                  <a:pt x="1717310" y="429417"/>
                  <a:pt x="1712352" y="429835"/>
                </a:cubicBezTo>
                <a:moveTo>
                  <a:pt x="1676706" y="432734"/>
                </a:moveTo>
                <a:lnTo>
                  <a:pt x="1676688" y="432735"/>
                </a:lnTo>
                <a:cubicBezTo>
                  <a:pt x="1671719" y="432992"/>
                  <a:pt x="1667900" y="437229"/>
                  <a:pt x="1668156" y="442197"/>
                </a:cubicBezTo>
                <a:cubicBezTo>
                  <a:pt x="1668413" y="447167"/>
                  <a:pt x="1672650" y="450987"/>
                  <a:pt x="1677619" y="450729"/>
                </a:cubicBezTo>
                <a:lnTo>
                  <a:pt x="1677637" y="450729"/>
                </a:lnTo>
                <a:cubicBezTo>
                  <a:pt x="1682606" y="450472"/>
                  <a:pt x="1686426" y="446235"/>
                  <a:pt x="1686169" y="441266"/>
                </a:cubicBezTo>
                <a:cubicBezTo>
                  <a:pt x="1685912" y="436297"/>
                  <a:pt x="1681676" y="432477"/>
                  <a:pt x="1676706" y="432734"/>
                </a:cubicBezTo>
                <a:moveTo>
                  <a:pt x="1640699" y="434594"/>
                </a:moveTo>
                <a:lnTo>
                  <a:pt x="1640681" y="434595"/>
                </a:lnTo>
                <a:cubicBezTo>
                  <a:pt x="1635711" y="434852"/>
                  <a:pt x="1631891" y="439088"/>
                  <a:pt x="1632148" y="444057"/>
                </a:cubicBezTo>
                <a:cubicBezTo>
                  <a:pt x="1632406" y="449026"/>
                  <a:pt x="1636642" y="452846"/>
                  <a:pt x="1641612" y="452590"/>
                </a:cubicBezTo>
                <a:lnTo>
                  <a:pt x="1641630" y="452589"/>
                </a:lnTo>
                <a:cubicBezTo>
                  <a:pt x="1646598" y="452331"/>
                  <a:pt x="1650418" y="448095"/>
                  <a:pt x="1650162" y="443126"/>
                </a:cubicBezTo>
                <a:cubicBezTo>
                  <a:pt x="1649904" y="438156"/>
                  <a:pt x="1645668" y="434336"/>
                  <a:pt x="1640699" y="434594"/>
                </a:cubicBezTo>
                <a:moveTo>
                  <a:pt x="1604691" y="436453"/>
                </a:moveTo>
                <a:lnTo>
                  <a:pt x="1604673" y="436454"/>
                </a:lnTo>
                <a:cubicBezTo>
                  <a:pt x="1599703" y="436711"/>
                  <a:pt x="1595883" y="440948"/>
                  <a:pt x="1596141" y="445917"/>
                </a:cubicBezTo>
                <a:cubicBezTo>
                  <a:pt x="1596398" y="450886"/>
                  <a:pt x="1600634" y="454706"/>
                  <a:pt x="1605604" y="454449"/>
                </a:cubicBezTo>
                <a:lnTo>
                  <a:pt x="1605622" y="454448"/>
                </a:lnTo>
                <a:cubicBezTo>
                  <a:pt x="1610590" y="454191"/>
                  <a:pt x="1614410" y="449955"/>
                  <a:pt x="1614154" y="444985"/>
                </a:cubicBezTo>
                <a:cubicBezTo>
                  <a:pt x="1613897" y="440016"/>
                  <a:pt x="1609660" y="436196"/>
                  <a:pt x="1604691" y="436453"/>
                </a:cubicBezTo>
                <a:moveTo>
                  <a:pt x="1568683" y="438313"/>
                </a:moveTo>
                <a:lnTo>
                  <a:pt x="1568665" y="438314"/>
                </a:lnTo>
                <a:cubicBezTo>
                  <a:pt x="1563696" y="438571"/>
                  <a:pt x="1559876" y="442808"/>
                  <a:pt x="1560133" y="447777"/>
                </a:cubicBezTo>
                <a:cubicBezTo>
                  <a:pt x="1560390" y="452746"/>
                  <a:pt x="1564627" y="456566"/>
                  <a:pt x="1569596" y="456309"/>
                </a:cubicBezTo>
                <a:lnTo>
                  <a:pt x="1569614" y="456308"/>
                </a:lnTo>
                <a:cubicBezTo>
                  <a:pt x="1574583" y="456051"/>
                  <a:pt x="1578403" y="451814"/>
                  <a:pt x="1578146" y="446845"/>
                </a:cubicBezTo>
                <a:cubicBezTo>
                  <a:pt x="1577889" y="441876"/>
                  <a:pt x="1573652" y="438056"/>
                  <a:pt x="1568683" y="438313"/>
                </a:cubicBezTo>
                <a:moveTo>
                  <a:pt x="1532965" y="439577"/>
                </a:moveTo>
                <a:lnTo>
                  <a:pt x="1532947" y="439577"/>
                </a:lnTo>
                <a:cubicBezTo>
                  <a:pt x="1527972" y="439663"/>
                  <a:pt x="1524009" y="443765"/>
                  <a:pt x="1524094" y="448740"/>
                </a:cubicBezTo>
                <a:cubicBezTo>
                  <a:pt x="1524180" y="453715"/>
                  <a:pt x="1528283" y="457679"/>
                  <a:pt x="1533258" y="457593"/>
                </a:cubicBezTo>
                <a:lnTo>
                  <a:pt x="1533276" y="457593"/>
                </a:lnTo>
                <a:cubicBezTo>
                  <a:pt x="1538251" y="457507"/>
                  <a:pt x="1542215" y="453404"/>
                  <a:pt x="1542129" y="448429"/>
                </a:cubicBezTo>
                <a:cubicBezTo>
                  <a:pt x="1542043" y="443454"/>
                  <a:pt x="1537940" y="439491"/>
                  <a:pt x="1532965" y="439577"/>
                </a:cubicBezTo>
                <a:moveTo>
                  <a:pt x="1496915" y="440210"/>
                </a:moveTo>
                <a:lnTo>
                  <a:pt x="1496897" y="440210"/>
                </a:lnTo>
                <a:cubicBezTo>
                  <a:pt x="1491922" y="440296"/>
                  <a:pt x="1487959" y="444399"/>
                  <a:pt x="1488044" y="449374"/>
                </a:cubicBezTo>
                <a:cubicBezTo>
                  <a:pt x="1488130" y="454349"/>
                  <a:pt x="1492233" y="458313"/>
                  <a:pt x="1497208" y="458227"/>
                </a:cubicBezTo>
                <a:lnTo>
                  <a:pt x="1497226" y="458226"/>
                </a:lnTo>
                <a:cubicBezTo>
                  <a:pt x="1502201" y="458141"/>
                  <a:pt x="1506164" y="454038"/>
                  <a:pt x="1506079" y="449063"/>
                </a:cubicBezTo>
                <a:cubicBezTo>
                  <a:pt x="1505993" y="444088"/>
                  <a:pt x="1501890" y="440125"/>
                  <a:pt x="1496915" y="440210"/>
                </a:cubicBezTo>
                <a:moveTo>
                  <a:pt x="1460865" y="440844"/>
                </a:moveTo>
                <a:lnTo>
                  <a:pt x="1460848" y="440844"/>
                </a:lnTo>
                <a:cubicBezTo>
                  <a:pt x="1455872" y="440930"/>
                  <a:pt x="1451909" y="445033"/>
                  <a:pt x="1451994" y="450008"/>
                </a:cubicBezTo>
                <a:cubicBezTo>
                  <a:pt x="1452081" y="454983"/>
                  <a:pt x="1456183" y="458946"/>
                  <a:pt x="1461158" y="458861"/>
                </a:cubicBezTo>
                <a:lnTo>
                  <a:pt x="1461176" y="458860"/>
                </a:lnTo>
                <a:cubicBezTo>
                  <a:pt x="1466151" y="458774"/>
                  <a:pt x="1470115" y="454672"/>
                  <a:pt x="1470028" y="449697"/>
                </a:cubicBezTo>
                <a:cubicBezTo>
                  <a:pt x="1469943" y="444722"/>
                  <a:pt x="1465840" y="440759"/>
                  <a:pt x="1460865" y="440844"/>
                </a:cubicBezTo>
                <a:moveTo>
                  <a:pt x="1424815" y="441478"/>
                </a:moveTo>
                <a:lnTo>
                  <a:pt x="1424797" y="441478"/>
                </a:lnTo>
                <a:cubicBezTo>
                  <a:pt x="1419822" y="441564"/>
                  <a:pt x="1415858" y="445666"/>
                  <a:pt x="1415944" y="450642"/>
                </a:cubicBezTo>
                <a:cubicBezTo>
                  <a:pt x="1416030" y="455617"/>
                  <a:pt x="1420133" y="459580"/>
                  <a:pt x="1425107" y="459494"/>
                </a:cubicBezTo>
                <a:lnTo>
                  <a:pt x="1425125" y="459494"/>
                </a:lnTo>
                <a:cubicBezTo>
                  <a:pt x="1430100" y="459408"/>
                  <a:pt x="1434065" y="455306"/>
                  <a:pt x="1433978" y="450331"/>
                </a:cubicBezTo>
                <a:cubicBezTo>
                  <a:pt x="1433892" y="445356"/>
                  <a:pt x="1429790" y="441392"/>
                  <a:pt x="1424815" y="441478"/>
                </a:cubicBezTo>
                <a:moveTo>
                  <a:pt x="1389100" y="441001"/>
                </a:moveTo>
                <a:lnTo>
                  <a:pt x="1389081" y="441001"/>
                </a:lnTo>
                <a:cubicBezTo>
                  <a:pt x="1384106" y="440903"/>
                  <a:pt x="1379994" y="444856"/>
                  <a:pt x="1379896" y="449831"/>
                </a:cubicBezTo>
                <a:cubicBezTo>
                  <a:pt x="1379798" y="454806"/>
                  <a:pt x="1383751" y="458918"/>
                  <a:pt x="1388726" y="459016"/>
                </a:cubicBezTo>
                <a:lnTo>
                  <a:pt x="1388743" y="459017"/>
                </a:lnTo>
                <a:cubicBezTo>
                  <a:pt x="1393718" y="459115"/>
                  <a:pt x="1397831" y="455162"/>
                  <a:pt x="1397929" y="450187"/>
                </a:cubicBezTo>
                <a:cubicBezTo>
                  <a:pt x="1398027" y="445212"/>
                  <a:pt x="1394074" y="441100"/>
                  <a:pt x="1389100" y="441001"/>
                </a:cubicBezTo>
                <a:moveTo>
                  <a:pt x="1353050" y="440293"/>
                </a:moveTo>
                <a:lnTo>
                  <a:pt x="1353032" y="440293"/>
                </a:lnTo>
                <a:cubicBezTo>
                  <a:pt x="1348057" y="440195"/>
                  <a:pt x="1343945" y="444148"/>
                  <a:pt x="1343847" y="449123"/>
                </a:cubicBezTo>
                <a:cubicBezTo>
                  <a:pt x="1343749" y="454098"/>
                  <a:pt x="1347702" y="458210"/>
                  <a:pt x="1352677" y="458308"/>
                </a:cubicBezTo>
                <a:lnTo>
                  <a:pt x="1352695" y="458309"/>
                </a:lnTo>
                <a:cubicBezTo>
                  <a:pt x="1357670" y="458406"/>
                  <a:pt x="1361782" y="454453"/>
                  <a:pt x="1361880" y="449479"/>
                </a:cubicBezTo>
                <a:cubicBezTo>
                  <a:pt x="1361978" y="444504"/>
                  <a:pt x="1358025" y="440391"/>
                  <a:pt x="1353050" y="440293"/>
                </a:cubicBezTo>
                <a:moveTo>
                  <a:pt x="1317001" y="439585"/>
                </a:moveTo>
                <a:lnTo>
                  <a:pt x="1316983" y="439585"/>
                </a:lnTo>
                <a:cubicBezTo>
                  <a:pt x="1312008" y="439487"/>
                  <a:pt x="1307896" y="443441"/>
                  <a:pt x="1307799" y="448416"/>
                </a:cubicBezTo>
                <a:cubicBezTo>
                  <a:pt x="1307700" y="453390"/>
                  <a:pt x="1311655" y="457503"/>
                  <a:pt x="1316630" y="457600"/>
                </a:cubicBezTo>
                <a:lnTo>
                  <a:pt x="1316648" y="457600"/>
                </a:lnTo>
                <a:cubicBezTo>
                  <a:pt x="1321623" y="457698"/>
                  <a:pt x="1325735" y="453744"/>
                  <a:pt x="1325832" y="448770"/>
                </a:cubicBezTo>
                <a:cubicBezTo>
                  <a:pt x="1325929" y="443795"/>
                  <a:pt x="1321976" y="439682"/>
                  <a:pt x="1317001" y="439585"/>
                </a:cubicBezTo>
                <a:moveTo>
                  <a:pt x="1281296" y="438647"/>
                </a:moveTo>
                <a:lnTo>
                  <a:pt x="1281279" y="438646"/>
                </a:lnTo>
                <a:cubicBezTo>
                  <a:pt x="1276311" y="438363"/>
                  <a:pt x="1272054" y="442161"/>
                  <a:pt x="1271772" y="447128"/>
                </a:cubicBezTo>
                <a:cubicBezTo>
                  <a:pt x="1271489" y="452096"/>
                  <a:pt x="1275287" y="456352"/>
                  <a:pt x="1280255" y="456635"/>
                </a:cubicBezTo>
                <a:lnTo>
                  <a:pt x="1280273" y="456637"/>
                </a:lnTo>
                <a:cubicBezTo>
                  <a:pt x="1285241" y="456919"/>
                  <a:pt x="1289497" y="453121"/>
                  <a:pt x="1289780" y="448153"/>
                </a:cubicBezTo>
                <a:cubicBezTo>
                  <a:pt x="1290063" y="443186"/>
                  <a:pt x="1286264" y="438929"/>
                  <a:pt x="1281296" y="438647"/>
                </a:cubicBezTo>
                <a:moveTo>
                  <a:pt x="1245301" y="436569"/>
                </a:moveTo>
                <a:lnTo>
                  <a:pt x="1245283" y="436568"/>
                </a:lnTo>
                <a:cubicBezTo>
                  <a:pt x="1240315" y="436285"/>
                  <a:pt x="1236059" y="440083"/>
                  <a:pt x="1235776" y="445051"/>
                </a:cubicBezTo>
                <a:cubicBezTo>
                  <a:pt x="1235494" y="450019"/>
                  <a:pt x="1239291" y="454275"/>
                  <a:pt x="1244259" y="454558"/>
                </a:cubicBezTo>
                <a:lnTo>
                  <a:pt x="1244277" y="454559"/>
                </a:lnTo>
                <a:cubicBezTo>
                  <a:pt x="1249245" y="454842"/>
                  <a:pt x="1253501" y="451044"/>
                  <a:pt x="1253783" y="446076"/>
                </a:cubicBezTo>
                <a:cubicBezTo>
                  <a:pt x="1254066" y="441108"/>
                  <a:pt x="1250269" y="436852"/>
                  <a:pt x="1245301" y="436569"/>
                </a:cubicBezTo>
                <a:moveTo>
                  <a:pt x="1209305" y="434492"/>
                </a:moveTo>
                <a:lnTo>
                  <a:pt x="1209287" y="434490"/>
                </a:lnTo>
                <a:cubicBezTo>
                  <a:pt x="1204320" y="434208"/>
                  <a:pt x="1200063" y="438006"/>
                  <a:pt x="1199780" y="442973"/>
                </a:cubicBezTo>
                <a:cubicBezTo>
                  <a:pt x="1199497" y="447941"/>
                  <a:pt x="1203296" y="452198"/>
                  <a:pt x="1208263" y="452480"/>
                </a:cubicBezTo>
                <a:lnTo>
                  <a:pt x="1208281" y="452481"/>
                </a:lnTo>
                <a:cubicBezTo>
                  <a:pt x="1213248" y="452764"/>
                  <a:pt x="1217505" y="448966"/>
                  <a:pt x="1217788" y="443999"/>
                </a:cubicBezTo>
                <a:cubicBezTo>
                  <a:pt x="1218071" y="439031"/>
                  <a:pt x="1214273" y="434774"/>
                  <a:pt x="1209305" y="434492"/>
                </a:cubicBezTo>
                <a:moveTo>
                  <a:pt x="1173310" y="432414"/>
                </a:moveTo>
                <a:lnTo>
                  <a:pt x="1173292" y="432413"/>
                </a:lnTo>
                <a:cubicBezTo>
                  <a:pt x="1168324" y="432130"/>
                  <a:pt x="1164068" y="435928"/>
                  <a:pt x="1163785" y="440895"/>
                </a:cubicBezTo>
                <a:cubicBezTo>
                  <a:pt x="1163502" y="445863"/>
                  <a:pt x="1167299" y="450119"/>
                  <a:pt x="1172267" y="450402"/>
                </a:cubicBezTo>
                <a:lnTo>
                  <a:pt x="1172285" y="450403"/>
                </a:lnTo>
                <a:cubicBezTo>
                  <a:pt x="1177253" y="450686"/>
                  <a:pt x="1181509" y="446889"/>
                  <a:pt x="1181792" y="441921"/>
                </a:cubicBezTo>
                <a:cubicBezTo>
                  <a:pt x="1182075" y="436953"/>
                  <a:pt x="1178277" y="432697"/>
                  <a:pt x="1173310" y="432414"/>
                </a:cubicBezTo>
                <a:moveTo>
                  <a:pt x="1137701" y="429636"/>
                </a:moveTo>
                <a:lnTo>
                  <a:pt x="1137683" y="429634"/>
                </a:lnTo>
                <a:cubicBezTo>
                  <a:pt x="1132729" y="429168"/>
                  <a:pt x="1128336" y="432806"/>
                  <a:pt x="1127869" y="437760"/>
                </a:cubicBezTo>
                <a:cubicBezTo>
                  <a:pt x="1127403" y="442714"/>
                  <a:pt x="1131041" y="447108"/>
                  <a:pt x="1135995" y="447574"/>
                </a:cubicBezTo>
                <a:lnTo>
                  <a:pt x="1136013" y="447576"/>
                </a:lnTo>
                <a:cubicBezTo>
                  <a:pt x="1140968" y="448041"/>
                  <a:pt x="1145361" y="444403"/>
                  <a:pt x="1145826" y="439449"/>
                </a:cubicBezTo>
                <a:cubicBezTo>
                  <a:pt x="1146293" y="434496"/>
                  <a:pt x="1142654" y="430102"/>
                  <a:pt x="1137701" y="429636"/>
                </a:cubicBezTo>
                <a:moveTo>
                  <a:pt x="1101806" y="426240"/>
                </a:moveTo>
                <a:lnTo>
                  <a:pt x="1101787" y="426239"/>
                </a:lnTo>
                <a:cubicBezTo>
                  <a:pt x="1096833" y="425773"/>
                  <a:pt x="1092440" y="429411"/>
                  <a:pt x="1091974" y="434365"/>
                </a:cubicBezTo>
                <a:cubicBezTo>
                  <a:pt x="1091508" y="439318"/>
                  <a:pt x="1095146" y="443712"/>
                  <a:pt x="1100100" y="444178"/>
                </a:cubicBezTo>
                <a:lnTo>
                  <a:pt x="1100118" y="444180"/>
                </a:lnTo>
                <a:cubicBezTo>
                  <a:pt x="1105072" y="444646"/>
                  <a:pt x="1109465" y="441008"/>
                  <a:pt x="1109931" y="436054"/>
                </a:cubicBezTo>
                <a:cubicBezTo>
                  <a:pt x="1110397" y="431100"/>
                  <a:pt x="1106759" y="426706"/>
                  <a:pt x="1101806" y="426240"/>
                </a:cubicBezTo>
                <a:moveTo>
                  <a:pt x="1065910" y="422845"/>
                </a:moveTo>
                <a:lnTo>
                  <a:pt x="1065892" y="422843"/>
                </a:lnTo>
                <a:cubicBezTo>
                  <a:pt x="1060938" y="422377"/>
                  <a:pt x="1056544" y="426015"/>
                  <a:pt x="1056078" y="430969"/>
                </a:cubicBezTo>
                <a:cubicBezTo>
                  <a:pt x="1055612" y="435923"/>
                  <a:pt x="1059251" y="440316"/>
                  <a:pt x="1064205" y="440783"/>
                </a:cubicBezTo>
                <a:lnTo>
                  <a:pt x="1064223" y="440784"/>
                </a:lnTo>
                <a:cubicBezTo>
                  <a:pt x="1069176" y="441250"/>
                  <a:pt x="1073570" y="437612"/>
                  <a:pt x="1074036" y="432658"/>
                </a:cubicBezTo>
                <a:cubicBezTo>
                  <a:pt x="1074502" y="427704"/>
                  <a:pt x="1070864" y="423310"/>
                  <a:pt x="1065910" y="422845"/>
                </a:cubicBezTo>
                <a:moveTo>
                  <a:pt x="1030014" y="419449"/>
                </a:moveTo>
                <a:lnTo>
                  <a:pt x="1029996" y="419447"/>
                </a:lnTo>
                <a:cubicBezTo>
                  <a:pt x="1025043" y="418981"/>
                  <a:pt x="1020649" y="422619"/>
                  <a:pt x="1020183" y="427573"/>
                </a:cubicBezTo>
                <a:cubicBezTo>
                  <a:pt x="1019717" y="432527"/>
                  <a:pt x="1023355" y="436921"/>
                  <a:pt x="1028310" y="437387"/>
                </a:cubicBezTo>
                <a:lnTo>
                  <a:pt x="1028328" y="437389"/>
                </a:lnTo>
                <a:cubicBezTo>
                  <a:pt x="1033281" y="437854"/>
                  <a:pt x="1037675" y="434216"/>
                  <a:pt x="1038141" y="429262"/>
                </a:cubicBezTo>
                <a:cubicBezTo>
                  <a:pt x="1038606" y="424308"/>
                  <a:pt x="1034968" y="419915"/>
                  <a:pt x="1030014" y="419449"/>
                </a:cubicBezTo>
                <a:moveTo>
                  <a:pt x="994589" y="414836"/>
                </a:moveTo>
                <a:lnTo>
                  <a:pt x="994571" y="414833"/>
                </a:lnTo>
                <a:cubicBezTo>
                  <a:pt x="989637" y="414186"/>
                  <a:pt x="985113" y="417661"/>
                  <a:pt x="984466" y="422594"/>
                </a:cubicBezTo>
                <a:cubicBezTo>
                  <a:pt x="983819" y="427528"/>
                  <a:pt x="987293" y="432052"/>
                  <a:pt x="992227" y="432699"/>
                </a:cubicBezTo>
                <a:lnTo>
                  <a:pt x="992245" y="432701"/>
                </a:lnTo>
                <a:cubicBezTo>
                  <a:pt x="997178" y="433348"/>
                  <a:pt x="1001703" y="429874"/>
                  <a:pt x="1002350" y="424940"/>
                </a:cubicBezTo>
                <a:cubicBezTo>
                  <a:pt x="1002997" y="420007"/>
                  <a:pt x="999522" y="415483"/>
                  <a:pt x="994589" y="414836"/>
                </a:cubicBezTo>
                <a:moveTo>
                  <a:pt x="958839" y="410147"/>
                </a:moveTo>
                <a:lnTo>
                  <a:pt x="958821" y="410145"/>
                </a:lnTo>
                <a:cubicBezTo>
                  <a:pt x="953888" y="409498"/>
                  <a:pt x="949364" y="412973"/>
                  <a:pt x="948717" y="417906"/>
                </a:cubicBezTo>
                <a:cubicBezTo>
                  <a:pt x="948069" y="422839"/>
                  <a:pt x="951544" y="427364"/>
                  <a:pt x="956477" y="428011"/>
                </a:cubicBezTo>
                <a:lnTo>
                  <a:pt x="956496" y="428013"/>
                </a:lnTo>
                <a:cubicBezTo>
                  <a:pt x="961429" y="428660"/>
                  <a:pt x="965953" y="425186"/>
                  <a:pt x="966601" y="420252"/>
                </a:cubicBezTo>
                <a:cubicBezTo>
                  <a:pt x="967247" y="415319"/>
                  <a:pt x="963772" y="410795"/>
                  <a:pt x="958839" y="410147"/>
                </a:cubicBezTo>
                <a:moveTo>
                  <a:pt x="923089" y="405459"/>
                </a:moveTo>
                <a:lnTo>
                  <a:pt x="923072" y="405457"/>
                </a:lnTo>
                <a:cubicBezTo>
                  <a:pt x="918138" y="404810"/>
                  <a:pt x="913614" y="408284"/>
                  <a:pt x="912966" y="413218"/>
                </a:cubicBezTo>
                <a:cubicBezTo>
                  <a:pt x="912320" y="418151"/>
                  <a:pt x="915794" y="422676"/>
                  <a:pt x="920728" y="423323"/>
                </a:cubicBezTo>
                <a:lnTo>
                  <a:pt x="920745" y="423325"/>
                </a:lnTo>
                <a:cubicBezTo>
                  <a:pt x="925679" y="423972"/>
                  <a:pt x="930203" y="420498"/>
                  <a:pt x="930850" y="415564"/>
                </a:cubicBezTo>
                <a:cubicBezTo>
                  <a:pt x="931498" y="410630"/>
                  <a:pt x="928023" y="406106"/>
                  <a:pt x="923089" y="405459"/>
                </a:cubicBezTo>
                <a:moveTo>
                  <a:pt x="887757" y="400222"/>
                </a:moveTo>
                <a:lnTo>
                  <a:pt x="887739" y="400219"/>
                </a:lnTo>
                <a:cubicBezTo>
                  <a:pt x="882833" y="399391"/>
                  <a:pt x="878184" y="402697"/>
                  <a:pt x="877356" y="407604"/>
                </a:cubicBezTo>
                <a:cubicBezTo>
                  <a:pt x="876528" y="412510"/>
                  <a:pt x="879835" y="417159"/>
                  <a:pt x="884741" y="417987"/>
                </a:cubicBezTo>
                <a:lnTo>
                  <a:pt x="884759" y="417990"/>
                </a:lnTo>
                <a:cubicBezTo>
                  <a:pt x="889665" y="418818"/>
                  <a:pt x="894313" y="415511"/>
                  <a:pt x="895141" y="410605"/>
                </a:cubicBezTo>
                <a:cubicBezTo>
                  <a:pt x="895969" y="405698"/>
                  <a:pt x="892663" y="401050"/>
                  <a:pt x="887757" y="400222"/>
                </a:cubicBezTo>
                <a:moveTo>
                  <a:pt x="852201" y="394240"/>
                </a:moveTo>
                <a:lnTo>
                  <a:pt x="852183" y="394237"/>
                </a:lnTo>
                <a:cubicBezTo>
                  <a:pt x="847277" y="393409"/>
                  <a:pt x="842628" y="396715"/>
                  <a:pt x="841800" y="401621"/>
                </a:cubicBezTo>
                <a:cubicBezTo>
                  <a:pt x="840972" y="406528"/>
                  <a:pt x="844279" y="411176"/>
                  <a:pt x="849185" y="412004"/>
                </a:cubicBezTo>
                <a:lnTo>
                  <a:pt x="849202" y="412007"/>
                </a:lnTo>
                <a:cubicBezTo>
                  <a:pt x="854109" y="412835"/>
                  <a:pt x="858758" y="409529"/>
                  <a:pt x="859586" y="404623"/>
                </a:cubicBezTo>
                <a:cubicBezTo>
                  <a:pt x="860414" y="399716"/>
                  <a:pt x="857107" y="395068"/>
                  <a:pt x="852201" y="394240"/>
                </a:cubicBezTo>
                <a:moveTo>
                  <a:pt x="816645" y="388258"/>
                </a:moveTo>
                <a:lnTo>
                  <a:pt x="816627" y="388255"/>
                </a:lnTo>
                <a:cubicBezTo>
                  <a:pt x="811721" y="387427"/>
                  <a:pt x="807073" y="390733"/>
                  <a:pt x="806245" y="395639"/>
                </a:cubicBezTo>
                <a:cubicBezTo>
                  <a:pt x="805417" y="400546"/>
                  <a:pt x="808722" y="405195"/>
                  <a:pt x="813629" y="406022"/>
                </a:cubicBezTo>
                <a:lnTo>
                  <a:pt x="813647" y="406025"/>
                </a:lnTo>
                <a:cubicBezTo>
                  <a:pt x="818553" y="406853"/>
                  <a:pt x="823201" y="403547"/>
                  <a:pt x="824029" y="398641"/>
                </a:cubicBezTo>
                <a:cubicBezTo>
                  <a:pt x="824857" y="393734"/>
                  <a:pt x="821552" y="389086"/>
                  <a:pt x="816645" y="388258"/>
                </a:cubicBezTo>
                <a:moveTo>
                  <a:pt x="781440" y="382272"/>
                </a:moveTo>
                <a:lnTo>
                  <a:pt x="781423" y="382268"/>
                </a:lnTo>
                <a:cubicBezTo>
                  <a:pt x="776551" y="381253"/>
                  <a:pt x="771780" y="384379"/>
                  <a:pt x="770765" y="389251"/>
                </a:cubicBezTo>
                <a:cubicBezTo>
                  <a:pt x="769750" y="394122"/>
                  <a:pt x="772876" y="398893"/>
                  <a:pt x="777747" y="399908"/>
                </a:cubicBezTo>
                <a:lnTo>
                  <a:pt x="777765" y="399912"/>
                </a:lnTo>
                <a:cubicBezTo>
                  <a:pt x="782637" y="400927"/>
                  <a:pt x="787408" y="397801"/>
                  <a:pt x="788422" y="392929"/>
                </a:cubicBezTo>
                <a:cubicBezTo>
                  <a:pt x="789438" y="388058"/>
                  <a:pt x="786311" y="383287"/>
                  <a:pt x="781440" y="382272"/>
                </a:cubicBezTo>
                <a:moveTo>
                  <a:pt x="746132" y="374965"/>
                </a:moveTo>
                <a:lnTo>
                  <a:pt x="746115" y="374961"/>
                </a:lnTo>
                <a:cubicBezTo>
                  <a:pt x="741243" y="373946"/>
                  <a:pt x="736472" y="377073"/>
                  <a:pt x="735458" y="381944"/>
                </a:cubicBezTo>
                <a:cubicBezTo>
                  <a:pt x="734442" y="386815"/>
                  <a:pt x="737569" y="391586"/>
                  <a:pt x="742440" y="392601"/>
                </a:cubicBezTo>
                <a:lnTo>
                  <a:pt x="742457" y="392605"/>
                </a:lnTo>
                <a:cubicBezTo>
                  <a:pt x="747329" y="393620"/>
                  <a:pt x="752100" y="390493"/>
                  <a:pt x="753115" y="385622"/>
                </a:cubicBezTo>
                <a:cubicBezTo>
                  <a:pt x="754130" y="380751"/>
                  <a:pt x="751003" y="375980"/>
                  <a:pt x="746132" y="374965"/>
                </a:cubicBezTo>
                <a:moveTo>
                  <a:pt x="710825" y="367658"/>
                </a:moveTo>
                <a:lnTo>
                  <a:pt x="710807" y="367654"/>
                </a:lnTo>
                <a:cubicBezTo>
                  <a:pt x="705936" y="366639"/>
                  <a:pt x="701164" y="369765"/>
                  <a:pt x="700150" y="374637"/>
                </a:cubicBezTo>
                <a:cubicBezTo>
                  <a:pt x="699135" y="379508"/>
                  <a:pt x="702261" y="384279"/>
                  <a:pt x="707132" y="385294"/>
                </a:cubicBezTo>
                <a:lnTo>
                  <a:pt x="707150" y="385298"/>
                </a:lnTo>
                <a:cubicBezTo>
                  <a:pt x="712020" y="386313"/>
                  <a:pt x="716793" y="383186"/>
                  <a:pt x="717807" y="378315"/>
                </a:cubicBezTo>
                <a:cubicBezTo>
                  <a:pt x="718822" y="373444"/>
                  <a:pt x="715696" y="368673"/>
                  <a:pt x="710825" y="367658"/>
                </a:cubicBezTo>
                <a:moveTo>
                  <a:pt x="675517" y="360351"/>
                </a:moveTo>
                <a:lnTo>
                  <a:pt x="675500" y="360347"/>
                </a:lnTo>
                <a:cubicBezTo>
                  <a:pt x="670629" y="359332"/>
                  <a:pt x="665857" y="362459"/>
                  <a:pt x="664843" y="367330"/>
                </a:cubicBezTo>
                <a:cubicBezTo>
                  <a:pt x="663827" y="372201"/>
                  <a:pt x="666954" y="376972"/>
                  <a:pt x="671825" y="377987"/>
                </a:cubicBezTo>
                <a:lnTo>
                  <a:pt x="671842" y="377991"/>
                </a:lnTo>
                <a:cubicBezTo>
                  <a:pt x="676714" y="379005"/>
                  <a:pt x="681485" y="375880"/>
                  <a:pt x="682500" y="371008"/>
                </a:cubicBezTo>
                <a:cubicBezTo>
                  <a:pt x="683515" y="366137"/>
                  <a:pt x="680389" y="361365"/>
                  <a:pt x="675517" y="360351"/>
                </a:cubicBezTo>
                <a:moveTo>
                  <a:pt x="640778" y="352059"/>
                </a:moveTo>
                <a:lnTo>
                  <a:pt x="640760" y="352054"/>
                </a:lnTo>
                <a:cubicBezTo>
                  <a:pt x="635931" y="350859"/>
                  <a:pt x="631046" y="353806"/>
                  <a:pt x="629851" y="358636"/>
                </a:cubicBezTo>
                <a:cubicBezTo>
                  <a:pt x="628656" y="363466"/>
                  <a:pt x="631602" y="368350"/>
                  <a:pt x="636432" y="369546"/>
                </a:cubicBezTo>
                <a:lnTo>
                  <a:pt x="636450" y="369550"/>
                </a:lnTo>
                <a:cubicBezTo>
                  <a:pt x="641280" y="370745"/>
                  <a:pt x="646164" y="367798"/>
                  <a:pt x="647359" y="362969"/>
                </a:cubicBezTo>
                <a:cubicBezTo>
                  <a:pt x="648555" y="358138"/>
                  <a:pt x="645609" y="353254"/>
                  <a:pt x="640778" y="352059"/>
                </a:cubicBezTo>
                <a:moveTo>
                  <a:pt x="605787" y="343360"/>
                </a:moveTo>
                <a:lnTo>
                  <a:pt x="605770" y="343356"/>
                </a:lnTo>
                <a:cubicBezTo>
                  <a:pt x="600940" y="342161"/>
                  <a:pt x="596055" y="345107"/>
                  <a:pt x="594860" y="349937"/>
                </a:cubicBezTo>
                <a:cubicBezTo>
                  <a:pt x="593665" y="354768"/>
                  <a:pt x="596611" y="359652"/>
                  <a:pt x="601441" y="360847"/>
                </a:cubicBezTo>
                <a:lnTo>
                  <a:pt x="601459" y="360852"/>
                </a:lnTo>
                <a:cubicBezTo>
                  <a:pt x="606289" y="362047"/>
                  <a:pt x="611174" y="359100"/>
                  <a:pt x="612368" y="354271"/>
                </a:cubicBezTo>
                <a:cubicBezTo>
                  <a:pt x="613564" y="349440"/>
                  <a:pt x="610618" y="344556"/>
                  <a:pt x="605787" y="343360"/>
                </a:cubicBezTo>
                <a:moveTo>
                  <a:pt x="570796" y="334662"/>
                </a:moveTo>
                <a:lnTo>
                  <a:pt x="570779" y="334658"/>
                </a:lnTo>
                <a:cubicBezTo>
                  <a:pt x="565949" y="333462"/>
                  <a:pt x="561064" y="336409"/>
                  <a:pt x="559870" y="341239"/>
                </a:cubicBezTo>
                <a:cubicBezTo>
                  <a:pt x="558674" y="346069"/>
                  <a:pt x="561620" y="350954"/>
                  <a:pt x="566450" y="352149"/>
                </a:cubicBezTo>
                <a:lnTo>
                  <a:pt x="566468" y="352153"/>
                </a:lnTo>
                <a:cubicBezTo>
                  <a:pt x="571298" y="353349"/>
                  <a:pt x="576183" y="350402"/>
                  <a:pt x="577378" y="345572"/>
                </a:cubicBezTo>
                <a:cubicBezTo>
                  <a:pt x="578573" y="340742"/>
                  <a:pt x="575627" y="335857"/>
                  <a:pt x="570796" y="334662"/>
                </a:cubicBezTo>
                <a:moveTo>
                  <a:pt x="536454" y="325143"/>
                </a:moveTo>
                <a:lnTo>
                  <a:pt x="536437" y="325138"/>
                </a:lnTo>
                <a:cubicBezTo>
                  <a:pt x="531667" y="323724"/>
                  <a:pt x="526653" y="326445"/>
                  <a:pt x="525238" y="331216"/>
                </a:cubicBezTo>
                <a:cubicBezTo>
                  <a:pt x="523825" y="335986"/>
                  <a:pt x="526545" y="341000"/>
                  <a:pt x="531316" y="342414"/>
                </a:cubicBezTo>
                <a:lnTo>
                  <a:pt x="531333" y="342419"/>
                </a:lnTo>
                <a:cubicBezTo>
                  <a:pt x="536104" y="343833"/>
                  <a:pt x="541117" y="341112"/>
                  <a:pt x="542532" y="336341"/>
                </a:cubicBezTo>
                <a:cubicBezTo>
                  <a:pt x="543946" y="331570"/>
                  <a:pt x="541225" y="326557"/>
                  <a:pt x="536454" y="325143"/>
                </a:cubicBezTo>
                <a:moveTo>
                  <a:pt x="501871" y="314944"/>
                </a:moveTo>
                <a:lnTo>
                  <a:pt x="501854" y="314938"/>
                </a:lnTo>
                <a:cubicBezTo>
                  <a:pt x="497083" y="313524"/>
                  <a:pt x="492069" y="316246"/>
                  <a:pt x="490656" y="321016"/>
                </a:cubicBezTo>
                <a:cubicBezTo>
                  <a:pt x="489241" y="325787"/>
                  <a:pt x="491963" y="330800"/>
                  <a:pt x="496733" y="332214"/>
                </a:cubicBezTo>
                <a:lnTo>
                  <a:pt x="496750" y="332220"/>
                </a:lnTo>
                <a:cubicBezTo>
                  <a:pt x="501521" y="333634"/>
                  <a:pt x="506535" y="330913"/>
                  <a:pt x="507948" y="326142"/>
                </a:cubicBezTo>
                <a:cubicBezTo>
                  <a:pt x="509363" y="321371"/>
                  <a:pt x="506641" y="316358"/>
                  <a:pt x="501871" y="314944"/>
                </a:cubicBezTo>
                <a:moveTo>
                  <a:pt x="467288" y="304744"/>
                </a:moveTo>
                <a:lnTo>
                  <a:pt x="467271" y="304739"/>
                </a:lnTo>
                <a:cubicBezTo>
                  <a:pt x="462500" y="303326"/>
                  <a:pt x="457487" y="306046"/>
                  <a:pt x="456072" y="310817"/>
                </a:cubicBezTo>
                <a:cubicBezTo>
                  <a:pt x="454659" y="315588"/>
                  <a:pt x="457379" y="320602"/>
                  <a:pt x="462150" y="322015"/>
                </a:cubicBezTo>
                <a:lnTo>
                  <a:pt x="462167" y="322020"/>
                </a:lnTo>
                <a:cubicBezTo>
                  <a:pt x="466939" y="323434"/>
                  <a:pt x="471952" y="320713"/>
                  <a:pt x="473366" y="315943"/>
                </a:cubicBezTo>
                <a:cubicBezTo>
                  <a:pt x="474779" y="311172"/>
                  <a:pt x="472059" y="306158"/>
                  <a:pt x="467288" y="304744"/>
                </a:cubicBezTo>
                <a:moveTo>
                  <a:pt x="433460" y="293597"/>
                </a:moveTo>
                <a:lnTo>
                  <a:pt x="433443" y="293592"/>
                </a:lnTo>
                <a:cubicBezTo>
                  <a:pt x="428745" y="291952"/>
                  <a:pt x="423608" y="294432"/>
                  <a:pt x="421968" y="299130"/>
                </a:cubicBezTo>
                <a:cubicBezTo>
                  <a:pt x="420329" y="303828"/>
                  <a:pt x="422808" y="308965"/>
                  <a:pt x="427506" y="310604"/>
                </a:cubicBezTo>
                <a:lnTo>
                  <a:pt x="427523" y="310611"/>
                </a:lnTo>
                <a:cubicBezTo>
                  <a:pt x="432221" y="312250"/>
                  <a:pt x="437359" y="309770"/>
                  <a:pt x="438998" y="305072"/>
                </a:cubicBezTo>
                <a:cubicBezTo>
                  <a:pt x="440637" y="300375"/>
                  <a:pt x="438158" y="295237"/>
                  <a:pt x="433460" y="293597"/>
                </a:cubicBezTo>
                <a:moveTo>
                  <a:pt x="399413" y="281731"/>
                </a:moveTo>
                <a:lnTo>
                  <a:pt x="399396" y="281725"/>
                </a:lnTo>
                <a:cubicBezTo>
                  <a:pt x="394698" y="280086"/>
                  <a:pt x="389561" y="282565"/>
                  <a:pt x="387921" y="287263"/>
                </a:cubicBezTo>
                <a:cubicBezTo>
                  <a:pt x="386282" y="291961"/>
                  <a:pt x="388761" y="297098"/>
                  <a:pt x="393460" y="298738"/>
                </a:cubicBezTo>
                <a:lnTo>
                  <a:pt x="393477" y="298744"/>
                </a:lnTo>
                <a:cubicBezTo>
                  <a:pt x="398174" y="300383"/>
                  <a:pt x="403311" y="297904"/>
                  <a:pt x="404951" y="293206"/>
                </a:cubicBezTo>
                <a:cubicBezTo>
                  <a:pt x="406591" y="288508"/>
                  <a:pt x="404111" y="283370"/>
                  <a:pt x="399413" y="281731"/>
                </a:cubicBezTo>
                <a:moveTo>
                  <a:pt x="365366" y="269864"/>
                </a:moveTo>
                <a:lnTo>
                  <a:pt x="365349" y="269858"/>
                </a:lnTo>
                <a:cubicBezTo>
                  <a:pt x="360652" y="268219"/>
                  <a:pt x="355514" y="270698"/>
                  <a:pt x="353874" y="275396"/>
                </a:cubicBezTo>
                <a:cubicBezTo>
                  <a:pt x="352235" y="280094"/>
                  <a:pt x="354714" y="285232"/>
                  <a:pt x="359413" y="286871"/>
                </a:cubicBezTo>
                <a:lnTo>
                  <a:pt x="359429" y="286877"/>
                </a:lnTo>
                <a:cubicBezTo>
                  <a:pt x="364128" y="288516"/>
                  <a:pt x="369265" y="286037"/>
                  <a:pt x="370904" y="281339"/>
                </a:cubicBezTo>
                <a:cubicBezTo>
                  <a:pt x="372543" y="276641"/>
                  <a:pt x="370064" y="271503"/>
                  <a:pt x="365366" y="269864"/>
                </a:cubicBezTo>
                <a:moveTo>
                  <a:pt x="332427" y="256514"/>
                </a:moveTo>
                <a:lnTo>
                  <a:pt x="332411" y="256507"/>
                </a:lnTo>
                <a:cubicBezTo>
                  <a:pt x="327813" y="254606"/>
                  <a:pt x="322544" y="256792"/>
                  <a:pt x="320642" y="261390"/>
                </a:cubicBezTo>
                <a:cubicBezTo>
                  <a:pt x="318741" y="265988"/>
                  <a:pt x="320926" y="271257"/>
                  <a:pt x="325524" y="273159"/>
                </a:cubicBezTo>
                <a:lnTo>
                  <a:pt x="325541" y="273165"/>
                </a:lnTo>
                <a:cubicBezTo>
                  <a:pt x="330139" y="275067"/>
                  <a:pt x="335408" y="272881"/>
                  <a:pt x="337310" y="268283"/>
                </a:cubicBezTo>
                <a:cubicBezTo>
                  <a:pt x="339211" y="263685"/>
                  <a:pt x="337026" y="258416"/>
                  <a:pt x="332427" y="256514"/>
                </a:cubicBezTo>
                <a:moveTo>
                  <a:pt x="299108" y="242737"/>
                </a:moveTo>
                <a:lnTo>
                  <a:pt x="299091" y="242730"/>
                </a:lnTo>
                <a:cubicBezTo>
                  <a:pt x="294493" y="240828"/>
                  <a:pt x="289224" y="243014"/>
                  <a:pt x="287323" y="247612"/>
                </a:cubicBezTo>
                <a:cubicBezTo>
                  <a:pt x="285421" y="252210"/>
                  <a:pt x="287607" y="257479"/>
                  <a:pt x="292205" y="259381"/>
                </a:cubicBezTo>
                <a:lnTo>
                  <a:pt x="292222" y="259388"/>
                </a:lnTo>
                <a:cubicBezTo>
                  <a:pt x="296820" y="261289"/>
                  <a:pt x="302089" y="259103"/>
                  <a:pt x="303990" y="254505"/>
                </a:cubicBezTo>
                <a:cubicBezTo>
                  <a:pt x="305892" y="249907"/>
                  <a:pt x="303706" y="244638"/>
                  <a:pt x="299108" y="242737"/>
                </a:cubicBezTo>
                <a:moveTo>
                  <a:pt x="266677" y="228513"/>
                </a:moveTo>
                <a:lnTo>
                  <a:pt x="266661" y="228505"/>
                </a:lnTo>
                <a:cubicBezTo>
                  <a:pt x="262206" y="226289"/>
                  <a:pt x="256798" y="228105"/>
                  <a:pt x="254582" y="232560"/>
                </a:cubicBezTo>
                <a:cubicBezTo>
                  <a:pt x="252367" y="237016"/>
                  <a:pt x="254183" y="242423"/>
                  <a:pt x="258638" y="244639"/>
                </a:cubicBezTo>
                <a:lnTo>
                  <a:pt x="258654" y="244647"/>
                </a:lnTo>
                <a:cubicBezTo>
                  <a:pt x="263110" y="246862"/>
                  <a:pt x="268517" y="245046"/>
                  <a:pt x="270733" y="240591"/>
                </a:cubicBezTo>
                <a:cubicBezTo>
                  <a:pt x="272948" y="236136"/>
                  <a:pt x="271132" y="230728"/>
                  <a:pt x="266677" y="228513"/>
                </a:cubicBezTo>
                <a:moveTo>
                  <a:pt x="234381" y="212471"/>
                </a:moveTo>
                <a:lnTo>
                  <a:pt x="234365" y="212463"/>
                </a:lnTo>
                <a:cubicBezTo>
                  <a:pt x="229908" y="210250"/>
                  <a:pt x="224501" y="212069"/>
                  <a:pt x="222288" y="216526"/>
                </a:cubicBezTo>
                <a:cubicBezTo>
                  <a:pt x="220075" y="220982"/>
                  <a:pt x="221894" y="226389"/>
                  <a:pt x="226351" y="228602"/>
                </a:cubicBezTo>
                <a:lnTo>
                  <a:pt x="226367" y="228610"/>
                </a:lnTo>
                <a:cubicBezTo>
                  <a:pt x="230823" y="230823"/>
                  <a:pt x="236230" y="229004"/>
                  <a:pt x="238443" y="224548"/>
                </a:cubicBezTo>
                <a:cubicBezTo>
                  <a:pt x="240656" y="220091"/>
                  <a:pt x="238837" y="214684"/>
                  <a:pt x="234381" y="212471"/>
                </a:cubicBezTo>
                <a:moveTo>
                  <a:pt x="202089" y="196432"/>
                </a:moveTo>
                <a:lnTo>
                  <a:pt x="202073" y="196424"/>
                </a:lnTo>
                <a:cubicBezTo>
                  <a:pt x="197616" y="194211"/>
                  <a:pt x="192210" y="196030"/>
                  <a:pt x="189997" y="200487"/>
                </a:cubicBezTo>
                <a:cubicBezTo>
                  <a:pt x="187784" y="204943"/>
                  <a:pt x="189602" y="210350"/>
                  <a:pt x="194059" y="212563"/>
                </a:cubicBezTo>
                <a:lnTo>
                  <a:pt x="194075" y="212571"/>
                </a:lnTo>
                <a:cubicBezTo>
                  <a:pt x="198532" y="214784"/>
                  <a:pt x="203938" y="212965"/>
                  <a:pt x="206151" y="208509"/>
                </a:cubicBezTo>
                <a:cubicBezTo>
                  <a:pt x="208364" y="204052"/>
                  <a:pt x="206546" y="198645"/>
                  <a:pt x="202089" y="196432"/>
                </a:cubicBezTo>
                <a:moveTo>
                  <a:pt x="171987" y="178037"/>
                </a:moveTo>
                <a:lnTo>
                  <a:pt x="171971" y="178028"/>
                </a:lnTo>
                <a:cubicBezTo>
                  <a:pt x="167722" y="175439"/>
                  <a:pt x="162178" y="176785"/>
                  <a:pt x="159590" y="181035"/>
                </a:cubicBezTo>
                <a:cubicBezTo>
                  <a:pt x="157001" y="185284"/>
                  <a:pt x="158347" y="190827"/>
                  <a:pt x="162597" y="193416"/>
                </a:cubicBezTo>
                <a:lnTo>
                  <a:pt x="162612" y="193425"/>
                </a:lnTo>
                <a:cubicBezTo>
                  <a:pt x="166862" y="196014"/>
                  <a:pt x="172405" y="194668"/>
                  <a:pt x="174994" y="190418"/>
                </a:cubicBezTo>
                <a:cubicBezTo>
                  <a:pt x="177582" y="186169"/>
                  <a:pt x="176236" y="180626"/>
                  <a:pt x="171987" y="178037"/>
                </a:cubicBezTo>
                <a:moveTo>
                  <a:pt x="141219" y="159239"/>
                </a:moveTo>
                <a:lnTo>
                  <a:pt x="141204" y="159229"/>
                </a:lnTo>
                <a:cubicBezTo>
                  <a:pt x="136954" y="156641"/>
                  <a:pt x="131411" y="157987"/>
                  <a:pt x="128822" y="162236"/>
                </a:cubicBezTo>
                <a:cubicBezTo>
                  <a:pt x="126234" y="166486"/>
                  <a:pt x="127580" y="172029"/>
                  <a:pt x="131829" y="174618"/>
                </a:cubicBezTo>
                <a:lnTo>
                  <a:pt x="131845" y="174627"/>
                </a:lnTo>
                <a:cubicBezTo>
                  <a:pt x="136094" y="177216"/>
                  <a:pt x="141637" y="175869"/>
                  <a:pt x="144226" y="171620"/>
                </a:cubicBezTo>
                <a:cubicBezTo>
                  <a:pt x="146815" y="167371"/>
                  <a:pt x="145468" y="161827"/>
                  <a:pt x="141219" y="159239"/>
                </a:cubicBezTo>
                <a:moveTo>
                  <a:pt x="113523" y="137870"/>
                </a:moveTo>
                <a:lnTo>
                  <a:pt x="113509" y="137859"/>
                </a:lnTo>
                <a:cubicBezTo>
                  <a:pt x="109593" y="134790"/>
                  <a:pt x="103930" y="135477"/>
                  <a:pt x="100861" y="139393"/>
                </a:cubicBezTo>
                <a:cubicBezTo>
                  <a:pt x="97792" y="143310"/>
                  <a:pt x="98479" y="148973"/>
                  <a:pt x="102395" y="152042"/>
                </a:cubicBezTo>
                <a:lnTo>
                  <a:pt x="102410" y="152053"/>
                </a:lnTo>
                <a:cubicBezTo>
                  <a:pt x="106326" y="155122"/>
                  <a:pt x="111989" y="154435"/>
                  <a:pt x="115058" y="150518"/>
                </a:cubicBezTo>
                <a:cubicBezTo>
                  <a:pt x="118127" y="146602"/>
                  <a:pt x="117440" y="140939"/>
                  <a:pt x="113523" y="137870"/>
                </a:cubicBezTo>
                <a:moveTo>
                  <a:pt x="86251" y="115970"/>
                </a:moveTo>
                <a:lnTo>
                  <a:pt x="86238" y="115958"/>
                </a:lnTo>
                <a:cubicBezTo>
                  <a:pt x="82708" y="112451"/>
                  <a:pt x="77003" y="112471"/>
                  <a:pt x="73497" y="116002"/>
                </a:cubicBezTo>
                <a:cubicBezTo>
                  <a:pt x="69991" y="119533"/>
                  <a:pt x="70011" y="125237"/>
                  <a:pt x="73541" y="128743"/>
                </a:cubicBezTo>
                <a:lnTo>
                  <a:pt x="73554" y="128756"/>
                </a:lnTo>
                <a:cubicBezTo>
                  <a:pt x="77085" y="132262"/>
                  <a:pt x="82789" y="132242"/>
                  <a:pt x="86295" y="128711"/>
                </a:cubicBezTo>
                <a:cubicBezTo>
                  <a:pt x="89801" y="125181"/>
                  <a:pt x="89782" y="119476"/>
                  <a:pt x="86251" y="115970"/>
                </a:cubicBezTo>
                <a:moveTo>
                  <a:pt x="61993" y="90511"/>
                </a:moveTo>
                <a:lnTo>
                  <a:pt x="61982" y="90497"/>
                </a:lnTo>
                <a:cubicBezTo>
                  <a:pt x="58799" y="86672"/>
                  <a:pt x="53119" y="86151"/>
                  <a:pt x="49294" y="89334"/>
                </a:cubicBezTo>
                <a:cubicBezTo>
                  <a:pt x="45469" y="92516"/>
                  <a:pt x="44948" y="98197"/>
                  <a:pt x="48130" y="102022"/>
                </a:cubicBezTo>
                <a:lnTo>
                  <a:pt x="48142" y="102036"/>
                </a:lnTo>
                <a:cubicBezTo>
                  <a:pt x="51324" y="105861"/>
                  <a:pt x="57005" y="106381"/>
                  <a:pt x="60830" y="103199"/>
                </a:cubicBezTo>
                <a:cubicBezTo>
                  <a:pt x="64655" y="100017"/>
                  <a:pt x="65176" y="94336"/>
                  <a:pt x="61993" y="90511"/>
                </a:cubicBezTo>
                <a:moveTo>
                  <a:pt x="41409" y="62217"/>
                </a:moveTo>
                <a:lnTo>
                  <a:pt x="41400" y="62202"/>
                </a:lnTo>
                <a:cubicBezTo>
                  <a:pt x="38664" y="58046"/>
                  <a:pt x="33077" y="56894"/>
                  <a:pt x="28921" y="59630"/>
                </a:cubicBezTo>
                <a:cubicBezTo>
                  <a:pt x="24764" y="62365"/>
                  <a:pt x="23613" y="67952"/>
                  <a:pt x="26348" y="72109"/>
                </a:cubicBezTo>
                <a:lnTo>
                  <a:pt x="26358" y="72124"/>
                </a:lnTo>
                <a:cubicBezTo>
                  <a:pt x="29093" y="76280"/>
                  <a:pt x="34681" y="77432"/>
                  <a:pt x="38837" y="74696"/>
                </a:cubicBezTo>
                <a:cubicBezTo>
                  <a:pt x="42993" y="71961"/>
                  <a:pt x="44145" y="66374"/>
                  <a:pt x="41409" y="62217"/>
                </a:cubicBezTo>
                <a:moveTo>
                  <a:pt x="52491" y="46033"/>
                </a:moveTo>
                <a:lnTo>
                  <a:pt x="13330" y="0"/>
                </a:lnTo>
                <a:lnTo>
                  <a:pt x="0" y="58949"/>
                </a:lnTo>
                <a:lnTo>
                  <a:pt x="52491" y="460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4">
            <a:extLst xmlns:a="http://schemas.openxmlformats.org/drawingml/2006/main">
              <a:ext uri="{FF2B5EF4-FFF2-40B4-BE49-F238E27FC236}">
                <a16:creationId xmlns:a16="http://schemas.microsoft.com/office/drawing/2014/main" id="{6F111AC0-790D-4499-98CC-2290B47B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89" y="888012"/>
            <a:ext cx="135141" cy="558584"/>
          </a:xfrm>
          <a:custGeom xmlns:a="http://schemas.openxmlformats.org/drawingml/2006/main">
            <a:pathLst>
              <a:path w="135141" h="558584">
                <a:moveTo>
                  <a:pt x="0" y="0"/>
                </a:moveTo>
                <a:lnTo>
                  <a:pt x="135141" y="0"/>
                </a:lnTo>
                <a:lnTo>
                  <a:pt x="135141" y="558584"/>
                </a:lnTo>
                <a:lnTo>
                  <a:pt x="0" y="558584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path-5">
            <a:extLst xmlns:a="http://schemas.openxmlformats.org/drawingml/2006/main">
              <a:ext uri="{FF2B5EF4-FFF2-40B4-BE49-F238E27FC236}">
                <a16:creationId xmlns:a16="http://schemas.microsoft.com/office/drawing/2014/main" id="{FCB96D7F-1835-4914-8CE8-B9D680ED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30" y="842965"/>
            <a:ext cx="45047" cy="603631"/>
          </a:xfrm>
          <a:custGeom xmlns:a="http://schemas.openxmlformats.org/drawingml/2006/main">
            <a:pathLst>
              <a:path w="45047" h="603631">
                <a:moveTo>
                  <a:pt x="0" y="45047"/>
                </a:moveTo>
                <a:lnTo>
                  <a:pt x="45047" y="0"/>
                </a:lnTo>
                <a:lnTo>
                  <a:pt x="45047" y="558583"/>
                </a:lnTo>
                <a:lnTo>
                  <a:pt x="0" y="603631"/>
                </a:lnTo>
                <a:lnTo>
                  <a:pt x="0" y="45047"/>
                </a:lnTo>
              </a:path>
            </a:pathLst>
          </a:custGeom>
          <a:solidFill xmlns:a="http://schemas.openxmlformats.org/drawingml/2006/main">
            <a:srgbClr val="7389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6">
            <a:extLst xmlns:a="http://schemas.openxmlformats.org/drawingml/2006/main">
              <a:ext uri="{FF2B5EF4-FFF2-40B4-BE49-F238E27FC236}">
                <a16:creationId xmlns:a16="http://schemas.microsoft.com/office/drawing/2014/main" id="{5E14804E-DCAF-4408-A500-6A4CF6F8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89" y="842965"/>
            <a:ext cx="180188" cy="45047"/>
          </a:xfrm>
          <a:custGeom xmlns:a="http://schemas.openxmlformats.org/drawingml/2006/main">
            <a:pathLst>
              <a:path w="180188" h="45047">
                <a:moveTo>
                  <a:pt x="0" y="45047"/>
                </a:moveTo>
                <a:lnTo>
                  <a:pt x="45047" y="0"/>
                </a:lnTo>
                <a:lnTo>
                  <a:pt x="180188" y="0"/>
                </a:lnTo>
                <a:lnTo>
                  <a:pt x="135141" y="45047"/>
                </a:lnTo>
                <a:lnTo>
                  <a:pt x="0" y="45047"/>
                </a:lnTo>
              </a:path>
            </a:pathLst>
          </a:custGeom>
          <a:solidFill xmlns:a="http://schemas.openxmlformats.org/drawingml/2006/main">
            <a:srgbClr val="A5B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path-7">
            <a:extLst xmlns:a="http://schemas.openxmlformats.org/drawingml/2006/main">
              <a:ext uri="{FF2B5EF4-FFF2-40B4-BE49-F238E27FC236}">
                <a16:creationId xmlns:a16="http://schemas.microsoft.com/office/drawing/2014/main" id="{B3DF82D8-27E7-4386-ABDF-09C59C81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89" y="842965"/>
            <a:ext cx="180188" cy="603631"/>
          </a:xfrm>
          <a:custGeom xmlns:a="http://schemas.openxmlformats.org/drawingml/2006/main">
            <a:pathLst>
              <a:path w="180188" h="603631">
                <a:moveTo>
                  <a:pt x="0" y="45047"/>
                </a:moveTo>
                <a:lnTo>
                  <a:pt x="45047" y="0"/>
                </a:lnTo>
                <a:lnTo>
                  <a:pt x="180188" y="0"/>
                </a:lnTo>
                <a:lnTo>
                  <a:pt x="180188" y="558583"/>
                </a:lnTo>
                <a:lnTo>
                  <a:pt x="135141" y="603631"/>
                </a:lnTo>
                <a:lnTo>
                  <a:pt x="0" y="603631"/>
                </a:lnTo>
                <a:lnTo>
                  <a:pt x="0" y="45047"/>
                </a:lnTo>
                <a:lnTo>
                  <a:pt x="135141" y="45047"/>
                </a:lnTo>
                <a:lnTo>
                  <a:pt x="180188" y="0"/>
                </a:lnTo>
                <a:moveTo>
                  <a:pt x="135141" y="45047"/>
                </a:moveTo>
                <a:lnTo>
                  <a:pt x="135141" y="603631"/>
                </a:lnTo>
              </a:path>
            </a:pathLst>
          </a:custGeom>
          <a:noFill xmlns:a="http://schemas.openxmlformats.org/drawingml/2006/main"/>
          <a:ln xmlns:a="http://schemas.openxmlformats.org/drawingml/2006/main" w="9009">
            <a:solidFill>
              <a:srgbClr val="2F528F"/>
            </a:solidFill>
            <a:prstDash val="solid"/>
          </a:ln>
        </p:spPr>
      </p:sp>
      <p:sp>
        <p:nvSpPr>
          <p:cNvPr id="6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D9814504-061C-4915-A2B8-A36DC46A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41" y="641131"/>
            <a:ext cx="783700" cy="162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latent</a:t>
            </a:r>
          </a:p>
        </p:txBody>
      </p:sp>
      <p:sp>
        <p:nvSpPr>
          <p:cNvPr id="7" name="pdf-path-9">
            <a:extLst xmlns:a="http://schemas.openxmlformats.org/drawingml/2006/main">
              <a:ext uri="{FF2B5EF4-FFF2-40B4-BE49-F238E27FC236}">
                <a16:creationId xmlns:a16="http://schemas.microsoft.com/office/drawing/2014/main" id="{CA7B9063-2C76-45BD-B77B-ACA3816F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829" y="1712373"/>
            <a:ext cx="991035" cy="297310"/>
          </a:xfrm>
          <a:custGeom xmlns:a="http://schemas.openxmlformats.org/drawingml/2006/main">
            <a:pathLst>
              <a:path w="991035" h="297310">
                <a:moveTo>
                  <a:pt x="0" y="32032"/>
                </a:moveTo>
                <a:cubicBezTo>
                  <a:pt x="0" y="14341"/>
                  <a:pt x="14341" y="0"/>
                  <a:pt x="32032" y="0"/>
                </a:cubicBezTo>
                <a:lnTo>
                  <a:pt x="959003" y="0"/>
                </a:lnTo>
                <a:cubicBezTo>
                  <a:pt x="976694" y="0"/>
                  <a:pt x="991035" y="14341"/>
                  <a:pt x="991035" y="32032"/>
                </a:cubicBezTo>
                <a:lnTo>
                  <a:pt x="991035" y="265279"/>
                </a:lnTo>
                <a:cubicBezTo>
                  <a:pt x="991035" y="282969"/>
                  <a:pt x="976694" y="297310"/>
                  <a:pt x="959003" y="297310"/>
                </a:cubicBezTo>
                <a:lnTo>
                  <a:pt x="32032" y="297310"/>
                </a:lnTo>
                <a:cubicBezTo>
                  <a:pt x="14341" y="297310"/>
                  <a:pt x="0" y="282969"/>
                  <a:pt x="0" y="265279"/>
                </a:cubicBezTo>
                <a:lnTo>
                  <a:pt x="0" y="320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10">
            <a:extLst xmlns:a="http://schemas.openxmlformats.org/drawingml/2006/main">
              <a:ext uri="{FF2B5EF4-FFF2-40B4-BE49-F238E27FC236}">
                <a16:creationId xmlns:a16="http://schemas.microsoft.com/office/drawing/2014/main" id="{7534E70F-54D2-4361-81D5-369E74F6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829" y="1712373"/>
            <a:ext cx="991035" cy="297310"/>
          </a:xfrm>
          <a:custGeom xmlns:a="http://schemas.openxmlformats.org/drawingml/2006/main">
            <a:pathLst>
              <a:path w="991035" h="297310">
                <a:moveTo>
                  <a:pt x="0" y="32032"/>
                </a:moveTo>
                <a:cubicBezTo>
                  <a:pt x="0" y="14341"/>
                  <a:pt x="14341" y="0"/>
                  <a:pt x="32032" y="0"/>
                </a:cubicBezTo>
                <a:lnTo>
                  <a:pt x="959004" y="0"/>
                </a:lnTo>
                <a:cubicBezTo>
                  <a:pt x="976694" y="0"/>
                  <a:pt x="991035" y="14341"/>
                  <a:pt x="991035" y="32032"/>
                </a:cubicBezTo>
                <a:lnTo>
                  <a:pt x="991035" y="265279"/>
                </a:lnTo>
                <a:cubicBezTo>
                  <a:pt x="991035" y="282969"/>
                  <a:pt x="976694" y="297310"/>
                  <a:pt x="959004" y="297310"/>
                </a:cubicBezTo>
                <a:lnTo>
                  <a:pt x="32032" y="297310"/>
                </a:lnTo>
                <a:cubicBezTo>
                  <a:pt x="14341" y="297310"/>
                  <a:pt x="0" y="282969"/>
                  <a:pt x="0" y="265279"/>
                </a:cubicBezTo>
                <a:lnTo>
                  <a:pt x="0" y="32032"/>
                </a:lnTo>
              </a:path>
            </a:pathLst>
          </a:custGeom>
          <a:noFill xmlns:a="http://schemas.openxmlformats.org/drawingml/2006/main"/>
          <a:ln xmlns:a="http://schemas.openxmlformats.org/drawingml/2006/main" w="36038">
            <a:solidFill>
              <a:srgbClr val="595959"/>
            </a:solidFill>
            <a:prstDash val="solid"/>
          </a:ln>
        </p:spPr>
      </p:sp>
      <p:sp>
        <p:nvSpPr>
          <p:cNvPr id="9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0E128302-DA6C-4287-8ACA-176F5B83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116" y="1775218"/>
            <a:ext cx="711672" cy="144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10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0DE1A8DC-3B36-4F5A-84BF-3A8C0291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28" y="181651"/>
            <a:ext cx="360730" cy="162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Prior</a:t>
            </a:r>
          </a:p>
        </p:txBody>
      </p:sp>
      <p:sp>
        <p:nvSpPr>
          <p:cNvPr id="11" name="pdf-path-13">
            <a:extLst xmlns:a="http://schemas.openxmlformats.org/drawingml/2006/main">
              <a:ext uri="{FF2B5EF4-FFF2-40B4-BE49-F238E27FC236}">
                <a16:creationId xmlns:a16="http://schemas.microsoft.com/office/drawing/2014/main" id="{9B8B442B-70ED-4B55-A91F-A9668737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59" y="559168"/>
            <a:ext cx="36038" cy="297154"/>
          </a:xfrm>
          <a:custGeom xmlns:a="http://schemas.openxmlformats.org/drawingml/2006/main">
            <a:pathLst>
              <a:path w="36038" h="297154">
                <a:moveTo>
                  <a:pt x="36038" y="0"/>
                </a:moveTo>
                <a:lnTo>
                  <a:pt x="36038" y="252107"/>
                </a:lnTo>
                <a:lnTo>
                  <a:pt x="18019" y="252107"/>
                </a:lnTo>
                <a:lnTo>
                  <a:pt x="18019" y="0"/>
                </a:lnTo>
                <a:lnTo>
                  <a:pt x="36038" y="0"/>
                </a:lnTo>
                <a:moveTo>
                  <a:pt x="54056" y="243098"/>
                </a:moveTo>
                <a:lnTo>
                  <a:pt x="27028" y="297154"/>
                </a:lnTo>
                <a:lnTo>
                  <a:pt x="0" y="243098"/>
                </a:lnTo>
                <a:lnTo>
                  <a:pt x="54056" y="2430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14">
            <a:extLst xmlns:a="http://schemas.openxmlformats.org/drawingml/2006/main">
              <a:ext uri="{FF2B5EF4-FFF2-40B4-BE49-F238E27FC236}">
                <a16:creationId xmlns:a16="http://schemas.microsoft.com/office/drawing/2014/main" id="{8EA24751-9305-4954-B793-EFFDACB3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49" y="856479"/>
            <a:ext cx="1900986" cy="522546"/>
          </a:xfrm>
          <a:custGeom xmlns:a="http://schemas.openxmlformats.org/drawingml/2006/main">
            <a:pathLst>
              <a:path w="1900986" h="522546">
                <a:moveTo>
                  <a:pt x="0" y="56300"/>
                </a:moveTo>
                <a:cubicBezTo>
                  <a:pt x="0" y="25207"/>
                  <a:pt x="25206" y="0"/>
                  <a:pt x="56300" y="0"/>
                </a:cubicBezTo>
                <a:lnTo>
                  <a:pt x="1844686" y="0"/>
                </a:lnTo>
                <a:cubicBezTo>
                  <a:pt x="1875779" y="0"/>
                  <a:pt x="1900986" y="25207"/>
                  <a:pt x="1900986" y="56300"/>
                </a:cubicBezTo>
                <a:lnTo>
                  <a:pt x="1900986" y="466246"/>
                </a:lnTo>
                <a:cubicBezTo>
                  <a:pt x="1900986" y="497340"/>
                  <a:pt x="1875779" y="522546"/>
                  <a:pt x="1844686" y="522546"/>
                </a:cubicBezTo>
                <a:lnTo>
                  <a:pt x="56300" y="522546"/>
                </a:lnTo>
                <a:cubicBezTo>
                  <a:pt x="25206" y="522546"/>
                  <a:pt x="0" y="497340"/>
                  <a:pt x="0" y="466246"/>
                </a:cubicBezTo>
                <a:lnTo>
                  <a:pt x="0" y="5630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5">
            <a:extLst xmlns:a="http://schemas.openxmlformats.org/drawingml/2006/main">
              <a:ext uri="{FF2B5EF4-FFF2-40B4-BE49-F238E27FC236}">
                <a16:creationId xmlns:a16="http://schemas.microsoft.com/office/drawing/2014/main" id="{0E2248F6-A7FB-4C8F-BC22-C6250B4D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49" y="856479"/>
            <a:ext cx="1900986" cy="522546"/>
          </a:xfrm>
          <a:custGeom xmlns:a="http://schemas.openxmlformats.org/drawingml/2006/main">
            <a:pathLst>
              <a:path w="1900986" h="522546">
                <a:moveTo>
                  <a:pt x="0" y="56300"/>
                </a:moveTo>
                <a:cubicBezTo>
                  <a:pt x="0" y="25206"/>
                  <a:pt x="25206" y="0"/>
                  <a:pt x="56300" y="0"/>
                </a:cubicBezTo>
                <a:lnTo>
                  <a:pt x="1844686" y="0"/>
                </a:lnTo>
                <a:cubicBezTo>
                  <a:pt x="1875779" y="0"/>
                  <a:pt x="1900986" y="25206"/>
                  <a:pt x="1900986" y="56300"/>
                </a:cubicBezTo>
                <a:lnTo>
                  <a:pt x="1900986" y="466246"/>
                </a:lnTo>
                <a:cubicBezTo>
                  <a:pt x="1900986" y="497340"/>
                  <a:pt x="1875779" y="522546"/>
                  <a:pt x="1844686" y="522546"/>
                </a:cubicBezTo>
                <a:lnTo>
                  <a:pt x="56300" y="522546"/>
                </a:lnTo>
                <a:cubicBezTo>
                  <a:pt x="25206" y="522546"/>
                  <a:pt x="0" y="497340"/>
                  <a:pt x="0" y="466246"/>
                </a:cubicBezTo>
                <a:lnTo>
                  <a:pt x="0" y="56300"/>
                </a:lnTo>
              </a:path>
            </a:pathLst>
          </a:custGeom>
          <a:noFill xmlns:a="http://schemas.openxmlformats.org/drawingml/2006/main"/>
          <a:ln xmlns:a="http://schemas.openxmlformats.org/drawingml/2006/main" w="36038">
            <a:solidFill>
              <a:srgbClr val="D9D9D9"/>
            </a:solidFill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B5A0F-0360-4D50-B9C1-3873699158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c5102daab4503"/>
          <a:srcRect xmlns:a="http://schemas.openxmlformats.org/drawingml/2006/main" l="0" t="746" r="0" b="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24469" y="982611"/>
            <a:ext cx="297311" cy="288301"/>
          </a:xfrm>
          <a:prstGeom xmlns:a="http://schemas.openxmlformats.org/drawingml/2006/main" prst="rect">
            <a:avLst/>
          </a:prstGeom>
        </p:spPr>
      </p:pic>
      <p:sp>
        <p:nvSpPr>
          <p:cNvPr id="15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14D5F537-C80E-43B7-A923-43F86EC3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469" y="982611"/>
            <a:ext cx="297311" cy="288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86C2749C-BF25-4BCA-A6A8-4E04058C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667" y="1037545"/>
            <a:ext cx="432457" cy="162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MDP </a:t>
            </a:r>
          </a:p>
        </p:txBody>
      </p:sp>
      <p:sp>
        <p:nvSpPr>
          <p:cNvPr id="17" name="pdf-path-18">
            <a:extLst xmlns:a="http://schemas.openxmlformats.org/drawingml/2006/main">
              <a:ext uri="{FF2B5EF4-FFF2-40B4-BE49-F238E27FC236}">
                <a16:creationId xmlns:a16="http://schemas.microsoft.com/office/drawing/2014/main" id="{33C16460-7A26-47EB-B956-461A07B9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43" y="928554"/>
            <a:ext cx="693725" cy="396414"/>
          </a:xfrm>
          <a:custGeom xmlns:a="http://schemas.openxmlformats.org/drawingml/2006/main">
            <a:pathLst>
              <a:path w="693725" h="396414">
                <a:moveTo>
                  <a:pt x="0" y="42710"/>
                </a:moveTo>
                <a:cubicBezTo>
                  <a:pt x="0" y="19122"/>
                  <a:pt x="19122" y="0"/>
                  <a:pt x="42710" y="0"/>
                </a:cubicBezTo>
                <a:lnTo>
                  <a:pt x="651015" y="0"/>
                </a:lnTo>
                <a:cubicBezTo>
                  <a:pt x="674603" y="0"/>
                  <a:pt x="693725" y="19122"/>
                  <a:pt x="693725" y="42710"/>
                </a:cubicBezTo>
                <a:lnTo>
                  <a:pt x="693725" y="353704"/>
                </a:lnTo>
                <a:cubicBezTo>
                  <a:pt x="693725" y="377292"/>
                  <a:pt x="674603" y="396414"/>
                  <a:pt x="651015" y="396414"/>
                </a:cubicBezTo>
                <a:lnTo>
                  <a:pt x="42710" y="396414"/>
                </a:lnTo>
                <a:cubicBezTo>
                  <a:pt x="19122" y="396414"/>
                  <a:pt x="0" y="377292"/>
                  <a:pt x="0" y="353704"/>
                </a:cubicBezTo>
                <a:lnTo>
                  <a:pt x="0" y="4271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19">
            <a:extLst xmlns:a="http://schemas.openxmlformats.org/drawingml/2006/main">
              <a:ext uri="{FF2B5EF4-FFF2-40B4-BE49-F238E27FC236}">
                <a16:creationId xmlns:a16="http://schemas.microsoft.com/office/drawing/2014/main" id="{32912F84-426E-445A-9255-6885CDD5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43" y="928554"/>
            <a:ext cx="693725" cy="396414"/>
          </a:xfrm>
          <a:custGeom xmlns:a="http://schemas.openxmlformats.org/drawingml/2006/main">
            <a:pathLst>
              <a:path w="693725" h="396414">
                <a:moveTo>
                  <a:pt x="0" y="42710"/>
                </a:moveTo>
                <a:cubicBezTo>
                  <a:pt x="0" y="19122"/>
                  <a:pt x="19122" y="0"/>
                  <a:pt x="42710" y="0"/>
                </a:cubicBezTo>
                <a:lnTo>
                  <a:pt x="651015" y="0"/>
                </a:lnTo>
                <a:cubicBezTo>
                  <a:pt x="674603" y="0"/>
                  <a:pt x="693725" y="19122"/>
                  <a:pt x="693725" y="42710"/>
                </a:cubicBezTo>
                <a:lnTo>
                  <a:pt x="693725" y="353704"/>
                </a:lnTo>
                <a:cubicBezTo>
                  <a:pt x="693725" y="377292"/>
                  <a:pt x="674603" y="396414"/>
                  <a:pt x="651015" y="396414"/>
                </a:cubicBezTo>
                <a:lnTo>
                  <a:pt x="42710" y="396414"/>
                </a:lnTo>
                <a:cubicBezTo>
                  <a:pt x="19122" y="396414"/>
                  <a:pt x="0" y="377292"/>
                  <a:pt x="0" y="353704"/>
                </a:cubicBezTo>
                <a:lnTo>
                  <a:pt x="0" y="42710"/>
                </a:lnTo>
              </a:path>
            </a:pathLst>
          </a:custGeom>
          <a:noFill xmlns:a="http://schemas.openxmlformats.org/drawingml/2006/main"/>
          <a:ln xmlns:a="http://schemas.openxmlformats.org/drawingml/2006/main" w="36038">
            <a:solidFill>
              <a:srgbClr val="595959"/>
            </a:solidFill>
            <a:prstDash val="solid"/>
          </a:ln>
        </p:spPr>
      </p:sp>
      <p:sp>
        <p:nvSpPr>
          <p:cNvPr id="19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69B59166-3AF6-4492-8428-935B111C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30" y="955362"/>
            <a:ext cx="308987" cy="144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</a:t>
            </a:r>
          </a:p>
        </p:txBody>
      </p:sp>
      <p:sp>
        <p:nvSpPr>
          <p:cNvPr id="20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C220ECCA-E084-40AB-ADF0-00D96625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783" y="1126540"/>
            <a:ext cx="364268" cy="144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3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21" name="pdf-path-22">
            <a:extLst xmlns:a="http://schemas.openxmlformats.org/drawingml/2006/main">
              <a:ext uri="{FF2B5EF4-FFF2-40B4-BE49-F238E27FC236}">
                <a16:creationId xmlns:a16="http://schemas.microsoft.com/office/drawing/2014/main" id="{7BF14CAD-BBE6-4F6E-82A4-57DABBA5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73" y="1135771"/>
            <a:ext cx="332448" cy="36038"/>
          </a:xfrm>
          <a:custGeom xmlns:a="http://schemas.openxmlformats.org/drawingml/2006/main">
            <a:pathLst>
              <a:path w="332448" h="36038">
                <a:moveTo>
                  <a:pt x="0" y="0"/>
                </a:moveTo>
                <a:lnTo>
                  <a:pt x="287401" y="1"/>
                </a:lnTo>
                <a:lnTo>
                  <a:pt x="287401" y="18019"/>
                </a:lnTo>
                <a:lnTo>
                  <a:pt x="0" y="18019"/>
                </a:lnTo>
                <a:lnTo>
                  <a:pt x="0" y="0"/>
                </a:lnTo>
                <a:moveTo>
                  <a:pt x="278392" y="-18018"/>
                </a:moveTo>
                <a:lnTo>
                  <a:pt x="332448" y="9010"/>
                </a:lnTo>
                <a:lnTo>
                  <a:pt x="278392" y="36038"/>
                </a:lnTo>
                <a:lnTo>
                  <a:pt x="278392" y="-1801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04CA8DB4-73D4-49B9-B0CA-587C799B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599" y="970963"/>
            <a:ext cx="196261" cy="252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9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3" name="pdf-path-24">
            <a:extLst xmlns:a="http://schemas.openxmlformats.org/drawingml/2006/main">
              <a:ext uri="{FF2B5EF4-FFF2-40B4-BE49-F238E27FC236}">
                <a16:creationId xmlns:a16="http://schemas.microsoft.com/office/drawing/2014/main" id="{96E6153F-572A-4126-BB58-95FB2C50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89" y="383485"/>
            <a:ext cx="189198" cy="198207"/>
          </a:xfrm>
          <a:custGeom xmlns:a="http://schemas.openxmlformats.org/drawingml/2006/main">
            <a:pathLst>
              <a:path w="189198" h="198207">
                <a:moveTo>
                  <a:pt x="0" y="99103"/>
                </a:moveTo>
                <a:cubicBezTo>
                  <a:pt x="0" y="44370"/>
                  <a:pt x="42353" y="0"/>
                  <a:pt x="94599" y="0"/>
                </a:cubicBezTo>
                <a:cubicBezTo>
                  <a:pt x="146844" y="0"/>
                  <a:pt x="189198" y="44370"/>
                  <a:pt x="189198" y="99103"/>
                </a:cubicBezTo>
                <a:cubicBezTo>
                  <a:pt x="189198" y="153837"/>
                  <a:pt x="146844" y="198207"/>
                  <a:pt x="94599" y="198207"/>
                </a:cubicBezTo>
                <a:cubicBezTo>
                  <a:pt x="42353" y="198207"/>
                  <a:pt x="0" y="153837"/>
                  <a:pt x="0" y="99103"/>
                </a:cubicBezTo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path-25">
            <a:extLst xmlns:a="http://schemas.openxmlformats.org/drawingml/2006/main">
              <a:ext uri="{FF2B5EF4-FFF2-40B4-BE49-F238E27FC236}">
                <a16:creationId xmlns:a16="http://schemas.microsoft.com/office/drawing/2014/main" id="{66116A2C-DB1F-4CC6-829C-4C7F4A99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89" y="383485"/>
            <a:ext cx="189198" cy="198207"/>
          </a:xfrm>
          <a:custGeom xmlns:a="http://schemas.openxmlformats.org/drawingml/2006/main">
            <a:pathLst>
              <a:path w="189198" h="198207">
                <a:moveTo>
                  <a:pt x="0" y="99104"/>
                </a:moveTo>
                <a:cubicBezTo>
                  <a:pt x="0" y="44370"/>
                  <a:pt x="42353" y="0"/>
                  <a:pt x="94599" y="0"/>
                </a:cubicBezTo>
                <a:cubicBezTo>
                  <a:pt x="146844" y="0"/>
                  <a:pt x="189198" y="44370"/>
                  <a:pt x="189198" y="99104"/>
                </a:cubicBezTo>
                <a:cubicBezTo>
                  <a:pt x="189198" y="153837"/>
                  <a:pt x="146844" y="198207"/>
                  <a:pt x="94599" y="198207"/>
                </a:cubicBezTo>
                <a:cubicBezTo>
                  <a:pt x="42353" y="198207"/>
                  <a:pt x="0" y="153837"/>
                  <a:pt x="0" y="99104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09">
            <a:solidFill>
              <a:srgbClr val="548235"/>
            </a:solidFill>
            <a:prstDash val="solid"/>
          </a:ln>
        </p:spPr>
      </p:sp>
      <p:sp>
        <p:nvSpPr>
          <p:cNvPr id="25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E54C362A-1497-4E48-91AB-E544916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11" y="451933"/>
            <a:ext cx="743141" cy="162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26" name="pdf-path-27">
            <a:extLst xmlns:a="http://schemas.openxmlformats.org/drawingml/2006/main">
              <a:ext uri="{FF2B5EF4-FFF2-40B4-BE49-F238E27FC236}">
                <a16:creationId xmlns:a16="http://schemas.microsoft.com/office/drawing/2014/main" id="{D1385D14-BED9-455A-BCAF-5593D903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373" y="1135771"/>
            <a:ext cx="332448" cy="36038"/>
          </a:xfrm>
          <a:custGeom xmlns:a="http://schemas.openxmlformats.org/drawingml/2006/main">
            <a:pathLst>
              <a:path w="332448" h="36038">
                <a:moveTo>
                  <a:pt x="0" y="0"/>
                </a:moveTo>
                <a:lnTo>
                  <a:pt x="287401" y="1"/>
                </a:lnTo>
                <a:lnTo>
                  <a:pt x="287401" y="18019"/>
                </a:lnTo>
                <a:lnTo>
                  <a:pt x="0" y="18019"/>
                </a:lnTo>
                <a:lnTo>
                  <a:pt x="0" y="0"/>
                </a:lnTo>
                <a:moveTo>
                  <a:pt x="278391" y="-18018"/>
                </a:moveTo>
                <a:lnTo>
                  <a:pt x="332448" y="9010"/>
                </a:lnTo>
                <a:lnTo>
                  <a:pt x="278391" y="36038"/>
                </a:lnTo>
                <a:lnTo>
                  <a:pt x="278391" y="-1801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28">
            <a:extLst xmlns:a="http://schemas.openxmlformats.org/drawingml/2006/main">
              <a:ext uri="{FF2B5EF4-FFF2-40B4-BE49-F238E27FC236}">
                <a16:creationId xmlns:a16="http://schemas.microsoft.com/office/drawing/2014/main" id="{7BEBDEDF-F75E-4C79-870F-6E22D372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1349744"/>
            <a:ext cx="141898" cy="141898"/>
          </a:xfrm>
          <a:custGeom xmlns:a="http://schemas.openxmlformats.org/drawingml/2006/main">
            <a:pathLst>
              <a:path w="141898" h="141898">
                <a:moveTo>
                  <a:pt x="0" y="0"/>
                </a:moveTo>
                <a:lnTo>
                  <a:pt x="141898" y="0"/>
                </a:lnTo>
                <a:lnTo>
                  <a:pt x="141898" y="141898"/>
                </a:lnTo>
                <a:lnTo>
                  <a:pt x="0" y="141898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path-29">
            <a:extLst xmlns:a="http://schemas.openxmlformats.org/drawingml/2006/main">
              <a:ext uri="{FF2B5EF4-FFF2-40B4-BE49-F238E27FC236}">
                <a16:creationId xmlns:a16="http://schemas.microsoft.com/office/drawing/2014/main" id="{48410C2F-505E-4EA6-AA27-5B77D28C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124" y="1302445"/>
            <a:ext cx="47299" cy="189198"/>
          </a:xfrm>
          <a:custGeom xmlns:a="http://schemas.openxmlformats.org/drawingml/2006/main">
            <a:pathLst>
              <a:path w="47299" h="189198">
                <a:moveTo>
                  <a:pt x="0" y="47299"/>
                </a:moveTo>
                <a:lnTo>
                  <a:pt x="47299" y="0"/>
                </a:lnTo>
                <a:lnTo>
                  <a:pt x="47299" y="141898"/>
                </a:lnTo>
                <a:lnTo>
                  <a:pt x="0" y="189198"/>
                </a:lnTo>
                <a:lnTo>
                  <a:pt x="0" y="47299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30">
            <a:extLst xmlns:a="http://schemas.openxmlformats.org/drawingml/2006/main">
              <a:ext uri="{FF2B5EF4-FFF2-40B4-BE49-F238E27FC236}">
                <a16:creationId xmlns:a16="http://schemas.microsoft.com/office/drawing/2014/main" id="{C5B88B3E-A38F-41EB-93BA-DA963185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1302445"/>
            <a:ext cx="189198" cy="47299"/>
          </a:xfrm>
          <a:custGeom xmlns:a="http://schemas.openxmlformats.org/drawingml/2006/main">
            <a:pathLst>
              <a:path w="189198" h="47299">
                <a:moveTo>
                  <a:pt x="0" y="47299"/>
                </a:moveTo>
                <a:lnTo>
                  <a:pt x="47299" y="0"/>
                </a:lnTo>
                <a:lnTo>
                  <a:pt x="189198" y="0"/>
                </a:lnTo>
                <a:lnTo>
                  <a:pt x="141898" y="47299"/>
                </a:lnTo>
                <a:lnTo>
                  <a:pt x="0" y="47299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31">
            <a:extLst xmlns:a="http://schemas.openxmlformats.org/drawingml/2006/main">
              <a:ext uri="{FF2B5EF4-FFF2-40B4-BE49-F238E27FC236}">
                <a16:creationId xmlns:a16="http://schemas.microsoft.com/office/drawing/2014/main" id="{1A8DB239-B484-4D98-BA9C-3F7245D3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1302445"/>
            <a:ext cx="189198" cy="189198"/>
          </a:xfrm>
          <a:custGeom xmlns:a="http://schemas.openxmlformats.org/drawingml/2006/main">
            <a:pathLst>
              <a:path w="189198" h="189198">
                <a:moveTo>
                  <a:pt x="0" y="47299"/>
                </a:moveTo>
                <a:lnTo>
                  <a:pt x="47299" y="0"/>
                </a:lnTo>
                <a:lnTo>
                  <a:pt x="189198" y="0"/>
                </a:lnTo>
                <a:lnTo>
                  <a:pt x="189198" y="141898"/>
                </a:lnTo>
                <a:lnTo>
                  <a:pt x="141898" y="189198"/>
                </a:lnTo>
                <a:lnTo>
                  <a:pt x="0" y="189198"/>
                </a:lnTo>
                <a:lnTo>
                  <a:pt x="0" y="47299"/>
                </a:lnTo>
                <a:lnTo>
                  <a:pt x="141898" y="47299"/>
                </a:lnTo>
                <a:lnTo>
                  <a:pt x="189198" y="0"/>
                </a:lnTo>
                <a:moveTo>
                  <a:pt x="141898" y="47299"/>
                </a:moveTo>
                <a:lnTo>
                  <a:pt x="141898" y="189198"/>
                </a:lnTo>
              </a:path>
            </a:pathLst>
          </a:custGeom>
          <a:noFill xmlns:a="http://schemas.openxmlformats.org/drawingml/2006/main"/>
          <a:ln xmlns:a="http://schemas.openxmlformats.org/drawingml/2006/main" w="9009">
            <a:solidFill>
              <a:srgbClr val="548235"/>
            </a:solidFill>
            <a:prstDash val="solid"/>
          </a:ln>
        </p:spPr>
      </p:sp>
      <p:sp>
        <p:nvSpPr>
          <p:cNvPr id="31" name="pdf-path-32">
            <a:extLst xmlns:a="http://schemas.openxmlformats.org/drawingml/2006/main">
              <a:ext uri="{FF2B5EF4-FFF2-40B4-BE49-F238E27FC236}">
                <a16:creationId xmlns:a16="http://schemas.microsoft.com/office/drawing/2014/main" id="{8DB63BAA-A9FF-4B5C-A064-9B489BB3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1205593"/>
            <a:ext cx="141898" cy="150908"/>
          </a:xfrm>
          <a:custGeom xmlns:a="http://schemas.openxmlformats.org/drawingml/2006/main">
            <a:pathLst>
              <a:path w="141898" h="150908">
                <a:moveTo>
                  <a:pt x="0" y="0"/>
                </a:moveTo>
                <a:lnTo>
                  <a:pt x="141898" y="0"/>
                </a:lnTo>
                <a:lnTo>
                  <a:pt x="141898" y="150908"/>
                </a:lnTo>
                <a:lnTo>
                  <a:pt x="0" y="150908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33">
            <a:extLst xmlns:a="http://schemas.openxmlformats.org/drawingml/2006/main">
              <a:ext uri="{FF2B5EF4-FFF2-40B4-BE49-F238E27FC236}">
                <a16:creationId xmlns:a16="http://schemas.microsoft.com/office/drawing/2014/main" id="{D3A71C2A-E627-4C22-8594-E6F1E434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124" y="1158294"/>
            <a:ext cx="47299" cy="198207"/>
          </a:xfrm>
          <a:custGeom xmlns:a="http://schemas.openxmlformats.org/drawingml/2006/main">
            <a:pathLst>
              <a:path w="47299" h="198207">
                <a:moveTo>
                  <a:pt x="0" y="47299"/>
                </a:moveTo>
                <a:lnTo>
                  <a:pt x="47299" y="0"/>
                </a:lnTo>
                <a:lnTo>
                  <a:pt x="47299" y="150908"/>
                </a:lnTo>
                <a:lnTo>
                  <a:pt x="0" y="198207"/>
                </a:lnTo>
                <a:lnTo>
                  <a:pt x="0" y="47299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path-34">
            <a:extLst xmlns:a="http://schemas.openxmlformats.org/drawingml/2006/main">
              <a:ext uri="{FF2B5EF4-FFF2-40B4-BE49-F238E27FC236}">
                <a16:creationId xmlns:a16="http://schemas.microsoft.com/office/drawing/2014/main" id="{AC78FDA1-332B-47C4-B92A-32B407AA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1158294"/>
            <a:ext cx="189198" cy="47299"/>
          </a:xfrm>
          <a:custGeom xmlns:a="http://schemas.openxmlformats.org/drawingml/2006/main">
            <a:pathLst>
              <a:path w="189198" h="47299">
                <a:moveTo>
                  <a:pt x="0" y="47299"/>
                </a:moveTo>
                <a:lnTo>
                  <a:pt x="47299" y="0"/>
                </a:lnTo>
                <a:lnTo>
                  <a:pt x="189198" y="0"/>
                </a:lnTo>
                <a:lnTo>
                  <a:pt x="141898" y="47299"/>
                </a:lnTo>
                <a:lnTo>
                  <a:pt x="0" y="47299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35">
            <a:extLst xmlns:a="http://schemas.openxmlformats.org/drawingml/2006/main">
              <a:ext uri="{FF2B5EF4-FFF2-40B4-BE49-F238E27FC236}">
                <a16:creationId xmlns:a16="http://schemas.microsoft.com/office/drawing/2014/main" id="{B57BCCCB-6D23-4656-8D12-6DEEF488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1158294"/>
            <a:ext cx="189198" cy="198207"/>
          </a:xfrm>
          <a:custGeom xmlns:a="http://schemas.openxmlformats.org/drawingml/2006/main">
            <a:pathLst>
              <a:path w="189198" h="198207">
                <a:moveTo>
                  <a:pt x="0" y="47299"/>
                </a:moveTo>
                <a:lnTo>
                  <a:pt x="47299" y="0"/>
                </a:lnTo>
                <a:lnTo>
                  <a:pt x="189198" y="0"/>
                </a:lnTo>
                <a:lnTo>
                  <a:pt x="189198" y="150908"/>
                </a:lnTo>
                <a:lnTo>
                  <a:pt x="141898" y="198207"/>
                </a:lnTo>
                <a:lnTo>
                  <a:pt x="0" y="198207"/>
                </a:lnTo>
                <a:lnTo>
                  <a:pt x="0" y="47299"/>
                </a:lnTo>
                <a:lnTo>
                  <a:pt x="141898" y="47299"/>
                </a:lnTo>
                <a:lnTo>
                  <a:pt x="189198" y="0"/>
                </a:lnTo>
                <a:moveTo>
                  <a:pt x="141898" y="47299"/>
                </a:moveTo>
                <a:lnTo>
                  <a:pt x="141898" y="198207"/>
                </a:lnTo>
              </a:path>
            </a:pathLst>
          </a:custGeom>
          <a:noFill xmlns:a="http://schemas.openxmlformats.org/drawingml/2006/main"/>
          <a:ln xmlns:a="http://schemas.openxmlformats.org/drawingml/2006/main" w="9009">
            <a:solidFill>
              <a:srgbClr val="548235"/>
            </a:solidFill>
            <a:prstDash val="solid"/>
          </a:ln>
        </p:spPr>
      </p:sp>
      <p:sp>
        <p:nvSpPr>
          <p:cNvPr id="35" name="pdf-path-36">
            <a:extLst xmlns:a="http://schemas.openxmlformats.org/drawingml/2006/main">
              <a:ext uri="{FF2B5EF4-FFF2-40B4-BE49-F238E27FC236}">
                <a16:creationId xmlns:a16="http://schemas.microsoft.com/office/drawing/2014/main" id="{C8AB235F-9357-4B3E-80FF-65D1EA77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1070452"/>
            <a:ext cx="141898" cy="141898"/>
          </a:xfrm>
          <a:custGeom xmlns:a="http://schemas.openxmlformats.org/drawingml/2006/main">
            <a:pathLst>
              <a:path w="141898" h="141898">
                <a:moveTo>
                  <a:pt x="0" y="0"/>
                </a:moveTo>
                <a:lnTo>
                  <a:pt x="141898" y="0"/>
                </a:lnTo>
                <a:lnTo>
                  <a:pt x="141898" y="141898"/>
                </a:lnTo>
                <a:lnTo>
                  <a:pt x="0" y="141898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path-37">
            <a:extLst xmlns:a="http://schemas.openxmlformats.org/drawingml/2006/main">
              <a:ext uri="{FF2B5EF4-FFF2-40B4-BE49-F238E27FC236}">
                <a16:creationId xmlns:a16="http://schemas.microsoft.com/office/drawing/2014/main" id="{EC1A5036-7894-483B-ADBD-76F8AD6F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124" y="1023153"/>
            <a:ext cx="47299" cy="189198"/>
          </a:xfrm>
          <a:custGeom xmlns:a="http://schemas.openxmlformats.org/drawingml/2006/main">
            <a:pathLst>
              <a:path w="47299" h="189198">
                <a:moveTo>
                  <a:pt x="0" y="47299"/>
                </a:moveTo>
                <a:lnTo>
                  <a:pt x="47299" y="0"/>
                </a:lnTo>
                <a:lnTo>
                  <a:pt x="47299" y="141898"/>
                </a:lnTo>
                <a:lnTo>
                  <a:pt x="0" y="189198"/>
                </a:lnTo>
                <a:lnTo>
                  <a:pt x="0" y="47299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38">
            <a:extLst xmlns:a="http://schemas.openxmlformats.org/drawingml/2006/main">
              <a:ext uri="{FF2B5EF4-FFF2-40B4-BE49-F238E27FC236}">
                <a16:creationId xmlns:a16="http://schemas.microsoft.com/office/drawing/2014/main" id="{0A1E3EE3-FF7F-4128-BBF5-7C6526C1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1023153"/>
            <a:ext cx="189198" cy="47299"/>
          </a:xfrm>
          <a:custGeom xmlns:a="http://schemas.openxmlformats.org/drawingml/2006/main">
            <a:pathLst>
              <a:path w="189198" h="47299">
                <a:moveTo>
                  <a:pt x="0" y="47299"/>
                </a:moveTo>
                <a:lnTo>
                  <a:pt x="47299" y="0"/>
                </a:lnTo>
                <a:lnTo>
                  <a:pt x="189198" y="0"/>
                </a:lnTo>
                <a:lnTo>
                  <a:pt x="141898" y="47299"/>
                </a:lnTo>
                <a:lnTo>
                  <a:pt x="0" y="47299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39">
            <a:extLst xmlns:a="http://schemas.openxmlformats.org/drawingml/2006/main">
              <a:ext uri="{FF2B5EF4-FFF2-40B4-BE49-F238E27FC236}">
                <a16:creationId xmlns:a16="http://schemas.microsoft.com/office/drawing/2014/main" id="{739B2590-AD27-4ADB-95AD-35BCF054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1023153"/>
            <a:ext cx="189198" cy="189198"/>
          </a:xfrm>
          <a:custGeom xmlns:a="http://schemas.openxmlformats.org/drawingml/2006/main">
            <a:pathLst>
              <a:path w="189198" h="189198">
                <a:moveTo>
                  <a:pt x="0" y="47299"/>
                </a:moveTo>
                <a:lnTo>
                  <a:pt x="47299" y="0"/>
                </a:lnTo>
                <a:lnTo>
                  <a:pt x="189198" y="0"/>
                </a:lnTo>
                <a:lnTo>
                  <a:pt x="189198" y="141898"/>
                </a:lnTo>
                <a:lnTo>
                  <a:pt x="141898" y="189198"/>
                </a:lnTo>
                <a:lnTo>
                  <a:pt x="0" y="189198"/>
                </a:lnTo>
                <a:lnTo>
                  <a:pt x="0" y="47299"/>
                </a:lnTo>
                <a:lnTo>
                  <a:pt x="141898" y="47299"/>
                </a:lnTo>
                <a:lnTo>
                  <a:pt x="189198" y="0"/>
                </a:lnTo>
                <a:moveTo>
                  <a:pt x="141898" y="47299"/>
                </a:moveTo>
                <a:lnTo>
                  <a:pt x="141898" y="189198"/>
                </a:lnTo>
              </a:path>
            </a:pathLst>
          </a:custGeom>
          <a:noFill xmlns:a="http://schemas.openxmlformats.org/drawingml/2006/main"/>
          <a:ln xmlns:a="http://schemas.openxmlformats.org/drawingml/2006/main" w="9009">
            <a:solidFill>
              <a:srgbClr val="548235"/>
            </a:solidFill>
            <a:prstDash val="solid"/>
          </a:ln>
        </p:spPr>
      </p:sp>
      <p:sp>
        <p:nvSpPr>
          <p:cNvPr id="39" name="pdf-path-40">
            <a:extLst xmlns:a="http://schemas.openxmlformats.org/drawingml/2006/main">
              <a:ext uri="{FF2B5EF4-FFF2-40B4-BE49-F238E27FC236}">
                <a16:creationId xmlns:a16="http://schemas.microsoft.com/office/drawing/2014/main" id="{E9E39CEA-F096-4CD6-96A6-DC15EEF9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926302"/>
            <a:ext cx="141898" cy="141898"/>
          </a:xfrm>
          <a:custGeom xmlns:a="http://schemas.openxmlformats.org/drawingml/2006/main">
            <a:pathLst>
              <a:path w="141898" h="141898">
                <a:moveTo>
                  <a:pt x="0" y="0"/>
                </a:moveTo>
                <a:lnTo>
                  <a:pt x="141898" y="0"/>
                </a:lnTo>
                <a:lnTo>
                  <a:pt x="141898" y="141898"/>
                </a:lnTo>
                <a:lnTo>
                  <a:pt x="0" y="141898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41">
            <a:extLst xmlns:a="http://schemas.openxmlformats.org/drawingml/2006/main">
              <a:ext uri="{FF2B5EF4-FFF2-40B4-BE49-F238E27FC236}">
                <a16:creationId xmlns:a16="http://schemas.microsoft.com/office/drawing/2014/main" id="{59EC783B-A76B-46E9-809A-F8A53F9C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124" y="879002"/>
            <a:ext cx="47299" cy="189198"/>
          </a:xfrm>
          <a:custGeom xmlns:a="http://schemas.openxmlformats.org/drawingml/2006/main">
            <a:pathLst>
              <a:path w="47299" h="189198">
                <a:moveTo>
                  <a:pt x="0" y="47299"/>
                </a:moveTo>
                <a:lnTo>
                  <a:pt x="47299" y="0"/>
                </a:lnTo>
                <a:lnTo>
                  <a:pt x="47299" y="141898"/>
                </a:lnTo>
                <a:lnTo>
                  <a:pt x="0" y="189198"/>
                </a:lnTo>
                <a:lnTo>
                  <a:pt x="0" y="47299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42">
            <a:extLst xmlns:a="http://schemas.openxmlformats.org/drawingml/2006/main">
              <a:ext uri="{FF2B5EF4-FFF2-40B4-BE49-F238E27FC236}">
                <a16:creationId xmlns:a16="http://schemas.microsoft.com/office/drawing/2014/main" id="{14DB7B8B-E401-4A30-BAEF-E49C2421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879002"/>
            <a:ext cx="189198" cy="47299"/>
          </a:xfrm>
          <a:custGeom xmlns:a="http://schemas.openxmlformats.org/drawingml/2006/main">
            <a:pathLst>
              <a:path w="189198" h="47299">
                <a:moveTo>
                  <a:pt x="0" y="47299"/>
                </a:moveTo>
                <a:lnTo>
                  <a:pt x="47299" y="0"/>
                </a:lnTo>
                <a:lnTo>
                  <a:pt x="189198" y="0"/>
                </a:lnTo>
                <a:lnTo>
                  <a:pt x="141898" y="47299"/>
                </a:lnTo>
                <a:lnTo>
                  <a:pt x="0" y="47299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43">
            <a:extLst xmlns:a="http://schemas.openxmlformats.org/drawingml/2006/main">
              <a:ext uri="{FF2B5EF4-FFF2-40B4-BE49-F238E27FC236}">
                <a16:creationId xmlns:a16="http://schemas.microsoft.com/office/drawing/2014/main" id="{ACB4BE15-702B-4BB0-ABA3-4BB563EB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879002"/>
            <a:ext cx="189198" cy="189198"/>
          </a:xfrm>
          <a:custGeom xmlns:a="http://schemas.openxmlformats.org/drawingml/2006/main">
            <a:pathLst>
              <a:path w="189198" h="189198">
                <a:moveTo>
                  <a:pt x="0" y="47299"/>
                </a:moveTo>
                <a:lnTo>
                  <a:pt x="47299" y="0"/>
                </a:lnTo>
                <a:lnTo>
                  <a:pt x="189198" y="0"/>
                </a:lnTo>
                <a:lnTo>
                  <a:pt x="189198" y="141898"/>
                </a:lnTo>
                <a:lnTo>
                  <a:pt x="141898" y="189198"/>
                </a:lnTo>
                <a:lnTo>
                  <a:pt x="0" y="189198"/>
                </a:lnTo>
                <a:lnTo>
                  <a:pt x="0" y="47299"/>
                </a:lnTo>
                <a:lnTo>
                  <a:pt x="141898" y="47299"/>
                </a:lnTo>
                <a:lnTo>
                  <a:pt x="189198" y="0"/>
                </a:lnTo>
                <a:moveTo>
                  <a:pt x="141898" y="47299"/>
                </a:moveTo>
                <a:lnTo>
                  <a:pt x="141898" y="189198"/>
                </a:lnTo>
              </a:path>
            </a:pathLst>
          </a:custGeom>
          <a:noFill xmlns:a="http://schemas.openxmlformats.org/drawingml/2006/main"/>
          <a:ln xmlns:a="http://schemas.openxmlformats.org/drawingml/2006/main" w="9009">
            <a:solidFill>
              <a:srgbClr val="548235"/>
            </a:solidFill>
            <a:prstDash val="solid"/>
          </a:ln>
        </p:spPr>
      </p:sp>
      <p:sp>
        <p:nvSpPr>
          <p:cNvPr id="43" name="pdf-path-44">
            <a:extLst xmlns:a="http://schemas.openxmlformats.org/drawingml/2006/main">
              <a:ext uri="{FF2B5EF4-FFF2-40B4-BE49-F238E27FC236}">
                <a16:creationId xmlns:a16="http://schemas.microsoft.com/office/drawing/2014/main" id="{180C3F3A-9BAD-415A-B569-D8476E20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782151"/>
            <a:ext cx="141898" cy="141898"/>
          </a:xfrm>
          <a:custGeom xmlns:a="http://schemas.openxmlformats.org/drawingml/2006/main">
            <a:pathLst>
              <a:path w="141898" h="141898">
                <a:moveTo>
                  <a:pt x="0" y="0"/>
                </a:moveTo>
                <a:lnTo>
                  <a:pt x="141898" y="0"/>
                </a:lnTo>
                <a:lnTo>
                  <a:pt x="141898" y="141898"/>
                </a:lnTo>
                <a:lnTo>
                  <a:pt x="0" y="141898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45">
            <a:extLst xmlns:a="http://schemas.openxmlformats.org/drawingml/2006/main">
              <a:ext uri="{FF2B5EF4-FFF2-40B4-BE49-F238E27FC236}">
                <a16:creationId xmlns:a16="http://schemas.microsoft.com/office/drawing/2014/main" id="{7E6632B3-7233-4410-A598-A8D0DD0F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124" y="734852"/>
            <a:ext cx="47299" cy="189198"/>
          </a:xfrm>
          <a:custGeom xmlns:a="http://schemas.openxmlformats.org/drawingml/2006/main">
            <a:pathLst>
              <a:path w="47299" h="189198">
                <a:moveTo>
                  <a:pt x="0" y="47299"/>
                </a:moveTo>
                <a:lnTo>
                  <a:pt x="47299" y="0"/>
                </a:lnTo>
                <a:lnTo>
                  <a:pt x="47299" y="141898"/>
                </a:lnTo>
                <a:lnTo>
                  <a:pt x="0" y="189198"/>
                </a:lnTo>
                <a:lnTo>
                  <a:pt x="0" y="47299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46">
            <a:extLst xmlns:a="http://schemas.openxmlformats.org/drawingml/2006/main">
              <a:ext uri="{FF2B5EF4-FFF2-40B4-BE49-F238E27FC236}">
                <a16:creationId xmlns:a16="http://schemas.microsoft.com/office/drawing/2014/main" id="{ED902FCC-0C9D-4127-9141-C9487757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734852"/>
            <a:ext cx="189198" cy="47299"/>
          </a:xfrm>
          <a:custGeom xmlns:a="http://schemas.openxmlformats.org/drawingml/2006/main">
            <a:pathLst>
              <a:path w="189198" h="47299">
                <a:moveTo>
                  <a:pt x="0" y="47299"/>
                </a:moveTo>
                <a:lnTo>
                  <a:pt x="47299" y="0"/>
                </a:lnTo>
                <a:lnTo>
                  <a:pt x="189198" y="0"/>
                </a:lnTo>
                <a:lnTo>
                  <a:pt x="141898" y="47299"/>
                </a:lnTo>
                <a:lnTo>
                  <a:pt x="0" y="47299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47">
            <a:extLst xmlns:a="http://schemas.openxmlformats.org/drawingml/2006/main">
              <a:ext uri="{FF2B5EF4-FFF2-40B4-BE49-F238E27FC236}">
                <a16:creationId xmlns:a16="http://schemas.microsoft.com/office/drawing/2014/main" id="{83D227C5-6489-4E20-98BA-5FFEE5A3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226" y="734852"/>
            <a:ext cx="189198" cy="189198"/>
          </a:xfrm>
          <a:custGeom xmlns:a="http://schemas.openxmlformats.org/drawingml/2006/main">
            <a:pathLst>
              <a:path w="189198" h="189198">
                <a:moveTo>
                  <a:pt x="0" y="47299"/>
                </a:moveTo>
                <a:lnTo>
                  <a:pt x="47299" y="0"/>
                </a:lnTo>
                <a:lnTo>
                  <a:pt x="189198" y="0"/>
                </a:lnTo>
                <a:lnTo>
                  <a:pt x="189198" y="141898"/>
                </a:lnTo>
                <a:lnTo>
                  <a:pt x="141898" y="189198"/>
                </a:lnTo>
                <a:lnTo>
                  <a:pt x="0" y="189198"/>
                </a:lnTo>
                <a:lnTo>
                  <a:pt x="0" y="47299"/>
                </a:lnTo>
                <a:lnTo>
                  <a:pt x="141898" y="47299"/>
                </a:lnTo>
                <a:lnTo>
                  <a:pt x="189198" y="0"/>
                </a:lnTo>
                <a:moveTo>
                  <a:pt x="141898" y="47299"/>
                </a:moveTo>
                <a:lnTo>
                  <a:pt x="141898" y="189198"/>
                </a:lnTo>
              </a:path>
            </a:pathLst>
          </a:custGeom>
          <a:noFill xmlns:a="http://schemas.openxmlformats.org/drawingml/2006/main"/>
          <a:ln xmlns:a="http://schemas.openxmlformats.org/drawingml/2006/main" w="9009">
            <a:solidFill>
              <a:srgbClr val="548235"/>
            </a:solidFill>
            <a:prstDash val="solid"/>
          </a:ln>
        </p:spPr>
      </p:sp>
      <p:sp>
        <p:nvSpPr>
          <p:cNvPr id="47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36DAE531-31DA-4A15-8958-BEA872E2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44" y="2174073"/>
            <a:ext cx="2483491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 Latent-first methods.</a:t>
            </a:r>
          </a:p>
        </p:txBody>
      </p:sp>
      <p:sp>
        <p:nvSpPr>
          <p:cNvPr id="48" name="pdf-path-50">
            <a:extLst xmlns:a="http://schemas.openxmlformats.org/drawingml/2006/main">
              <a:ext uri="{FF2B5EF4-FFF2-40B4-BE49-F238E27FC236}">
                <a16:creationId xmlns:a16="http://schemas.microsoft.com/office/drawing/2014/main" id="{04478A31-54A2-42B7-8DCE-F03A3A88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911" y="1079272"/>
            <a:ext cx="2519419" cy="198359"/>
          </a:xfrm>
          <a:custGeom xmlns:a="http://schemas.openxmlformats.org/drawingml/2006/main">
            <a:pathLst>
              <a:path w="2519419" h="198359">
                <a:moveTo>
                  <a:pt x="2518269" y="12765"/>
                </a:moveTo>
                <a:lnTo>
                  <a:pt x="2518264" y="12784"/>
                </a:lnTo>
                <a:cubicBezTo>
                  <a:pt x="2517116" y="18051"/>
                  <a:pt x="2511916" y="21389"/>
                  <a:pt x="2506649" y="20240"/>
                </a:cubicBezTo>
                <a:cubicBezTo>
                  <a:pt x="2501382" y="19091"/>
                  <a:pt x="2498043" y="13891"/>
                  <a:pt x="2499193" y="8624"/>
                </a:cubicBezTo>
                <a:lnTo>
                  <a:pt x="2499196" y="8605"/>
                </a:lnTo>
                <a:cubicBezTo>
                  <a:pt x="2500346" y="3338"/>
                  <a:pt x="2505546" y="0"/>
                  <a:pt x="2510812" y="1149"/>
                </a:cubicBezTo>
                <a:cubicBezTo>
                  <a:pt x="2516079" y="2298"/>
                  <a:pt x="2519419" y="7498"/>
                  <a:pt x="2518269" y="12765"/>
                </a:cubicBezTo>
                <a:moveTo>
                  <a:pt x="2491376" y="47768"/>
                </a:moveTo>
                <a:lnTo>
                  <a:pt x="2491360" y="47780"/>
                </a:lnTo>
                <a:cubicBezTo>
                  <a:pt x="2487126" y="51116"/>
                  <a:pt x="2480988" y="50388"/>
                  <a:pt x="2477653" y="46153"/>
                </a:cubicBezTo>
                <a:cubicBezTo>
                  <a:pt x="2474317" y="41919"/>
                  <a:pt x="2475046" y="35782"/>
                  <a:pt x="2479281" y="32446"/>
                </a:cubicBezTo>
                <a:lnTo>
                  <a:pt x="2479296" y="32434"/>
                </a:lnTo>
                <a:cubicBezTo>
                  <a:pt x="2483531" y="29098"/>
                  <a:pt x="2489667" y="29827"/>
                  <a:pt x="2493003" y="34061"/>
                </a:cubicBezTo>
                <a:cubicBezTo>
                  <a:pt x="2496339" y="38296"/>
                  <a:pt x="2495610" y="44432"/>
                  <a:pt x="2491376" y="47768"/>
                </a:cubicBezTo>
                <a:moveTo>
                  <a:pt x="2455062" y="66947"/>
                </a:moveTo>
                <a:lnTo>
                  <a:pt x="2455045" y="66956"/>
                </a:lnTo>
                <a:cubicBezTo>
                  <a:pt x="2450188" y="69291"/>
                  <a:pt x="2444355" y="67246"/>
                  <a:pt x="2442020" y="62388"/>
                </a:cubicBezTo>
                <a:cubicBezTo>
                  <a:pt x="2439684" y="57530"/>
                  <a:pt x="2441729" y="51698"/>
                  <a:pt x="2446588" y="49362"/>
                </a:cubicBezTo>
                <a:lnTo>
                  <a:pt x="2446605" y="49354"/>
                </a:lnTo>
                <a:cubicBezTo>
                  <a:pt x="2451463" y="47018"/>
                  <a:pt x="2457296" y="49064"/>
                  <a:pt x="2459630" y="53922"/>
                </a:cubicBezTo>
                <a:cubicBezTo>
                  <a:pt x="2461965" y="58780"/>
                  <a:pt x="2459921" y="64612"/>
                  <a:pt x="2455062" y="66947"/>
                </a:cubicBezTo>
                <a:moveTo>
                  <a:pt x="2417324" y="80650"/>
                </a:moveTo>
                <a:lnTo>
                  <a:pt x="2417305" y="80656"/>
                </a:lnTo>
                <a:cubicBezTo>
                  <a:pt x="2412212" y="82422"/>
                  <a:pt x="2406652" y="79725"/>
                  <a:pt x="2404887" y="74632"/>
                </a:cubicBezTo>
                <a:cubicBezTo>
                  <a:pt x="2403120" y="69538"/>
                  <a:pt x="2405818" y="63978"/>
                  <a:pt x="2410911" y="62213"/>
                </a:cubicBezTo>
                <a:lnTo>
                  <a:pt x="2410930" y="62206"/>
                </a:lnTo>
                <a:cubicBezTo>
                  <a:pt x="2416023" y="60440"/>
                  <a:pt x="2421583" y="63138"/>
                  <a:pt x="2423349" y="68231"/>
                </a:cubicBezTo>
                <a:cubicBezTo>
                  <a:pt x="2425115" y="73324"/>
                  <a:pt x="2422417" y="78884"/>
                  <a:pt x="2417324" y="80650"/>
                </a:cubicBezTo>
                <a:moveTo>
                  <a:pt x="2379252" y="91972"/>
                </a:moveTo>
                <a:lnTo>
                  <a:pt x="2379233" y="91977"/>
                </a:lnTo>
                <a:cubicBezTo>
                  <a:pt x="2374029" y="93383"/>
                  <a:pt x="2368670" y="90305"/>
                  <a:pt x="2367264" y="85101"/>
                </a:cubicBezTo>
                <a:cubicBezTo>
                  <a:pt x="2365858" y="79897"/>
                  <a:pt x="2368936" y="74538"/>
                  <a:pt x="2374141" y="73132"/>
                </a:cubicBezTo>
                <a:lnTo>
                  <a:pt x="2374159" y="73127"/>
                </a:lnTo>
                <a:cubicBezTo>
                  <a:pt x="2379363" y="71721"/>
                  <a:pt x="2384722" y="74799"/>
                  <a:pt x="2386128" y="80003"/>
                </a:cubicBezTo>
                <a:cubicBezTo>
                  <a:pt x="2387534" y="85207"/>
                  <a:pt x="2384456" y="90565"/>
                  <a:pt x="2379252" y="91972"/>
                </a:cubicBezTo>
                <a:moveTo>
                  <a:pt x="2341032" y="102027"/>
                </a:moveTo>
                <a:lnTo>
                  <a:pt x="2341012" y="102031"/>
                </a:lnTo>
                <a:cubicBezTo>
                  <a:pt x="2335748" y="103188"/>
                  <a:pt x="2330542" y="99858"/>
                  <a:pt x="2329385" y="94593"/>
                </a:cubicBezTo>
                <a:cubicBezTo>
                  <a:pt x="2328228" y="89328"/>
                  <a:pt x="2331557" y="84122"/>
                  <a:pt x="2336822" y="82965"/>
                </a:cubicBezTo>
                <a:lnTo>
                  <a:pt x="2336842" y="82961"/>
                </a:lnTo>
                <a:cubicBezTo>
                  <a:pt x="2342107" y="81804"/>
                  <a:pt x="2347313" y="85134"/>
                  <a:pt x="2348469" y="90399"/>
                </a:cubicBezTo>
                <a:cubicBezTo>
                  <a:pt x="2349628" y="95664"/>
                  <a:pt x="2346296" y="100869"/>
                  <a:pt x="2341032" y="102027"/>
                </a:cubicBezTo>
                <a:moveTo>
                  <a:pt x="2302881" y="110408"/>
                </a:moveTo>
                <a:lnTo>
                  <a:pt x="2302862" y="110412"/>
                </a:lnTo>
                <a:cubicBezTo>
                  <a:pt x="2297596" y="111569"/>
                  <a:pt x="2292390" y="108240"/>
                  <a:pt x="2291234" y="102975"/>
                </a:cubicBezTo>
                <a:cubicBezTo>
                  <a:pt x="2290077" y="97710"/>
                  <a:pt x="2293406" y="92504"/>
                  <a:pt x="2298671" y="91347"/>
                </a:cubicBezTo>
                <a:lnTo>
                  <a:pt x="2298690" y="91342"/>
                </a:lnTo>
                <a:cubicBezTo>
                  <a:pt x="2303955" y="90185"/>
                  <a:pt x="2309161" y="93515"/>
                  <a:pt x="2310318" y="98780"/>
                </a:cubicBezTo>
                <a:cubicBezTo>
                  <a:pt x="2311476" y="104045"/>
                  <a:pt x="2308145" y="109251"/>
                  <a:pt x="2302881" y="110408"/>
                </a:cubicBezTo>
                <a:moveTo>
                  <a:pt x="2264285" y="118341"/>
                </a:moveTo>
                <a:lnTo>
                  <a:pt x="2264267" y="118344"/>
                </a:lnTo>
                <a:cubicBezTo>
                  <a:pt x="2258964" y="119314"/>
                  <a:pt x="2253879" y="115801"/>
                  <a:pt x="2252910" y="110498"/>
                </a:cubicBezTo>
                <a:cubicBezTo>
                  <a:pt x="2251940" y="105195"/>
                  <a:pt x="2255452" y="100111"/>
                  <a:pt x="2260756" y="99142"/>
                </a:cubicBezTo>
                <a:lnTo>
                  <a:pt x="2260775" y="99138"/>
                </a:lnTo>
                <a:cubicBezTo>
                  <a:pt x="2266077" y="98169"/>
                  <a:pt x="2271162" y="101682"/>
                  <a:pt x="2272131" y="106984"/>
                </a:cubicBezTo>
                <a:cubicBezTo>
                  <a:pt x="2273101" y="112287"/>
                  <a:pt x="2269588" y="117371"/>
                  <a:pt x="2264285" y="118341"/>
                </a:cubicBezTo>
                <a:moveTo>
                  <a:pt x="2225859" y="125369"/>
                </a:moveTo>
                <a:lnTo>
                  <a:pt x="2225840" y="125372"/>
                </a:lnTo>
                <a:cubicBezTo>
                  <a:pt x="2220538" y="126340"/>
                  <a:pt x="2215454" y="122826"/>
                  <a:pt x="2214486" y="117523"/>
                </a:cubicBezTo>
                <a:cubicBezTo>
                  <a:pt x="2213518" y="112220"/>
                  <a:pt x="2217032" y="107136"/>
                  <a:pt x="2222336" y="106169"/>
                </a:cubicBezTo>
                <a:lnTo>
                  <a:pt x="2222355" y="106165"/>
                </a:lnTo>
                <a:cubicBezTo>
                  <a:pt x="2227657" y="105197"/>
                  <a:pt x="2232741" y="108712"/>
                  <a:pt x="2233707" y="114015"/>
                </a:cubicBezTo>
                <a:cubicBezTo>
                  <a:pt x="2234676" y="119317"/>
                  <a:pt x="2231161" y="124401"/>
                  <a:pt x="2225859" y="125369"/>
                </a:cubicBezTo>
                <a:moveTo>
                  <a:pt x="2187100" y="132008"/>
                </a:moveTo>
                <a:lnTo>
                  <a:pt x="2187081" y="132011"/>
                </a:lnTo>
                <a:cubicBezTo>
                  <a:pt x="2181753" y="132834"/>
                  <a:pt x="2176768" y="129182"/>
                  <a:pt x="2175945" y="123855"/>
                </a:cubicBezTo>
                <a:cubicBezTo>
                  <a:pt x="2175122" y="118527"/>
                  <a:pt x="2178774" y="113542"/>
                  <a:pt x="2184102" y="112719"/>
                </a:cubicBezTo>
                <a:lnTo>
                  <a:pt x="2184120" y="112716"/>
                </a:lnTo>
                <a:cubicBezTo>
                  <a:pt x="2189448" y="111894"/>
                  <a:pt x="2194433" y="115545"/>
                  <a:pt x="2195256" y="120873"/>
                </a:cubicBezTo>
                <a:cubicBezTo>
                  <a:pt x="2196079" y="126200"/>
                  <a:pt x="2192428" y="131186"/>
                  <a:pt x="2187100" y="132008"/>
                </a:cubicBezTo>
                <a:moveTo>
                  <a:pt x="2148495" y="137960"/>
                </a:moveTo>
                <a:lnTo>
                  <a:pt x="2148476" y="137963"/>
                </a:lnTo>
                <a:cubicBezTo>
                  <a:pt x="2143149" y="138785"/>
                  <a:pt x="2138163" y="135134"/>
                  <a:pt x="2137340" y="129806"/>
                </a:cubicBezTo>
                <a:cubicBezTo>
                  <a:pt x="2136517" y="124479"/>
                  <a:pt x="2140170" y="119493"/>
                  <a:pt x="2145497" y="118671"/>
                </a:cubicBezTo>
                <a:lnTo>
                  <a:pt x="2145516" y="118668"/>
                </a:lnTo>
                <a:cubicBezTo>
                  <a:pt x="2150843" y="117845"/>
                  <a:pt x="2155829" y="121497"/>
                  <a:pt x="2156652" y="126824"/>
                </a:cubicBezTo>
                <a:cubicBezTo>
                  <a:pt x="2157474" y="132152"/>
                  <a:pt x="2153822" y="137137"/>
                  <a:pt x="2148495" y="137960"/>
                </a:cubicBezTo>
                <a:moveTo>
                  <a:pt x="2109633" y="143749"/>
                </a:moveTo>
                <a:lnTo>
                  <a:pt x="2109614" y="143752"/>
                </a:lnTo>
                <a:cubicBezTo>
                  <a:pt x="2104269" y="144448"/>
                  <a:pt x="2099371" y="140680"/>
                  <a:pt x="2098675" y="135334"/>
                </a:cubicBezTo>
                <a:cubicBezTo>
                  <a:pt x="2097979" y="129989"/>
                  <a:pt x="2101747" y="125091"/>
                  <a:pt x="2107092" y="124395"/>
                </a:cubicBezTo>
                <a:lnTo>
                  <a:pt x="2107112" y="124392"/>
                </a:lnTo>
                <a:cubicBezTo>
                  <a:pt x="2112457" y="123696"/>
                  <a:pt x="2117354" y="127465"/>
                  <a:pt x="2118052" y="132810"/>
                </a:cubicBezTo>
                <a:cubicBezTo>
                  <a:pt x="2118748" y="138155"/>
                  <a:pt x="2114979" y="143053"/>
                  <a:pt x="2109633" y="143749"/>
                </a:cubicBezTo>
                <a:moveTo>
                  <a:pt x="2070901" y="148802"/>
                </a:moveTo>
                <a:lnTo>
                  <a:pt x="2070882" y="148805"/>
                </a:lnTo>
                <a:cubicBezTo>
                  <a:pt x="2065536" y="149501"/>
                  <a:pt x="2060639" y="145732"/>
                  <a:pt x="2059943" y="140387"/>
                </a:cubicBezTo>
                <a:cubicBezTo>
                  <a:pt x="2059245" y="135042"/>
                  <a:pt x="2063014" y="130144"/>
                  <a:pt x="2068360" y="129447"/>
                </a:cubicBezTo>
                <a:lnTo>
                  <a:pt x="2068379" y="129445"/>
                </a:lnTo>
                <a:cubicBezTo>
                  <a:pt x="2073725" y="128749"/>
                  <a:pt x="2078623" y="132517"/>
                  <a:pt x="2079319" y="137863"/>
                </a:cubicBezTo>
                <a:cubicBezTo>
                  <a:pt x="2080014" y="143208"/>
                  <a:pt x="2076247" y="148106"/>
                  <a:pt x="2070901" y="148802"/>
                </a:cubicBezTo>
                <a:moveTo>
                  <a:pt x="2032168" y="153855"/>
                </a:moveTo>
                <a:lnTo>
                  <a:pt x="2032149" y="153857"/>
                </a:lnTo>
                <a:cubicBezTo>
                  <a:pt x="2026803" y="154554"/>
                  <a:pt x="2021905" y="150785"/>
                  <a:pt x="2021209" y="145439"/>
                </a:cubicBezTo>
                <a:cubicBezTo>
                  <a:pt x="2020513" y="140094"/>
                  <a:pt x="2024282" y="135196"/>
                  <a:pt x="2029627" y="134500"/>
                </a:cubicBezTo>
                <a:lnTo>
                  <a:pt x="2029646" y="134498"/>
                </a:lnTo>
                <a:cubicBezTo>
                  <a:pt x="2034992" y="133801"/>
                  <a:pt x="2039889" y="137570"/>
                  <a:pt x="2040585" y="142915"/>
                </a:cubicBezTo>
                <a:cubicBezTo>
                  <a:pt x="2041283" y="148260"/>
                  <a:pt x="2037513" y="153158"/>
                  <a:pt x="2032168" y="153855"/>
                </a:cubicBezTo>
                <a:moveTo>
                  <a:pt x="1993163" y="158266"/>
                </a:moveTo>
                <a:lnTo>
                  <a:pt x="1993143" y="158268"/>
                </a:lnTo>
                <a:cubicBezTo>
                  <a:pt x="1987786" y="158858"/>
                  <a:pt x="1982964" y="154993"/>
                  <a:pt x="1982374" y="149635"/>
                </a:cubicBezTo>
                <a:cubicBezTo>
                  <a:pt x="1981784" y="144277"/>
                  <a:pt x="1985649" y="139455"/>
                  <a:pt x="1991006" y="138865"/>
                </a:cubicBezTo>
                <a:lnTo>
                  <a:pt x="1991026" y="138863"/>
                </a:lnTo>
                <a:cubicBezTo>
                  <a:pt x="1996383" y="138272"/>
                  <a:pt x="2001207" y="142137"/>
                  <a:pt x="2001796" y="147496"/>
                </a:cubicBezTo>
                <a:cubicBezTo>
                  <a:pt x="2002386" y="152854"/>
                  <a:pt x="1998522" y="157676"/>
                  <a:pt x="1993163" y="158266"/>
                </a:cubicBezTo>
                <a:moveTo>
                  <a:pt x="1954336" y="162535"/>
                </a:moveTo>
                <a:lnTo>
                  <a:pt x="1954316" y="162537"/>
                </a:lnTo>
                <a:cubicBezTo>
                  <a:pt x="1948958" y="163127"/>
                  <a:pt x="1944137" y="159262"/>
                  <a:pt x="1943546" y="153904"/>
                </a:cubicBezTo>
                <a:cubicBezTo>
                  <a:pt x="1942957" y="148546"/>
                  <a:pt x="1946822" y="143724"/>
                  <a:pt x="1952180" y="143134"/>
                </a:cubicBezTo>
                <a:lnTo>
                  <a:pt x="1952199" y="143132"/>
                </a:lnTo>
                <a:cubicBezTo>
                  <a:pt x="1957557" y="142541"/>
                  <a:pt x="1962379" y="146407"/>
                  <a:pt x="1962969" y="151765"/>
                </a:cubicBezTo>
                <a:cubicBezTo>
                  <a:pt x="1963560" y="157123"/>
                  <a:pt x="1959695" y="161945"/>
                  <a:pt x="1954336" y="162535"/>
                </a:cubicBezTo>
                <a:moveTo>
                  <a:pt x="1915305" y="166595"/>
                </a:moveTo>
                <a:lnTo>
                  <a:pt x="1915285" y="166597"/>
                </a:lnTo>
                <a:cubicBezTo>
                  <a:pt x="1909918" y="167087"/>
                  <a:pt x="1905168" y="163133"/>
                  <a:pt x="1904678" y="157765"/>
                </a:cubicBezTo>
                <a:cubicBezTo>
                  <a:pt x="1904189" y="152397"/>
                  <a:pt x="1908143" y="147648"/>
                  <a:pt x="1913511" y="147157"/>
                </a:cubicBezTo>
                <a:lnTo>
                  <a:pt x="1913530" y="147156"/>
                </a:lnTo>
                <a:cubicBezTo>
                  <a:pt x="1918898" y="146665"/>
                  <a:pt x="1923647" y="150619"/>
                  <a:pt x="1924137" y="155987"/>
                </a:cubicBezTo>
                <a:cubicBezTo>
                  <a:pt x="1924628" y="161355"/>
                  <a:pt x="1920674" y="166105"/>
                  <a:pt x="1915305" y="166595"/>
                </a:cubicBezTo>
                <a:moveTo>
                  <a:pt x="1876407" y="170156"/>
                </a:moveTo>
                <a:lnTo>
                  <a:pt x="1876388" y="170158"/>
                </a:lnTo>
                <a:cubicBezTo>
                  <a:pt x="1871020" y="170648"/>
                  <a:pt x="1866271" y="166694"/>
                  <a:pt x="1865781" y="161326"/>
                </a:cubicBezTo>
                <a:cubicBezTo>
                  <a:pt x="1865290" y="155958"/>
                  <a:pt x="1869243" y="151208"/>
                  <a:pt x="1874612" y="150718"/>
                </a:cubicBezTo>
                <a:lnTo>
                  <a:pt x="1874631" y="150716"/>
                </a:lnTo>
                <a:cubicBezTo>
                  <a:pt x="1879999" y="150226"/>
                  <a:pt x="1884748" y="154180"/>
                  <a:pt x="1885240" y="159548"/>
                </a:cubicBezTo>
                <a:cubicBezTo>
                  <a:pt x="1885729" y="164916"/>
                  <a:pt x="1881776" y="169666"/>
                  <a:pt x="1876407" y="170156"/>
                </a:cubicBezTo>
                <a:moveTo>
                  <a:pt x="1837508" y="173717"/>
                </a:moveTo>
                <a:lnTo>
                  <a:pt x="1837490" y="173718"/>
                </a:lnTo>
                <a:cubicBezTo>
                  <a:pt x="1832122" y="174209"/>
                  <a:pt x="1827372" y="170255"/>
                  <a:pt x="1826882" y="164886"/>
                </a:cubicBezTo>
                <a:cubicBezTo>
                  <a:pt x="1826391" y="159518"/>
                  <a:pt x="1830345" y="154769"/>
                  <a:pt x="1835714" y="154278"/>
                </a:cubicBezTo>
                <a:lnTo>
                  <a:pt x="1835733" y="154277"/>
                </a:lnTo>
                <a:cubicBezTo>
                  <a:pt x="1841101" y="153786"/>
                  <a:pt x="1845851" y="157740"/>
                  <a:pt x="1846341" y="163109"/>
                </a:cubicBezTo>
                <a:cubicBezTo>
                  <a:pt x="1846832" y="168477"/>
                  <a:pt x="1842876" y="173226"/>
                  <a:pt x="1837508" y="173717"/>
                </a:cubicBezTo>
                <a:moveTo>
                  <a:pt x="1798414" y="176857"/>
                </a:moveTo>
                <a:lnTo>
                  <a:pt x="1798394" y="176858"/>
                </a:lnTo>
                <a:cubicBezTo>
                  <a:pt x="1793018" y="177260"/>
                  <a:pt x="1788336" y="173227"/>
                  <a:pt x="1787934" y="167852"/>
                </a:cubicBezTo>
                <a:cubicBezTo>
                  <a:pt x="1787532" y="162476"/>
                  <a:pt x="1791565" y="157793"/>
                  <a:pt x="1796941" y="157392"/>
                </a:cubicBezTo>
                <a:lnTo>
                  <a:pt x="1796960" y="157390"/>
                </a:lnTo>
                <a:cubicBezTo>
                  <a:pt x="1802335" y="156989"/>
                  <a:pt x="1807018" y="161021"/>
                  <a:pt x="1807420" y="166397"/>
                </a:cubicBezTo>
                <a:cubicBezTo>
                  <a:pt x="1807821" y="171772"/>
                  <a:pt x="1803790" y="176455"/>
                  <a:pt x="1798414" y="176857"/>
                </a:cubicBezTo>
                <a:moveTo>
                  <a:pt x="1759461" y="179756"/>
                </a:moveTo>
                <a:lnTo>
                  <a:pt x="1759441" y="179757"/>
                </a:lnTo>
                <a:cubicBezTo>
                  <a:pt x="1754065" y="180158"/>
                  <a:pt x="1749382" y="176126"/>
                  <a:pt x="1748981" y="170751"/>
                </a:cubicBezTo>
                <a:cubicBezTo>
                  <a:pt x="1748579" y="165375"/>
                  <a:pt x="1752611" y="160692"/>
                  <a:pt x="1757987" y="160291"/>
                </a:cubicBezTo>
                <a:lnTo>
                  <a:pt x="1758006" y="160289"/>
                </a:lnTo>
                <a:cubicBezTo>
                  <a:pt x="1763381" y="159888"/>
                  <a:pt x="1768066" y="163920"/>
                  <a:pt x="1768467" y="169295"/>
                </a:cubicBezTo>
                <a:cubicBezTo>
                  <a:pt x="1768868" y="174671"/>
                  <a:pt x="1764836" y="179354"/>
                  <a:pt x="1759461" y="179756"/>
                </a:cubicBezTo>
                <a:moveTo>
                  <a:pt x="1720507" y="182654"/>
                </a:moveTo>
                <a:lnTo>
                  <a:pt x="1720487" y="182656"/>
                </a:lnTo>
                <a:cubicBezTo>
                  <a:pt x="1715112" y="183057"/>
                  <a:pt x="1710428" y="179025"/>
                  <a:pt x="1710027" y="173649"/>
                </a:cubicBezTo>
                <a:cubicBezTo>
                  <a:pt x="1709626" y="168274"/>
                  <a:pt x="1713658" y="163591"/>
                  <a:pt x="1719034" y="163189"/>
                </a:cubicBezTo>
                <a:lnTo>
                  <a:pt x="1719053" y="163188"/>
                </a:lnTo>
                <a:cubicBezTo>
                  <a:pt x="1724429" y="162786"/>
                  <a:pt x="1729112" y="166818"/>
                  <a:pt x="1729513" y="172194"/>
                </a:cubicBezTo>
                <a:cubicBezTo>
                  <a:pt x="1729915" y="177570"/>
                  <a:pt x="1725884" y="182253"/>
                  <a:pt x="1720507" y="182654"/>
                </a:cubicBezTo>
                <a:moveTo>
                  <a:pt x="1681355" y="185006"/>
                </a:moveTo>
                <a:lnTo>
                  <a:pt x="1681335" y="185007"/>
                </a:lnTo>
                <a:cubicBezTo>
                  <a:pt x="1675953" y="185318"/>
                  <a:pt x="1671338" y="181208"/>
                  <a:pt x="1671026" y="175827"/>
                </a:cubicBezTo>
                <a:cubicBezTo>
                  <a:pt x="1670715" y="170445"/>
                  <a:pt x="1674825" y="165830"/>
                  <a:pt x="1680207" y="165519"/>
                </a:cubicBezTo>
                <a:lnTo>
                  <a:pt x="1680226" y="165518"/>
                </a:lnTo>
                <a:cubicBezTo>
                  <a:pt x="1685607" y="165206"/>
                  <a:pt x="1690222" y="169316"/>
                  <a:pt x="1690534" y="174698"/>
                </a:cubicBezTo>
                <a:cubicBezTo>
                  <a:pt x="1690845" y="180079"/>
                  <a:pt x="1686735" y="184694"/>
                  <a:pt x="1681355" y="185006"/>
                </a:cubicBezTo>
                <a:moveTo>
                  <a:pt x="1642359" y="187268"/>
                </a:moveTo>
                <a:lnTo>
                  <a:pt x="1642340" y="187269"/>
                </a:lnTo>
                <a:cubicBezTo>
                  <a:pt x="1636957" y="187580"/>
                  <a:pt x="1632343" y="183470"/>
                  <a:pt x="1632031" y="178089"/>
                </a:cubicBezTo>
                <a:cubicBezTo>
                  <a:pt x="1631719" y="172707"/>
                  <a:pt x="1635829" y="168092"/>
                  <a:pt x="1641211" y="167781"/>
                </a:cubicBezTo>
                <a:lnTo>
                  <a:pt x="1641230" y="167780"/>
                </a:lnTo>
                <a:cubicBezTo>
                  <a:pt x="1646613" y="167468"/>
                  <a:pt x="1651227" y="171578"/>
                  <a:pt x="1651539" y="176960"/>
                </a:cubicBezTo>
                <a:cubicBezTo>
                  <a:pt x="1651850" y="182341"/>
                  <a:pt x="1647740" y="186956"/>
                  <a:pt x="1642359" y="187268"/>
                </a:cubicBezTo>
                <a:moveTo>
                  <a:pt x="1603207" y="189534"/>
                </a:moveTo>
                <a:lnTo>
                  <a:pt x="1603188" y="189534"/>
                </a:lnTo>
                <a:cubicBezTo>
                  <a:pt x="1597802" y="189760"/>
                  <a:pt x="1593253" y="185577"/>
                  <a:pt x="1593028" y="180191"/>
                </a:cubicBezTo>
                <a:cubicBezTo>
                  <a:pt x="1592802" y="174805"/>
                  <a:pt x="1596985" y="170256"/>
                  <a:pt x="1602371" y="170031"/>
                </a:cubicBezTo>
                <a:lnTo>
                  <a:pt x="1602391" y="170030"/>
                </a:lnTo>
                <a:cubicBezTo>
                  <a:pt x="1607776" y="169805"/>
                  <a:pt x="1612325" y="173988"/>
                  <a:pt x="1612551" y="179374"/>
                </a:cubicBezTo>
                <a:cubicBezTo>
                  <a:pt x="1612777" y="184759"/>
                  <a:pt x="1608593" y="189308"/>
                  <a:pt x="1603207" y="189534"/>
                </a:cubicBezTo>
                <a:moveTo>
                  <a:pt x="1564180" y="191167"/>
                </a:moveTo>
                <a:lnTo>
                  <a:pt x="1564160" y="191167"/>
                </a:lnTo>
                <a:cubicBezTo>
                  <a:pt x="1558775" y="191393"/>
                  <a:pt x="1554226" y="187210"/>
                  <a:pt x="1554000" y="181824"/>
                </a:cubicBezTo>
                <a:cubicBezTo>
                  <a:pt x="1553774" y="176438"/>
                  <a:pt x="1557958" y="171889"/>
                  <a:pt x="1563344" y="171664"/>
                </a:cubicBezTo>
                <a:lnTo>
                  <a:pt x="1563363" y="171663"/>
                </a:lnTo>
                <a:cubicBezTo>
                  <a:pt x="1568749" y="171438"/>
                  <a:pt x="1573298" y="175621"/>
                  <a:pt x="1573524" y="181006"/>
                </a:cubicBezTo>
                <a:cubicBezTo>
                  <a:pt x="1573749" y="186392"/>
                  <a:pt x="1569566" y="190941"/>
                  <a:pt x="1564180" y="191167"/>
                </a:cubicBezTo>
                <a:moveTo>
                  <a:pt x="1525154" y="192799"/>
                </a:moveTo>
                <a:lnTo>
                  <a:pt x="1525134" y="192800"/>
                </a:lnTo>
                <a:cubicBezTo>
                  <a:pt x="1519748" y="193026"/>
                  <a:pt x="1515200" y="188843"/>
                  <a:pt x="1514974" y="183457"/>
                </a:cubicBezTo>
                <a:cubicBezTo>
                  <a:pt x="1514748" y="178071"/>
                  <a:pt x="1518931" y="173522"/>
                  <a:pt x="1524317" y="173297"/>
                </a:cubicBezTo>
                <a:lnTo>
                  <a:pt x="1524336" y="173296"/>
                </a:lnTo>
                <a:cubicBezTo>
                  <a:pt x="1529723" y="173070"/>
                  <a:pt x="1534272" y="177254"/>
                  <a:pt x="1534497" y="182639"/>
                </a:cubicBezTo>
                <a:cubicBezTo>
                  <a:pt x="1534723" y="188025"/>
                  <a:pt x="1530540" y="192574"/>
                  <a:pt x="1525154" y="192799"/>
                </a:cubicBezTo>
                <a:moveTo>
                  <a:pt x="1485884" y="194375"/>
                </a:moveTo>
                <a:lnTo>
                  <a:pt x="1485865" y="194375"/>
                </a:lnTo>
                <a:cubicBezTo>
                  <a:pt x="1480476" y="194468"/>
                  <a:pt x="1476030" y="190174"/>
                  <a:pt x="1475938" y="184785"/>
                </a:cubicBezTo>
                <a:cubicBezTo>
                  <a:pt x="1475845" y="179395"/>
                  <a:pt x="1480138" y="174950"/>
                  <a:pt x="1485529" y="174857"/>
                </a:cubicBezTo>
                <a:lnTo>
                  <a:pt x="1485548" y="174857"/>
                </a:lnTo>
                <a:cubicBezTo>
                  <a:pt x="1490938" y="174764"/>
                  <a:pt x="1495383" y="179058"/>
                  <a:pt x="1495475" y="184448"/>
                </a:cubicBezTo>
                <a:cubicBezTo>
                  <a:pt x="1495568" y="189837"/>
                  <a:pt x="1491274" y="194282"/>
                  <a:pt x="1485884" y="194375"/>
                </a:cubicBezTo>
                <a:moveTo>
                  <a:pt x="1446829" y="195042"/>
                </a:moveTo>
                <a:lnTo>
                  <a:pt x="1446810" y="195042"/>
                </a:lnTo>
                <a:cubicBezTo>
                  <a:pt x="1441421" y="195135"/>
                  <a:pt x="1436975" y="190841"/>
                  <a:pt x="1436883" y="185451"/>
                </a:cubicBezTo>
                <a:cubicBezTo>
                  <a:pt x="1436790" y="180062"/>
                  <a:pt x="1441083" y="175617"/>
                  <a:pt x="1446473" y="175524"/>
                </a:cubicBezTo>
                <a:lnTo>
                  <a:pt x="1446493" y="175524"/>
                </a:lnTo>
                <a:cubicBezTo>
                  <a:pt x="1451883" y="175431"/>
                  <a:pt x="1456327" y="179725"/>
                  <a:pt x="1456420" y="185115"/>
                </a:cubicBezTo>
                <a:cubicBezTo>
                  <a:pt x="1456513" y="190504"/>
                  <a:pt x="1452219" y="194949"/>
                  <a:pt x="1446829" y="195042"/>
                </a:cubicBezTo>
                <a:moveTo>
                  <a:pt x="1407774" y="195709"/>
                </a:moveTo>
                <a:lnTo>
                  <a:pt x="1407755" y="195709"/>
                </a:lnTo>
                <a:cubicBezTo>
                  <a:pt x="1402366" y="195802"/>
                  <a:pt x="1397920" y="191508"/>
                  <a:pt x="1397827" y="186118"/>
                </a:cubicBezTo>
                <a:cubicBezTo>
                  <a:pt x="1397735" y="180729"/>
                  <a:pt x="1402028" y="176284"/>
                  <a:pt x="1407418" y="176191"/>
                </a:cubicBezTo>
                <a:lnTo>
                  <a:pt x="1407437" y="176191"/>
                </a:lnTo>
                <a:cubicBezTo>
                  <a:pt x="1412827" y="176098"/>
                  <a:pt x="1417272" y="180392"/>
                  <a:pt x="1417365" y="185782"/>
                </a:cubicBezTo>
                <a:cubicBezTo>
                  <a:pt x="1417458" y="191171"/>
                  <a:pt x="1413164" y="195616"/>
                  <a:pt x="1407774" y="195709"/>
                </a:cubicBezTo>
                <a:moveTo>
                  <a:pt x="1368719" y="196376"/>
                </a:moveTo>
                <a:lnTo>
                  <a:pt x="1368700" y="196376"/>
                </a:lnTo>
                <a:cubicBezTo>
                  <a:pt x="1363310" y="196469"/>
                  <a:pt x="1358865" y="192175"/>
                  <a:pt x="1358772" y="186785"/>
                </a:cubicBezTo>
                <a:cubicBezTo>
                  <a:pt x="1358680" y="181396"/>
                  <a:pt x="1362974" y="176951"/>
                  <a:pt x="1368363" y="176858"/>
                </a:cubicBezTo>
                <a:lnTo>
                  <a:pt x="1368383" y="176858"/>
                </a:lnTo>
                <a:cubicBezTo>
                  <a:pt x="1373772" y="176765"/>
                  <a:pt x="1378217" y="181059"/>
                  <a:pt x="1378309" y="186448"/>
                </a:cubicBezTo>
                <a:cubicBezTo>
                  <a:pt x="1378403" y="191838"/>
                  <a:pt x="1374109" y="196283"/>
                  <a:pt x="1368719" y="196376"/>
                </a:cubicBezTo>
                <a:moveTo>
                  <a:pt x="1329664" y="197042"/>
                </a:moveTo>
                <a:lnTo>
                  <a:pt x="1329644" y="197043"/>
                </a:lnTo>
                <a:cubicBezTo>
                  <a:pt x="1324254" y="197136"/>
                  <a:pt x="1319810" y="192842"/>
                  <a:pt x="1319717" y="187452"/>
                </a:cubicBezTo>
                <a:cubicBezTo>
                  <a:pt x="1319624" y="182063"/>
                  <a:pt x="1323919" y="177618"/>
                  <a:pt x="1329308" y="177525"/>
                </a:cubicBezTo>
                <a:lnTo>
                  <a:pt x="1329328" y="177525"/>
                </a:lnTo>
                <a:cubicBezTo>
                  <a:pt x="1334717" y="177432"/>
                  <a:pt x="1339161" y="181726"/>
                  <a:pt x="1339254" y="187115"/>
                </a:cubicBezTo>
                <a:cubicBezTo>
                  <a:pt x="1339348" y="192505"/>
                  <a:pt x="1335053" y="196950"/>
                  <a:pt x="1329664" y="197042"/>
                </a:cubicBezTo>
                <a:moveTo>
                  <a:pt x="1290608" y="197710"/>
                </a:moveTo>
                <a:lnTo>
                  <a:pt x="1290588" y="197710"/>
                </a:lnTo>
                <a:cubicBezTo>
                  <a:pt x="1285199" y="197803"/>
                  <a:pt x="1280755" y="193509"/>
                  <a:pt x="1280661" y="188119"/>
                </a:cubicBezTo>
                <a:cubicBezTo>
                  <a:pt x="1280569" y="182729"/>
                  <a:pt x="1284863" y="178285"/>
                  <a:pt x="1290253" y="178192"/>
                </a:cubicBezTo>
                <a:lnTo>
                  <a:pt x="1290273" y="178192"/>
                </a:lnTo>
                <a:cubicBezTo>
                  <a:pt x="1295661" y="178099"/>
                  <a:pt x="1300106" y="182393"/>
                  <a:pt x="1300199" y="187782"/>
                </a:cubicBezTo>
                <a:cubicBezTo>
                  <a:pt x="1300292" y="193172"/>
                  <a:pt x="1295998" y="197617"/>
                  <a:pt x="1290608" y="197710"/>
                </a:cubicBezTo>
                <a:moveTo>
                  <a:pt x="1251246" y="198283"/>
                </a:moveTo>
                <a:lnTo>
                  <a:pt x="1251227" y="198283"/>
                </a:lnTo>
                <a:cubicBezTo>
                  <a:pt x="1245837" y="198207"/>
                  <a:pt x="1241529" y="193775"/>
                  <a:pt x="1241606" y="188385"/>
                </a:cubicBezTo>
                <a:cubicBezTo>
                  <a:pt x="1241683" y="182995"/>
                  <a:pt x="1246113" y="178688"/>
                  <a:pt x="1251504" y="178764"/>
                </a:cubicBezTo>
                <a:lnTo>
                  <a:pt x="1251523" y="178764"/>
                </a:lnTo>
                <a:cubicBezTo>
                  <a:pt x="1256913" y="178841"/>
                  <a:pt x="1261221" y="183272"/>
                  <a:pt x="1261144" y="188662"/>
                </a:cubicBezTo>
                <a:cubicBezTo>
                  <a:pt x="1261067" y="194052"/>
                  <a:pt x="1256636" y="198359"/>
                  <a:pt x="1251246" y="198283"/>
                </a:cubicBezTo>
                <a:moveTo>
                  <a:pt x="1212189" y="197720"/>
                </a:moveTo>
                <a:lnTo>
                  <a:pt x="1212170" y="197720"/>
                </a:lnTo>
                <a:cubicBezTo>
                  <a:pt x="1206780" y="197644"/>
                  <a:pt x="1202473" y="193212"/>
                  <a:pt x="1202549" y="187822"/>
                </a:cubicBezTo>
                <a:cubicBezTo>
                  <a:pt x="1202625" y="182432"/>
                  <a:pt x="1207057" y="178125"/>
                  <a:pt x="1212446" y="178201"/>
                </a:cubicBezTo>
                <a:lnTo>
                  <a:pt x="1212466" y="178202"/>
                </a:lnTo>
                <a:cubicBezTo>
                  <a:pt x="1217856" y="178278"/>
                  <a:pt x="1222164" y="182709"/>
                  <a:pt x="1222087" y="188099"/>
                </a:cubicBezTo>
                <a:cubicBezTo>
                  <a:pt x="1222011" y="193489"/>
                  <a:pt x="1217579" y="197797"/>
                  <a:pt x="1212189" y="197720"/>
                </a:cubicBezTo>
                <a:moveTo>
                  <a:pt x="1173132" y="197158"/>
                </a:moveTo>
                <a:lnTo>
                  <a:pt x="1173113" y="197158"/>
                </a:lnTo>
                <a:cubicBezTo>
                  <a:pt x="1167723" y="197081"/>
                  <a:pt x="1163416" y="192650"/>
                  <a:pt x="1163492" y="187260"/>
                </a:cubicBezTo>
                <a:cubicBezTo>
                  <a:pt x="1163568" y="181870"/>
                  <a:pt x="1168000" y="177562"/>
                  <a:pt x="1173390" y="177639"/>
                </a:cubicBezTo>
                <a:lnTo>
                  <a:pt x="1173410" y="177639"/>
                </a:lnTo>
                <a:cubicBezTo>
                  <a:pt x="1178799" y="177715"/>
                  <a:pt x="1183107" y="182147"/>
                  <a:pt x="1183030" y="187537"/>
                </a:cubicBezTo>
                <a:cubicBezTo>
                  <a:pt x="1182954" y="192927"/>
                  <a:pt x="1178523" y="197234"/>
                  <a:pt x="1173132" y="197158"/>
                </a:cubicBezTo>
                <a:moveTo>
                  <a:pt x="1134076" y="196595"/>
                </a:moveTo>
                <a:lnTo>
                  <a:pt x="1134055" y="196595"/>
                </a:lnTo>
                <a:cubicBezTo>
                  <a:pt x="1128666" y="196519"/>
                  <a:pt x="1124359" y="192087"/>
                  <a:pt x="1124435" y="186697"/>
                </a:cubicBezTo>
                <a:cubicBezTo>
                  <a:pt x="1124511" y="181307"/>
                  <a:pt x="1128943" y="177000"/>
                  <a:pt x="1134333" y="177076"/>
                </a:cubicBezTo>
                <a:lnTo>
                  <a:pt x="1134353" y="177076"/>
                </a:lnTo>
                <a:cubicBezTo>
                  <a:pt x="1139742" y="177153"/>
                  <a:pt x="1144050" y="181584"/>
                  <a:pt x="1143973" y="186974"/>
                </a:cubicBezTo>
                <a:cubicBezTo>
                  <a:pt x="1143897" y="192364"/>
                  <a:pt x="1139466" y="196672"/>
                  <a:pt x="1134076" y="196595"/>
                </a:cubicBezTo>
                <a:moveTo>
                  <a:pt x="1095019" y="196033"/>
                </a:moveTo>
                <a:lnTo>
                  <a:pt x="1094999" y="196032"/>
                </a:lnTo>
                <a:cubicBezTo>
                  <a:pt x="1089608" y="195956"/>
                  <a:pt x="1085302" y="191525"/>
                  <a:pt x="1085378" y="186134"/>
                </a:cubicBezTo>
                <a:cubicBezTo>
                  <a:pt x="1085454" y="180745"/>
                  <a:pt x="1089886" y="176437"/>
                  <a:pt x="1095276" y="176513"/>
                </a:cubicBezTo>
                <a:lnTo>
                  <a:pt x="1095296" y="176514"/>
                </a:lnTo>
                <a:cubicBezTo>
                  <a:pt x="1100685" y="176590"/>
                  <a:pt x="1104992" y="181021"/>
                  <a:pt x="1104916" y="186411"/>
                </a:cubicBezTo>
                <a:cubicBezTo>
                  <a:pt x="1104840" y="191801"/>
                  <a:pt x="1100409" y="196109"/>
                  <a:pt x="1095019" y="196033"/>
                </a:cubicBezTo>
                <a:moveTo>
                  <a:pt x="1055962" y="195470"/>
                </a:moveTo>
                <a:lnTo>
                  <a:pt x="1055943" y="195470"/>
                </a:lnTo>
                <a:cubicBezTo>
                  <a:pt x="1050553" y="195393"/>
                  <a:pt x="1046245" y="190962"/>
                  <a:pt x="1046320" y="185572"/>
                </a:cubicBezTo>
                <a:cubicBezTo>
                  <a:pt x="1046398" y="180182"/>
                  <a:pt x="1050829" y="175875"/>
                  <a:pt x="1056219" y="175951"/>
                </a:cubicBezTo>
                <a:lnTo>
                  <a:pt x="1056239" y="175951"/>
                </a:lnTo>
                <a:cubicBezTo>
                  <a:pt x="1061628" y="176028"/>
                  <a:pt x="1065936" y="180459"/>
                  <a:pt x="1065859" y="185849"/>
                </a:cubicBezTo>
                <a:cubicBezTo>
                  <a:pt x="1065783" y="191239"/>
                  <a:pt x="1061352" y="195546"/>
                  <a:pt x="1055962" y="195470"/>
                </a:cubicBezTo>
                <a:moveTo>
                  <a:pt x="1016703" y="194832"/>
                </a:moveTo>
                <a:lnTo>
                  <a:pt x="1016683" y="194832"/>
                </a:lnTo>
                <a:cubicBezTo>
                  <a:pt x="1011296" y="194643"/>
                  <a:pt x="1007082" y="190122"/>
                  <a:pt x="1007271" y="184735"/>
                </a:cubicBezTo>
                <a:cubicBezTo>
                  <a:pt x="1007460" y="179348"/>
                  <a:pt x="1011981" y="175134"/>
                  <a:pt x="1017368" y="175323"/>
                </a:cubicBezTo>
                <a:lnTo>
                  <a:pt x="1017388" y="175324"/>
                </a:lnTo>
                <a:cubicBezTo>
                  <a:pt x="1022774" y="175513"/>
                  <a:pt x="1026989" y="180033"/>
                  <a:pt x="1026799" y="185420"/>
                </a:cubicBezTo>
                <a:cubicBezTo>
                  <a:pt x="1026610" y="190808"/>
                  <a:pt x="1022090" y="195021"/>
                  <a:pt x="1016703" y="194832"/>
                </a:cubicBezTo>
                <a:moveTo>
                  <a:pt x="977666" y="193454"/>
                </a:moveTo>
                <a:lnTo>
                  <a:pt x="977646" y="193454"/>
                </a:lnTo>
                <a:cubicBezTo>
                  <a:pt x="972260" y="193265"/>
                  <a:pt x="968046" y="188744"/>
                  <a:pt x="968235" y="183357"/>
                </a:cubicBezTo>
                <a:cubicBezTo>
                  <a:pt x="968424" y="177970"/>
                  <a:pt x="972944" y="173756"/>
                  <a:pt x="978331" y="173945"/>
                </a:cubicBezTo>
                <a:lnTo>
                  <a:pt x="978350" y="173946"/>
                </a:lnTo>
                <a:cubicBezTo>
                  <a:pt x="983738" y="174135"/>
                  <a:pt x="987952" y="178655"/>
                  <a:pt x="987763" y="184042"/>
                </a:cubicBezTo>
                <a:cubicBezTo>
                  <a:pt x="987573" y="189430"/>
                  <a:pt x="983053" y="193644"/>
                  <a:pt x="977666" y="193454"/>
                </a:cubicBezTo>
                <a:moveTo>
                  <a:pt x="938629" y="192077"/>
                </a:moveTo>
                <a:lnTo>
                  <a:pt x="938610" y="192076"/>
                </a:lnTo>
                <a:cubicBezTo>
                  <a:pt x="933223" y="191887"/>
                  <a:pt x="929009" y="187366"/>
                  <a:pt x="929198" y="181979"/>
                </a:cubicBezTo>
                <a:cubicBezTo>
                  <a:pt x="929387" y="176592"/>
                  <a:pt x="933907" y="172378"/>
                  <a:pt x="939295" y="172567"/>
                </a:cubicBezTo>
                <a:lnTo>
                  <a:pt x="939314" y="172568"/>
                </a:lnTo>
                <a:cubicBezTo>
                  <a:pt x="944701" y="172757"/>
                  <a:pt x="948915" y="177277"/>
                  <a:pt x="948726" y="182665"/>
                </a:cubicBezTo>
                <a:cubicBezTo>
                  <a:pt x="948537" y="188052"/>
                  <a:pt x="944016" y="192266"/>
                  <a:pt x="938629" y="192077"/>
                </a:cubicBezTo>
                <a:moveTo>
                  <a:pt x="899464" y="190615"/>
                </a:moveTo>
                <a:lnTo>
                  <a:pt x="899445" y="190614"/>
                </a:lnTo>
                <a:cubicBezTo>
                  <a:pt x="894061" y="190352"/>
                  <a:pt x="889908" y="185775"/>
                  <a:pt x="890170" y="180391"/>
                </a:cubicBezTo>
                <a:cubicBezTo>
                  <a:pt x="890433" y="175006"/>
                  <a:pt x="895009" y="170854"/>
                  <a:pt x="900392" y="171116"/>
                </a:cubicBezTo>
                <a:lnTo>
                  <a:pt x="900412" y="171117"/>
                </a:lnTo>
                <a:cubicBezTo>
                  <a:pt x="905797" y="171379"/>
                  <a:pt x="909949" y="175956"/>
                  <a:pt x="909687" y="181340"/>
                </a:cubicBezTo>
                <a:cubicBezTo>
                  <a:pt x="909425" y="186724"/>
                  <a:pt x="904849" y="190877"/>
                  <a:pt x="899464" y="190615"/>
                </a:cubicBezTo>
                <a:moveTo>
                  <a:pt x="860447" y="188706"/>
                </a:moveTo>
                <a:lnTo>
                  <a:pt x="860428" y="188705"/>
                </a:lnTo>
                <a:cubicBezTo>
                  <a:pt x="855044" y="188441"/>
                  <a:pt x="850893" y="183863"/>
                  <a:pt x="851155" y="178479"/>
                </a:cubicBezTo>
                <a:cubicBezTo>
                  <a:pt x="851420" y="173095"/>
                  <a:pt x="855997" y="168944"/>
                  <a:pt x="861382" y="169207"/>
                </a:cubicBezTo>
                <a:lnTo>
                  <a:pt x="861400" y="169208"/>
                </a:lnTo>
                <a:cubicBezTo>
                  <a:pt x="866785" y="169471"/>
                  <a:pt x="870936" y="174049"/>
                  <a:pt x="870672" y="179433"/>
                </a:cubicBezTo>
                <a:cubicBezTo>
                  <a:pt x="870410" y="184817"/>
                  <a:pt x="865831" y="188969"/>
                  <a:pt x="860447" y="188706"/>
                </a:cubicBezTo>
                <a:moveTo>
                  <a:pt x="821434" y="186797"/>
                </a:moveTo>
                <a:lnTo>
                  <a:pt x="821414" y="186796"/>
                </a:lnTo>
                <a:cubicBezTo>
                  <a:pt x="816030" y="186533"/>
                  <a:pt x="811878" y="181954"/>
                  <a:pt x="812141" y="176570"/>
                </a:cubicBezTo>
                <a:cubicBezTo>
                  <a:pt x="812404" y="171186"/>
                  <a:pt x="816983" y="167035"/>
                  <a:pt x="822367" y="167298"/>
                </a:cubicBezTo>
                <a:lnTo>
                  <a:pt x="822386" y="167299"/>
                </a:lnTo>
                <a:cubicBezTo>
                  <a:pt x="827771" y="167562"/>
                  <a:pt x="831922" y="172140"/>
                  <a:pt x="831658" y="177524"/>
                </a:cubicBezTo>
                <a:cubicBezTo>
                  <a:pt x="831395" y="182909"/>
                  <a:pt x="826818" y="187060"/>
                  <a:pt x="821434" y="186797"/>
                </a:cubicBezTo>
                <a:moveTo>
                  <a:pt x="782289" y="184730"/>
                </a:moveTo>
                <a:lnTo>
                  <a:pt x="782270" y="184729"/>
                </a:lnTo>
                <a:cubicBezTo>
                  <a:pt x="776890" y="184389"/>
                  <a:pt x="772804" y="179752"/>
                  <a:pt x="773144" y="174373"/>
                </a:cubicBezTo>
                <a:cubicBezTo>
                  <a:pt x="773483" y="168993"/>
                  <a:pt x="778119" y="164907"/>
                  <a:pt x="783499" y="165247"/>
                </a:cubicBezTo>
                <a:lnTo>
                  <a:pt x="783518" y="165248"/>
                </a:lnTo>
                <a:cubicBezTo>
                  <a:pt x="788898" y="165587"/>
                  <a:pt x="792984" y="170224"/>
                  <a:pt x="792645" y="175604"/>
                </a:cubicBezTo>
                <a:cubicBezTo>
                  <a:pt x="792306" y="180984"/>
                  <a:pt x="787668" y="185069"/>
                  <a:pt x="782289" y="184730"/>
                </a:cubicBezTo>
                <a:moveTo>
                  <a:pt x="743305" y="182283"/>
                </a:moveTo>
                <a:lnTo>
                  <a:pt x="743285" y="182281"/>
                </a:lnTo>
                <a:cubicBezTo>
                  <a:pt x="737905" y="181942"/>
                  <a:pt x="733820" y="177305"/>
                  <a:pt x="734159" y="171925"/>
                </a:cubicBezTo>
                <a:cubicBezTo>
                  <a:pt x="734499" y="166546"/>
                  <a:pt x="739135" y="162460"/>
                  <a:pt x="744514" y="162800"/>
                </a:cubicBezTo>
                <a:lnTo>
                  <a:pt x="744534" y="162801"/>
                </a:lnTo>
                <a:cubicBezTo>
                  <a:pt x="749914" y="163140"/>
                  <a:pt x="754000" y="167777"/>
                  <a:pt x="753660" y="173157"/>
                </a:cubicBezTo>
                <a:cubicBezTo>
                  <a:pt x="753320" y="178536"/>
                  <a:pt x="748685" y="182622"/>
                  <a:pt x="743305" y="182283"/>
                </a:cubicBezTo>
                <a:moveTo>
                  <a:pt x="704320" y="179836"/>
                </a:moveTo>
                <a:lnTo>
                  <a:pt x="704301" y="179834"/>
                </a:lnTo>
                <a:cubicBezTo>
                  <a:pt x="698922" y="179495"/>
                  <a:pt x="694836" y="174858"/>
                  <a:pt x="695175" y="169479"/>
                </a:cubicBezTo>
                <a:cubicBezTo>
                  <a:pt x="695515" y="164099"/>
                  <a:pt x="700151" y="160013"/>
                  <a:pt x="705531" y="160352"/>
                </a:cubicBezTo>
                <a:lnTo>
                  <a:pt x="705551" y="160354"/>
                </a:lnTo>
                <a:cubicBezTo>
                  <a:pt x="710930" y="160693"/>
                  <a:pt x="715016" y="165330"/>
                  <a:pt x="714677" y="170709"/>
                </a:cubicBezTo>
                <a:cubicBezTo>
                  <a:pt x="714337" y="176089"/>
                  <a:pt x="709701" y="180175"/>
                  <a:pt x="704320" y="179836"/>
                </a:cubicBezTo>
                <a:moveTo>
                  <a:pt x="665218" y="177098"/>
                </a:moveTo>
                <a:lnTo>
                  <a:pt x="665198" y="177096"/>
                </a:lnTo>
                <a:cubicBezTo>
                  <a:pt x="659824" y="176680"/>
                  <a:pt x="655805" y="171987"/>
                  <a:pt x="656220" y="166612"/>
                </a:cubicBezTo>
                <a:cubicBezTo>
                  <a:pt x="656636" y="161238"/>
                  <a:pt x="661329" y="157218"/>
                  <a:pt x="666704" y="157633"/>
                </a:cubicBezTo>
                <a:lnTo>
                  <a:pt x="666724" y="157635"/>
                </a:lnTo>
                <a:cubicBezTo>
                  <a:pt x="672098" y="158051"/>
                  <a:pt x="676119" y="162744"/>
                  <a:pt x="675702" y="168119"/>
                </a:cubicBezTo>
                <a:cubicBezTo>
                  <a:pt x="675287" y="173493"/>
                  <a:pt x="670592" y="177513"/>
                  <a:pt x="665218" y="177098"/>
                </a:cubicBezTo>
                <a:moveTo>
                  <a:pt x="626273" y="174090"/>
                </a:moveTo>
                <a:lnTo>
                  <a:pt x="626254" y="174089"/>
                </a:lnTo>
                <a:cubicBezTo>
                  <a:pt x="620879" y="173673"/>
                  <a:pt x="616859" y="168979"/>
                  <a:pt x="617275" y="163605"/>
                </a:cubicBezTo>
                <a:cubicBezTo>
                  <a:pt x="617690" y="158230"/>
                  <a:pt x="622384" y="154210"/>
                  <a:pt x="627760" y="154626"/>
                </a:cubicBezTo>
                <a:lnTo>
                  <a:pt x="627779" y="154628"/>
                </a:lnTo>
                <a:cubicBezTo>
                  <a:pt x="633153" y="155043"/>
                  <a:pt x="637172" y="159737"/>
                  <a:pt x="636757" y="165112"/>
                </a:cubicBezTo>
                <a:cubicBezTo>
                  <a:pt x="636341" y="170486"/>
                  <a:pt x="631648" y="174506"/>
                  <a:pt x="626273" y="174090"/>
                </a:cubicBezTo>
                <a:moveTo>
                  <a:pt x="587328" y="171083"/>
                </a:moveTo>
                <a:lnTo>
                  <a:pt x="587308" y="171082"/>
                </a:lnTo>
                <a:cubicBezTo>
                  <a:pt x="581933" y="170666"/>
                  <a:pt x="577915" y="165972"/>
                  <a:pt x="578330" y="160598"/>
                </a:cubicBezTo>
                <a:cubicBezTo>
                  <a:pt x="578746" y="155223"/>
                  <a:pt x="583440" y="151203"/>
                  <a:pt x="588813" y="151619"/>
                </a:cubicBezTo>
                <a:lnTo>
                  <a:pt x="588833" y="151620"/>
                </a:lnTo>
                <a:cubicBezTo>
                  <a:pt x="594207" y="152036"/>
                  <a:pt x="598228" y="156730"/>
                  <a:pt x="597811" y="162105"/>
                </a:cubicBezTo>
                <a:cubicBezTo>
                  <a:pt x="597396" y="167479"/>
                  <a:pt x="592702" y="171499"/>
                  <a:pt x="587328" y="171083"/>
                </a:cubicBezTo>
                <a:moveTo>
                  <a:pt x="548276" y="167559"/>
                </a:moveTo>
                <a:lnTo>
                  <a:pt x="548258" y="167557"/>
                </a:lnTo>
                <a:cubicBezTo>
                  <a:pt x="542889" y="167059"/>
                  <a:pt x="538942" y="162304"/>
                  <a:pt x="539440" y="156936"/>
                </a:cubicBezTo>
                <a:cubicBezTo>
                  <a:pt x="539939" y="151569"/>
                  <a:pt x="544693" y="147622"/>
                  <a:pt x="550061" y="148120"/>
                </a:cubicBezTo>
                <a:lnTo>
                  <a:pt x="550081" y="148122"/>
                </a:lnTo>
                <a:cubicBezTo>
                  <a:pt x="555447" y="148620"/>
                  <a:pt x="559395" y="153375"/>
                  <a:pt x="558897" y="158742"/>
                </a:cubicBezTo>
                <a:cubicBezTo>
                  <a:pt x="558398" y="164110"/>
                  <a:pt x="553644" y="168057"/>
                  <a:pt x="548276" y="167559"/>
                </a:cubicBezTo>
                <a:moveTo>
                  <a:pt x="509382" y="163952"/>
                </a:moveTo>
                <a:lnTo>
                  <a:pt x="509364" y="163950"/>
                </a:lnTo>
                <a:cubicBezTo>
                  <a:pt x="503995" y="163451"/>
                  <a:pt x="500049" y="158696"/>
                  <a:pt x="500546" y="153329"/>
                </a:cubicBezTo>
                <a:cubicBezTo>
                  <a:pt x="501044" y="147962"/>
                  <a:pt x="505800" y="144014"/>
                  <a:pt x="511167" y="144512"/>
                </a:cubicBezTo>
                <a:lnTo>
                  <a:pt x="511186" y="144514"/>
                </a:lnTo>
                <a:cubicBezTo>
                  <a:pt x="516554" y="145012"/>
                  <a:pt x="520501" y="149767"/>
                  <a:pt x="520003" y="155135"/>
                </a:cubicBezTo>
                <a:cubicBezTo>
                  <a:pt x="519505" y="160502"/>
                  <a:pt x="514750" y="164449"/>
                  <a:pt x="509382" y="163952"/>
                </a:cubicBezTo>
                <a:moveTo>
                  <a:pt x="470343" y="160117"/>
                </a:moveTo>
                <a:lnTo>
                  <a:pt x="470324" y="160114"/>
                </a:lnTo>
                <a:cubicBezTo>
                  <a:pt x="464966" y="159524"/>
                  <a:pt x="461101" y="154702"/>
                  <a:pt x="461691" y="149344"/>
                </a:cubicBezTo>
                <a:cubicBezTo>
                  <a:pt x="462281" y="143986"/>
                  <a:pt x="467103" y="140121"/>
                  <a:pt x="472462" y="140711"/>
                </a:cubicBezTo>
                <a:lnTo>
                  <a:pt x="472481" y="140713"/>
                </a:lnTo>
                <a:cubicBezTo>
                  <a:pt x="477839" y="141303"/>
                  <a:pt x="481703" y="146125"/>
                  <a:pt x="481114" y="151484"/>
                </a:cubicBezTo>
                <a:cubicBezTo>
                  <a:pt x="480524" y="156842"/>
                  <a:pt x="475701" y="160707"/>
                  <a:pt x="470343" y="160117"/>
                </a:cubicBezTo>
                <a:moveTo>
                  <a:pt x="431517" y="155844"/>
                </a:moveTo>
                <a:lnTo>
                  <a:pt x="431497" y="155842"/>
                </a:lnTo>
                <a:cubicBezTo>
                  <a:pt x="426139" y="155252"/>
                  <a:pt x="422274" y="150430"/>
                  <a:pt x="422864" y="145072"/>
                </a:cubicBezTo>
                <a:cubicBezTo>
                  <a:pt x="423455" y="139714"/>
                  <a:pt x="428276" y="135849"/>
                  <a:pt x="433635" y="136438"/>
                </a:cubicBezTo>
                <a:lnTo>
                  <a:pt x="433654" y="136441"/>
                </a:lnTo>
                <a:cubicBezTo>
                  <a:pt x="439012" y="137031"/>
                  <a:pt x="442877" y="141853"/>
                  <a:pt x="442287" y="147211"/>
                </a:cubicBezTo>
                <a:cubicBezTo>
                  <a:pt x="441697" y="152569"/>
                  <a:pt x="436874" y="156434"/>
                  <a:pt x="431517" y="155844"/>
                </a:cubicBezTo>
                <a:moveTo>
                  <a:pt x="392690" y="151572"/>
                </a:moveTo>
                <a:lnTo>
                  <a:pt x="392671" y="151569"/>
                </a:lnTo>
                <a:cubicBezTo>
                  <a:pt x="387312" y="150980"/>
                  <a:pt x="383446" y="146157"/>
                  <a:pt x="384038" y="140799"/>
                </a:cubicBezTo>
                <a:cubicBezTo>
                  <a:pt x="384628" y="135441"/>
                  <a:pt x="389449" y="131576"/>
                  <a:pt x="394808" y="132166"/>
                </a:cubicBezTo>
                <a:lnTo>
                  <a:pt x="394827" y="132168"/>
                </a:lnTo>
                <a:cubicBezTo>
                  <a:pt x="400185" y="132758"/>
                  <a:pt x="404050" y="137581"/>
                  <a:pt x="403461" y="142939"/>
                </a:cubicBezTo>
                <a:cubicBezTo>
                  <a:pt x="402870" y="148297"/>
                  <a:pt x="398048" y="152162"/>
                  <a:pt x="392690" y="151572"/>
                </a:cubicBezTo>
                <a:moveTo>
                  <a:pt x="353762" y="146547"/>
                </a:moveTo>
                <a:lnTo>
                  <a:pt x="353742" y="146544"/>
                </a:lnTo>
                <a:cubicBezTo>
                  <a:pt x="348396" y="145850"/>
                  <a:pt x="344626" y="140953"/>
                  <a:pt x="345321" y="135607"/>
                </a:cubicBezTo>
                <a:cubicBezTo>
                  <a:pt x="346016" y="130262"/>
                  <a:pt x="350912" y="126492"/>
                  <a:pt x="356258" y="127186"/>
                </a:cubicBezTo>
                <a:lnTo>
                  <a:pt x="356277" y="127189"/>
                </a:lnTo>
                <a:cubicBezTo>
                  <a:pt x="361623" y="127883"/>
                  <a:pt x="365393" y="132780"/>
                  <a:pt x="364698" y="138125"/>
                </a:cubicBezTo>
                <a:cubicBezTo>
                  <a:pt x="364004" y="143471"/>
                  <a:pt x="359108" y="147241"/>
                  <a:pt x="353762" y="146547"/>
                </a:cubicBezTo>
                <a:moveTo>
                  <a:pt x="315027" y="141509"/>
                </a:moveTo>
                <a:lnTo>
                  <a:pt x="315007" y="141507"/>
                </a:lnTo>
                <a:cubicBezTo>
                  <a:pt x="309661" y="140812"/>
                  <a:pt x="305892" y="135916"/>
                  <a:pt x="306586" y="130570"/>
                </a:cubicBezTo>
                <a:cubicBezTo>
                  <a:pt x="307281" y="125225"/>
                  <a:pt x="312178" y="121454"/>
                  <a:pt x="317524" y="122149"/>
                </a:cubicBezTo>
                <a:lnTo>
                  <a:pt x="317542" y="122151"/>
                </a:lnTo>
                <a:cubicBezTo>
                  <a:pt x="322888" y="122846"/>
                  <a:pt x="326658" y="127743"/>
                  <a:pt x="325963" y="133088"/>
                </a:cubicBezTo>
                <a:cubicBezTo>
                  <a:pt x="325269" y="138434"/>
                  <a:pt x="320373" y="142204"/>
                  <a:pt x="315027" y="141509"/>
                </a:cubicBezTo>
                <a:moveTo>
                  <a:pt x="276156" y="135725"/>
                </a:moveTo>
                <a:lnTo>
                  <a:pt x="276138" y="135722"/>
                </a:lnTo>
                <a:cubicBezTo>
                  <a:pt x="270810" y="134896"/>
                  <a:pt x="267161" y="129909"/>
                  <a:pt x="267987" y="124582"/>
                </a:cubicBezTo>
                <a:cubicBezTo>
                  <a:pt x="268812" y="119255"/>
                  <a:pt x="273800" y="115606"/>
                  <a:pt x="279127" y="116432"/>
                </a:cubicBezTo>
                <a:lnTo>
                  <a:pt x="279147" y="116435"/>
                </a:lnTo>
                <a:cubicBezTo>
                  <a:pt x="284473" y="117260"/>
                  <a:pt x="288122" y="122248"/>
                  <a:pt x="287297" y="127575"/>
                </a:cubicBezTo>
                <a:cubicBezTo>
                  <a:pt x="286470" y="132902"/>
                  <a:pt x="281483" y="136551"/>
                  <a:pt x="276156" y="135725"/>
                </a:cubicBezTo>
                <a:moveTo>
                  <a:pt x="237552" y="129769"/>
                </a:moveTo>
                <a:lnTo>
                  <a:pt x="237533" y="129766"/>
                </a:lnTo>
                <a:cubicBezTo>
                  <a:pt x="232206" y="128940"/>
                  <a:pt x="228556" y="123953"/>
                  <a:pt x="229382" y="118626"/>
                </a:cubicBezTo>
                <a:cubicBezTo>
                  <a:pt x="230208" y="113299"/>
                  <a:pt x="235196" y="109650"/>
                  <a:pt x="240523" y="110476"/>
                </a:cubicBezTo>
                <a:lnTo>
                  <a:pt x="240543" y="110479"/>
                </a:lnTo>
                <a:cubicBezTo>
                  <a:pt x="245868" y="111304"/>
                  <a:pt x="249518" y="116292"/>
                  <a:pt x="248693" y="121619"/>
                </a:cubicBezTo>
                <a:cubicBezTo>
                  <a:pt x="247867" y="126946"/>
                  <a:pt x="242879" y="130595"/>
                  <a:pt x="237552" y="129769"/>
                </a:cubicBezTo>
                <a:moveTo>
                  <a:pt x="198826" y="122831"/>
                </a:moveTo>
                <a:lnTo>
                  <a:pt x="198807" y="122827"/>
                </a:lnTo>
                <a:cubicBezTo>
                  <a:pt x="193507" y="121846"/>
                  <a:pt x="190004" y="116754"/>
                  <a:pt x="190985" y="111454"/>
                </a:cubicBezTo>
                <a:cubicBezTo>
                  <a:pt x="191965" y="106153"/>
                  <a:pt x="197057" y="102651"/>
                  <a:pt x="202358" y="103632"/>
                </a:cubicBezTo>
                <a:lnTo>
                  <a:pt x="202378" y="103635"/>
                </a:lnTo>
                <a:cubicBezTo>
                  <a:pt x="207677" y="104616"/>
                  <a:pt x="211179" y="109708"/>
                  <a:pt x="210198" y="115008"/>
                </a:cubicBezTo>
                <a:cubicBezTo>
                  <a:pt x="209218" y="120309"/>
                  <a:pt x="204126" y="123811"/>
                  <a:pt x="198826" y="122831"/>
                </a:cubicBezTo>
                <a:moveTo>
                  <a:pt x="160043" y="115533"/>
                </a:moveTo>
                <a:lnTo>
                  <a:pt x="160025" y="115528"/>
                </a:lnTo>
                <a:cubicBezTo>
                  <a:pt x="154769" y="114329"/>
                  <a:pt x="151481" y="109097"/>
                  <a:pt x="152679" y="103841"/>
                </a:cubicBezTo>
                <a:cubicBezTo>
                  <a:pt x="153879" y="98586"/>
                  <a:pt x="159112" y="95298"/>
                  <a:pt x="164367" y="96497"/>
                </a:cubicBezTo>
                <a:lnTo>
                  <a:pt x="164386" y="96501"/>
                </a:lnTo>
                <a:cubicBezTo>
                  <a:pt x="169642" y="97701"/>
                  <a:pt x="172930" y="102933"/>
                  <a:pt x="171731" y="108189"/>
                </a:cubicBezTo>
                <a:cubicBezTo>
                  <a:pt x="170531" y="113444"/>
                  <a:pt x="165299" y="116732"/>
                  <a:pt x="160043" y="115533"/>
                </a:cubicBezTo>
                <a:moveTo>
                  <a:pt x="121959" y="106851"/>
                </a:moveTo>
                <a:lnTo>
                  <a:pt x="121941" y="106847"/>
                </a:lnTo>
                <a:cubicBezTo>
                  <a:pt x="116684" y="105647"/>
                  <a:pt x="113397" y="100415"/>
                  <a:pt x="114596" y="95159"/>
                </a:cubicBezTo>
                <a:cubicBezTo>
                  <a:pt x="115796" y="89904"/>
                  <a:pt x="121028" y="86616"/>
                  <a:pt x="126284" y="87815"/>
                </a:cubicBezTo>
                <a:lnTo>
                  <a:pt x="126303" y="87820"/>
                </a:lnTo>
                <a:cubicBezTo>
                  <a:pt x="131559" y="89019"/>
                  <a:pt x="134846" y="94252"/>
                  <a:pt x="133647" y="99507"/>
                </a:cubicBezTo>
                <a:cubicBezTo>
                  <a:pt x="132447" y="104763"/>
                  <a:pt x="127215" y="108051"/>
                  <a:pt x="121959" y="106851"/>
                </a:cubicBezTo>
                <a:moveTo>
                  <a:pt x="83657" y="96721"/>
                </a:moveTo>
                <a:lnTo>
                  <a:pt x="83639" y="96716"/>
                </a:lnTo>
                <a:cubicBezTo>
                  <a:pt x="78463" y="95209"/>
                  <a:pt x="75489" y="89792"/>
                  <a:pt x="76996" y="84616"/>
                </a:cubicBezTo>
                <a:cubicBezTo>
                  <a:pt x="78503" y="79441"/>
                  <a:pt x="83920" y="76466"/>
                  <a:pt x="89096" y="77973"/>
                </a:cubicBezTo>
                <a:lnTo>
                  <a:pt x="89115" y="77979"/>
                </a:lnTo>
                <a:cubicBezTo>
                  <a:pt x="94290" y="79486"/>
                  <a:pt x="97264" y="84903"/>
                  <a:pt x="95757" y="90078"/>
                </a:cubicBezTo>
                <a:cubicBezTo>
                  <a:pt x="94250" y="95254"/>
                  <a:pt x="88833" y="98228"/>
                  <a:pt x="83657" y="96721"/>
                </a:cubicBezTo>
                <a:moveTo>
                  <a:pt x="45378" y="82517"/>
                </a:moveTo>
                <a:lnTo>
                  <a:pt x="45360" y="82508"/>
                </a:lnTo>
                <a:cubicBezTo>
                  <a:pt x="40586" y="80005"/>
                  <a:pt x="38745" y="74106"/>
                  <a:pt x="41248" y="69332"/>
                </a:cubicBezTo>
                <a:cubicBezTo>
                  <a:pt x="43751" y="64558"/>
                  <a:pt x="49651" y="62716"/>
                  <a:pt x="54425" y="65220"/>
                </a:cubicBezTo>
                <a:lnTo>
                  <a:pt x="54442" y="65229"/>
                </a:lnTo>
                <a:cubicBezTo>
                  <a:pt x="59217" y="67732"/>
                  <a:pt x="61057" y="73631"/>
                  <a:pt x="58555" y="78405"/>
                </a:cubicBezTo>
                <a:cubicBezTo>
                  <a:pt x="56051" y="83179"/>
                  <a:pt x="50152" y="85020"/>
                  <a:pt x="45378" y="82517"/>
                </a:cubicBezTo>
                <a:moveTo>
                  <a:pt x="28877" y="97278"/>
                </a:moveTo>
                <a:lnTo>
                  <a:pt x="0" y="38515"/>
                </a:lnTo>
                <a:lnTo>
                  <a:pt x="64336" y="50673"/>
                </a:lnTo>
                <a:lnTo>
                  <a:pt x="28877" y="972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51">
            <a:extLst xmlns:a="http://schemas.openxmlformats.org/drawingml/2006/main">
              <a:ext uri="{FF2B5EF4-FFF2-40B4-BE49-F238E27FC236}">
                <a16:creationId xmlns:a16="http://schemas.microsoft.com/office/drawing/2014/main" id="{B2E83335-907F-43A0-B60E-B7FEF502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8332" y="738583"/>
            <a:ext cx="466714" cy="39043"/>
          </a:xfrm>
          <a:custGeom xmlns:a="http://schemas.openxmlformats.org/drawingml/2006/main">
            <a:pathLst>
              <a:path w="466714" h="39043">
                <a:moveTo>
                  <a:pt x="0" y="0"/>
                </a:moveTo>
                <a:lnTo>
                  <a:pt x="417912" y="1"/>
                </a:lnTo>
                <a:lnTo>
                  <a:pt x="417912" y="19522"/>
                </a:lnTo>
                <a:lnTo>
                  <a:pt x="0" y="19521"/>
                </a:lnTo>
                <a:lnTo>
                  <a:pt x="0" y="0"/>
                </a:lnTo>
                <a:moveTo>
                  <a:pt x="408152" y="-19520"/>
                </a:moveTo>
                <a:lnTo>
                  <a:pt x="466714" y="9761"/>
                </a:lnTo>
                <a:lnTo>
                  <a:pt x="408152" y="39043"/>
                </a:lnTo>
                <a:lnTo>
                  <a:pt x="408152" y="-195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9FD58B39-767B-448D-9751-6B17FC2B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803" y="36789"/>
            <a:ext cx="805084" cy="175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51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AE80F550-3537-4124-8352-45E0E4A8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823" y="36789"/>
            <a:ext cx="849023" cy="175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latent</a:t>
            </a:r>
          </a:p>
        </p:txBody>
      </p:sp>
      <p:sp>
        <p:nvSpPr>
          <p:cNvPr id="52" name="pdf-path-54">
            <a:extLst xmlns:a="http://schemas.openxmlformats.org/drawingml/2006/main">
              <a:ext uri="{FF2B5EF4-FFF2-40B4-BE49-F238E27FC236}">
                <a16:creationId xmlns:a16="http://schemas.microsoft.com/office/drawing/2014/main" id="{A9AF63A1-6225-4C30-AE2A-5E7C00BE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694" y="738585"/>
            <a:ext cx="2300799" cy="62637"/>
          </a:xfrm>
          <a:custGeom xmlns:a="http://schemas.openxmlformats.org/drawingml/2006/main">
            <a:pathLst>
              <a:path w="2300799" h="62637">
                <a:moveTo>
                  <a:pt x="205" y="0"/>
                </a:moveTo>
                <a:lnTo>
                  <a:pt x="2252105" y="23701"/>
                </a:lnTo>
                <a:lnTo>
                  <a:pt x="2251899" y="43221"/>
                </a:lnTo>
                <a:lnTo>
                  <a:pt x="0" y="19519"/>
                </a:lnTo>
                <a:lnTo>
                  <a:pt x="205" y="0"/>
                </a:lnTo>
                <a:moveTo>
                  <a:pt x="2242548" y="4079"/>
                </a:moveTo>
                <a:lnTo>
                  <a:pt x="2300799" y="33974"/>
                </a:lnTo>
                <a:lnTo>
                  <a:pt x="2241931" y="62637"/>
                </a:lnTo>
                <a:lnTo>
                  <a:pt x="2242548" y="40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55">
            <a:extLst xmlns:a="http://schemas.openxmlformats.org/drawingml/2006/main">
              <a:ext uri="{FF2B5EF4-FFF2-40B4-BE49-F238E27FC236}">
                <a16:creationId xmlns:a16="http://schemas.microsoft.com/office/drawing/2014/main" id="{E6127A76-69B8-44EE-835B-2A3DD22A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981" y="611699"/>
            <a:ext cx="1015078" cy="302571"/>
          </a:xfrm>
          <a:custGeom xmlns:a="http://schemas.openxmlformats.org/drawingml/2006/main">
            <a:pathLst>
              <a:path w="1015078" h="302571">
                <a:moveTo>
                  <a:pt x="0" y="32599"/>
                </a:moveTo>
                <a:cubicBezTo>
                  <a:pt x="0" y="14596"/>
                  <a:pt x="14596" y="0"/>
                  <a:pt x="32599" y="0"/>
                </a:cubicBezTo>
                <a:lnTo>
                  <a:pt x="982478" y="0"/>
                </a:lnTo>
                <a:cubicBezTo>
                  <a:pt x="1000483" y="0"/>
                  <a:pt x="1015078" y="14596"/>
                  <a:pt x="1015078" y="32599"/>
                </a:cubicBezTo>
                <a:lnTo>
                  <a:pt x="1015078" y="269972"/>
                </a:lnTo>
                <a:cubicBezTo>
                  <a:pt x="1015078" y="287975"/>
                  <a:pt x="1000483" y="302571"/>
                  <a:pt x="982478" y="302571"/>
                </a:cubicBezTo>
                <a:lnTo>
                  <a:pt x="32599" y="302571"/>
                </a:lnTo>
                <a:cubicBezTo>
                  <a:pt x="14596" y="302571"/>
                  <a:pt x="0" y="287975"/>
                  <a:pt x="0" y="269972"/>
                </a:cubicBezTo>
                <a:lnTo>
                  <a:pt x="0" y="3259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56">
            <a:extLst xmlns:a="http://schemas.openxmlformats.org/drawingml/2006/main">
              <a:ext uri="{FF2B5EF4-FFF2-40B4-BE49-F238E27FC236}">
                <a16:creationId xmlns:a16="http://schemas.microsoft.com/office/drawing/2014/main" id="{27971843-F5CE-4805-B486-CB82418E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981" y="611699"/>
            <a:ext cx="1015078" cy="302571"/>
          </a:xfrm>
          <a:custGeom xmlns:a="http://schemas.openxmlformats.org/drawingml/2006/main">
            <a:pathLst>
              <a:path w="1015078" h="302571">
                <a:moveTo>
                  <a:pt x="0" y="32599"/>
                </a:moveTo>
                <a:cubicBezTo>
                  <a:pt x="0" y="14595"/>
                  <a:pt x="14595" y="0"/>
                  <a:pt x="32599" y="0"/>
                </a:cubicBezTo>
                <a:lnTo>
                  <a:pt x="982478" y="0"/>
                </a:lnTo>
                <a:cubicBezTo>
                  <a:pt x="1000483" y="0"/>
                  <a:pt x="1015078" y="14595"/>
                  <a:pt x="1015078" y="32599"/>
                </a:cubicBezTo>
                <a:lnTo>
                  <a:pt x="1015078" y="269972"/>
                </a:lnTo>
                <a:cubicBezTo>
                  <a:pt x="1015078" y="287976"/>
                  <a:pt x="1000483" y="302571"/>
                  <a:pt x="982478" y="302571"/>
                </a:cubicBezTo>
                <a:lnTo>
                  <a:pt x="32599" y="302571"/>
                </a:lnTo>
                <a:cubicBezTo>
                  <a:pt x="14595" y="302571"/>
                  <a:pt x="0" y="287976"/>
                  <a:pt x="0" y="269972"/>
                </a:cubicBezTo>
                <a:lnTo>
                  <a:pt x="0" y="32599"/>
                </a:lnTo>
              </a:path>
            </a:pathLst>
          </a:custGeom>
          <a:noFill xmlns:a="http://schemas.openxmlformats.org/drawingml/2006/main"/>
          <a:ln xmlns:a="http://schemas.openxmlformats.org/drawingml/2006/main" w="39041">
            <a:solidFill>
              <a:srgbClr val="595959"/>
            </a:solidFill>
            <a:prstDash val="solid"/>
          </a:ln>
        </p:spPr>
      </p:sp>
      <p:sp>
        <p:nvSpPr>
          <p:cNvPr id="55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DDAE7FD7-8705-4162-9A1B-1810A3CF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593" y="670022"/>
            <a:ext cx="770991" cy="156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56" name="pdf-path-58">
            <a:extLst xmlns:a="http://schemas.openxmlformats.org/drawingml/2006/main">
              <a:ext uri="{FF2B5EF4-FFF2-40B4-BE49-F238E27FC236}">
                <a16:creationId xmlns:a16="http://schemas.microsoft.com/office/drawing/2014/main" id="{601A2D7D-1981-40CD-9C6E-1B34DD95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981" y="1070436"/>
            <a:ext cx="1015078" cy="312332"/>
          </a:xfrm>
          <a:custGeom xmlns:a="http://schemas.openxmlformats.org/drawingml/2006/main">
            <a:pathLst>
              <a:path w="1015078" h="312332">
                <a:moveTo>
                  <a:pt x="0" y="33651"/>
                </a:moveTo>
                <a:cubicBezTo>
                  <a:pt x="0" y="15066"/>
                  <a:pt x="15066" y="0"/>
                  <a:pt x="33650" y="0"/>
                </a:cubicBezTo>
                <a:lnTo>
                  <a:pt x="981427" y="0"/>
                </a:lnTo>
                <a:cubicBezTo>
                  <a:pt x="1000012" y="0"/>
                  <a:pt x="1015078" y="15066"/>
                  <a:pt x="1015078" y="33651"/>
                </a:cubicBezTo>
                <a:lnTo>
                  <a:pt x="1015078" y="278681"/>
                </a:lnTo>
                <a:cubicBezTo>
                  <a:pt x="1015078" y="297266"/>
                  <a:pt x="1000012" y="312332"/>
                  <a:pt x="981427" y="312332"/>
                </a:cubicBezTo>
                <a:lnTo>
                  <a:pt x="33650" y="312332"/>
                </a:lnTo>
                <a:cubicBezTo>
                  <a:pt x="15066" y="312332"/>
                  <a:pt x="0" y="297266"/>
                  <a:pt x="0" y="278681"/>
                </a:cubicBezTo>
                <a:lnTo>
                  <a:pt x="0" y="3365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59">
            <a:extLst xmlns:a="http://schemas.openxmlformats.org/drawingml/2006/main">
              <a:ext uri="{FF2B5EF4-FFF2-40B4-BE49-F238E27FC236}">
                <a16:creationId xmlns:a16="http://schemas.microsoft.com/office/drawing/2014/main" id="{5579CA30-2C66-43CC-93CE-AE76AA71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981" y="1070436"/>
            <a:ext cx="1015078" cy="312332"/>
          </a:xfrm>
          <a:custGeom xmlns:a="http://schemas.openxmlformats.org/drawingml/2006/main">
            <a:pathLst>
              <a:path w="1015078" h="312332">
                <a:moveTo>
                  <a:pt x="0" y="33651"/>
                </a:moveTo>
                <a:cubicBezTo>
                  <a:pt x="0" y="15066"/>
                  <a:pt x="15066" y="0"/>
                  <a:pt x="33650" y="0"/>
                </a:cubicBezTo>
                <a:lnTo>
                  <a:pt x="981428" y="0"/>
                </a:lnTo>
                <a:cubicBezTo>
                  <a:pt x="1000013" y="0"/>
                  <a:pt x="1015078" y="15066"/>
                  <a:pt x="1015078" y="33651"/>
                </a:cubicBezTo>
                <a:lnTo>
                  <a:pt x="1015078" y="278681"/>
                </a:lnTo>
                <a:cubicBezTo>
                  <a:pt x="1015078" y="297266"/>
                  <a:pt x="1000013" y="312332"/>
                  <a:pt x="981428" y="312332"/>
                </a:cubicBezTo>
                <a:lnTo>
                  <a:pt x="33650" y="312332"/>
                </a:lnTo>
                <a:cubicBezTo>
                  <a:pt x="15066" y="312332"/>
                  <a:pt x="0" y="297266"/>
                  <a:pt x="0" y="278681"/>
                </a:cubicBezTo>
                <a:lnTo>
                  <a:pt x="0" y="33651"/>
                </a:lnTo>
              </a:path>
            </a:pathLst>
          </a:custGeom>
          <a:noFill xmlns:a="http://schemas.openxmlformats.org/drawingml/2006/main"/>
          <a:ln xmlns:a="http://schemas.openxmlformats.org/drawingml/2006/main" w="39041">
            <a:solidFill>
              <a:srgbClr val="595959"/>
            </a:solidFill>
            <a:prstDash val="solid"/>
          </a:ln>
        </p:spPr>
      </p:sp>
      <p:sp>
        <p:nvSpPr>
          <p:cNvPr id="58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8FFADE7D-B1D3-4007-A093-2E70AE8A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717" y="1138520"/>
            <a:ext cx="549079" cy="156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59" name="pdf-path-61">
            <a:extLst xmlns:a="http://schemas.openxmlformats.org/drawingml/2006/main">
              <a:ext uri="{FF2B5EF4-FFF2-40B4-BE49-F238E27FC236}">
                <a16:creationId xmlns:a16="http://schemas.microsoft.com/office/drawing/2014/main" id="{DD35C777-50A7-425E-AEA3-8AC5647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1" y="1079957"/>
            <a:ext cx="2524943" cy="855582"/>
          </a:xfrm>
          <a:custGeom xmlns:a="http://schemas.openxmlformats.org/drawingml/2006/main">
            <a:pathLst>
              <a:path w="2524943" h="855582">
                <a:moveTo>
                  <a:pt x="2524692" y="10452"/>
                </a:moveTo>
                <a:lnTo>
                  <a:pt x="2524692" y="10472"/>
                </a:lnTo>
                <a:cubicBezTo>
                  <a:pt x="2524441" y="15857"/>
                  <a:pt x="2519873" y="20019"/>
                  <a:pt x="2514489" y="19769"/>
                </a:cubicBezTo>
                <a:cubicBezTo>
                  <a:pt x="2509105" y="19519"/>
                  <a:pt x="2504942" y="14951"/>
                  <a:pt x="2505191" y="9567"/>
                </a:cubicBezTo>
                <a:lnTo>
                  <a:pt x="2505193" y="9547"/>
                </a:lnTo>
                <a:cubicBezTo>
                  <a:pt x="2505442" y="4162"/>
                  <a:pt x="2510010" y="0"/>
                  <a:pt x="2515395" y="250"/>
                </a:cubicBezTo>
                <a:cubicBezTo>
                  <a:pt x="2520780" y="500"/>
                  <a:pt x="2524943" y="5068"/>
                  <a:pt x="2524692" y="10452"/>
                </a:cubicBezTo>
                <a:moveTo>
                  <a:pt x="2522880" y="49471"/>
                </a:moveTo>
                <a:lnTo>
                  <a:pt x="2522880" y="49491"/>
                </a:lnTo>
                <a:cubicBezTo>
                  <a:pt x="2522629" y="54876"/>
                  <a:pt x="2518062" y="59038"/>
                  <a:pt x="2512677" y="58788"/>
                </a:cubicBezTo>
                <a:cubicBezTo>
                  <a:pt x="2507293" y="58538"/>
                  <a:pt x="2503130" y="53970"/>
                  <a:pt x="2503380" y="48585"/>
                </a:cubicBezTo>
                <a:lnTo>
                  <a:pt x="2503381" y="48566"/>
                </a:lnTo>
                <a:cubicBezTo>
                  <a:pt x="2503630" y="43181"/>
                  <a:pt x="2508198" y="39019"/>
                  <a:pt x="2513584" y="39269"/>
                </a:cubicBezTo>
                <a:cubicBezTo>
                  <a:pt x="2518968" y="39519"/>
                  <a:pt x="2523131" y="44087"/>
                  <a:pt x="2522880" y="49471"/>
                </a:cubicBezTo>
                <a:moveTo>
                  <a:pt x="2517489" y="89047"/>
                </a:moveTo>
                <a:lnTo>
                  <a:pt x="2517487" y="89066"/>
                </a:lnTo>
                <a:cubicBezTo>
                  <a:pt x="2516751" y="94406"/>
                  <a:pt x="2511826" y="98140"/>
                  <a:pt x="2506487" y="97405"/>
                </a:cubicBezTo>
                <a:cubicBezTo>
                  <a:pt x="2501147" y="96670"/>
                  <a:pt x="2497413" y="91746"/>
                  <a:pt x="2498147" y="86405"/>
                </a:cubicBezTo>
                <a:lnTo>
                  <a:pt x="2498150" y="86386"/>
                </a:lnTo>
                <a:cubicBezTo>
                  <a:pt x="2498885" y="81046"/>
                  <a:pt x="2503810" y="77312"/>
                  <a:pt x="2509148" y="78047"/>
                </a:cubicBezTo>
                <a:cubicBezTo>
                  <a:pt x="2514491" y="78782"/>
                  <a:pt x="2518223" y="83706"/>
                  <a:pt x="2517489" y="89047"/>
                </a:cubicBezTo>
                <a:moveTo>
                  <a:pt x="2507121" y="127985"/>
                </a:moveTo>
                <a:lnTo>
                  <a:pt x="2507117" y="128004"/>
                </a:lnTo>
                <a:cubicBezTo>
                  <a:pt x="2505709" y="133208"/>
                  <a:pt x="2500351" y="136286"/>
                  <a:pt x="2495147" y="134880"/>
                </a:cubicBezTo>
                <a:cubicBezTo>
                  <a:pt x="2489944" y="133474"/>
                  <a:pt x="2486864" y="128115"/>
                  <a:pt x="2488270" y="122911"/>
                </a:cubicBezTo>
                <a:lnTo>
                  <a:pt x="2488275" y="122893"/>
                </a:lnTo>
                <a:cubicBezTo>
                  <a:pt x="2489683" y="117689"/>
                  <a:pt x="2495041" y="114610"/>
                  <a:pt x="2500245" y="116016"/>
                </a:cubicBezTo>
                <a:cubicBezTo>
                  <a:pt x="2505449" y="117423"/>
                  <a:pt x="2508528" y="122781"/>
                  <a:pt x="2507121" y="127985"/>
                </a:cubicBezTo>
                <a:moveTo>
                  <a:pt x="2496932" y="165694"/>
                </a:moveTo>
                <a:lnTo>
                  <a:pt x="2496928" y="165713"/>
                </a:lnTo>
                <a:cubicBezTo>
                  <a:pt x="2495520" y="170917"/>
                  <a:pt x="2490162" y="173995"/>
                  <a:pt x="2484959" y="172589"/>
                </a:cubicBezTo>
                <a:cubicBezTo>
                  <a:pt x="2479755" y="171183"/>
                  <a:pt x="2476676" y="165824"/>
                  <a:pt x="2478083" y="160620"/>
                </a:cubicBezTo>
                <a:lnTo>
                  <a:pt x="2478088" y="160601"/>
                </a:lnTo>
                <a:cubicBezTo>
                  <a:pt x="2479494" y="155397"/>
                  <a:pt x="2484853" y="152319"/>
                  <a:pt x="2490056" y="153725"/>
                </a:cubicBezTo>
                <a:cubicBezTo>
                  <a:pt x="2495260" y="155132"/>
                  <a:pt x="2498339" y="160490"/>
                  <a:pt x="2496932" y="165694"/>
                </a:cubicBezTo>
                <a:moveTo>
                  <a:pt x="2481029" y="202962"/>
                </a:moveTo>
                <a:lnTo>
                  <a:pt x="2481020" y="202979"/>
                </a:lnTo>
                <a:cubicBezTo>
                  <a:pt x="2478837" y="207908"/>
                  <a:pt x="2473072" y="210134"/>
                  <a:pt x="2468143" y="207951"/>
                </a:cubicBezTo>
                <a:cubicBezTo>
                  <a:pt x="2463215" y="205767"/>
                  <a:pt x="2460989" y="200002"/>
                  <a:pt x="2463172" y="195073"/>
                </a:cubicBezTo>
                <a:lnTo>
                  <a:pt x="2463180" y="195055"/>
                </a:lnTo>
                <a:cubicBezTo>
                  <a:pt x="2465363" y="190127"/>
                  <a:pt x="2471129" y="187901"/>
                  <a:pt x="2476058" y="190085"/>
                </a:cubicBezTo>
                <a:cubicBezTo>
                  <a:pt x="2480985" y="192268"/>
                  <a:pt x="2483210" y="198033"/>
                  <a:pt x="2481029" y="202962"/>
                </a:cubicBezTo>
                <a:moveTo>
                  <a:pt x="2465213" y="238676"/>
                </a:moveTo>
                <a:lnTo>
                  <a:pt x="2465205" y="238694"/>
                </a:lnTo>
                <a:cubicBezTo>
                  <a:pt x="2463023" y="243623"/>
                  <a:pt x="2457257" y="245849"/>
                  <a:pt x="2452328" y="243667"/>
                </a:cubicBezTo>
                <a:cubicBezTo>
                  <a:pt x="2447399" y="241484"/>
                  <a:pt x="2445173" y="235719"/>
                  <a:pt x="2447356" y="230790"/>
                </a:cubicBezTo>
                <a:lnTo>
                  <a:pt x="2447363" y="230772"/>
                </a:lnTo>
                <a:cubicBezTo>
                  <a:pt x="2449546" y="225844"/>
                  <a:pt x="2455310" y="223617"/>
                  <a:pt x="2460240" y="225800"/>
                </a:cubicBezTo>
                <a:cubicBezTo>
                  <a:pt x="2465169" y="227982"/>
                  <a:pt x="2467395" y="233747"/>
                  <a:pt x="2465213" y="238676"/>
                </a:cubicBezTo>
                <a:moveTo>
                  <a:pt x="2445153" y="273634"/>
                </a:moveTo>
                <a:lnTo>
                  <a:pt x="2445142" y="273650"/>
                </a:lnTo>
                <a:cubicBezTo>
                  <a:pt x="2442324" y="278245"/>
                  <a:pt x="2436314" y="279684"/>
                  <a:pt x="2431719" y="276865"/>
                </a:cubicBezTo>
                <a:cubicBezTo>
                  <a:pt x="2427125" y="274045"/>
                  <a:pt x="2425686" y="268035"/>
                  <a:pt x="2428506" y="263441"/>
                </a:cubicBezTo>
                <a:lnTo>
                  <a:pt x="2428514" y="263424"/>
                </a:lnTo>
                <a:cubicBezTo>
                  <a:pt x="2431335" y="258830"/>
                  <a:pt x="2437345" y="257391"/>
                  <a:pt x="2441939" y="260210"/>
                </a:cubicBezTo>
                <a:cubicBezTo>
                  <a:pt x="2446533" y="263029"/>
                  <a:pt x="2447972" y="269039"/>
                  <a:pt x="2445153" y="273634"/>
                </a:cubicBezTo>
                <a:moveTo>
                  <a:pt x="2424718" y="306923"/>
                </a:moveTo>
                <a:lnTo>
                  <a:pt x="2424707" y="306939"/>
                </a:lnTo>
                <a:cubicBezTo>
                  <a:pt x="2421889" y="311534"/>
                  <a:pt x="2415879" y="312973"/>
                  <a:pt x="2411284" y="310154"/>
                </a:cubicBezTo>
                <a:cubicBezTo>
                  <a:pt x="2406690" y="307334"/>
                  <a:pt x="2405250" y="301324"/>
                  <a:pt x="2408070" y="296730"/>
                </a:cubicBezTo>
                <a:lnTo>
                  <a:pt x="2408080" y="296713"/>
                </a:lnTo>
                <a:cubicBezTo>
                  <a:pt x="2410899" y="292119"/>
                  <a:pt x="2416909" y="290680"/>
                  <a:pt x="2421504" y="293499"/>
                </a:cubicBezTo>
                <a:cubicBezTo>
                  <a:pt x="2426099" y="296318"/>
                  <a:pt x="2427537" y="302328"/>
                  <a:pt x="2424718" y="306923"/>
                </a:cubicBezTo>
                <a:moveTo>
                  <a:pt x="2401591" y="339720"/>
                </a:moveTo>
                <a:lnTo>
                  <a:pt x="2401579" y="339736"/>
                </a:lnTo>
                <a:cubicBezTo>
                  <a:pt x="2398245" y="343971"/>
                  <a:pt x="2392108" y="344702"/>
                  <a:pt x="2387873" y="341368"/>
                </a:cubicBezTo>
                <a:cubicBezTo>
                  <a:pt x="2383637" y="338034"/>
                  <a:pt x="2382905" y="331897"/>
                  <a:pt x="2386240" y="327662"/>
                </a:cubicBezTo>
                <a:lnTo>
                  <a:pt x="2386252" y="327646"/>
                </a:lnTo>
                <a:cubicBezTo>
                  <a:pt x="2389587" y="323411"/>
                  <a:pt x="2395723" y="322680"/>
                  <a:pt x="2399959" y="326014"/>
                </a:cubicBezTo>
                <a:cubicBezTo>
                  <a:pt x="2404194" y="329348"/>
                  <a:pt x="2404926" y="335485"/>
                  <a:pt x="2401591" y="339720"/>
                </a:cubicBezTo>
                <a:moveTo>
                  <a:pt x="2377423" y="370407"/>
                </a:moveTo>
                <a:lnTo>
                  <a:pt x="2377411" y="370422"/>
                </a:lnTo>
                <a:cubicBezTo>
                  <a:pt x="2374078" y="374658"/>
                  <a:pt x="2367940" y="375389"/>
                  <a:pt x="2363705" y="372055"/>
                </a:cubicBezTo>
                <a:cubicBezTo>
                  <a:pt x="2359470" y="368721"/>
                  <a:pt x="2358738" y="362584"/>
                  <a:pt x="2362072" y="358349"/>
                </a:cubicBezTo>
                <a:lnTo>
                  <a:pt x="2362085" y="358333"/>
                </a:lnTo>
                <a:cubicBezTo>
                  <a:pt x="2365419" y="354097"/>
                  <a:pt x="2371555" y="353367"/>
                  <a:pt x="2375791" y="356701"/>
                </a:cubicBezTo>
                <a:cubicBezTo>
                  <a:pt x="2380026" y="360035"/>
                  <a:pt x="2380758" y="366171"/>
                  <a:pt x="2377423" y="370407"/>
                </a:cubicBezTo>
                <a:moveTo>
                  <a:pt x="2352007" y="401329"/>
                </a:moveTo>
                <a:lnTo>
                  <a:pt x="2351993" y="401343"/>
                </a:lnTo>
                <a:cubicBezTo>
                  <a:pt x="2348243" y="405216"/>
                  <a:pt x="2342064" y="405315"/>
                  <a:pt x="2338192" y="401566"/>
                </a:cubicBezTo>
                <a:cubicBezTo>
                  <a:pt x="2334318" y="397816"/>
                  <a:pt x="2334219" y="391637"/>
                  <a:pt x="2337969" y="387764"/>
                </a:cubicBezTo>
                <a:lnTo>
                  <a:pt x="2337983" y="387750"/>
                </a:lnTo>
                <a:cubicBezTo>
                  <a:pt x="2341732" y="383878"/>
                  <a:pt x="2347912" y="383778"/>
                  <a:pt x="2351784" y="387528"/>
                </a:cubicBezTo>
                <a:cubicBezTo>
                  <a:pt x="2355657" y="391278"/>
                  <a:pt x="2355757" y="397457"/>
                  <a:pt x="2352007" y="401329"/>
                </a:cubicBezTo>
                <a:moveTo>
                  <a:pt x="2324827" y="429384"/>
                </a:moveTo>
                <a:lnTo>
                  <a:pt x="2324814" y="429398"/>
                </a:lnTo>
                <a:cubicBezTo>
                  <a:pt x="2321063" y="433271"/>
                  <a:pt x="2314885" y="433370"/>
                  <a:pt x="2311012" y="429620"/>
                </a:cubicBezTo>
                <a:cubicBezTo>
                  <a:pt x="2307140" y="425871"/>
                  <a:pt x="2307040" y="419692"/>
                  <a:pt x="2310791" y="415819"/>
                </a:cubicBezTo>
                <a:lnTo>
                  <a:pt x="2310805" y="415805"/>
                </a:lnTo>
                <a:cubicBezTo>
                  <a:pt x="2314555" y="411932"/>
                  <a:pt x="2320733" y="411833"/>
                  <a:pt x="2324605" y="415583"/>
                </a:cubicBezTo>
                <a:cubicBezTo>
                  <a:pt x="2328477" y="419333"/>
                  <a:pt x="2328578" y="425512"/>
                  <a:pt x="2324827" y="429384"/>
                </a:cubicBezTo>
                <a:moveTo>
                  <a:pt x="2297646" y="457442"/>
                </a:moveTo>
                <a:lnTo>
                  <a:pt x="2297632" y="457456"/>
                </a:lnTo>
                <a:cubicBezTo>
                  <a:pt x="2293880" y="461327"/>
                  <a:pt x="2287703" y="461424"/>
                  <a:pt x="2283831" y="457672"/>
                </a:cubicBezTo>
                <a:cubicBezTo>
                  <a:pt x="2279961" y="453921"/>
                  <a:pt x="2279863" y="447742"/>
                  <a:pt x="2283615" y="443871"/>
                </a:cubicBezTo>
                <a:lnTo>
                  <a:pt x="2283628" y="443857"/>
                </a:lnTo>
                <a:cubicBezTo>
                  <a:pt x="2287380" y="439986"/>
                  <a:pt x="2293559" y="439889"/>
                  <a:pt x="2297430" y="443641"/>
                </a:cubicBezTo>
                <a:cubicBezTo>
                  <a:pt x="2301301" y="447393"/>
                  <a:pt x="2301398" y="453571"/>
                  <a:pt x="2297646" y="457442"/>
                </a:cubicBezTo>
                <a:moveTo>
                  <a:pt x="2268028" y="484196"/>
                </a:moveTo>
                <a:lnTo>
                  <a:pt x="2268012" y="484209"/>
                </a:lnTo>
                <a:cubicBezTo>
                  <a:pt x="2263927" y="487724"/>
                  <a:pt x="2257764" y="487262"/>
                  <a:pt x="2254249" y="483176"/>
                </a:cubicBezTo>
                <a:cubicBezTo>
                  <a:pt x="2250733" y="479090"/>
                  <a:pt x="2251195" y="472927"/>
                  <a:pt x="2255281" y="469411"/>
                </a:cubicBezTo>
                <a:lnTo>
                  <a:pt x="2255296" y="469399"/>
                </a:lnTo>
                <a:cubicBezTo>
                  <a:pt x="2259382" y="465883"/>
                  <a:pt x="2265545" y="466345"/>
                  <a:pt x="2269060" y="470431"/>
                </a:cubicBezTo>
                <a:cubicBezTo>
                  <a:pt x="2272576" y="474518"/>
                  <a:pt x="2272114" y="480680"/>
                  <a:pt x="2268028" y="484196"/>
                </a:cubicBezTo>
                <a:moveTo>
                  <a:pt x="2238403" y="509655"/>
                </a:moveTo>
                <a:lnTo>
                  <a:pt x="2238388" y="509667"/>
                </a:lnTo>
                <a:cubicBezTo>
                  <a:pt x="2234302" y="513183"/>
                  <a:pt x="2228139" y="512721"/>
                  <a:pt x="2224624" y="508634"/>
                </a:cubicBezTo>
                <a:cubicBezTo>
                  <a:pt x="2221108" y="504548"/>
                  <a:pt x="2221570" y="498386"/>
                  <a:pt x="2225657" y="494870"/>
                </a:cubicBezTo>
                <a:lnTo>
                  <a:pt x="2225671" y="494857"/>
                </a:lnTo>
                <a:cubicBezTo>
                  <a:pt x="2229757" y="491341"/>
                  <a:pt x="2235919" y="491804"/>
                  <a:pt x="2239436" y="495890"/>
                </a:cubicBezTo>
                <a:cubicBezTo>
                  <a:pt x="2242951" y="499976"/>
                  <a:pt x="2242489" y="506139"/>
                  <a:pt x="2238403" y="509655"/>
                </a:cubicBezTo>
                <a:moveTo>
                  <a:pt x="2207799" y="535200"/>
                </a:moveTo>
                <a:lnTo>
                  <a:pt x="2207785" y="535212"/>
                </a:lnTo>
                <a:cubicBezTo>
                  <a:pt x="2203417" y="538371"/>
                  <a:pt x="2197314" y="537392"/>
                  <a:pt x="2194155" y="533025"/>
                </a:cubicBezTo>
                <a:cubicBezTo>
                  <a:pt x="2190995" y="528657"/>
                  <a:pt x="2191975" y="522555"/>
                  <a:pt x="2196343" y="519396"/>
                </a:cubicBezTo>
                <a:lnTo>
                  <a:pt x="2196358" y="519385"/>
                </a:lnTo>
                <a:cubicBezTo>
                  <a:pt x="2200725" y="516225"/>
                  <a:pt x="2206828" y="517204"/>
                  <a:pt x="2209987" y="521572"/>
                </a:cubicBezTo>
                <a:cubicBezTo>
                  <a:pt x="2213147" y="525939"/>
                  <a:pt x="2212168" y="532041"/>
                  <a:pt x="2207799" y="535200"/>
                </a:cubicBezTo>
                <a:moveTo>
                  <a:pt x="2176165" y="558115"/>
                </a:moveTo>
                <a:lnTo>
                  <a:pt x="2176150" y="558126"/>
                </a:lnTo>
                <a:cubicBezTo>
                  <a:pt x="2171783" y="561286"/>
                  <a:pt x="2165682" y="560306"/>
                  <a:pt x="2162521" y="555939"/>
                </a:cubicBezTo>
                <a:cubicBezTo>
                  <a:pt x="2159362" y="551571"/>
                  <a:pt x="2160341" y="545469"/>
                  <a:pt x="2164708" y="542310"/>
                </a:cubicBezTo>
                <a:lnTo>
                  <a:pt x="2164724" y="542298"/>
                </a:lnTo>
                <a:cubicBezTo>
                  <a:pt x="2169093" y="539139"/>
                  <a:pt x="2175194" y="540118"/>
                  <a:pt x="2178354" y="544486"/>
                </a:cubicBezTo>
                <a:cubicBezTo>
                  <a:pt x="2181513" y="548853"/>
                  <a:pt x="2180533" y="554955"/>
                  <a:pt x="2176165" y="558115"/>
                </a:cubicBezTo>
                <a:moveTo>
                  <a:pt x="2144533" y="581029"/>
                </a:moveTo>
                <a:lnTo>
                  <a:pt x="2144517" y="581040"/>
                </a:lnTo>
                <a:cubicBezTo>
                  <a:pt x="2140148" y="584200"/>
                  <a:pt x="2134047" y="583220"/>
                  <a:pt x="2130887" y="578853"/>
                </a:cubicBezTo>
                <a:cubicBezTo>
                  <a:pt x="2127728" y="574485"/>
                  <a:pt x="2128708" y="568384"/>
                  <a:pt x="2133074" y="565224"/>
                </a:cubicBezTo>
                <a:lnTo>
                  <a:pt x="2133092" y="565213"/>
                </a:lnTo>
                <a:cubicBezTo>
                  <a:pt x="2137458" y="562053"/>
                  <a:pt x="2143560" y="563032"/>
                  <a:pt x="2146720" y="567400"/>
                </a:cubicBezTo>
                <a:cubicBezTo>
                  <a:pt x="2149879" y="571767"/>
                  <a:pt x="2148900" y="577869"/>
                  <a:pt x="2144533" y="581029"/>
                </a:cubicBezTo>
                <a:moveTo>
                  <a:pt x="2111444" y="603110"/>
                </a:moveTo>
                <a:lnTo>
                  <a:pt x="2111429" y="603120"/>
                </a:lnTo>
                <a:cubicBezTo>
                  <a:pt x="2106832" y="605936"/>
                  <a:pt x="2100823" y="604493"/>
                  <a:pt x="2098006" y="599897"/>
                </a:cubicBezTo>
                <a:cubicBezTo>
                  <a:pt x="2095189" y="595300"/>
                  <a:pt x="2096634" y="589291"/>
                  <a:pt x="2101229" y="586475"/>
                </a:cubicBezTo>
                <a:lnTo>
                  <a:pt x="2101247" y="586465"/>
                </a:lnTo>
                <a:cubicBezTo>
                  <a:pt x="2105842" y="583649"/>
                  <a:pt x="2111851" y="585092"/>
                  <a:pt x="2114667" y="589688"/>
                </a:cubicBezTo>
                <a:cubicBezTo>
                  <a:pt x="2117484" y="594284"/>
                  <a:pt x="2116041" y="600293"/>
                  <a:pt x="2111444" y="603110"/>
                </a:cubicBezTo>
                <a:moveTo>
                  <a:pt x="2078141" y="623522"/>
                </a:moveTo>
                <a:lnTo>
                  <a:pt x="2078125" y="623532"/>
                </a:lnTo>
                <a:cubicBezTo>
                  <a:pt x="2073528" y="626348"/>
                  <a:pt x="2067520" y="624905"/>
                  <a:pt x="2064703" y="620309"/>
                </a:cubicBezTo>
                <a:cubicBezTo>
                  <a:pt x="2061886" y="615712"/>
                  <a:pt x="2063330" y="609703"/>
                  <a:pt x="2067926" y="606887"/>
                </a:cubicBezTo>
                <a:lnTo>
                  <a:pt x="2067943" y="606877"/>
                </a:lnTo>
                <a:cubicBezTo>
                  <a:pt x="2072539" y="604061"/>
                  <a:pt x="2078548" y="605504"/>
                  <a:pt x="2081364" y="610100"/>
                </a:cubicBezTo>
                <a:cubicBezTo>
                  <a:pt x="2084180" y="614696"/>
                  <a:pt x="2082738" y="620705"/>
                  <a:pt x="2078141" y="623522"/>
                </a:cubicBezTo>
                <a:moveTo>
                  <a:pt x="2044838" y="643934"/>
                </a:moveTo>
                <a:lnTo>
                  <a:pt x="2044821" y="643944"/>
                </a:lnTo>
                <a:cubicBezTo>
                  <a:pt x="2040225" y="646760"/>
                  <a:pt x="2034216" y="645317"/>
                  <a:pt x="2031400" y="640721"/>
                </a:cubicBezTo>
                <a:cubicBezTo>
                  <a:pt x="2028583" y="636125"/>
                  <a:pt x="2030027" y="630115"/>
                  <a:pt x="2034623" y="627299"/>
                </a:cubicBezTo>
                <a:lnTo>
                  <a:pt x="2034639" y="627289"/>
                </a:lnTo>
                <a:cubicBezTo>
                  <a:pt x="2039236" y="624473"/>
                  <a:pt x="2045245" y="625916"/>
                  <a:pt x="2048061" y="630512"/>
                </a:cubicBezTo>
                <a:cubicBezTo>
                  <a:pt x="2050878" y="635108"/>
                  <a:pt x="2049433" y="641118"/>
                  <a:pt x="2044838" y="643934"/>
                </a:cubicBezTo>
                <a:moveTo>
                  <a:pt x="2009882" y="662841"/>
                </a:moveTo>
                <a:lnTo>
                  <a:pt x="2009865" y="662850"/>
                </a:lnTo>
                <a:cubicBezTo>
                  <a:pt x="2005078" y="665329"/>
                  <a:pt x="1999187" y="663459"/>
                  <a:pt x="1996708" y="658673"/>
                </a:cubicBezTo>
                <a:cubicBezTo>
                  <a:pt x="1994230" y="653886"/>
                  <a:pt x="1996100" y="647996"/>
                  <a:pt x="2000886" y="645517"/>
                </a:cubicBezTo>
                <a:lnTo>
                  <a:pt x="2000904" y="645507"/>
                </a:lnTo>
                <a:cubicBezTo>
                  <a:pt x="2005690" y="643028"/>
                  <a:pt x="2011580" y="644898"/>
                  <a:pt x="2014060" y="649685"/>
                </a:cubicBezTo>
                <a:cubicBezTo>
                  <a:pt x="2016538" y="654471"/>
                  <a:pt x="2014669" y="660361"/>
                  <a:pt x="2009882" y="662841"/>
                </a:cubicBezTo>
                <a:moveTo>
                  <a:pt x="1975178" y="680769"/>
                </a:moveTo>
                <a:lnTo>
                  <a:pt x="1975162" y="680778"/>
                </a:lnTo>
                <a:cubicBezTo>
                  <a:pt x="1970375" y="683258"/>
                  <a:pt x="1964485" y="681387"/>
                  <a:pt x="1962006" y="676601"/>
                </a:cubicBezTo>
                <a:cubicBezTo>
                  <a:pt x="1959525" y="671815"/>
                  <a:pt x="1961397" y="665924"/>
                  <a:pt x="1966183" y="663445"/>
                </a:cubicBezTo>
                <a:lnTo>
                  <a:pt x="1966200" y="663436"/>
                </a:lnTo>
                <a:cubicBezTo>
                  <a:pt x="1970987" y="660957"/>
                  <a:pt x="1976876" y="662827"/>
                  <a:pt x="1979355" y="667613"/>
                </a:cubicBezTo>
                <a:cubicBezTo>
                  <a:pt x="1981836" y="672400"/>
                  <a:pt x="1979965" y="678290"/>
                  <a:pt x="1975178" y="680769"/>
                </a:cubicBezTo>
                <a:moveTo>
                  <a:pt x="1940476" y="698698"/>
                </a:moveTo>
                <a:lnTo>
                  <a:pt x="1940458" y="698707"/>
                </a:lnTo>
                <a:cubicBezTo>
                  <a:pt x="1935671" y="701186"/>
                  <a:pt x="1929782" y="699316"/>
                  <a:pt x="1927302" y="694530"/>
                </a:cubicBezTo>
                <a:cubicBezTo>
                  <a:pt x="1924822" y="689743"/>
                  <a:pt x="1926692" y="683853"/>
                  <a:pt x="1931480" y="681374"/>
                </a:cubicBezTo>
                <a:lnTo>
                  <a:pt x="1931497" y="681365"/>
                </a:lnTo>
                <a:cubicBezTo>
                  <a:pt x="1936283" y="678885"/>
                  <a:pt x="1942173" y="680756"/>
                  <a:pt x="1944653" y="685542"/>
                </a:cubicBezTo>
                <a:cubicBezTo>
                  <a:pt x="1947132" y="690329"/>
                  <a:pt x="1945261" y="696219"/>
                  <a:pt x="1940476" y="698698"/>
                </a:cubicBezTo>
                <a:moveTo>
                  <a:pt x="1904070" y="714634"/>
                </a:moveTo>
                <a:lnTo>
                  <a:pt x="1904051" y="714642"/>
                </a:lnTo>
                <a:cubicBezTo>
                  <a:pt x="1899103" y="716778"/>
                  <a:pt x="1893359" y="714498"/>
                  <a:pt x="1891223" y="709549"/>
                </a:cubicBezTo>
                <a:cubicBezTo>
                  <a:pt x="1889086" y="704600"/>
                  <a:pt x="1891368" y="698856"/>
                  <a:pt x="1896316" y="696720"/>
                </a:cubicBezTo>
                <a:lnTo>
                  <a:pt x="1896335" y="696712"/>
                </a:lnTo>
                <a:cubicBezTo>
                  <a:pt x="1901283" y="694576"/>
                  <a:pt x="1907027" y="696856"/>
                  <a:pt x="1909163" y="701805"/>
                </a:cubicBezTo>
                <a:cubicBezTo>
                  <a:pt x="1911300" y="706755"/>
                  <a:pt x="1909019" y="712498"/>
                  <a:pt x="1904070" y="714634"/>
                </a:cubicBezTo>
                <a:moveTo>
                  <a:pt x="1868187" y="730068"/>
                </a:moveTo>
                <a:lnTo>
                  <a:pt x="1868170" y="730075"/>
                </a:lnTo>
                <a:cubicBezTo>
                  <a:pt x="1863220" y="732212"/>
                  <a:pt x="1857477" y="729931"/>
                  <a:pt x="1855340" y="724982"/>
                </a:cubicBezTo>
                <a:cubicBezTo>
                  <a:pt x="1853204" y="720033"/>
                  <a:pt x="1855484" y="714289"/>
                  <a:pt x="1860434" y="712153"/>
                </a:cubicBezTo>
                <a:lnTo>
                  <a:pt x="1860451" y="712145"/>
                </a:lnTo>
                <a:cubicBezTo>
                  <a:pt x="1865401" y="710009"/>
                  <a:pt x="1871145" y="712289"/>
                  <a:pt x="1873280" y="717238"/>
                </a:cubicBezTo>
                <a:cubicBezTo>
                  <a:pt x="1875416" y="722188"/>
                  <a:pt x="1873137" y="727931"/>
                  <a:pt x="1868187" y="730068"/>
                </a:cubicBezTo>
                <a:moveTo>
                  <a:pt x="1831625" y="745685"/>
                </a:moveTo>
                <a:lnTo>
                  <a:pt x="1831607" y="745692"/>
                </a:lnTo>
                <a:cubicBezTo>
                  <a:pt x="1826517" y="747468"/>
                  <a:pt x="1820950" y="744782"/>
                  <a:pt x="1819176" y="739692"/>
                </a:cubicBezTo>
                <a:cubicBezTo>
                  <a:pt x="1817399" y="734603"/>
                  <a:pt x="1820085" y="729037"/>
                  <a:pt x="1825175" y="727261"/>
                </a:cubicBezTo>
                <a:lnTo>
                  <a:pt x="1825194" y="727255"/>
                </a:lnTo>
                <a:cubicBezTo>
                  <a:pt x="1830283" y="725479"/>
                  <a:pt x="1835848" y="728165"/>
                  <a:pt x="1837625" y="733254"/>
                </a:cubicBezTo>
                <a:cubicBezTo>
                  <a:pt x="1839401" y="738344"/>
                  <a:pt x="1836715" y="743909"/>
                  <a:pt x="1831625" y="745685"/>
                </a:cubicBezTo>
                <a:moveTo>
                  <a:pt x="1794753" y="758577"/>
                </a:moveTo>
                <a:lnTo>
                  <a:pt x="1794734" y="758584"/>
                </a:lnTo>
                <a:cubicBezTo>
                  <a:pt x="1789644" y="760360"/>
                  <a:pt x="1784079" y="757674"/>
                  <a:pt x="1782303" y="752584"/>
                </a:cubicBezTo>
                <a:cubicBezTo>
                  <a:pt x="1780528" y="747495"/>
                  <a:pt x="1783214" y="741929"/>
                  <a:pt x="1788303" y="740153"/>
                </a:cubicBezTo>
                <a:lnTo>
                  <a:pt x="1788321" y="740147"/>
                </a:lnTo>
                <a:cubicBezTo>
                  <a:pt x="1793411" y="738371"/>
                  <a:pt x="1798977" y="741057"/>
                  <a:pt x="1800753" y="746146"/>
                </a:cubicBezTo>
                <a:cubicBezTo>
                  <a:pt x="1802528" y="751236"/>
                  <a:pt x="1799842" y="756801"/>
                  <a:pt x="1794753" y="758577"/>
                </a:cubicBezTo>
                <a:moveTo>
                  <a:pt x="1757881" y="771470"/>
                </a:moveTo>
                <a:lnTo>
                  <a:pt x="1757862" y="771476"/>
                </a:lnTo>
                <a:cubicBezTo>
                  <a:pt x="1752773" y="773253"/>
                  <a:pt x="1747207" y="770566"/>
                  <a:pt x="1745431" y="765477"/>
                </a:cubicBezTo>
                <a:cubicBezTo>
                  <a:pt x="1743654" y="760387"/>
                  <a:pt x="1746342" y="754822"/>
                  <a:pt x="1751430" y="753046"/>
                </a:cubicBezTo>
                <a:lnTo>
                  <a:pt x="1751450" y="753039"/>
                </a:lnTo>
                <a:cubicBezTo>
                  <a:pt x="1756538" y="751263"/>
                  <a:pt x="1762105" y="753949"/>
                  <a:pt x="1763881" y="759039"/>
                </a:cubicBezTo>
                <a:cubicBezTo>
                  <a:pt x="1765656" y="764128"/>
                  <a:pt x="1762970" y="769694"/>
                  <a:pt x="1757881" y="771470"/>
                </a:cubicBezTo>
                <a:moveTo>
                  <a:pt x="1720288" y="784323"/>
                </a:moveTo>
                <a:lnTo>
                  <a:pt x="1720270" y="784328"/>
                </a:lnTo>
                <a:cubicBezTo>
                  <a:pt x="1715070" y="785748"/>
                  <a:pt x="1709703" y="782683"/>
                  <a:pt x="1708285" y="777482"/>
                </a:cubicBezTo>
                <a:cubicBezTo>
                  <a:pt x="1706864" y="772282"/>
                  <a:pt x="1709929" y="766916"/>
                  <a:pt x="1715129" y="765496"/>
                </a:cubicBezTo>
                <a:lnTo>
                  <a:pt x="1715148" y="765491"/>
                </a:lnTo>
                <a:cubicBezTo>
                  <a:pt x="1720349" y="764072"/>
                  <a:pt x="1725715" y="767136"/>
                  <a:pt x="1727135" y="772337"/>
                </a:cubicBezTo>
                <a:cubicBezTo>
                  <a:pt x="1728553" y="777537"/>
                  <a:pt x="1725488" y="782903"/>
                  <a:pt x="1720288" y="784323"/>
                </a:cubicBezTo>
                <a:moveTo>
                  <a:pt x="1682603" y="794594"/>
                </a:moveTo>
                <a:lnTo>
                  <a:pt x="1682584" y="794599"/>
                </a:lnTo>
                <a:cubicBezTo>
                  <a:pt x="1677383" y="796019"/>
                  <a:pt x="1672016" y="792954"/>
                  <a:pt x="1670597" y="787754"/>
                </a:cubicBezTo>
                <a:cubicBezTo>
                  <a:pt x="1669178" y="782553"/>
                  <a:pt x="1672243" y="777187"/>
                  <a:pt x="1677443" y="775767"/>
                </a:cubicBezTo>
                <a:lnTo>
                  <a:pt x="1677461" y="775762"/>
                </a:lnTo>
                <a:cubicBezTo>
                  <a:pt x="1682662" y="774343"/>
                  <a:pt x="1688029" y="777408"/>
                  <a:pt x="1689448" y="782608"/>
                </a:cubicBezTo>
                <a:cubicBezTo>
                  <a:pt x="1690868" y="787808"/>
                  <a:pt x="1687803" y="793175"/>
                  <a:pt x="1682603" y="794594"/>
                </a:cubicBezTo>
                <a:moveTo>
                  <a:pt x="1644916" y="804865"/>
                </a:moveTo>
                <a:lnTo>
                  <a:pt x="1644898" y="804870"/>
                </a:lnTo>
                <a:cubicBezTo>
                  <a:pt x="1639697" y="806290"/>
                  <a:pt x="1634330" y="803225"/>
                  <a:pt x="1632911" y="798025"/>
                </a:cubicBezTo>
                <a:cubicBezTo>
                  <a:pt x="1631491" y="792824"/>
                  <a:pt x="1634556" y="787458"/>
                  <a:pt x="1639756" y="786038"/>
                </a:cubicBezTo>
                <a:lnTo>
                  <a:pt x="1639775" y="786033"/>
                </a:lnTo>
                <a:cubicBezTo>
                  <a:pt x="1644975" y="784614"/>
                  <a:pt x="1650342" y="787679"/>
                  <a:pt x="1651762" y="792879"/>
                </a:cubicBezTo>
                <a:cubicBezTo>
                  <a:pt x="1653181" y="798079"/>
                  <a:pt x="1650116" y="803446"/>
                  <a:pt x="1644916" y="804865"/>
                </a:cubicBezTo>
                <a:moveTo>
                  <a:pt x="1606459" y="814967"/>
                </a:moveTo>
                <a:lnTo>
                  <a:pt x="1606440" y="814970"/>
                </a:lnTo>
                <a:cubicBezTo>
                  <a:pt x="1601149" y="816007"/>
                  <a:pt x="1596022" y="812559"/>
                  <a:pt x="1594984" y="807269"/>
                </a:cubicBezTo>
                <a:cubicBezTo>
                  <a:pt x="1593947" y="801979"/>
                  <a:pt x="1597396" y="796850"/>
                  <a:pt x="1602685" y="795814"/>
                </a:cubicBezTo>
                <a:lnTo>
                  <a:pt x="1602704" y="795810"/>
                </a:lnTo>
                <a:cubicBezTo>
                  <a:pt x="1607995" y="794773"/>
                  <a:pt x="1613122" y="798221"/>
                  <a:pt x="1614160" y="803511"/>
                </a:cubicBezTo>
                <a:cubicBezTo>
                  <a:pt x="1615197" y="808801"/>
                  <a:pt x="1611748" y="813930"/>
                  <a:pt x="1606459" y="814967"/>
                </a:cubicBezTo>
                <a:moveTo>
                  <a:pt x="1568131" y="822502"/>
                </a:moveTo>
                <a:lnTo>
                  <a:pt x="1568113" y="822505"/>
                </a:lnTo>
                <a:cubicBezTo>
                  <a:pt x="1562822" y="823542"/>
                  <a:pt x="1557694" y="820094"/>
                  <a:pt x="1556657" y="814804"/>
                </a:cubicBezTo>
                <a:cubicBezTo>
                  <a:pt x="1555620" y="809515"/>
                  <a:pt x="1559068" y="804386"/>
                  <a:pt x="1564358" y="803349"/>
                </a:cubicBezTo>
                <a:lnTo>
                  <a:pt x="1564377" y="803345"/>
                </a:lnTo>
                <a:cubicBezTo>
                  <a:pt x="1569668" y="802308"/>
                  <a:pt x="1574795" y="805756"/>
                  <a:pt x="1575832" y="811046"/>
                </a:cubicBezTo>
                <a:cubicBezTo>
                  <a:pt x="1576868" y="816336"/>
                  <a:pt x="1573422" y="821465"/>
                  <a:pt x="1568131" y="822502"/>
                </a:cubicBezTo>
                <a:moveTo>
                  <a:pt x="1529804" y="830037"/>
                </a:moveTo>
                <a:lnTo>
                  <a:pt x="1529785" y="830041"/>
                </a:lnTo>
                <a:cubicBezTo>
                  <a:pt x="1524495" y="831077"/>
                  <a:pt x="1519367" y="827629"/>
                  <a:pt x="1518330" y="822340"/>
                </a:cubicBezTo>
                <a:cubicBezTo>
                  <a:pt x="1517293" y="817050"/>
                  <a:pt x="1520741" y="811921"/>
                  <a:pt x="1526031" y="810884"/>
                </a:cubicBezTo>
                <a:lnTo>
                  <a:pt x="1526049" y="810881"/>
                </a:lnTo>
                <a:cubicBezTo>
                  <a:pt x="1531339" y="809844"/>
                  <a:pt x="1536468" y="813292"/>
                  <a:pt x="1537505" y="818582"/>
                </a:cubicBezTo>
                <a:cubicBezTo>
                  <a:pt x="1538542" y="823871"/>
                  <a:pt x="1535094" y="829000"/>
                  <a:pt x="1529804" y="830037"/>
                </a:cubicBezTo>
                <a:moveTo>
                  <a:pt x="1490692" y="837314"/>
                </a:moveTo>
                <a:lnTo>
                  <a:pt x="1490673" y="837316"/>
                </a:lnTo>
                <a:cubicBezTo>
                  <a:pt x="1485321" y="837952"/>
                  <a:pt x="1480466" y="834129"/>
                  <a:pt x="1479829" y="828776"/>
                </a:cubicBezTo>
                <a:cubicBezTo>
                  <a:pt x="1479193" y="823423"/>
                  <a:pt x="1483017" y="818568"/>
                  <a:pt x="1488369" y="817932"/>
                </a:cubicBezTo>
                <a:lnTo>
                  <a:pt x="1488389" y="817930"/>
                </a:lnTo>
                <a:cubicBezTo>
                  <a:pt x="1493743" y="817294"/>
                  <a:pt x="1498597" y="821117"/>
                  <a:pt x="1499232" y="826470"/>
                </a:cubicBezTo>
                <a:cubicBezTo>
                  <a:pt x="1499869" y="831823"/>
                  <a:pt x="1496045" y="836678"/>
                  <a:pt x="1490692" y="837314"/>
                </a:cubicBezTo>
                <a:moveTo>
                  <a:pt x="1451909" y="841966"/>
                </a:moveTo>
                <a:lnTo>
                  <a:pt x="1451890" y="841968"/>
                </a:lnTo>
                <a:cubicBezTo>
                  <a:pt x="1446537" y="842605"/>
                  <a:pt x="1441683" y="838781"/>
                  <a:pt x="1441046" y="833428"/>
                </a:cubicBezTo>
                <a:cubicBezTo>
                  <a:pt x="1440410" y="828075"/>
                  <a:pt x="1444234" y="823220"/>
                  <a:pt x="1449587" y="822584"/>
                </a:cubicBezTo>
                <a:lnTo>
                  <a:pt x="1449606" y="822582"/>
                </a:lnTo>
                <a:cubicBezTo>
                  <a:pt x="1454959" y="821946"/>
                  <a:pt x="1459814" y="825770"/>
                  <a:pt x="1460450" y="831122"/>
                </a:cubicBezTo>
                <a:cubicBezTo>
                  <a:pt x="1461087" y="836475"/>
                  <a:pt x="1457262" y="841330"/>
                  <a:pt x="1451909" y="841966"/>
                </a:cubicBezTo>
                <a:moveTo>
                  <a:pt x="1413127" y="846618"/>
                </a:moveTo>
                <a:lnTo>
                  <a:pt x="1413107" y="846621"/>
                </a:lnTo>
                <a:cubicBezTo>
                  <a:pt x="1407754" y="847257"/>
                  <a:pt x="1402899" y="843433"/>
                  <a:pt x="1402263" y="838080"/>
                </a:cubicBezTo>
                <a:cubicBezTo>
                  <a:pt x="1401627" y="832727"/>
                  <a:pt x="1405451" y="827872"/>
                  <a:pt x="1410804" y="827236"/>
                </a:cubicBezTo>
                <a:lnTo>
                  <a:pt x="1410823" y="827234"/>
                </a:lnTo>
                <a:cubicBezTo>
                  <a:pt x="1416176" y="826598"/>
                  <a:pt x="1421031" y="830422"/>
                  <a:pt x="1421668" y="835775"/>
                </a:cubicBezTo>
                <a:cubicBezTo>
                  <a:pt x="1422303" y="841127"/>
                  <a:pt x="1418480" y="845982"/>
                  <a:pt x="1413127" y="846618"/>
                </a:cubicBezTo>
                <a:moveTo>
                  <a:pt x="1373546" y="850950"/>
                </a:moveTo>
                <a:lnTo>
                  <a:pt x="1373526" y="850951"/>
                </a:lnTo>
                <a:cubicBezTo>
                  <a:pt x="1368140" y="851163"/>
                  <a:pt x="1363602" y="846969"/>
                  <a:pt x="1363389" y="841582"/>
                </a:cubicBezTo>
                <a:cubicBezTo>
                  <a:pt x="1363177" y="836196"/>
                  <a:pt x="1367371" y="831658"/>
                  <a:pt x="1372758" y="831445"/>
                </a:cubicBezTo>
                <a:lnTo>
                  <a:pt x="1372778" y="831445"/>
                </a:lnTo>
                <a:cubicBezTo>
                  <a:pt x="1378163" y="831232"/>
                  <a:pt x="1382702" y="835427"/>
                  <a:pt x="1382914" y="840813"/>
                </a:cubicBezTo>
                <a:cubicBezTo>
                  <a:pt x="1383126" y="846200"/>
                  <a:pt x="1378933" y="850738"/>
                  <a:pt x="1373546" y="850950"/>
                </a:cubicBezTo>
                <a:moveTo>
                  <a:pt x="1334518" y="852544"/>
                </a:moveTo>
                <a:lnTo>
                  <a:pt x="1334499" y="852544"/>
                </a:lnTo>
                <a:cubicBezTo>
                  <a:pt x="1329111" y="852757"/>
                  <a:pt x="1324573" y="848562"/>
                  <a:pt x="1324361" y="843176"/>
                </a:cubicBezTo>
                <a:cubicBezTo>
                  <a:pt x="1324148" y="837790"/>
                  <a:pt x="1328342" y="833251"/>
                  <a:pt x="1333729" y="833039"/>
                </a:cubicBezTo>
                <a:lnTo>
                  <a:pt x="1333749" y="833038"/>
                </a:lnTo>
                <a:cubicBezTo>
                  <a:pt x="1339135" y="832826"/>
                  <a:pt x="1343674" y="837020"/>
                  <a:pt x="1343885" y="842407"/>
                </a:cubicBezTo>
                <a:cubicBezTo>
                  <a:pt x="1344098" y="847793"/>
                  <a:pt x="1339904" y="852332"/>
                  <a:pt x="1334518" y="852544"/>
                </a:cubicBezTo>
                <a:moveTo>
                  <a:pt x="1295489" y="854137"/>
                </a:moveTo>
                <a:lnTo>
                  <a:pt x="1295470" y="854138"/>
                </a:lnTo>
                <a:cubicBezTo>
                  <a:pt x="1290083" y="854350"/>
                  <a:pt x="1285544" y="850156"/>
                  <a:pt x="1285333" y="844770"/>
                </a:cubicBezTo>
                <a:cubicBezTo>
                  <a:pt x="1285120" y="839383"/>
                  <a:pt x="1289315" y="834845"/>
                  <a:pt x="1294700" y="834633"/>
                </a:cubicBezTo>
                <a:lnTo>
                  <a:pt x="1294720" y="834632"/>
                </a:lnTo>
                <a:cubicBezTo>
                  <a:pt x="1300107" y="834420"/>
                  <a:pt x="1304645" y="838614"/>
                  <a:pt x="1304857" y="844000"/>
                </a:cubicBezTo>
                <a:cubicBezTo>
                  <a:pt x="1305070" y="849387"/>
                  <a:pt x="1300875" y="853925"/>
                  <a:pt x="1295489" y="854137"/>
                </a:cubicBezTo>
                <a:moveTo>
                  <a:pt x="1255692" y="855369"/>
                </a:moveTo>
                <a:lnTo>
                  <a:pt x="1255671" y="855369"/>
                </a:lnTo>
                <a:cubicBezTo>
                  <a:pt x="1250286" y="855157"/>
                  <a:pt x="1246091" y="850618"/>
                  <a:pt x="1246304" y="845232"/>
                </a:cubicBezTo>
                <a:cubicBezTo>
                  <a:pt x="1246516" y="839845"/>
                  <a:pt x="1251054" y="835651"/>
                  <a:pt x="1256441" y="835863"/>
                </a:cubicBezTo>
                <a:lnTo>
                  <a:pt x="1256461" y="835864"/>
                </a:lnTo>
                <a:cubicBezTo>
                  <a:pt x="1261846" y="836076"/>
                  <a:pt x="1266041" y="840615"/>
                  <a:pt x="1265829" y="846001"/>
                </a:cubicBezTo>
                <a:cubicBezTo>
                  <a:pt x="1265616" y="851387"/>
                  <a:pt x="1261078" y="855582"/>
                  <a:pt x="1255692" y="855369"/>
                </a:cubicBezTo>
                <a:moveTo>
                  <a:pt x="1216661" y="853829"/>
                </a:moveTo>
                <a:lnTo>
                  <a:pt x="1216641" y="853828"/>
                </a:lnTo>
                <a:cubicBezTo>
                  <a:pt x="1211255" y="853616"/>
                  <a:pt x="1207060" y="849077"/>
                  <a:pt x="1207273" y="843691"/>
                </a:cubicBezTo>
                <a:cubicBezTo>
                  <a:pt x="1207485" y="838305"/>
                  <a:pt x="1212023" y="834110"/>
                  <a:pt x="1217410" y="834323"/>
                </a:cubicBezTo>
                <a:lnTo>
                  <a:pt x="1217430" y="834324"/>
                </a:lnTo>
                <a:cubicBezTo>
                  <a:pt x="1222816" y="834536"/>
                  <a:pt x="1227010" y="839074"/>
                  <a:pt x="1226798" y="844461"/>
                </a:cubicBezTo>
                <a:cubicBezTo>
                  <a:pt x="1226585" y="849847"/>
                  <a:pt x="1222047" y="854041"/>
                  <a:pt x="1216661" y="853829"/>
                </a:cubicBezTo>
                <a:moveTo>
                  <a:pt x="1177631" y="852289"/>
                </a:moveTo>
                <a:lnTo>
                  <a:pt x="1177612" y="852288"/>
                </a:lnTo>
                <a:cubicBezTo>
                  <a:pt x="1172224" y="852075"/>
                  <a:pt x="1168031" y="847537"/>
                  <a:pt x="1168242" y="842151"/>
                </a:cubicBezTo>
                <a:cubicBezTo>
                  <a:pt x="1168455" y="836764"/>
                  <a:pt x="1172993" y="832570"/>
                  <a:pt x="1178379" y="832782"/>
                </a:cubicBezTo>
                <a:lnTo>
                  <a:pt x="1178399" y="832783"/>
                </a:lnTo>
                <a:cubicBezTo>
                  <a:pt x="1183786" y="832995"/>
                  <a:pt x="1187979" y="837534"/>
                  <a:pt x="1187767" y="842920"/>
                </a:cubicBezTo>
                <a:cubicBezTo>
                  <a:pt x="1187555" y="848306"/>
                  <a:pt x="1183017" y="852501"/>
                  <a:pt x="1177631" y="852289"/>
                </a:cubicBezTo>
                <a:moveTo>
                  <a:pt x="1137904" y="850378"/>
                </a:moveTo>
                <a:lnTo>
                  <a:pt x="1137885" y="850376"/>
                </a:lnTo>
                <a:cubicBezTo>
                  <a:pt x="1132529" y="849766"/>
                  <a:pt x="1128682" y="844930"/>
                  <a:pt x="1129292" y="839574"/>
                </a:cubicBezTo>
                <a:cubicBezTo>
                  <a:pt x="1129902" y="834219"/>
                  <a:pt x="1134737" y="830371"/>
                  <a:pt x="1140093" y="830981"/>
                </a:cubicBezTo>
                <a:lnTo>
                  <a:pt x="1140113" y="830983"/>
                </a:lnTo>
                <a:cubicBezTo>
                  <a:pt x="1145468" y="831593"/>
                  <a:pt x="1149316" y="836429"/>
                  <a:pt x="1148706" y="841785"/>
                </a:cubicBezTo>
                <a:cubicBezTo>
                  <a:pt x="1148096" y="847141"/>
                  <a:pt x="1143260" y="850988"/>
                  <a:pt x="1137904" y="850378"/>
                </a:cubicBezTo>
                <a:moveTo>
                  <a:pt x="1099104" y="845879"/>
                </a:moveTo>
                <a:lnTo>
                  <a:pt x="1099085" y="845877"/>
                </a:lnTo>
                <a:cubicBezTo>
                  <a:pt x="1093728" y="845267"/>
                  <a:pt x="1089880" y="840431"/>
                  <a:pt x="1090490" y="835075"/>
                </a:cubicBezTo>
                <a:cubicBezTo>
                  <a:pt x="1091100" y="829719"/>
                  <a:pt x="1095936" y="825871"/>
                  <a:pt x="1101293" y="826481"/>
                </a:cubicBezTo>
                <a:lnTo>
                  <a:pt x="1101312" y="826484"/>
                </a:lnTo>
                <a:cubicBezTo>
                  <a:pt x="1106668" y="827094"/>
                  <a:pt x="1110514" y="831929"/>
                  <a:pt x="1109906" y="837286"/>
                </a:cubicBezTo>
                <a:cubicBezTo>
                  <a:pt x="1109296" y="842642"/>
                  <a:pt x="1104460" y="846489"/>
                  <a:pt x="1099104" y="845879"/>
                </a:cubicBezTo>
                <a:moveTo>
                  <a:pt x="1060302" y="841380"/>
                </a:moveTo>
                <a:lnTo>
                  <a:pt x="1060283" y="841378"/>
                </a:lnTo>
                <a:cubicBezTo>
                  <a:pt x="1054928" y="840768"/>
                  <a:pt x="1051080" y="835932"/>
                  <a:pt x="1051690" y="830576"/>
                </a:cubicBezTo>
                <a:cubicBezTo>
                  <a:pt x="1052299" y="825220"/>
                  <a:pt x="1057135" y="821372"/>
                  <a:pt x="1062492" y="821982"/>
                </a:cubicBezTo>
                <a:lnTo>
                  <a:pt x="1062511" y="821984"/>
                </a:lnTo>
                <a:cubicBezTo>
                  <a:pt x="1067866" y="822594"/>
                  <a:pt x="1071715" y="827430"/>
                  <a:pt x="1071104" y="832786"/>
                </a:cubicBezTo>
                <a:cubicBezTo>
                  <a:pt x="1070494" y="838142"/>
                  <a:pt x="1065657" y="841990"/>
                  <a:pt x="1060302" y="841380"/>
                </a:cubicBezTo>
                <a:moveTo>
                  <a:pt x="1020828" y="836483"/>
                </a:moveTo>
                <a:lnTo>
                  <a:pt x="1020808" y="836480"/>
                </a:lnTo>
                <a:cubicBezTo>
                  <a:pt x="1015513" y="835473"/>
                  <a:pt x="1012036" y="830365"/>
                  <a:pt x="1013042" y="825069"/>
                </a:cubicBezTo>
                <a:cubicBezTo>
                  <a:pt x="1014048" y="819773"/>
                  <a:pt x="1019157" y="816296"/>
                  <a:pt x="1024453" y="817302"/>
                </a:cubicBezTo>
                <a:lnTo>
                  <a:pt x="1024471" y="817306"/>
                </a:lnTo>
                <a:cubicBezTo>
                  <a:pt x="1029767" y="818312"/>
                  <a:pt x="1033245" y="823421"/>
                  <a:pt x="1032238" y="828716"/>
                </a:cubicBezTo>
                <a:cubicBezTo>
                  <a:pt x="1031232" y="834012"/>
                  <a:pt x="1026124" y="837490"/>
                  <a:pt x="1020828" y="836483"/>
                </a:cubicBezTo>
                <a:moveTo>
                  <a:pt x="982454" y="829190"/>
                </a:moveTo>
                <a:lnTo>
                  <a:pt x="982434" y="829186"/>
                </a:lnTo>
                <a:cubicBezTo>
                  <a:pt x="977138" y="828180"/>
                  <a:pt x="973662" y="823072"/>
                  <a:pt x="974668" y="817776"/>
                </a:cubicBezTo>
                <a:cubicBezTo>
                  <a:pt x="975673" y="812480"/>
                  <a:pt x="980783" y="809003"/>
                  <a:pt x="986078" y="810009"/>
                </a:cubicBezTo>
                <a:lnTo>
                  <a:pt x="986098" y="810012"/>
                </a:lnTo>
                <a:cubicBezTo>
                  <a:pt x="991393" y="811019"/>
                  <a:pt x="994871" y="816128"/>
                  <a:pt x="993864" y="821423"/>
                </a:cubicBezTo>
                <a:cubicBezTo>
                  <a:pt x="992858" y="826719"/>
                  <a:pt x="987749" y="830196"/>
                  <a:pt x="982454" y="829190"/>
                </a:cubicBezTo>
                <a:moveTo>
                  <a:pt x="944079" y="821897"/>
                </a:moveTo>
                <a:lnTo>
                  <a:pt x="944060" y="821894"/>
                </a:lnTo>
                <a:cubicBezTo>
                  <a:pt x="938764" y="820887"/>
                  <a:pt x="935287" y="815778"/>
                  <a:pt x="936293" y="810483"/>
                </a:cubicBezTo>
                <a:cubicBezTo>
                  <a:pt x="937299" y="805187"/>
                  <a:pt x="942408" y="801709"/>
                  <a:pt x="947704" y="802716"/>
                </a:cubicBezTo>
                <a:lnTo>
                  <a:pt x="947724" y="802720"/>
                </a:lnTo>
                <a:cubicBezTo>
                  <a:pt x="953020" y="803726"/>
                  <a:pt x="956496" y="808834"/>
                  <a:pt x="955490" y="814130"/>
                </a:cubicBezTo>
                <a:cubicBezTo>
                  <a:pt x="954485" y="819426"/>
                  <a:pt x="949375" y="822903"/>
                  <a:pt x="944079" y="821897"/>
                </a:cubicBezTo>
                <a:moveTo>
                  <a:pt x="905093" y="814145"/>
                </a:moveTo>
                <a:lnTo>
                  <a:pt x="905075" y="814140"/>
                </a:lnTo>
                <a:cubicBezTo>
                  <a:pt x="899864" y="812758"/>
                  <a:pt x="896762" y="807413"/>
                  <a:pt x="898144" y="802203"/>
                </a:cubicBezTo>
                <a:cubicBezTo>
                  <a:pt x="899526" y="796992"/>
                  <a:pt x="904871" y="793889"/>
                  <a:pt x="910080" y="795272"/>
                </a:cubicBezTo>
                <a:lnTo>
                  <a:pt x="910100" y="795277"/>
                </a:lnTo>
                <a:cubicBezTo>
                  <a:pt x="915309" y="796659"/>
                  <a:pt x="918414" y="802003"/>
                  <a:pt x="917031" y="807214"/>
                </a:cubicBezTo>
                <a:cubicBezTo>
                  <a:pt x="915648" y="812424"/>
                  <a:pt x="910304" y="815527"/>
                  <a:pt x="905093" y="814145"/>
                </a:cubicBezTo>
                <a:moveTo>
                  <a:pt x="867322" y="804193"/>
                </a:moveTo>
                <a:lnTo>
                  <a:pt x="867303" y="804188"/>
                </a:lnTo>
                <a:cubicBezTo>
                  <a:pt x="862092" y="802806"/>
                  <a:pt x="858989" y="797462"/>
                  <a:pt x="860372" y="792251"/>
                </a:cubicBezTo>
                <a:cubicBezTo>
                  <a:pt x="861755" y="787041"/>
                  <a:pt x="867098" y="783938"/>
                  <a:pt x="872308" y="785320"/>
                </a:cubicBezTo>
                <a:lnTo>
                  <a:pt x="872328" y="785325"/>
                </a:lnTo>
                <a:cubicBezTo>
                  <a:pt x="877538" y="786708"/>
                  <a:pt x="880640" y="792052"/>
                  <a:pt x="879259" y="797262"/>
                </a:cubicBezTo>
                <a:cubicBezTo>
                  <a:pt x="877876" y="802472"/>
                  <a:pt x="872532" y="805576"/>
                  <a:pt x="867322" y="804193"/>
                </a:cubicBezTo>
                <a:moveTo>
                  <a:pt x="829550" y="794242"/>
                </a:moveTo>
                <a:lnTo>
                  <a:pt x="829530" y="794236"/>
                </a:lnTo>
                <a:cubicBezTo>
                  <a:pt x="824320" y="792854"/>
                  <a:pt x="821218" y="787510"/>
                  <a:pt x="822599" y="782299"/>
                </a:cubicBezTo>
                <a:cubicBezTo>
                  <a:pt x="823981" y="777089"/>
                  <a:pt x="829326" y="773986"/>
                  <a:pt x="834536" y="775369"/>
                </a:cubicBezTo>
                <a:lnTo>
                  <a:pt x="834555" y="775374"/>
                </a:lnTo>
                <a:cubicBezTo>
                  <a:pt x="839765" y="776756"/>
                  <a:pt x="842869" y="782100"/>
                  <a:pt x="841486" y="787310"/>
                </a:cubicBezTo>
                <a:cubicBezTo>
                  <a:pt x="840104" y="792521"/>
                  <a:pt x="834761" y="795624"/>
                  <a:pt x="829550" y="794242"/>
                </a:cubicBezTo>
                <a:moveTo>
                  <a:pt x="791267" y="783715"/>
                </a:moveTo>
                <a:lnTo>
                  <a:pt x="791248" y="783708"/>
                </a:lnTo>
                <a:cubicBezTo>
                  <a:pt x="786143" y="781980"/>
                  <a:pt x="783404" y="776439"/>
                  <a:pt x="785133" y="771334"/>
                </a:cubicBezTo>
                <a:cubicBezTo>
                  <a:pt x="786861" y="766228"/>
                  <a:pt x="792402" y="763490"/>
                  <a:pt x="797508" y="765218"/>
                </a:cubicBezTo>
                <a:lnTo>
                  <a:pt x="797526" y="765225"/>
                </a:lnTo>
                <a:cubicBezTo>
                  <a:pt x="802632" y="766953"/>
                  <a:pt x="805369" y="772494"/>
                  <a:pt x="803641" y="777600"/>
                </a:cubicBezTo>
                <a:cubicBezTo>
                  <a:pt x="801913" y="782705"/>
                  <a:pt x="796372" y="785443"/>
                  <a:pt x="791267" y="783715"/>
                </a:cubicBezTo>
                <a:moveTo>
                  <a:pt x="754263" y="771207"/>
                </a:moveTo>
                <a:lnTo>
                  <a:pt x="754243" y="771201"/>
                </a:lnTo>
                <a:cubicBezTo>
                  <a:pt x="749138" y="769472"/>
                  <a:pt x="746400" y="763932"/>
                  <a:pt x="748129" y="758826"/>
                </a:cubicBezTo>
                <a:cubicBezTo>
                  <a:pt x="749858" y="753720"/>
                  <a:pt x="755398" y="750982"/>
                  <a:pt x="760503" y="752711"/>
                </a:cubicBezTo>
                <a:lnTo>
                  <a:pt x="760522" y="752717"/>
                </a:lnTo>
                <a:cubicBezTo>
                  <a:pt x="765627" y="754446"/>
                  <a:pt x="768365" y="759986"/>
                  <a:pt x="766637" y="765092"/>
                </a:cubicBezTo>
                <a:cubicBezTo>
                  <a:pt x="764908" y="770198"/>
                  <a:pt x="759368" y="772936"/>
                  <a:pt x="754263" y="771207"/>
                </a:cubicBezTo>
                <a:moveTo>
                  <a:pt x="717258" y="758699"/>
                </a:moveTo>
                <a:lnTo>
                  <a:pt x="717239" y="758693"/>
                </a:lnTo>
                <a:cubicBezTo>
                  <a:pt x="712133" y="756965"/>
                  <a:pt x="709396" y="751424"/>
                  <a:pt x="711124" y="746318"/>
                </a:cubicBezTo>
                <a:cubicBezTo>
                  <a:pt x="712853" y="741212"/>
                  <a:pt x="718393" y="738475"/>
                  <a:pt x="723499" y="740203"/>
                </a:cubicBezTo>
                <a:lnTo>
                  <a:pt x="723517" y="740210"/>
                </a:lnTo>
                <a:cubicBezTo>
                  <a:pt x="728623" y="741938"/>
                  <a:pt x="731362" y="747479"/>
                  <a:pt x="729632" y="752584"/>
                </a:cubicBezTo>
                <a:cubicBezTo>
                  <a:pt x="727904" y="757690"/>
                  <a:pt x="722363" y="760428"/>
                  <a:pt x="717258" y="758699"/>
                </a:cubicBezTo>
                <a:moveTo>
                  <a:pt x="679854" y="745400"/>
                </a:moveTo>
                <a:lnTo>
                  <a:pt x="679837" y="745393"/>
                </a:lnTo>
                <a:cubicBezTo>
                  <a:pt x="674857" y="743328"/>
                  <a:pt x="672496" y="737617"/>
                  <a:pt x="674562" y="732638"/>
                </a:cubicBezTo>
                <a:cubicBezTo>
                  <a:pt x="676627" y="727658"/>
                  <a:pt x="682338" y="725297"/>
                  <a:pt x="687317" y="727363"/>
                </a:cubicBezTo>
                <a:lnTo>
                  <a:pt x="687335" y="727370"/>
                </a:lnTo>
                <a:cubicBezTo>
                  <a:pt x="692315" y="729436"/>
                  <a:pt x="694675" y="735147"/>
                  <a:pt x="692610" y="740126"/>
                </a:cubicBezTo>
                <a:cubicBezTo>
                  <a:pt x="690543" y="745105"/>
                  <a:pt x="684832" y="747466"/>
                  <a:pt x="679854" y="745400"/>
                </a:cubicBezTo>
                <a:moveTo>
                  <a:pt x="643786" y="730404"/>
                </a:moveTo>
                <a:lnTo>
                  <a:pt x="643768" y="730397"/>
                </a:lnTo>
                <a:cubicBezTo>
                  <a:pt x="638790" y="728331"/>
                  <a:pt x="636429" y="722621"/>
                  <a:pt x="638494" y="717642"/>
                </a:cubicBezTo>
                <a:cubicBezTo>
                  <a:pt x="640559" y="712663"/>
                  <a:pt x="646270" y="710301"/>
                  <a:pt x="651249" y="712367"/>
                </a:cubicBezTo>
                <a:lnTo>
                  <a:pt x="651267" y="712374"/>
                </a:lnTo>
                <a:cubicBezTo>
                  <a:pt x="656246" y="714440"/>
                  <a:pt x="658608" y="720151"/>
                  <a:pt x="656543" y="725129"/>
                </a:cubicBezTo>
                <a:cubicBezTo>
                  <a:pt x="654477" y="730109"/>
                  <a:pt x="648766" y="732470"/>
                  <a:pt x="643786" y="730404"/>
                </a:cubicBezTo>
                <a:moveTo>
                  <a:pt x="607720" y="715408"/>
                </a:moveTo>
                <a:lnTo>
                  <a:pt x="607701" y="715401"/>
                </a:lnTo>
                <a:cubicBezTo>
                  <a:pt x="602722" y="713335"/>
                  <a:pt x="600360" y="707624"/>
                  <a:pt x="602426" y="702645"/>
                </a:cubicBezTo>
                <a:cubicBezTo>
                  <a:pt x="604491" y="697666"/>
                  <a:pt x="610202" y="695305"/>
                  <a:pt x="615182" y="697371"/>
                </a:cubicBezTo>
                <a:lnTo>
                  <a:pt x="615200" y="697378"/>
                </a:lnTo>
                <a:cubicBezTo>
                  <a:pt x="620179" y="699443"/>
                  <a:pt x="622540" y="705154"/>
                  <a:pt x="620474" y="710133"/>
                </a:cubicBezTo>
                <a:cubicBezTo>
                  <a:pt x="618409" y="715112"/>
                  <a:pt x="612698" y="717474"/>
                  <a:pt x="607720" y="715408"/>
                </a:cubicBezTo>
                <a:moveTo>
                  <a:pt x="571422" y="699264"/>
                </a:moveTo>
                <a:lnTo>
                  <a:pt x="571404" y="699255"/>
                </a:lnTo>
                <a:cubicBezTo>
                  <a:pt x="566582" y="696844"/>
                  <a:pt x="564629" y="690981"/>
                  <a:pt x="567039" y="686160"/>
                </a:cubicBezTo>
                <a:cubicBezTo>
                  <a:pt x="569449" y="681339"/>
                  <a:pt x="575312" y="679384"/>
                  <a:pt x="580134" y="681795"/>
                </a:cubicBezTo>
                <a:lnTo>
                  <a:pt x="580151" y="681804"/>
                </a:lnTo>
                <a:cubicBezTo>
                  <a:pt x="584973" y="684215"/>
                  <a:pt x="586927" y="690077"/>
                  <a:pt x="584516" y="694898"/>
                </a:cubicBezTo>
                <a:cubicBezTo>
                  <a:pt x="582105" y="699720"/>
                  <a:pt x="576243" y="701674"/>
                  <a:pt x="571422" y="699264"/>
                </a:cubicBezTo>
                <a:moveTo>
                  <a:pt x="536476" y="681811"/>
                </a:moveTo>
                <a:lnTo>
                  <a:pt x="536459" y="681803"/>
                </a:lnTo>
                <a:cubicBezTo>
                  <a:pt x="531638" y="679392"/>
                  <a:pt x="529683" y="673529"/>
                  <a:pt x="532093" y="668708"/>
                </a:cubicBezTo>
                <a:cubicBezTo>
                  <a:pt x="534504" y="663886"/>
                  <a:pt x="540367" y="661932"/>
                  <a:pt x="545188" y="664343"/>
                </a:cubicBezTo>
                <a:lnTo>
                  <a:pt x="545206" y="664351"/>
                </a:lnTo>
                <a:cubicBezTo>
                  <a:pt x="550027" y="666762"/>
                  <a:pt x="551982" y="672625"/>
                  <a:pt x="549571" y="677446"/>
                </a:cubicBezTo>
                <a:cubicBezTo>
                  <a:pt x="547160" y="682268"/>
                  <a:pt x="541297" y="684222"/>
                  <a:pt x="536476" y="681811"/>
                </a:cubicBezTo>
                <a:moveTo>
                  <a:pt x="501531" y="664359"/>
                </a:moveTo>
                <a:lnTo>
                  <a:pt x="501513" y="664350"/>
                </a:lnTo>
                <a:cubicBezTo>
                  <a:pt x="496692" y="661939"/>
                  <a:pt x="494737" y="656077"/>
                  <a:pt x="497149" y="651255"/>
                </a:cubicBezTo>
                <a:cubicBezTo>
                  <a:pt x="499559" y="646434"/>
                  <a:pt x="505422" y="644480"/>
                  <a:pt x="510243" y="646890"/>
                </a:cubicBezTo>
                <a:lnTo>
                  <a:pt x="510261" y="646899"/>
                </a:lnTo>
                <a:cubicBezTo>
                  <a:pt x="515082" y="649309"/>
                  <a:pt x="517036" y="655172"/>
                  <a:pt x="514626" y="659994"/>
                </a:cubicBezTo>
                <a:cubicBezTo>
                  <a:pt x="512216" y="664815"/>
                  <a:pt x="506352" y="666769"/>
                  <a:pt x="501531" y="664359"/>
                </a:cubicBezTo>
                <a:moveTo>
                  <a:pt x="466688" y="645231"/>
                </a:moveTo>
                <a:lnTo>
                  <a:pt x="466672" y="645221"/>
                </a:lnTo>
                <a:cubicBezTo>
                  <a:pt x="462039" y="642464"/>
                  <a:pt x="460517" y="636475"/>
                  <a:pt x="463272" y="631842"/>
                </a:cubicBezTo>
                <a:cubicBezTo>
                  <a:pt x="466028" y="627209"/>
                  <a:pt x="472018" y="625688"/>
                  <a:pt x="476651" y="628443"/>
                </a:cubicBezTo>
                <a:lnTo>
                  <a:pt x="476668" y="628453"/>
                </a:lnTo>
                <a:cubicBezTo>
                  <a:pt x="481300" y="631209"/>
                  <a:pt x="482822" y="637199"/>
                  <a:pt x="480066" y="641832"/>
                </a:cubicBezTo>
                <a:cubicBezTo>
                  <a:pt x="477311" y="646464"/>
                  <a:pt x="471321" y="647986"/>
                  <a:pt x="466688" y="645231"/>
                </a:cubicBezTo>
                <a:moveTo>
                  <a:pt x="433083" y="625319"/>
                </a:moveTo>
                <a:lnTo>
                  <a:pt x="433066" y="625309"/>
                </a:lnTo>
                <a:cubicBezTo>
                  <a:pt x="428434" y="622554"/>
                  <a:pt x="426911" y="616564"/>
                  <a:pt x="429668" y="611931"/>
                </a:cubicBezTo>
                <a:cubicBezTo>
                  <a:pt x="432423" y="607298"/>
                  <a:pt x="438413" y="605776"/>
                  <a:pt x="443045" y="608532"/>
                </a:cubicBezTo>
                <a:lnTo>
                  <a:pt x="443063" y="608542"/>
                </a:lnTo>
                <a:cubicBezTo>
                  <a:pt x="447695" y="611298"/>
                  <a:pt x="449217" y="617288"/>
                  <a:pt x="446461" y="621920"/>
                </a:cubicBezTo>
                <a:cubicBezTo>
                  <a:pt x="443705" y="626553"/>
                  <a:pt x="437716" y="628075"/>
                  <a:pt x="433083" y="625319"/>
                </a:cubicBezTo>
                <a:moveTo>
                  <a:pt x="399478" y="605408"/>
                </a:moveTo>
                <a:lnTo>
                  <a:pt x="399462" y="605398"/>
                </a:lnTo>
                <a:cubicBezTo>
                  <a:pt x="394829" y="602642"/>
                  <a:pt x="393306" y="596653"/>
                  <a:pt x="396062" y="592020"/>
                </a:cubicBezTo>
                <a:cubicBezTo>
                  <a:pt x="398818" y="587387"/>
                  <a:pt x="404807" y="585865"/>
                  <a:pt x="409441" y="588621"/>
                </a:cubicBezTo>
                <a:lnTo>
                  <a:pt x="409457" y="588631"/>
                </a:lnTo>
                <a:cubicBezTo>
                  <a:pt x="414090" y="591387"/>
                  <a:pt x="415612" y="597376"/>
                  <a:pt x="412856" y="602009"/>
                </a:cubicBezTo>
                <a:cubicBezTo>
                  <a:pt x="410100" y="606642"/>
                  <a:pt x="404112" y="608164"/>
                  <a:pt x="399478" y="605408"/>
                </a:cubicBezTo>
                <a:moveTo>
                  <a:pt x="366564" y="583069"/>
                </a:moveTo>
                <a:lnTo>
                  <a:pt x="366548" y="583058"/>
                </a:lnTo>
                <a:cubicBezTo>
                  <a:pt x="362136" y="579961"/>
                  <a:pt x="361069" y="573874"/>
                  <a:pt x="364166" y="569462"/>
                </a:cubicBezTo>
                <a:cubicBezTo>
                  <a:pt x="367262" y="565049"/>
                  <a:pt x="373349" y="563983"/>
                  <a:pt x="377762" y="567079"/>
                </a:cubicBezTo>
                <a:lnTo>
                  <a:pt x="377778" y="567090"/>
                </a:lnTo>
                <a:cubicBezTo>
                  <a:pt x="382191" y="570187"/>
                  <a:pt x="383258" y="576274"/>
                  <a:pt x="380160" y="580687"/>
                </a:cubicBezTo>
                <a:cubicBezTo>
                  <a:pt x="377063" y="585099"/>
                  <a:pt x="370977" y="586165"/>
                  <a:pt x="366564" y="583069"/>
                </a:cubicBezTo>
                <a:moveTo>
                  <a:pt x="334568" y="560664"/>
                </a:moveTo>
                <a:lnTo>
                  <a:pt x="334552" y="560653"/>
                </a:lnTo>
                <a:cubicBezTo>
                  <a:pt x="330139" y="557556"/>
                  <a:pt x="329073" y="551469"/>
                  <a:pt x="332169" y="547057"/>
                </a:cubicBezTo>
                <a:cubicBezTo>
                  <a:pt x="335266" y="542644"/>
                  <a:pt x="341353" y="541577"/>
                  <a:pt x="345766" y="544674"/>
                </a:cubicBezTo>
                <a:lnTo>
                  <a:pt x="345782" y="544685"/>
                </a:lnTo>
                <a:cubicBezTo>
                  <a:pt x="350194" y="547782"/>
                  <a:pt x="351260" y="553869"/>
                  <a:pt x="348164" y="558281"/>
                </a:cubicBezTo>
                <a:cubicBezTo>
                  <a:pt x="345067" y="562694"/>
                  <a:pt x="338981" y="563760"/>
                  <a:pt x="334568" y="560664"/>
                </a:cubicBezTo>
                <a:moveTo>
                  <a:pt x="302275" y="537316"/>
                </a:moveTo>
                <a:lnTo>
                  <a:pt x="302259" y="537304"/>
                </a:lnTo>
                <a:cubicBezTo>
                  <a:pt x="298118" y="533853"/>
                  <a:pt x="297558" y="527698"/>
                  <a:pt x="301009" y="523557"/>
                </a:cubicBezTo>
                <a:cubicBezTo>
                  <a:pt x="304460" y="519416"/>
                  <a:pt x="310615" y="518857"/>
                  <a:pt x="314756" y="522308"/>
                </a:cubicBezTo>
                <a:lnTo>
                  <a:pt x="314771" y="522320"/>
                </a:lnTo>
                <a:cubicBezTo>
                  <a:pt x="318912" y="525771"/>
                  <a:pt x="319471" y="531926"/>
                  <a:pt x="316021" y="536067"/>
                </a:cubicBezTo>
                <a:cubicBezTo>
                  <a:pt x="312570" y="540208"/>
                  <a:pt x="306415" y="540767"/>
                  <a:pt x="302275" y="537316"/>
                </a:cubicBezTo>
                <a:moveTo>
                  <a:pt x="272229" y="512356"/>
                </a:moveTo>
                <a:lnTo>
                  <a:pt x="272214" y="512343"/>
                </a:lnTo>
                <a:cubicBezTo>
                  <a:pt x="268072" y="508893"/>
                  <a:pt x="267513" y="502738"/>
                  <a:pt x="270964" y="498597"/>
                </a:cubicBezTo>
                <a:cubicBezTo>
                  <a:pt x="274415" y="494456"/>
                  <a:pt x="280570" y="493896"/>
                  <a:pt x="284711" y="497347"/>
                </a:cubicBezTo>
                <a:lnTo>
                  <a:pt x="284725" y="497360"/>
                </a:lnTo>
                <a:cubicBezTo>
                  <a:pt x="288867" y="500811"/>
                  <a:pt x="289426" y="506965"/>
                  <a:pt x="285975" y="511106"/>
                </a:cubicBezTo>
                <a:cubicBezTo>
                  <a:pt x="282525" y="515247"/>
                  <a:pt x="276370" y="515807"/>
                  <a:pt x="272229" y="512356"/>
                </a:cubicBezTo>
                <a:moveTo>
                  <a:pt x="242183" y="487396"/>
                </a:moveTo>
                <a:lnTo>
                  <a:pt x="242169" y="487383"/>
                </a:lnTo>
                <a:cubicBezTo>
                  <a:pt x="238027" y="483932"/>
                  <a:pt x="237467" y="477778"/>
                  <a:pt x="240918" y="473637"/>
                </a:cubicBezTo>
                <a:cubicBezTo>
                  <a:pt x="244370" y="469495"/>
                  <a:pt x="250524" y="468936"/>
                  <a:pt x="254665" y="472387"/>
                </a:cubicBezTo>
                <a:lnTo>
                  <a:pt x="254680" y="472399"/>
                </a:lnTo>
                <a:cubicBezTo>
                  <a:pt x="258822" y="475850"/>
                  <a:pt x="259381" y="482005"/>
                  <a:pt x="255929" y="486146"/>
                </a:cubicBezTo>
                <a:cubicBezTo>
                  <a:pt x="252480" y="490287"/>
                  <a:pt x="246325" y="490846"/>
                  <a:pt x="242183" y="487396"/>
                </a:cubicBezTo>
                <a:moveTo>
                  <a:pt x="213038" y="460157"/>
                </a:moveTo>
                <a:lnTo>
                  <a:pt x="213025" y="460144"/>
                </a:lnTo>
                <a:cubicBezTo>
                  <a:pt x="209206" y="456338"/>
                  <a:pt x="209196" y="450158"/>
                  <a:pt x="213001" y="446340"/>
                </a:cubicBezTo>
                <a:cubicBezTo>
                  <a:pt x="216806" y="442522"/>
                  <a:pt x="222985" y="442511"/>
                  <a:pt x="226804" y="446316"/>
                </a:cubicBezTo>
                <a:lnTo>
                  <a:pt x="226818" y="446330"/>
                </a:lnTo>
                <a:cubicBezTo>
                  <a:pt x="230637" y="450135"/>
                  <a:pt x="230647" y="456315"/>
                  <a:pt x="226842" y="460133"/>
                </a:cubicBezTo>
                <a:cubicBezTo>
                  <a:pt x="223037" y="463952"/>
                  <a:pt x="216857" y="463962"/>
                  <a:pt x="213038" y="460157"/>
                </a:cubicBezTo>
                <a:moveTo>
                  <a:pt x="185389" y="432566"/>
                </a:moveTo>
                <a:lnTo>
                  <a:pt x="185376" y="432553"/>
                </a:lnTo>
                <a:cubicBezTo>
                  <a:pt x="181557" y="428748"/>
                  <a:pt x="181546" y="422568"/>
                  <a:pt x="185352" y="418749"/>
                </a:cubicBezTo>
                <a:cubicBezTo>
                  <a:pt x="189156" y="414931"/>
                  <a:pt x="195336" y="414920"/>
                  <a:pt x="199154" y="418725"/>
                </a:cubicBezTo>
                <a:lnTo>
                  <a:pt x="199168" y="418739"/>
                </a:lnTo>
                <a:cubicBezTo>
                  <a:pt x="202987" y="422544"/>
                  <a:pt x="202997" y="428724"/>
                  <a:pt x="199193" y="432542"/>
                </a:cubicBezTo>
                <a:cubicBezTo>
                  <a:pt x="195387" y="436361"/>
                  <a:pt x="189208" y="436371"/>
                  <a:pt x="185389" y="432566"/>
                </a:cubicBezTo>
                <a:moveTo>
                  <a:pt x="157721" y="403615"/>
                </a:moveTo>
                <a:lnTo>
                  <a:pt x="157709" y="403600"/>
                </a:lnTo>
                <a:cubicBezTo>
                  <a:pt x="154309" y="399417"/>
                  <a:pt x="154944" y="393270"/>
                  <a:pt x="159127" y="389870"/>
                </a:cubicBezTo>
                <a:cubicBezTo>
                  <a:pt x="163311" y="386470"/>
                  <a:pt x="169458" y="387105"/>
                  <a:pt x="172857" y="391289"/>
                </a:cubicBezTo>
                <a:lnTo>
                  <a:pt x="172870" y="391304"/>
                </a:lnTo>
                <a:cubicBezTo>
                  <a:pt x="176269" y="395487"/>
                  <a:pt x="175634" y="401634"/>
                  <a:pt x="171450" y="405034"/>
                </a:cubicBezTo>
                <a:cubicBezTo>
                  <a:pt x="167267" y="408434"/>
                  <a:pt x="161120" y="407799"/>
                  <a:pt x="157721" y="403615"/>
                </a:cubicBezTo>
                <a:moveTo>
                  <a:pt x="133049" y="373332"/>
                </a:moveTo>
                <a:lnTo>
                  <a:pt x="133038" y="373317"/>
                </a:lnTo>
                <a:cubicBezTo>
                  <a:pt x="129637" y="369133"/>
                  <a:pt x="130273" y="362986"/>
                  <a:pt x="134456" y="359586"/>
                </a:cubicBezTo>
                <a:cubicBezTo>
                  <a:pt x="138639" y="356187"/>
                  <a:pt x="144786" y="356822"/>
                  <a:pt x="148186" y="361005"/>
                </a:cubicBezTo>
                <a:lnTo>
                  <a:pt x="148198" y="361020"/>
                </a:lnTo>
                <a:cubicBezTo>
                  <a:pt x="151598" y="365204"/>
                  <a:pt x="150963" y="371351"/>
                  <a:pt x="146780" y="374750"/>
                </a:cubicBezTo>
                <a:cubicBezTo>
                  <a:pt x="142596" y="378150"/>
                  <a:pt x="136449" y="377515"/>
                  <a:pt x="133049" y="373332"/>
                </a:cubicBezTo>
                <a:moveTo>
                  <a:pt x="108378" y="343048"/>
                </a:moveTo>
                <a:lnTo>
                  <a:pt x="108366" y="343033"/>
                </a:lnTo>
                <a:cubicBezTo>
                  <a:pt x="104967" y="338850"/>
                  <a:pt x="105601" y="332703"/>
                  <a:pt x="109785" y="329303"/>
                </a:cubicBezTo>
                <a:cubicBezTo>
                  <a:pt x="113968" y="325904"/>
                  <a:pt x="120115" y="326539"/>
                  <a:pt x="123514" y="330722"/>
                </a:cubicBezTo>
                <a:lnTo>
                  <a:pt x="123527" y="330737"/>
                </a:lnTo>
                <a:cubicBezTo>
                  <a:pt x="126927" y="334920"/>
                  <a:pt x="126291" y="341067"/>
                  <a:pt x="122109" y="344467"/>
                </a:cubicBezTo>
                <a:cubicBezTo>
                  <a:pt x="117925" y="347867"/>
                  <a:pt x="111778" y="347231"/>
                  <a:pt x="108378" y="343048"/>
                </a:cubicBezTo>
                <a:moveTo>
                  <a:pt x="86461" y="309331"/>
                </a:moveTo>
                <a:lnTo>
                  <a:pt x="86449" y="309315"/>
                </a:lnTo>
                <a:cubicBezTo>
                  <a:pt x="83577" y="304754"/>
                  <a:pt x="84947" y="298727"/>
                  <a:pt x="89507" y="295855"/>
                </a:cubicBezTo>
                <a:cubicBezTo>
                  <a:pt x="94069" y="292982"/>
                  <a:pt x="100096" y="294352"/>
                  <a:pt x="102968" y="298913"/>
                </a:cubicBezTo>
                <a:lnTo>
                  <a:pt x="102979" y="298929"/>
                </a:lnTo>
                <a:cubicBezTo>
                  <a:pt x="105851" y="303491"/>
                  <a:pt x="104482" y="309517"/>
                  <a:pt x="99920" y="312390"/>
                </a:cubicBezTo>
                <a:cubicBezTo>
                  <a:pt x="95359" y="315262"/>
                  <a:pt x="89333" y="313893"/>
                  <a:pt x="86461" y="309331"/>
                </a:cubicBezTo>
                <a:moveTo>
                  <a:pt x="65520" y="276357"/>
                </a:moveTo>
                <a:lnTo>
                  <a:pt x="65511" y="276341"/>
                </a:lnTo>
                <a:cubicBezTo>
                  <a:pt x="62638" y="271779"/>
                  <a:pt x="64007" y="265753"/>
                  <a:pt x="68569" y="262881"/>
                </a:cubicBezTo>
                <a:cubicBezTo>
                  <a:pt x="73130" y="260008"/>
                  <a:pt x="79156" y="261377"/>
                  <a:pt x="82029" y="265939"/>
                </a:cubicBezTo>
                <a:lnTo>
                  <a:pt x="82038" y="265955"/>
                </a:lnTo>
                <a:cubicBezTo>
                  <a:pt x="84911" y="270516"/>
                  <a:pt x="83543" y="276543"/>
                  <a:pt x="78981" y="279415"/>
                </a:cubicBezTo>
                <a:cubicBezTo>
                  <a:pt x="74420" y="282288"/>
                  <a:pt x="68393" y="280919"/>
                  <a:pt x="65520" y="276357"/>
                </a:cubicBezTo>
                <a:moveTo>
                  <a:pt x="47388" y="240357"/>
                </a:moveTo>
                <a:lnTo>
                  <a:pt x="47380" y="240339"/>
                </a:lnTo>
                <a:cubicBezTo>
                  <a:pt x="45149" y="235432"/>
                  <a:pt x="47318" y="229646"/>
                  <a:pt x="52225" y="227414"/>
                </a:cubicBezTo>
                <a:cubicBezTo>
                  <a:pt x="57132" y="225183"/>
                  <a:pt x="62918" y="227353"/>
                  <a:pt x="65150" y="232260"/>
                </a:cubicBezTo>
                <a:lnTo>
                  <a:pt x="65158" y="232277"/>
                </a:lnTo>
                <a:cubicBezTo>
                  <a:pt x="67390" y="237184"/>
                  <a:pt x="65220" y="242971"/>
                  <a:pt x="60312" y="245202"/>
                </a:cubicBezTo>
                <a:cubicBezTo>
                  <a:pt x="55405" y="247433"/>
                  <a:pt x="49619" y="245264"/>
                  <a:pt x="47388" y="240357"/>
                </a:cubicBezTo>
                <a:moveTo>
                  <a:pt x="31120" y="204845"/>
                </a:moveTo>
                <a:lnTo>
                  <a:pt x="31112" y="204827"/>
                </a:lnTo>
                <a:cubicBezTo>
                  <a:pt x="28881" y="199920"/>
                  <a:pt x="31050" y="194133"/>
                  <a:pt x="35957" y="191902"/>
                </a:cubicBezTo>
                <a:cubicBezTo>
                  <a:pt x="40865" y="189671"/>
                  <a:pt x="46651" y="191840"/>
                  <a:pt x="48882" y="196747"/>
                </a:cubicBezTo>
                <a:lnTo>
                  <a:pt x="48890" y="196765"/>
                </a:lnTo>
                <a:cubicBezTo>
                  <a:pt x="51122" y="201672"/>
                  <a:pt x="48952" y="207459"/>
                  <a:pt x="44045" y="209690"/>
                </a:cubicBezTo>
                <a:cubicBezTo>
                  <a:pt x="39138" y="211921"/>
                  <a:pt x="33352" y="209752"/>
                  <a:pt x="31120" y="204845"/>
                </a:cubicBezTo>
                <a:moveTo>
                  <a:pt x="18094" y="166509"/>
                </a:moveTo>
                <a:lnTo>
                  <a:pt x="18089" y="166490"/>
                </a:lnTo>
                <a:cubicBezTo>
                  <a:pt x="16656" y="161294"/>
                  <a:pt x="19707" y="155919"/>
                  <a:pt x="24902" y="154486"/>
                </a:cubicBezTo>
                <a:cubicBezTo>
                  <a:pt x="30099" y="153053"/>
                  <a:pt x="35473" y="156103"/>
                  <a:pt x="36907" y="161299"/>
                </a:cubicBezTo>
                <a:lnTo>
                  <a:pt x="36912" y="161318"/>
                </a:lnTo>
                <a:cubicBezTo>
                  <a:pt x="38346" y="166514"/>
                  <a:pt x="35295" y="171889"/>
                  <a:pt x="30098" y="173322"/>
                </a:cubicBezTo>
                <a:cubicBezTo>
                  <a:pt x="24902" y="174756"/>
                  <a:pt x="19527" y="171706"/>
                  <a:pt x="18094" y="166509"/>
                </a:cubicBezTo>
                <a:moveTo>
                  <a:pt x="7580" y="128890"/>
                </a:moveTo>
                <a:lnTo>
                  <a:pt x="7575" y="128871"/>
                </a:lnTo>
                <a:cubicBezTo>
                  <a:pt x="6141" y="123675"/>
                  <a:pt x="9192" y="118300"/>
                  <a:pt x="14387" y="116866"/>
                </a:cubicBezTo>
                <a:cubicBezTo>
                  <a:pt x="19584" y="115433"/>
                  <a:pt x="24959" y="118484"/>
                  <a:pt x="26393" y="123680"/>
                </a:cubicBezTo>
                <a:lnTo>
                  <a:pt x="26398" y="123699"/>
                </a:lnTo>
                <a:cubicBezTo>
                  <a:pt x="27832" y="128895"/>
                  <a:pt x="24780" y="134270"/>
                  <a:pt x="19584" y="135703"/>
                </a:cubicBezTo>
                <a:cubicBezTo>
                  <a:pt x="14387" y="137137"/>
                  <a:pt x="9014" y="134086"/>
                  <a:pt x="7580" y="128890"/>
                </a:cubicBezTo>
                <a:moveTo>
                  <a:pt x="638" y="89062"/>
                </a:moveTo>
                <a:lnTo>
                  <a:pt x="636" y="89042"/>
                </a:lnTo>
                <a:cubicBezTo>
                  <a:pt x="0" y="83690"/>
                  <a:pt x="3823" y="78834"/>
                  <a:pt x="9176" y="78198"/>
                </a:cubicBezTo>
                <a:cubicBezTo>
                  <a:pt x="14529" y="77561"/>
                  <a:pt x="19383" y="81384"/>
                  <a:pt x="20021" y="86737"/>
                </a:cubicBezTo>
                <a:lnTo>
                  <a:pt x="20022" y="86756"/>
                </a:lnTo>
                <a:cubicBezTo>
                  <a:pt x="20660" y="92109"/>
                  <a:pt x="16837" y="96964"/>
                  <a:pt x="11484" y="97601"/>
                </a:cubicBezTo>
                <a:cubicBezTo>
                  <a:pt x="6131" y="98238"/>
                  <a:pt x="1276" y="94415"/>
                  <a:pt x="638" y="89062"/>
                </a:cubicBezTo>
                <a:moveTo>
                  <a:pt x="-18238" y="98569"/>
                </a:moveTo>
                <a:lnTo>
                  <a:pt x="6209" y="37830"/>
                </a:lnTo>
                <a:lnTo>
                  <a:pt x="40133" y="93831"/>
                </a:lnTo>
                <a:lnTo>
                  <a:pt x="-18238" y="985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62">
            <a:extLst xmlns:a="http://schemas.openxmlformats.org/drawingml/2006/main">
              <a:ext uri="{FF2B5EF4-FFF2-40B4-BE49-F238E27FC236}">
                <a16:creationId xmlns:a16="http://schemas.microsoft.com/office/drawing/2014/main" id="{1D6AE865-6CE0-4ABF-898A-40437B70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599" y="1480371"/>
            <a:ext cx="2186321" cy="536820"/>
          </a:xfrm>
          <a:custGeom xmlns:a="http://schemas.openxmlformats.org/drawingml/2006/main">
            <a:pathLst>
              <a:path w="2186321" h="536820">
                <a:moveTo>
                  <a:pt x="0" y="57836"/>
                </a:moveTo>
                <a:cubicBezTo>
                  <a:pt x="0" y="25894"/>
                  <a:pt x="25894" y="0"/>
                  <a:pt x="57835" y="0"/>
                </a:cubicBezTo>
                <a:lnTo>
                  <a:pt x="2128485" y="0"/>
                </a:lnTo>
                <a:cubicBezTo>
                  <a:pt x="2160426" y="0"/>
                  <a:pt x="2186321" y="25894"/>
                  <a:pt x="2186321" y="57836"/>
                </a:cubicBezTo>
                <a:lnTo>
                  <a:pt x="2186321" y="478984"/>
                </a:lnTo>
                <a:cubicBezTo>
                  <a:pt x="2186321" y="510926"/>
                  <a:pt x="2160426" y="536820"/>
                  <a:pt x="2128485" y="536820"/>
                </a:cubicBezTo>
                <a:lnTo>
                  <a:pt x="57835" y="536820"/>
                </a:lnTo>
                <a:cubicBezTo>
                  <a:pt x="25894" y="536820"/>
                  <a:pt x="0" y="510926"/>
                  <a:pt x="0" y="478984"/>
                </a:cubicBezTo>
                <a:lnTo>
                  <a:pt x="0" y="5783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63">
            <a:extLst xmlns:a="http://schemas.openxmlformats.org/drawingml/2006/main">
              <a:ext uri="{FF2B5EF4-FFF2-40B4-BE49-F238E27FC236}">
                <a16:creationId xmlns:a16="http://schemas.microsoft.com/office/drawing/2014/main" id="{ACA2022D-41BE-4293-ABBB-42CDD32E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599" y="1480371"/>
            <a:ext cx="2186321" cy="536820"/>
          </a:xfrm>
          <a:custGeom xmlns:a="http://schemas.openxmlformats.org/drawingml/2006/main">
            <a:pathLst>
              <a:path w="2186321" h="536820">
                <a:moveTo>
                  <a:pt x="0" y="57836"/>
                </a:moveTo>
                <a:cubicBezTo>
                  <a:pt x="0" y="25894"/>
                  <a:pt x="25893" y="0"/>
                  <a:pt x="57835" y="0"/>
                </a:cubicBezTo>
                <a:lnTo>
                  <a:pt x="2128485" y="0"/>
                </a:lnTo>
                <a:cubicBezTo>
                  <a:pt x="2160427" y="0"/>
                  <a:pt x="2186321" y="25894"/>
                  <a:pt x="2186321" y="57836"/>
                </a:cubicBezTo>
                <a:lnTo>
                  <a:pt x="2186321" y="478984"/>
                </a:lnTo>
                <a:cubicBezTo>
                  <a:pt x="2186321" y="510926"/>
                  <a:pt x="2160427" y="536820"/>
                  <a:pt x="2128485" y="536820"/>
                </a:cubicBezTo>
                <a:lnTo>
                  <a:pt x="57835" y="536820"/>
                </a:lnTo>
                <a:cubicBezTo>
                  <a:pt x="25893" y="536820"/>
                  <a:pt x="0" y="510926"/>
                  <a:pt x="0" y="478984"/>
                </a:cubicBezTo>
                <a:lnTo>
                  <a:pt x="0" y="57836"/>
                </a:lnTo>
              </a:path>
            </a:pathLst>
          </a:custGeom>
          <a:noFill xmlns:a="http://schemas.openxmlformats.org/drawingml/2006/main"/>
          <a:ln xmlns:a="http://schemas.openxmlformats.org/drawingml/2006/main" w="39041">
            <a:solidFill>
              <a:srgbClr val="D9D9D9"/>
            </a:solidFill>
            <a:prstDash val="solid"/>
          </a:ln>
        </p:spPr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BCCEA5-672C-4FD2-9111-1ED3EB2BC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36e8287f24264"/>
          <a:srcRect xmlns:a="http://schemas.openxmlformats.org/drawingml/2006/main" l="0" t="2381" r="0" b="2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7768" y="1607256"/>
            <a:ext cx="312332" cy="292811"/>
          </a:xfrm>
          <a:prstGeom xmlns:a="http://schemas.openxmlformats.org/drawingml/2006/main" prst="rect">
            <a:avLst/>
          </a:prstGeom>
        </p:spPr>
      </p:pic>
      <p:sp>
        <p:nvSpPr>
          <p:cNvPr id="63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D10F7A41-1062-4890-8DA6-580EC789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768" y="1607256"/>
            <a:ext cx="312332" cy="29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6BE9D99B-0175-41E3-B1BA-31667ED7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774" y="1657009"/>
            <a:ext cx="468503" cy="175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MDP </a:t>
            </a:r>
          </a:p>
        </p:txBody>
      </p:sp>
      <p:sp>
        <p:nvSpPr>
          <p:cNvPr id="65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7337AAD9-6017-4B36-BA76-806462F8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401" y="1602018"/>
            <a:ext cx="182246" cy="234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4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66" name="pdf-path-67">
            <a:extLst xmlns:a="http://schemas.openxmlformats.org/drawingml/2006/main">
              <a:ext uri="{FF2B5EF4-FFF2-40B4-BE49-F238E27FC236}">
                <a16:creationId xmlns:a16="http://schemas.microsoft.com/office/drawing/2014/main" id="{EB61057C-9372-483F-9ED5-441FEC0C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8681" y="1607256"/>
            <a:ext cx="976037" cy="302571"/>
          </a:xfrm>
          <a:custGeom xmlns:a="http://schemas.openxmlformats.org/drawingml/2006/main">
            <a:pathLst>
              <a:path w="976037" h="302571">
                <a:moveTo>
                  <a:pt x="0" y="32599"/>
                </a:moveTo>
                <a:cubicBezTo>
                  <a:pt x="0" y="14595"/>
                  <a:pt x="14594" y="0"/>
                  <a:pt x="32599" y="0"/>
                </a:cubicBezTo>
                <a:lnTo>
                  <a:pt x="943437" y="0"/>
                </a:lnTo>
                <a:cubicBezTo>
                  <a:pt x="961441" y="0"/>
                  <a:pt x="976037" y="14595"/>
                  <a:pt x="976037" y="32599"/>
                </a:cubicBezTo>
                <a:lnTo>
                  <a:pt x="976037" y="269973"/>
                </a:lnTo>
                <a:cubicBezTo>
                  <a:pt x="976037" y="287976"/>
                  <a:pt x="961441" y="302571"/>
                  <a:pt x="943437" y="302571"/>
                </a:cubicBezTo>
                <a:lnTo>
                  <a:pt x="32599" y="302571"/>
                </a:lnTo>
                <a:cubicBezTo>
                  <a:pt x="14594" y="302571"/>
                  <a:pt x="0" y="287976"/>
                  <a:pt x="0" y="269973"/>
                </a:cubicBezTo>
                <a:lnTo>
                  <a:pt x="0" y="3259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9041">
            <a:solidFill>
              <a:srgbClr val="595959"/>
            </a:solidFill>
            <a:prstDash val="solid"/>
          </a:ln>
        </p:spPr>
      </p:sp>
      <p:sp>
        <p:nvSpPr>
          <p:cNvPr id="67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6E1CD56F-76EA-4C2F-8619-4D2C0338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7287" y="1665579"/>
            <a:ext cx="746005" cy="156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policy</a:t>
            </a:r>
          </a:p>
        </p:txBody>
      </p:sp>
      <p:sp>
        <p:nvSpPr>
          <p:cNvPr id="68" name="pdf-path-70">
            <a:extLst xmlns:a="http://schemas.openxmlformats.org/drawingml/2006/main">
              <a:ext uri="{FF2B5EF4-FFF2-40B4-BE49-F238E27FC236}">
                <a16:creationId xmlns:a16="http://schemas.microsoft.com/office/drawing/2014/main" id="{B3AC24EF-E24B-43F2-BECF-EF70A66A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960632"/>
            <a:ext cx="153726" cy="163486"/>
          </a:xfrm>
          <a:custGeom xmlns:a="http://schemas.openxmlformats.org/drawingml/2006/main">
            <a:pathLst>
              <a:path w="153726" h="163486">
                <a:moveTo>
                  <a:pt x="0" y="0"/>
                </a:moveTo>
                <a:lnTo>
                  <a:pt x="153726" y="0"/>
                </a:lnTo>
                <a:lnTo>
                  <a:pt x="153726" y="163486"/>
                </a:lnTo>
                <a:lnTo>
                  <a:pt x="0" y="163486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71">
            <a:extLst xmlns:a="http://schemas.openxmlformats.org/drawingml/2006/main">
              <a:ext uri="{FF2B5EF4-FFF2-40B4-BE49-F238E27FC236}">
                <a16:creationId xmlns:a16="http://schemas.microsoft.com/office/drawing/2014/main" id="{7145D4C4-39ED-46E9-9FA2-BE38EF46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35" y="909390"/>
            <a:ext cx="51242" cy="214728"/>
          </a:xfrm>
          <a:custGeom xmlns:a="http://schemas.openxmlformats.org/drawingml/2006/main">
            <a:pathLst>
              <a:path w="51242" h="214728">
                <a:moveTo>
                  <a:pt x="0" y="51242"/>
                </a:moveTo>
                <a:lnTo>
                  <a:pt x="51242" y="0"/>
                </a:lnTo>
                <a:lnTo>
                  <a:pt x="51242" y="163486"/>
                </a:lnTo>
                <a:lnTo>
                  <a:pt x="0" y="214728"/>
                </a:lnTo>
                <a:lnTo>
                  <a:pt x="0" y="51242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72">
            <a:extLst xmlns:a="http://schemas.openxmlformats.org/drawingml/2006/main">
              <a:ext uri="{FF2B5EF4-FFF2-40B4-BE49-F238E27FC236}">
                <a16:creationId xmlns:a16="http://schemas.microsoft.com/office/drawing/2014/main" id="{18A16632-B6ED-4917-9430-09F33808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909390"/>
            <a:ext cx="204968" cy="51242"/>
          </a:xfrm>
          <a:custGeom xmlns:a="http://schemas.openxmlformats.org/drawingml/2006/main">
            <a:pathLst>
              <a:path w="204968" h="51242">
                <a:moveTo>
                  <a:pt x="0" y="51242"/>
                </a:moveTo>
                <a:lnTo>
                  <a:pt x="51242" y="0"/>
                </a:lnTo>
                <a:lnTo>
                  <a:pt x="204968" y="0"/>
                </a:lnTo>
                <a:lnTo>
                  <a:pt x="153726" y="51242"/>
                </a:lnTo>
                <a:lnTo>
                  <a:pt x="0" y="51242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73">
            <a:extLst xmlns:a="http://schemas.openxmlformats.org/drawingml/2006/main">
              <a:ext uri="{FF2B5EF4-FFF2-40B4-BE49-F238E27FC236}">
                <a16:creationId xmlns:a16="http://schemas.microsoft.com/office/drawing/2014/main" id="{57B7EE4E-B19C-4A7A-89F7-7E0B158F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909390"/>
            <a:ext cx="204968" cy="214728"/>
          </a:xfrm>
          <a:custGeom xmlns:a="http://schemas.openxmlformats.org/drawingml/2006/main">
            <a:pathLst>
              <a:path w="204968" h="214728">
                <a:moveTo>
                  <a:pt x="0" y="51242"/>
                </a:moveTo>
                <a:lnTo>
                  <a:pt x="51242" y="0"/>
                </a:lnTo>
                <a:lnTo>
                  <a:pt x="204968" y="0"/>
                </a:lnTo>
                <a:lnTo>
                  <a:pt x="204968" y="163486"/>
                </a:lnTo>
                <a:lnTo>
                  <a:pt x="153726" y="214728"/>
                </a:lnTo>
                <a:lnTo>
                  <a:pt x="0" y="214728"/>
                </a:lnTo>
                <a:lnTo>
                  <a:pt x="0" y="51242"/>
                </a:lnTo>
                <a:lnTo>
                  <a:pt x="153726" y="51242"/>
                </a:lnTo>
                <a:lnTo>
                  <a:pt x="204968" y="0"/>
                </a:lnTo>
                <a:moveTo>
                  <a:pt x="153726" y="51242"/>
                </a:moveTo>
                <a:lnTo>
                  <a:pt x="153726" y="214728"/>
                </a:lnTo>
              </a:path>
            </a:pathLst>
          </a:custGeom>
          <a:noFill xmlns:a="http://schemas.openxmlformats.org/drawingml/2006/main"/>
          <a:ln xmlns:a="http://schemas.openxmlformats.org/drawingml/2006/main" w="9760">
            <a:solidFill>
              <a:srgbClr val="548235"/>
            </a:solidFill>
            <a:prstDash val="solid"/>
          </a:ln>
        </p:spPr>
      </p:sp>
      <p:sp>
        <p:nvSpPr>
          <p:cNvPr id="72" name="pdf-path-74">
            <a:extLst xmlns:a="http://schemas.openxmlformats.org/drawingml/2006/main">
              <a:ext uri="{FF2B5EF4-FFF2-40B4-BE49-F238E27FC236}">
                <a16:creationId xmlns:a16="http://schemas.microsoft.com/office/drawing/2014/main" id="{24E9D44A-40EC-479A-AF63-F3A3FDAA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814226"/>
            <a:ext cx="153726" cy="153726"/>
          </a:xfrm>
          <a:custGeom xmlns:a="http://schemas.openxmlformats.org/drawingml/2006/main">
            <a:pathLst>
              <a:path w="153726" h="153726">
                <a:moveTo>
                  <a:pt x="0" y="0"/>
                </a:moveTo>
                <a:lnTo>
                  <a:pt x="153726" y="0"/>
                </a:lnTo>
                <a:lnTo>
                  <a:pt x="153726" y="153726"/>
                </a:lnTo>
                <a:lnTo>
                  <a:pt x="0" y="153726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75">
            <a:extLst xmlns:a="http://schemas.openxmlformats.org/drawingml/2006/main">
              <a:ext uri="{FF2B5EF4-FFF2-40B4-BE49-F238E27FC236}">
                <a16:creationId xmlns:a16="http://schemas.microsoft.com/office/drawing/2014/main" id="{9350D76A-FC6A-4E24-A3A4-F8D902F8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35" y="762984"/>
            <a:ext cx="51242" cy="204968"/>
          </a:xfrm>
          <a:custGeom xmlns:a="http://schemas.openxmlformats.org/drawingml/2006/main">
            <a:pathLst>
              <a:path w="51242" h="204968">
                <a:moveTo>
                  <a:pt x="0" y="51242"/>
                </a:moveTo>
                <a:lnTo>
                  <a:pt x="51242" y="0"/>
                </a:lnTo>
                <a:lnTo>
                  <a:pt x="51242" y="153726"/>
                </a:lnTo>
                <a:lnTo>
                  <a:pt x="0" y="204968"/>
                </a:lnTo>
                <a:lnTo>
                  <a:pt x="0" y="51242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76">
            <a:extLst xmlns:a="http://schemas.openxmlformats.org/drawingml/2006/main">
              <a:ext uri="{FF2B5EF4-FFF2-40B4-BE49-F238E27FC236}">
                <a16:creationId xmlns:a16="http://schemas.microsoft.com/office/drawing/2014/main" id="{3AF00DC7-B1FF-480A-B74B-76B1C8D8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762984"/>
            <a:ext cx="204968" cy="51242"/>
          </a:xfrm>
          <a:custGeom xmlns:a="http://schemas.openxmlformats.org/drawingml/2006/main">
            <a:pathLst>
              <a:path w="204968" h="51242">
                <a:moveTo>
                  <a:pt x="0" y="51242"/>
                </a:moveTo>
                <a:lnTo>
                  <a:pt x="51242" y="0"/>
                </a:lnTo>
                <a:lnTo>
                  <a:pt x="204968" y="0"/>
                </a:lnTo>
                <a:lnTo>
                  <a:pt x="153726" y="51242"/>
                </a:lnTo>
                <a:lnTo>
                  <a:pt x="0" y="51242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77">
            <a:extLst xmlns:a="http://schemas.openxmlformats.org/drawingml/2006/main">
              <a:ext uri="{FF2B5EF4-FFF2-40B4-BE49-F238E27FC236}">
                <a16:creationId xmlns:a16="http://schemas.microsoft.com/office/drawing/2014/main" id="{34EB36F1-1904-4114-8C98-83146D9F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762984"/>
            <a:ext cx="204968" cy="204968"/>
          </a:xfrm>
          <a:custGeom xmlns:a="http://schemas.openxmlformats.org/drawingml/2006/main">
            <a:pathLst>
              <a:path w="204968" h="204968">
                <a:moveTo>
                  <a:pt x="0" y="51242"/>
                </a:moveTo>
                <a:lnTo>
                  <a:pt x="51242" y="0"/>
                </a:lnTo>
                <a:lnTo>
                  <a:pt x="204968" y="0"/>
                </a:lnTo>
                <a:lnTo>
                  <a:pt x="204968" y="153726"/>
                </a:lnTo>
                <a:lnTo>
                  <a:pt x="153726" y="204968"/>
                </a:lnTo>
                <a:lnTo>
                  <a:pt x="0" y="204968"/>
                </a:lnTo>
                <a:lnTo>
                  <a:pt x="0" y="51242"/>
                </a:lnTo>
                <a:lnTo>
                  <a:pt x="153726" y="51242"/>
                </a:lnTo>
                <a:lnTo>
                  <a:pt x="204968" y="0"/>
                </a:lnTo>
                <a:moveTo>
                  <a:pt x="153726" y="51242"/>
                </a:moveTo>
                <a:lnTo>
                  <a:pt x="153726" y="204968"/>
                </a:lnTo>
              </a:path>
            </a:pathLst>
          </a:custGeom>
          <a:noFill xmlns:a="http://schemas.openxmlformats.org/drawingml/2006/main"/>
          <a:ln xmlns:a="http://schemas.openxmlformats.org/drawingml/2006/main" w="9760">
            <a:solidFill>
              <a:srgbClr val="548235"/>
            </a:solidFill>
            <a:prstDash val="solid"/>
          </a:ln>
        </p:spPr>
      </p:sp>
      <p:sp>
        <p:nvSpPr>
          <p:cNvPr id="76" name="pdf-path-78">
            <a:extLst xmlns:a="http://schemas.openxmlformats.org/drawingml/2006/main">
              <a:ext uri="{FF2B5EF4-FFF2-40B4-BE49-F238E27FC236}">
                <a16:creationId xmlns:a16="http://schemas.microsoft.com/office/drawing/2014/main" id="{84A8244B-87AE-421C-A37C-578ADAA1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658060"/>
            <a:ext cx="153726" cy="153726"/>
          </a:xfrm>
          <a:custGeom xmlns:a="http://schemas.openxmlformats.org/drawingml/2006/main">
            <a:pathLst>
              <a:path w="153726" h="153726">
                <a:moveTo>
                  <a:pt x="0" y="0"/>
                </a:moveTo>
                <a:lnTo>
                  <a:pt x="153726" y="0"/>
                </a:lnTo>
                <a:lnTo>
                  <a:pt x="153726" y="153726"/>
                </a:lnTo>
                <a:lnTo>
                  <a:pt x="0" y="153726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79">
            <a:extLst xmlns:a="http://schemas.openxmlformats.org/drawingml/2006/main">
              <a:ext uri="{FF2B5EF4-FFF2-40B4-BE49-F238E27FC236}">
                <a16:creationId xmlns:a16="http://schemas.microsoft.com/office/drawing/2014/main" id="{667AD034-B2F3-4C30-AB66-60CD8B48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35" y="606818"/>
            <a:ext cx="51242" cy="204968"/>
          </a:xfrm>
          <a:custGeom xmlns:a="http://schemas.openxmlformats.org/drawingml/2006/main">
            <a:pathLst>
              <a:path w="51242" h="204968">
                <a:moveTo>
                  <a:pt x="0" y="51242"/>
                </a:moveTo>
                <a:lnTo>
                  <a:pt x="51242" y="0"/>
                </a:lnTo>
                <a:lnTo>
                  <a:pt x="51242" y="153726"/>
                </a:lnTo>
                <a:lnTo>
                  <a:pt x="0" y="204968"/>
                </a:lnTo>
                <a:lnTo>
                  <a:pt x="0" y="51242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80">
            <a:extLst xmlns:a="http://schemas.openxmlformats.org/drawingml/2006/main">
              <a:ext uri="{FF2B5EF4-FFF2-40B4-BE49-F238E27FC236}">
                <a16:creationId xmlns:a16="http://schemas.microsoft.com/office/drawing/2014/main" id="{41CFDBDB-E75D-4450-B794-3384253E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606818"/>
            <a:ext cx="204968" cy="51242"/>
          </a:xfrm>
          <a:custGeom xmlns:a="http://schemas.openxmlformats.org/drawingml/2006/main">
            <a:pathLst>
              <a:path w="204968" h="51242">
                <a:moveTo>
                  <a:pt x="0" y="51242"/>
                </a:moveTo>
                <a:lnTo>
                  <a:pt x="51242" y="0"/>
                </a:lnTo>
                <a:lnTo>
                  <a:pt x="204968" y="0"/>
                </a:lnTo>
                <a:lnTo>
                  <a:pt x="153726" y="51242"/>
                </a:lnTo>
                <a:lnTo>
                  <a:pt x="0" y="51242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81">
            <a:extLst xmlns:a="http://schemas.openxmlformats.org/drawingml/2006/main">
              <a:ext uri="{FF2B5EF4-FFF2-40B4-BE49-F238E27FC236}">
                <a16:creationId xmlns:a16="http://schemas.microsoft.com/office/drawing/2014/main" id="{6C87E160-7DC2-4AD3-901F-F2DA3A70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606818"/>
            <a:ext cx="204968" cy="204968"/>
          </a:xfrm>
          <a:custGeom xmlns:a="http://schemas.openxmlformats.org/drawingml/2006/main">
            <a:pathLst>
              <a:path w="204968" h="204968">
                <a:moveTo>
                  <a:pt x="0" y="51242"/>
                </a:moveTo>
                <a:lnTo>
                  <a:pt x="51242" y="0"/>
                </a:lnTo>
                <a:lnTo>
                  <a:pt x="204968" y="0"/>
                </a:lnTo>
                <a:lnTo>
                  <a:pt x="204968" y="153726"/>
                </a:lnTo>
                <a:lnTo>
                  <a:pt x="153726" y="204968"/>
                </a:lnTo>
                <a:lnTo>
                  <a:pt x="0" y="204968"/>
                </a:lnTo>
                <a:lnTo>
                  <a:pt x="0" y="51242"/>
                </a:lnTo>
                <a:lnTo>
                  <a:pt x="153726" y="51242"/>
                </a:lnTo>
                <a:lnTo>
                  <a:pt x="204968" y="0"/>
                </a:lnTo>
                <a:moveTo>
                  <a:pt x="153726" y="51242"/>
                </a:moveTo>
                <a:lnTo>
                  <a:pt x="153726" y="204968"/>
                </a:lnTo>
              </a:path>
            </a:pathLst>
          </a:custGeom>
          <a:noFill xmlns:a="http://schemas.openxmlformats.org/drawingml/2006/main"/>
          <a:ln xmlns:a="http://schemas.openxmlformats.org/drawingml/2006/main" w="9760">
            <a:solidFill>
              <a:srgbClr val="548235"/>
            </a:solidFill>
            <a:prstDash val="solid"/>
          </a:ln>
        </p:spPr>
      </p:sp>
      <p:sp>
        <p:nvSpPr>
          <p:cNvPr id="80" name="pdf-path-82">
            <a:extLst xmlns:a="http://schemas.openxmlformats.org/drawingml/2006/main">
              <a:ext uri="{FF2B5EF4-FFF2-40B4-BE49-F238E27FC236}">
                <a16:creationId xmlns:a16="http://schemas.microsoft.com/office/drawing/2014/main" id="{DF2B5613-F539-4A20-9FBC-83E553C6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501895"/>
            <a:ext cx="153726" cy="163486"/>
          </a:xfrm>
          <a:custGeom xmlns:a="http://schemas.openxmlformats.org/drawingml/2006/main">
            <a:pathLst>
              <a:path w="153726" h="163486">
                <a:moveTo>
                  <a:pt x="0" y="0"/>
                </a:moveTo>
                <a:lnTo>
                  <a:pt x="153726" y="0"/>
                </a:lnTo>
                <a:lnTo>
                  <a:pt x="153726" y="163486"/>
                </a:lnTo>
                <a:lnTo>
                  <a:pt x="0" y="163486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83">
            <a:extLst xmlns:a="http://schemas.openxmlformats.org/drawingml/2006/main">
              <a:ext uri="{FF2B5EF4-FFF2-40B4-BE49-F238E27FC236}">
                <a16:creationId xmlns:a16="http://schemas.microsoft.com/office/drawing/2014/main" id="{CB577EC0-40F0-45F1-8729-7CD98819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35" y="450653"/>
            <a:ext cx="51242" cy="214728"/>
          </a:xfrm>
          <a:custGeom xmlns:a="http://schemas.openxmlformats.org/drawingml/2006/main">
            <a:pathLst>
              <a:path w="51242" h="214728">
                <a:moveTo>
                  <a:pt x="0" y="51242"/>
                </a:moveTo>
                <a:lnTo>
                  <a:pt x="51242" y="0"/>
                </a:lnTo>
                <a:lnTo>
                  <a:pt x="51242" y="163486"/>
                </a:lnTo>
                <a:lnTo>
                  <a:pt x="0" y="214728"/>
                </a:lnTo>
                <a:lnTo>
                  <a:pt x="0" y="51242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84">
            <a:extLst xmlns:a="http://schemas.openxmlformats.org/drawingml/2006/main">
              <a:ext uri="{FF2B5EF4-FFF2-40B4-BE49-F238E27FC236}">
                <a16:creationId xmlns:a16="http://schemas.microsoft.com/office/drawing/2014/main" id="{BF476DEE-2561-454A-8260-26F3527B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450653"/>
            <a:ext cx="204968" cy="51242"/>
          </a:xfrm>
          <a:custGeom xmlns:a="http://schemas.openxmlformats.org/drawingml/2006/main">
            <a:pathLst>
              <a:path w="204968" h="51242">
                <a:moveTo>
                  <a:pt x="0" y="51242"/>
                </a:moveTo>
                <a:lnTo>
                  <a:pt x="51242" y="0"/>
                </a:lnTo>
                <a:lnTo>
                  <a:pt x="204968" y="0"/>
                </a:lnTo>
                <a:lnTo>
                  <a:pt x="153726" y="51242"/>
                </a:lnTo>
                <a:lnTo>
                  <a:pt x="0" y="51242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85">
            <a:extLst xmlns:a="http://schemas.openxmlformats.org/drawingml/2006/main">
              <a:ext uri="{FF2B5EF4-FFF2-40B4-BE49-F238E27FC236}">
                <a16:creationId xmlns:a16="http://schemas.microsoft.com/office/drawing/2014/main" id="{4CB92228-9FFA-4D47-87B1-40B8C701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450653"/>
            <a:ext cx="204968" cy="214728"/>
          </a:xfrm>
          <a:custGeom xmlns:a="http://schemas.openxmlformats.org/drawingml/2006/main">
            <a:pathLst>
              <a:path w="204968" h="214728">
                <a:moveTo>
                  <a:pt x="0" y="51242"/>
                </a:moveTo>
                <a:lnTo>
                  <a:pt x="51242" y="0"/>
                </a:lnTo>
                <a:lnTo>
                  <a:pt x="204968" y="0"/>
                </a:lnTo>
                <a:lnTo>
                  <a:pt x="204968" y="163486"/>
                </a:lnTo>
                <a:lnTo>
                  <a:pt x="153726" y="214728"/>
                </a:lnTo>
                <a:lnTo>
                  <a:pt x="0" y="214728"/>
                </a:lnTo>
                <a:lnTo>
                  <a:pt x="0" y="51242"/>
                </a:lnTo>
                <a:lnTo>
                  <a:pt x="153726" y="51242"/>
                </a:lnTo>
                <a:lnTo>
                  <a:pt x="204968" y="0"/>
                </a:lnTo>
                <a:moveTo>
                  <a:pt x="153726" y="51242"/>
                </a:moveTo>
                <a:lnTo>
                  <a:pt x="153726" y="214728"/>
                </a:lnTo>
              </a:path>
            </a:pathLst>
          </a:custGeom>
          <a:noFill xmlns:a="http://schemas.openxmlformats.org/drawingml/2006/main"/>
          <a:ln xmlns:a="http://schemas.openxmlformats.org/drawingml/2006/main" w="9760">
            <a:solidFill>
              <a:srgbClr val="548235"/>
            </a:solidFill>
            <a:prstDash val="solid"/>
          </a:ln>
        </p:spPr>
      </p:sp>
      <p:sp>
        <p:nvSpPr>
          <p:cNvPr id="84" name="pdf-path-86">
            <a:extLst xmlns:a="http://schemas.openxmlformats.org/drawingml/2006/main">
              <a:ext uri="{FF2B5EF4-FFF2-40B4-BE49-F238E27FC236}">
                <a16:creationId xmlns:a16="http://schemas.microsoft.com/office/drawing/2014/main" id="{03B988A4-31CD-4BAA-9749-35BA5975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345729"/>
            <a:ext cx="153726" cy="153726"/>
          </a:xfrm>
          <a:custGeom xmlns:a="http://schemas.openxmlformats.org/drawingml/2006/main">
            <a:pathLst>
              <a:path w="153726" h="153726">
                <a:moveTo>
                  <a:pt x="0" y="0"/>
                </a:moveTo>
                <a:lnTo>
                  <a:pt x="153726" y="0"/>
                </a:lnTo>
                <a:lnTo>
                  <a:pt x="153726" y="153726"/>
                </a:lnTo>
                <a:lnTo>
                  <a:pt x="0" y="153726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87">
            <a:extLst xmlns:a="http://schemas.openxmlformats.org/drawingml/2006/main">
              <a:ext uri="{FF2B5EF4-FFF2-40B4-BE49-F238E27FC236}">
                <a16:creationId xmlns:a16="http://schemas.microsoft.com/office/drawing/2014/main" id="{7F457F46-72C5-43BE-AC98-5361F903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35" y="294487"/>
            <a:ext cx="51242" cy="204968"/>
          </a:xfrm>
          <a:custGeom xmlns:a="http://schemas.openxmlformats.org/drawingml/2006/main">
            <a:pathLst>
              <a:path w="51242" h="204968">
                <a:moveTo>
                  <a:pt x="0" y="51242"/>
                </a:moveTo>
                <a:lnTo>
                  <a:pt x="51242" y="0"/>
                </a:lnTo>
                <a:lnTo>
                  <a:pt x="51242" y="153726"/>
                </a:lnTo>
                <a:lnTo>
                  <a:pt x="0" y="204968"/>
                </a:lnTo>
                <a:lnTo>
                  <a:pt x="0" y="51242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88">
            <a:extLst xmlns:a="http://schemas.openxmlformats.org/drawingml/2006/main">
              <a:ext uri="{FF2B5EF4-FFF2-40B4-BE49-F238E27FC236}">
                <a16:creationId xmlns:a16="http://schemas.microsoft.com/office/drawing/2014/main" id="{0FE7B589-E2A3-47DD-8E4E-0B5E1A44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294487"/>
            <a:ext cx="204968" cy="51242"/>
          </a:xfrm>
          <a:custGeom xmlns:a="http://schemas.openxmlformats.org/drawingml/2006/main">
            <a:pathLst>
              <a:path w="204968" h="51242">
                <a:moveTo>
                  <a:pt x="0" y="51242"/>
                </a:moveTo>
                <a:lnTo>
                  <a:pt x="51242" y="0"/>
                </a:lnTo>
                <a:lnTo>
                  <a:pt x="204968" y="0"/>
                </a:lnTo>
                <a:lnTo>
                  <a:pt x="153726" y="51242"/>
                </a:lnTo>
                <a:lnTo>
                  <a:pt x="0" y="51242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89">
            <a:extLst xmlns:a="http://schemas.openxmlformats.org/drawingml/2006/main">
              <a:ext uri="{FF2B5EF4-FFF2-40B4-BE49-F238E27FC236}">
                <a16:creationId xmlns:a16="http://schemas.microsoft.com/office/drawing/2014/main" id="{13AA63DA-FFC5-4FBE-8F0F-D295B8E0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1709" y="294487"/>
            <a:ext cx="204968" cy="204968"/>
          </a:xfrm>
          <a:custGeom xmlns:a="http://schemas.openxmlformats.org/drawingml/2006/main">
            <a:pathLst>
              <a:path w="204968" h="204968">
                <a:moveTo>
                  <a:pt x="0" y="51242"/>
                </a:moveTo>
                <a:lnTo>
                  <a:pt x="51242" y="0"/>
                </a:lnTo>
                <a:lnTo>
                  <a:pt x="204968" y="0"/>
                </a:lnTo>
                <a:lnTo>
                  <a:pt x="204968" y="153726"/>
                </a:lnTo>
                <a:lnTo>
                  <a:pt x="153726" y="204968"/>
                </a:lnTo>
                <a:lnTo>
                  <a:pt x="0" y="204968"/>
                </a:lnTo>
                <a:lnTo>
                  <a:pt x="0" y="51242"/>
                </a:lnTo>
                <a:lnTo>
                  <a:pt x="153726" y="51242"/>
                </a:lnTo>
                <a:lnTo>
                  <a:pt x="204968" y="0"/>
                </a:lnTo>
                <a:moveTo>
                  <a:pt x="153726" y="51242"/>
                </a:moveTo>
                <a:lnTo>
                  <a:pt x="153726" y="204968"/>
                </a:lnTo>
              </a:path>
            </a:pathLst>
          </a:custGeom>
          <a:noFill xmlns:a="http://schemas.openxmlformats.org/drawingml/2006/main"/>
          <a:ln xmlns:a="http://schemas.openxmlformats.org/drawingml/2006/main" w="9760">
            <a:solidFill>
              <a:srgbClr val="548235"/>
            </a:solidFill>
            <a:prstDash val="solid"/>
          </a:ln>
        </p:spPr>
      </p:sp>
      <p:sp>
        <p:nvSpPr>
          <p:cNvPr id="88" name="pdf-path-90">
            <a:extLst xmlns:a="http://schemas.openxmlformats.org/drawingml/2006/main">
              <a:ext uri="{FF2B5EF4-FFF2-40B4-BE49-F238E27FC236}">
                <a16:creationId xmlns:a16="http://schemas.microsoft.com/office/drawing/2014/main" id="{4F3FBF52-7D75-4181-9F9F-20E72D45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0122" y="489694"/>
            <a:ext cx="146406" cy="605142"/>
          </a:xfrm>
          <a:custGeom xmlns:a="http://schemas.openxmlformats.org/drawingml/2006/main">
            <a:pathLst>
              <a:path w="146406" h="605142">
                <a:moveTo>
                  <a:pt x="0" y="0"/>
                </a:moveTo>
                <a:lnTo>
                  <a:pt x="146406" y="0"/>
                </a:lnTo>
                <a:lnTo>
                  <a:pt x="146406" y="605142"/>
                </a:lnTo>
                <a:lnTo>
                  <a:pt x="0" y="605142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91">
            <a:extLst xmlns:a="http://schemas.openxmlformats.org/drawingml/2006/main">
              <a:ext uri="{FF2B5EF4-FFF2-40B4-BE49-F238E27FC236}">
                <a16:creationId xmlns:a16="http://schemas.microsoft.com/office/drawing/2014/main" id="{09BA9B89-8EF4-4BD9-9FB4-D8A641D5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528" y="440892"/>
            <a:ext cx="48802" cy="653944"/>
          </a:xfrm>
          <a:custGeom xmlns:a="http://schemas.openxmlformats.org/drawingml/2006/main">
            <a:pathLst>
              <a:path w="48802" h="653944">
                <a:moveTo>
                  <a:pt x="0" y="48802"/>
                </a:moveTo>
                <a:lnTo>
                  <a:pt x="48802" y="0"/>
                </a:lnTo>
                <a:lnTo>
                  <a:pt x="48802" y="605142"/>
                </a:lnTo>
                <a:lnTo>
                  <a:pt x="0" y="653944"/>
                </a:lnTo>
                <a:lnTo>
                  <a:pt x="0" y="48802"/>
                </a:lnTo>
              </a:path>
            </a:pathLst>
          </a:custGeom>
          <a:solidFill xmlns:a="http://schemas.openxmlformats.org/drawingml/2006/main">
            <a:srgbClr val="7389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92">
            <a:extLst xmlns:a="http://schemas.openxmlformats.org/drawingml/2006/main">
              <a:ext uri="{FF2B5EF4-FFF2-40B4-BE49-F238E27FC236}">
                <a16:creationId xmlns:a16="http://schemas.microsoft.com/office/drawing/2014/main" id="{E06E0865-FDE1-4901-8127-24901814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0122" y="440892"/>
            <a:ext cx="195208" cy="48802"/>
          </a:xfrm>
          <a:custGeom xmlns:a="http://schemas.openxmlformats.org/drawingml/2006/main">
            <a:pathLst>
              <a:path w="195208" h="48802">
                <a:moveTo>
                  <a:pt x="0" y="48802"/>
                </a:moveTo>
                <a:lnTo>
                  <a:pt x="48803" y="0"/>
                </a:lnTo>
                <a:lnTo>
                  <a:pt x="195208" y="0"/>
                </a:lnTo>
                <a:lnTo>
                  <a:pt x="146406" y="48802"/>
                </a:lnTo>
                <a:lnTo>
                  <a:pt x="0" y="48802"/>
                </a:lnTo>
              </a:path>
            </a:pathLst>
          </a:custGeom>
          <a:solidFill xmlns:a="http://schemas.openxmlformats.org/drawingml/2006/main">
            <a:srgbClr val="A5B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93">
            <a:extLst xmlns:a="http://schemas.openxmlformats.org/drawingml/2006/main">
              <a:ext uri="{FF2B5EF4-FFF2-40B4-BE49-F238E27FC236}">
                <a16:creationId xmlns:a16="http://schemas.microsoft.com/office/drawing/2014/main" id="{D0240774-3C22-4C8E-B39D-5FFD373D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0122" y="440892"/>
            <a:ext cx="195207" cy="653944"/>
          </a:xfrm>
          <a:custGeom xmlns:a="http://schemas.openxmlformats.org/drawingml/2006/main">
            <a:pathLst>
              <a:path w="195207" h="653944">
                <a:moveTo>
                  <a:pt x="0" y="48802"/>
                </a:moveTo>
                <a:lnTo>
                  <a:pt x="48802" y="0"/>
                </a:lnTo>
                <a:lnTo>
                  <a:pt x="195207" y="0"/>
                </a:lnTo>
                <a:lnTo>
                  <a:pt x="195207" y="605142"/>
                </a:lnTo>
                <a:lnTo>
                  <a:pt x="146405" y="653944"/>
                </a:lnTo>
                <a:lnTo>
                  <a:pt x="0" y="653944"/>
                </a:lnTo>
                <a:lnTo>
                  <a:pt x="0" y="48802"/>
                </a:lnTo>
                <a:lnTo>
                  <a:pt x="146405" y="48802"/>
                </a:lnTo>
                <a:lnTo>
                  <a:pt x="195207" y="0"/>
                </a:lnTo>
                <a:moveTo>
                  <a:pt x="146405" y="48802"/>
                </a:moveTo>
                <a:lnTo>
                  <a:pt x="146405" y="653944"/>
                </a:lnTo>
              </a:path>
            </a:pathLst>
          </a:custGeom>
          <a:noFill xmlns:a="http://schemas.openxmlformats.org/drawingml/2006/main"/>
          <a:ln xmlns:a="http://schemas.openxmlformats.org/drawingml/2006/main" w="9760">
            <a:solidFill>
              <a:srgbClr val="2F528F"/>
            </a:solidFill>
            <a:prstDash val="solid"/>
          </a:ln>
        </p:spPr>
      </p:sp>
      <p:sp>
        <p:nvSpPr>
          <p:cNvPr id="92" name="pdf-path-94">
            <a:extLst xmlns:a="http://schemas.openxmlformats.org/drawingml/2006/main">
              <a:ext uri="{FF2B5EF4-FFF2-40B4-BE49-F238E27FC236}">
                <a16:creationId xmlns:a16="http://schemas.microsoft.com/office/drawing/2014/main" id="{51D730AE-BE99-4613-8DE0-572AA92F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014" y="279847"/>
            <a:ext cx="1229806" cy="936995"/>
          </a:xfrm>
          <a:custGeom xmlns:a="http://schemas.openxmlformats.org/drawingml/2006/main">
            <a:pathLst>
              <a:path w="1229806" h="936995">
                <a:moveTo>
                  <a:pt x="0" y="100952"/>
                </a:moveTo>
                <a:cubicBezTo>
                  <a:pt x="0" y="45197"/>
                  <a:pt x="45198" y="0"/>
                  <a:pt x="100952" y="0"/>
                </a:cubicBezTo>
                <a:lnTo>
                  <a:pt x="1128854" y="0"/>
                </a:lnTo>
                <a:cubicBezTo>
                  <a:pt x="1184608" y="0"/>
                  <a:pt x="1229806" y="45197"/>
                  <a:pt x="1229806" y="100952"/>
                </a:cubicBezTo>
                <a:lnTo>
                  <a:pt x="1229806" y="836043"/>
                </a:lnTo>
                <a:cubicBezTo>
                  <a:pt x="1229806" y="891797"/>
                  <a:pt x="1184608" y="936995"/>
                  <a:pt x="1128854" y="936995"/>
                </a:cubicBezTo>
                <a:lnTo>
                  <a:pt x="100952" y="936995"/>
                </a:lnTo>
                <a:cubicBezTo>
                  <a:pt x="45198" y="936995"/>
                  <a:pt x="0" y="891797"/>
                  <a:pt x="0" y="836043"/>
                </a:cubicBezTo>
                <a:lnTo>
                  <a:pt x="0" y="10095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95">
            <a:extLst xmlns:a="http://schemas.openxmlformats.org/drawingml/2006/main">
              <a:ext uri="{FF2B5EF4-FFF2-40B4-BE49-F238E27FC236}">
                <a16:creationId xmlns:a16="http://schemas.microsoft.com/office/drawing/2014/main" id="{081A41B5-02C1-403B-9315-C700D9D6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014" y="279847"/>
            <a:ext cx="1229806" cy="936995"/>
          </a:xfrm>
          <a:custGeom xmlns:a="http://schemas.openxmlformats.org/drawingml/2006/main">
            <a:pathLst>
              <a:path w="1229806" h="936995">
                <a:moveTo>
                  <a:pt x="0" y="100952"/>
                </a:moveTo>
                <a:cubicBezTo>
                  <a:pt x="0" y="45198"/>
                  <a:pt x="45198" y="0"/>
                  <a:pt x="100952" y="0"/>
                </a:cubicBezTo>
                <a:lnTo>
                  <a:pt x="1128853" y="0"/>
                </a:lnTo>
                <a:cubicBezTo>
                  <a:pt x="1184608" y="0"/>
                  <a:pt x="1229806" y="45198"/>
                  <a:pt x="1229806" y="100952"/>
                </a:cubicBezTo>
                <a:lnTo>
                  <a:pt x="1229806" y="836043"/>
                </a:lnTo>
                <a:cubicBezTo>
                  <a:pt x="1229806" y="891797"/>
                  <a:pt x="1184608" y="936995"/>
                  <a:pt x="1128853" y="936995"/>
                </a:cubicBezTo>
                <a:lnTo>
                  <a:pt x="100952" y="936995"/>
                </a:lnTo>
                <a:cubicBezTo>
                  <a:pt x="45198" y="936995"/>
                  <a:pt x="0" y="891797"/>
                  <a:pt x="0" y="836043"/>
                </a:cubicBezTo>
                <a:lnTo>
                  <a:pt x="0" y="100952"/>
                </a:lnTo>
              </a:path>
            </a:pathLst>
          </a:custGeom>
          <a:noFill xmlns:a="http://schemas.openxmlformats.org/drawingml/2006/main"/>
          <a:ln xmlns:a="http://schemas.openxmlformats.org/drawingml/2006/main" w="39041">
            <a:solidFill>
              <a:srgbClr val="D9D9D9"/>
            </a:solidFill>
            <a:prstDash val="solid"/>
          </a:ln>
        </p:spPr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CF4103E-5DE9-481D-8983-6DB7BB33DE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3fd21899f42ca"/>
          <a:srcRect xmlns:a="http://schemas.openxmlformats.org/drawingml/2006/main" l="781" t="0" r="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4627" y="855708"/>
            <a:ext cx="302571" cy="302571"/>
          </a:xfrm>
          <a:prstGeom xmlns:a="http://schemas.openxmlformats.org/drawingml/2006/main" prst="rect">
            <a:avLst/>
          </a:prstGeom>
        </p:spPr>
      </p:pic>
      <p:sp>
        <p:nvSpPr>
          <p:cNvPr id="95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751AFE99-DBAE-43D6-8218-D26A17AC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627" y="855708"/>
            <a:ext cx="302571" cy="302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686A34E4-030E-4DBE-A988-5E925686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237" y="915222"/>
            <a:ext cx="468503" cy="175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3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MDP </a:t>
            </a:r>
          </a:p>
        </p:txBody>
      </p:sp>
      <p:sp>
        <p:nvSpPr>
          <p:cNvPr id="97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4CFC65D9-92E1-4FDC-9276-AF263382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577" y="843089"/>
            <a:ext cx="212620" cy="273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98" name="pdf-path-99">
            <a:extLst xmlns:a="http://schemas.openxmlformats.org/drawingml/2006/main">
              <a:ext uri="{FF2B5EF4-FFF2-40B4-BE49-F238E27FC236}">
                <a16:creationId xmlns:a16="http://schemas.microsoft.com/office/drawing/2014/main" id="{0666E5FF-B847-4C44-BFD1-14240E8C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379" y="367690"/>
            <a:ext cx="1015077" cy="429456"/>
          </a:xfrm>
          <a:custGeom xmlns:a="http://schemas.openxmlformats.org/drawingml/2006/main">
            <a:pathLst>
              <a:path w="1015077" h="429456">
                <a:moveTo>
                  <a:pt x="0" y="46269"/>
                </a:moveTo>
                <a:cubicBezTo>
                  <a:pt x="0" y="20716"/>
                  <a:pt x="20715" y="0"/>
                  <a:pt x="46269" y="0"/>
                </a:cubicBezTo>
                <a:lnTo>
                  <a:pt x="968808" y="0"/>
                </a:lnTo>
                <a:cubicBezTo>
                  <a:pt x="994362" y="0"/>
                  <a:pt x="1015077" y="20716"/>
                  <a:pt x="1015077" y="46269"/>
                </a:cubicBezTo>
                <a:lnTo>
                  <a:pt x="1015077" y="383187"/>
                </a:lnTo>
                <a:cubicBezTo>
                  <a:pt x="1015077" y="408741"/>
                  <a:pt x="994362" y="429456"/>
                  <a:pt x="968808" y="429456"/>
                </a:cubicBezTo>
                <a:lnTo>
                  <a:pt x="46269" y="429456"/>
                </a:lnTo>
                <a:cubicBezTo>
                  <a:pt x="20715" y="429456"/>
                  <a:pt x="0" y="408741"/>
                  <a:pt x="0" y="383187"/>
                </a:cubicBezTo>
                <a:lnTo>
                  <a:pt x="0" y="4626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7C664152-093C-40C2-807D-08E2F708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379" y="367690"/>
            <a:ext cx="1015078" cy="429456"/>
          </a:xfrm>
          <a:custGeom xmlns:a="http://schemas.openxmlformats.org/drawingml/2006/main">
            <a:pathLst>
              <a:path w="1015078" h="429456">
                <a:moveTo>
                  <a:pt x="0" y="46269"/>
                </a:moveTo>
                <a:cubicBezTo>
                  <a:pt x="0" y="20715"/>
                  <a:pt x="20715" y="0"/>
                  <a:pt x="46269" y="0"/>
                </a:cubicBezTo>
                <a:lnTo>
                  <a:pt x="968809" y="0"/>
                </a:lnTo>
                <a:cubicBezTo>
                  <a:pt x="994363" y="0"/>
                  <a:pt x="1015078" y="20715"/>
                  <a:pt x="1015078" y="46269"/>
                </a:cubicBezTo>
                <a:lnTo>
                  <a:pt x="1015078" y="383187"/>
                </a:lnTo>
                <a:cubicBezTo>
                  <a:pt x="1015078" y="408741"/>
                  <a:pt x="994363" y="429456"/>
                  <a:pt x="968809" y="429456"/>
                </a:cubicBezTo>
                <a:lnTo>
                  <a:pt x="46269" y="429456"/>
                </a:lnTo>
                <a:cubicBezTo>
                  <a:pt x="20715" y="429456"/>
                  <a:pt x="0" y="408741"/>
                  <a:pt x="0" y="383187"/>
                </a:cubicBezTo>
                <a:lnTo>
                  <a:pt x="0" y="46269"/>
                </a:lnTo>
              </a:path>
            </a:pathLst>
          </a:custGeom>
          <a:noFill xmlns:a="http://schemas.openxmlformats.org/drawingml/2006/main"/>
          <a:ln xmlns:a="http://schemas.openxmlformats.org/drawingml/2006/main" w="39041">
            <a:solidFill>
              <a:srgbClr val="595959"/>
            </a:solidFill>
            <a:prstDash val="solid"/>
          </a:ln>
        </p:spPr>
      </p:sp>
      <p:sp>
        <p:nvSpPr>
          <p:cNvPr id="100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16FA438E-26ED-411C-A6F4-9EA9FD07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704" y="396732"/>
            <a:ext cx="676666" cy="156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Sampling </a:t>
            </a:r>
          </a:p>
        </p:txBody>
      </p:sp>
      <p:sp>
        <p:nvSpPr>
          <p:cNvPr id="101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82DBADC2-E1ED-40A6-AC16-2741838F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828" y="582179"/>
            <a:ext cx="394631" cy="156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102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0B1A531E-5D9C-4C63-A055-8EF99DEF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0368" y="2174073"/>
            <a:ext cx="2901375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 Trajectory-first methods.</a:t>
            </a:r>
          </a:p>
        </p:txBody>
      </p:sp>
      <p:sp>
        <p:nvSpPr>
          <p:cNvPr id="103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D9799B44-384F-413C-9580-E2231E81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7219" y="42587"/>
            <a:ext cx="850712" cy="176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latent</a:t>
            </a:r>
          </a:p>
        </p:txBody>
      </p:sp>
      <p:sp>
        <p:nvSpPr>
          <p:cNvPr id="104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79A2D2C5-E26C-4491-872C-505B0B3E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7462" y="1077732"/>
            <a:ext cx="2503020" cy="673154"/>
          </a:xfrm>
          <a:custGeom xmlns:a="http://schemas.openxmlformats.org/drawingml/2006/main">
            <a:pathLst>
              <a:path w="2503020" h="673154">
                <a:moveTo>
                  <a:pt x="2502392" y="11475"/>
                </a:moveTo>
                <a:lnTo>
                  <a:pt x="2502391" y="11495"/>
                </a:lnTo>
                <a:cubicBezTo>
                  <a:pt x="2501764" y="16860"/>
                  <a:pt x="2496907" y="20700"/>
                  <a:pt x="2491542" y="20073"/>
                </a:cubicBezTo>
                <a:cubicBezTo>
                  <a:pt x="2486178" y="19446"/>
                  <a:pt x="2482337" y="14589"/>
                  <a:pt x="2482963" y="9225"/>
                </a:cubicBezTo>
                <a:lnTo>
                  <a:pt x="2482967" y="9205"/>
                </a:lnTo>
                <a:cubicBezTo>
                  <a:pt x="2483593" y="3840"/>
                  <a:pt x="2488450" y="0"/>
                  <a:pt x="2493815" y="627"/>
                </a:cubicBezTo>
                <a:cubicBezTo>
                  <a:pt x="2499180" y="1254"/>
                  <a:pt x="2503020" y="6111"/>
                  <a:pt x="2502392" y="11475"/>
                </a:cubicBezTo>
                <a:moveTo>
                  <a:pt x="2497851" y="50350"/>
                </a:moveTo>
                <a:lnTo>
                  <a:pt x="2497849" y="50369"/>
                </a:lnTo>
                <a:cubicBezTo>
                  <a:pt x="2497221" y="55734"/>
                  <a:pt x="2492366" y="59575"/>
                  <a:pt x="2486999" y="58948"/>
                </a:cubicBezTo>
                <a:cubicBezTo>
                  <a:pt x="2481636" y="58321"/>
                  <a:pt x="2477794" y="53463"/>
                  <a:pt x="2478420" y="48099"/>
                </a:cubicBezTo>
                <a:lnTo>
                  <a:pt x="2478423" y="48079"/>
                </a:lnTo>
                <a:cubicBezTo>
                  <a:pt x="2479051" y="42715"/>
                  <a:pt x="2483907" y="38874"/>
                  <a:pt x="2489272" y="39501"/>
                </a:cubicBezTo>
                <a:cubicBezTo>
                  <a:pt x="2494636" y="40128"/>
                  <a:pt x="2498479" y="44985"/>
                  <a:pt x="2497851" y="50350"/>
                </a:cubicBezTo>
                <a:moveTo>
                  <a:pt x="2489362" y="90473"/>
                </a:moveTo>
                <a:lnTo>
                  <a:pt x="2489355" y="90491"/>
                </a:lnTo>
                <a:cubicBezTo>
                  <a:pt x="2487603" y="95600"/>
                  <a:pt x="2482041" y="98320"/>
                  <a:pt x="2476930" y="96566"/>
                </a:cubicBezTo>
                <a:cubicBezTo>
                  <a:pt x="2471822" y="94812"/>
                  <a:pt x="2469103" y="89249"/>
                  <a:pt x="2470858" y="84141"/>
                </a:cubicBezTo>
                <a:lnTo>
                  <a:pt x="2470863" y="84122"/>
                </a:lnTo>
                <a:cubicBezTo>
                  <a:pt x="2472616" y="79013"/>
                  <a:pt x="2478179" y="76294"/>
                  <a:pt x="2483288" y="78048"/>
                </a:cubicBezTo>
                <a:cubicBezTo>
                  <a:pt x="2488396" y="79801"/>
                  <a:pt x="2491117" y="85364"/>
                  <a:pt x="2489362" y="90473"/>
                </a:cubicBezTo>
                <a:moveTo>
                  <a:pt x="2476655" y="127490"/>
                </a:moveTo>
                <a:lnTo>
                  <a:pt x="2476648" y="127508"/>
                </a:lnTo>
                <a:cubicBezTo>
                  <a:pt x="2474897" y="132617"/>
                  <a:pt x="2469333" y="135338"/>
                  <a:pt x="2464225" y="133584"/>
                </a:cubicBezTo>
                <a:cubicBezTo>
                  <a:pt x="2459116" y="131831"/>
                  <a:pt x="2456396" y="126269"/>
                  <a:pt x="2458149" y="121160"/>
                </a:cubicBezTo>
                <a:lnTo>
                  <a:pt x="2458154" y="121141"/>
                </a:lnTo>
                <a:cubicBezTo>
                  <a:pt x="2459908" y="116033"/>
                  <a:pt x="2465470" y="113312"/>
                  <a:pt x="2470579" y="115065"/>
                </a:cubicBezTo>
                <a:cubicBezTo>
                  <a:pt x="2475687" y="116818"/>
                  <a:pt x="2478408" y="122381"/>
                  <a:pt x="2476655" y="127490"/>
                </a:cubicBezTo>
                <a:moveTo>
                  <a:pt x="2458119" y="163841"/>
                </a:moveTo>
                <a:lnTo>
                  <a:pt x="2458108" y="163858"/>
                </a:lnTo>
                <a:cubicBezTo>
                  <a:pt x="2455461" y="168566"/>
                  <a:pt x="2449496" y="170235"/>
                  <a:pt x="2444791" y="167586"/>
                </a:cubicBezTo>
                <a:cubicBezTo>
                  <a:pt x="2440083" y="164938"/>
                  <a:pt x="2438414" y="158975"/>
                  <a:pt x="2441062" y="154267"/>
                </a:cubicBezTo>
                <a:lnTo>
                  <a:pt x="2441072" y="154250"/>
                </a:lnTo>
                <a:cubicBezTo>
                  <a:pt x="2443720" y="149543"/>
                  <a:pt x="2449684" y="147874"/>
                  <a:pt x="2454390" y="150522"/>
                </a:cubicBezTo>
                <a:cubicBezTo>
                  <a:pt x="2459097" y="153171"/>
                  <a:pt x="2460766" y="159134"/>
                  <a:pt x="2458119" y="163841"/>
                </a:cubicBezTo>
                <a:moveTo>
                  <a:pt x="2437942" y="199056"/>
                </a:moveTo>
                <a:lnTo>
                  <a:pt x="2437929" y="199071"/>
                </a:lnTo>
                <a:cubicBezTo>
                  <a:pt x="2434607" y="203330"/>
                  <a:pt x="2428463" y="204090"/>
                  <a:pt x="2424203" y="200768"/>
                </a:cubicBezTo>
                <a:cubicBezTo>
                  <a:pt x="2419944" y="197446"/>
                  <a:pt x="2419184" y="191300"/>
                  <a:pt x="2422506" y="187041"/>
                </a:cubicBezTo>
                <a:lnTo>
                  <a:pt x="2422519" y="187026"/>
                </a:lnTo>
                <a:cubicBezTo>
                  <a:pt x="2425841" y="182767"/>
                  <a:pt x="2431986" y="182008"/>
                  <a:pt x="2436245" y="185330"/>
                </a:cubicBezTo>
                <a:cubicBezTo>
                  <a:pt x="2440504" y="188652"/>
                  <a:pt x="2441264" y="194797"/>
                  <a:pt x="2437942" y="199056"/>
                </a:cubicBezTo>
                <a:moveTo>
                  <a:pt x="2413870" y="229917"/>
                </a:moveTo>
                <a:lnTo>
                  <a:pt x="2413858" y="229932"/>
                </a:lnTo>
                <a:cubicBezTo>
                  <a:pt x="2410537" y="234191"/>
                  <a:pt x="2404391" y="234951"/>
                  <a:pt x="2400132" y="231629"/>
                </a:cubicBezTo>
                <a:cubicBezTo>
                  <a:pt x="2395873" y="228307"/>
                  <a:pt x="2395114" y="222161"/>
                  <a:pt x="2398436" y="217902"/>
                </a:cubicBezTo>
                <a:lnTo>
                  <a:pt x="2398447" y="217887"/>
                </a:lnTo>
                <a:cubicBezTo>
                  <a:pt x="2401769" y="213628"/>
                  <a:pt x="2407916" y="212869"/>
                  <a:pt x="2412173" y="216191"/>
                </a:cubicBezTo>
                <a:cubicBezTo>
                  <a:pt x="2416432" y="219512"/>
                  <a:pt x="2417192" y="225658"/>
                  <a:pt x="2413870" y="229917"/>
                </a:cubicBezTo>
                <a:moveTo>
                  <a:pt x="2388474" y="261211"/>
                </a:moveTo>
                <a:lnTo>
                  <a:pt x="2388460" y="261225"/>
                </a:lnTo>
                <a:cubicBezTo>
                  <a:pt x="2384642" y="265044"/>
                  <a:pt x="2378449" y="265044"/>
                  <a:pt x="2374630" y="261225"/>
                </a:cubicBezTo>
                <a:cubicBezTo>
                  <a:pt x="2370810" y="257406"/>
                  <a:pt x="2370810" y="251214"/>
                  <a:pt x="2374630" y="247394"/>
                </a:cubicBezTo>
                <a:lnTo>
                  <a:pt x="2374644" y="247381"/>
                </a:lnTo>
                <a:cubicBezTo>
                  <a:pt x="2378463" y="243561"/>
                  <a:pt x="2384655" y="243561"/>
                  <a:pt x="2388474" y="247381"/>
                </a:cubicBezTo>
                <a:cubicBezTo>
                  <a:pt x="2392294" y="251200"/>
                  <a:pt x="2392294" y="257392"/>
                  <a:pt x="2388474" y="261211"/>
                </a:cubicBezTo>
                <a:moveTo>
                  <a:pt x="2360790" y="288877"/>
                </a:moveTo>
                <a:lnTo>
                  <a:pt x="2360776" y="288891"/>
                </a:lnTo>
                <a:cubicBezTo>
                  <a:pt x="2356957" y="292710"/>
                  <a:pt x="2350766" y="292710"/>
                  <a:pt x="2346945" y="288891"/>
                </a:cubicBezTo>
                <a:cubicBezTo>
                  <a:pt x="2343126" y="285072"/>
                  <a:pt x="2343126" y="278880"/>
                  <a:pt x="2346945" y="275060"/>
                </a:cubicBezTo>
                <a:lnTo>
                  <a:pt x="2346958" y="275047"/>
                </a:lnTo>
                <a:cubicBezTo>
                  <a:pt x="2350779" y="271227"/>
                  <a:pt x="2356971" y="271227"/>
                  <a:pt x="2360790" y="275047"/>
                </a:cubicBezTo>
                <a:cubicBezTo>
                  <a:pt x="2364610" y="278866"/>
                  <a:pt x="2364610" y="285058"/>
                  <a:pt x="2360790" y="288877"/>
                </a:cubicBezTo>
                <a:moveTo>
                  <a:pt x="2332069" y="316894"/>
                </a:moveTo>
                <a:lnTo>
                  <a:pt x="2332053" y="316906"/>
                </a:lnTo>
                <a:cubicBezTo>
                  <a:pt x="2327862" y="320313"/>
                  <a:pt x="2321702" y="319678"/>
                  <a:pt x="2318295" y="315487"/>
                </a:cubicBezTo>
                <a:cubicBezTo>
                  <a:pt x="2314889" y="311296"/>
                  <a:pt x="2315524" y="305137"/>
                  <a:pt x="2319716" y="301729"/>
                </a:cubicBezTo>
                <a:lnTo>
                  <a:pt x="2319730" y="301717"/>
                </a:lnTo>
                <a:cubicBezTo>
                  <a:pt x="2323921" y="298310"/>
                  <a:pt x="2330081" y="298945"/>
                  <a:pt x="2333489" y="303136"/>
                </a:cubicBezTo>
                <a:cubicBezTo>
                  <a:pt x="2336895" y="307327"/>
                  <a:pt x="2336260" y="313487"/>
                  <a:pt x="2332069" y="316894"/>
                </a:cubicBezTo>
                <a:moveTo>
                  <a:pt x="2301691" y="341572"/>
                </a:moveTo>
                <a:lnTo>
                  <a:pt x="2301676" y="341585"/>
                </a:lnTo>
                <a:cubicBezTo>
                  <a:pt x="2297485" y="344992"/>
                  <a:pt x="2291326" y="344357"/>
                  <a:pt x="2287918" y="340166"/>
                </a:cubicBezTo>
                <a:cubicBezTo>
                  <a:pt x="2284511" y="335975"/>
                  <a:pt x="2285146" y="329815"/>
                  <a:pt x="2289337" y="326408"/>
                </a:cubicBezTo>
                <a:lnTo>
                  <a:pt x="2289352" y="326396"/>
                </a:lnTo>
                <a:cubicBezTo>
                  <a:pt x="2293544" y="322988"/>
                  <a:pt x="2299702" y="323624"/>
                  <a:pt x="2303110" y="327815"/>
                </a:cubicBezTo>
                <a:cubicBezTo>
                  <a:pt x="2306517" y="332006"/>
                  <a:pt x="2305882" y="338165"/>
                  <a:pt x="2301691" y="341572"/>
                </a:cubicBezTo>
                <a:moveTo>
                  <a:pt x="2271313" y="366251"/>
                </a:moveTo>
                <a:lnTo>
                  <a:pt x="2271298" y="366264"/>
                </a:lnTo>
                <a:cubicBezTo>
                  <a:pt x="2267107" y="369671"/>
                  <a:pt x="2260947" y="369035"/>
                  <a:pt x="2257540" y="364844"/>
                </a:cubicBezTo>
                <a:cubicBezTo>
                  <a:pt x="2254133" y="360653"/>
                  <a:pt x="2254768" y="354494"/>
                  <a:pt x="2258959" y="351087"/>
                </a:cubicBezTo>
                <a:lnTo>
                  <a:pt x="2258975" y="351075"/>
                </a:lnTo>
                <a:cubicBezTo>
                  <a:pt x="2263166" y="347667"/>
                  <a:pt x="2269325" y="348303"/>
                  <a:pt x="2272732" y="352493"/>
                </a:cubicBezTo>
                <a:cubicBezTo>
                  <a:pt x="2276140" y="356685"/>
                  <a:pt x="2275505" y="362844"/>
                  <a:pt x="2271313" y="366251"/>
                </a:cubicBezTo>
                <a:moveTo>
                  <a:pt x="2238365" y="388912"/>
                </a:moveTo>
                <a:lnTo>
                  <a:pt x="2238348" y="388923"/>
                </a:lnTo>
                <a:cubicBezTo>
                  <a:pt x="2233874" y="391948"/>
                  <a:pt x="2227795" y="390773"/>
                  <a:pt x="2224770" y="386298"/>
                </a:cubicBezTo>
                <a:cubicBezTo>
                  <a:pt x="2221744" y="381824"/>
                  <a:pt x="2222919" y="375744"/>
                  <a:pt x="2227394" y="372719"/>
                </a:cubicBezTo>
                <a:lnTo>
                  <a:pt x="2227410" y="372708"/>
                </a:lnTo>
                <a:cubicBezTo>
                  <a:pt x="2231886" y="369683"/>
                  <a:pt x="2237964" y="370858"/>
                  <a:pt x="2240990" y="375332"/>
                </a:cubicBezTo>
                <a:cubicBezTo>
                  <a:pt x="2244015" y="379807"/>
                  <a:pt x="2242839" y="385887"/>
                  <a:pt x="2238365" y="388912"/>
                </a:cubicBezTo>
                <a:moveTo>
                  <a:pt x="2205945" y="410839"/>
                </a:moveTo>
                <a:lnTo>
                  <a:pt x="2205929" y="410850"/>
                </a:lnTo>
                <a:cubicBezTo>
                  <a:pt x="2201454" y="413875"/>
                  <a:pt x="2195375" y="412700"/>
                  <a:pt x="2192349" y="408225"/>
                </a:cubicBezTo>
                <a:cubicBezTo>
                  <a:pt x="2189324" y="403751"/>
                  <a:pt x="2190499" y="397671"/>
                  <a:pt x="2194974" y="394646"/>
                </a:cubicBezTo>
                <a:lnTo>
                  <a:pt x="2194990" y="394635"/>
                </a:lnTo>
                <a:cubicBezTo>
                  <a:pt x="2199465" y="391610"/>
                  <a:pt x="2205544" y="392785"/>
                  <a:pt x="2208570" y="397259"/>
                </a:cubicBezTo>
                <a:cubicBezTo>
                  <a:pt x="2211595" y="401734"/>
                  <a:pt x="2210419" y="407813"/>
                  <a:pt x="2205945" y="410839"/>
                </a:cubicBezTo>
                <a:moveTo>
                  <a:pt x="2171956" y="431666"/>
                </a:moveTo>
                <a:lnTo>
                  <a:pt x="2171938" y="431675"/>
                </a:lnTo>
                <a:cubicBezTo>
                  <a:pt x="2167245" y="434348"/>
                  <a:pt x="2161274" y="432710"/>
                  <a:pt x="2158601" y="428016"/>
                </a:cubicBezTo>
                <a:cubicBezTo>
                  <a:pt x="2155929" y="423322"/>
                  <a:pt x="2157567" y="417351"/>
                  <a:pt x="2162260" y="414678"/>
                </a:cubicBezTo>
                <a:lnTo>
                  <a:pt x="2162278" y="414669"/>
                </a:lnTo>
                <a:cubicBezTo>
                  <a:pt x="2166971" y="411996"/>
                  <a:pt x="2172943" y="413634"/>
                  <a:pt x="2175616" y="418328"/>
                </a:cubicBezTo>
                <a:cubicBezTo>
                  <a:pt x="2178288" y="423022"/>
                  <a:pt x="2176650" y="428993"/>
                  <a:pt x="2171956" y="431666"/>
                </a:cubicBezTo>
                <a:moveTo>
                  <a:pt x="2137955" y="451050"/>
                </a:moveTo>
                <a:lnTo>
                  <a:pt x="2137937" y="451059"/>
                </a:lnTo>
                <a:cubicBezTo>
                  <a:pt x="2133244" y="453732"/>
                  <a:pt x="2127272" y="452093"/>
                  <a:pt x="2124599" y="447400"/>
                </a:cubicBezTo>
                <a:cubicBezTo>
                  <a:pt x="2121927" y="442706"/>
                  <a:pt x="2123566" y="436735"/>
                  <a:pt x="2128259" y="434062"/>
                </a:cubicBezTo>
                <a:lnTo>
                  <a:pt x="2128276" y="434052"/>
                </a:lnTo>
                <a:cubicBezTo>
                  <a:pt x="2132970" y="431380"/>
                  <a:pt x="2138942" y="433018"/>
                  <a:pt x="2141614" y="437712"/>
                </a:cubicBezTo>
                <a:cubicBezTo>
                  <a:pt x="2144286" y="442405"/>
                  <a:pt x="2142648" y="448377"/>
                  <a:pt x="2137955" y="451050"/>
                </a:cubicBezTo>
                <a:moveTo>
                  <a:pt x="2103217" y="470445"/>
                </a:moveTo>
                <a:lnTo>
                  <a:pt x="2103199" y="470453"/>
                </a:lnTo>
                <a:cubicBezTo>
                  <a:pt x="2098337" y="472805"/>
                  <a:pt x="2092488" y="470769"/>
                  <a:pt x="2090137" y="465907"/>
                </a:cubicBezTo>
                <a:cubicBezTo>
                  <a:pt x="2087785" y="461044"/>
                  <a:pt x="2089821" y="455196"/>
                  <a:pt x="2094683" y="452845"/>
                </a:cubicBezTo>
                <a:lnTo>
                  <a:pt x="2094701" y="452836"/>
                </a:lnTo>
                <a:cubicBezTo>
                  <a:pt x="2099563" y="450485"/>
                  <a:pt x="2105412" y="452520"/>
                  <a:pt x="2107764" y="457383"/>
                </a:cubicBezTo>
                <a:cubicBezTo>
                  <a:pt x="2110115" y="462245"/>
                  <a:pt x="2108079" y="468093"/>
                  <a:pt x="2103217" y="470445"/>
                </a:cubicBezTo>
                <a:moveTo>
                  <a:pt x="2067965" y="487449"/>
                </a:moveTo>
                <a:lnTo>
                  <a:pt x="2067947" y="487458"/>
                </a:lnTo>
                <a:cubicBezTo>
                  <a:pt x="2063085" y="489809"/>
                  <a:pt x="2057237" y="487774"/>
                  <a:pt x="2054886" y="482911"/>
                </a:cubicBezTo>
                <a:cubicBezTo>
                  <a:pt x="2052534" y="478049"/>
                  <a:pt x="2054569" y="472201"/>
                  <a:pt x="2059432" y="469849"/>
                </a:cubicBezTo>
                <a:lnTo>
                  <a:pt x="2059450" y="469841"/>
                </a:lnTo>
                <a:cubicBezTo>
                  <a:pt x="2064313" y="467489"/>
                  <a:pt x="2070161" y="469525"/>
                  <a:pt x="2072512" y="474387"/>
                </a:cubicBezTo>
                <a:cubicBezTo>
                  <a:pt x="2074863" y="479250"/>
                  <a:pt x="2072827" y="485098"/>
                  <a:pt x="2067965" y="487449"/>
                </a:cubicBezTo>
                <a:moveTo>
                  <a:pt x="2032713" y="504454"/>
                </a:moveTo>
                <a:lnTo>
                  <a:pt x="2032696" y="504462"/>
                </a:lnTo>
                <a:cubicBezTo>
                  <a:pt x="2027833" y="506814"/>
                  <a:pt x="2021986" y="504778"/>
                  <a:pt x="2019635" y="499916"/>
                </a:cubicBezTo>
                <a:cubicBezTo>
                  <a:pt x="2017282" y="495054"/>
                  <a:pt x="2019318" y="489205"/>
                  <a:pt x="2024180" y="486854"/>
                </a:cubicBezTo>
                <a:lnTo>
                  <a:pt x="2024198" y="486845"/>
                </a:lnTo>
                <a:cubicBezTo>
                  <a:pt x="2029060" y="484494"/>
                  <a:pt x="2034908" y="486529"/>
                  <a:pt x="2037260" y="491392"/>
                </a:cubicBezTo>
                <a:cubicBezTo>
                  <a:pt x="2039611" y="496254"/>
                  <a:pt x="2037576" y="502102"/>
                  <a:pt x="2032713" y="504454"/>
                </a:cubicBezTo>
                <a:moveTo>
                  <a:pt x="1996348" y="520492"/>
                </a:moveTo>
                <a:lnTo>
                  <a:pt x="1996330" y="520500"/>
                </a:lnTo>
                <a:cubicBezTo>
                  <a:pt x="1991327" y="522535"/>
                  <a:pt x="1985621" y="520130"/>
                  <a:pt x="1983586" y="515127"/>
                </a:cubicBezTo>
                <a:cubicBezTo>
                  <a:pt x="1981549" y="510124"/>
                  <a:pt x="1983955" y="504418"/>
                  <a:pt x="1988958" y="502383"/>
                </a:cubicBezTo>
                <a:lnTo>
                  <a:pt x="1988976" y="502375"/>
                </a:lnTo>
                <a:cubicBezTo>
                  <a:pt x="1993978" y="500340"/>
                  <a:pt x="1999685" y="502745"/>
                  <a:pt x="2001720" y="507748"/>
                </a:cubicBezTo>
                <a:cubicBezTo>
                  <a:pt x="2003756" y="512751"/>
                  <a:pt x="2001351" y="518457"/>
                  <a:pt x="1996348" y="520492"/>
                </a:cubicBezTo>
                <a:moveTo>
                  <a:pt x="1960092" y="535234"/>
                </a:moveTo>
                <a:lnTo>
                  <a:pt x="1960074" y="535241"/>
                </a:lnTo>
                <a:cubicBezTo>
                  <a:pt x="1955070" y="537277"/>
                  <a:pt x="1949366" y="534872"/>
                  <a:pt x="1947329" y="529869"/>
                </a:cubicBezTo>
                <a:cubicBezTo>
                  <a:pt x="1945293" y="524866"/>
                  <a:pt x="1947699" y="519160"/>
                  <a:pt x="1952701" y="517124"/>
                </a:cubicBezTo>
                <a:lnTo>
                  <a:pt x="1952719" y="517117"/>
                </a:lnTo>
                <a:cubicBezTo>
                  <a:pt x="1957723" y="515081"/>
                  <a:pt x="1963429" y="517487"/>
                  <a:pt x="1965463" y="522489"/>
                </a:cubicBezTo>
                <a:cubicBezTo>
                  <a:pt x="1967500" y="527492"/>
                  <a:pt x="1965095" y="533198"/>
                  <a:pt x="1960092" y="535234"/>
                </a:cubicBezTo>
                <a:moveTo>
                  <a:pt x="1923835" y="549976"/>
                </a:moveTo>
                <a:lnTo>
                  <a:pt x="1923817" y="549983"/>
                </a:lnTo>
                <a:cubicBezTo>
                  <a:pt x="1918815" y="552019"/>
                  <a:pt x="1913108" y="549613"/>
                  <a:pt x="1911073" y="544610"/>
                </a:cubicBezTo>
                <a:cubicBezTo>
                  <a:pt x="1909037" y="539608"/>
                  <a:pt x="1911442" y="533902"/>
                  <a:pt x="1916445" y="531866"/>
                </a:cubicBezTo>
                <a:lnTo>
                  <a:pt x="1916464" y="531859"/>
                </a:lnTo>
                <a:cubicBezTo>
                  <a:pt x="1921466" y="529823"/>
                  <a:pt x="1927172" y="532228"/>
                  <a:pt x="1929208" y="537231"/>
                </a:cubicBezTo>
                <a:cubicBezTo>
                  <a:pt x="1931243" y="542234"/>
                  <a:pt x="1928838" y="547940"/>
                  <a:pt x="1923835" y="549976"/>
                </a:cubicBezTo>
                <a:moveTo>
                  <a:pt x="1886328" y="563060"/>
                </a:moveTo>
                <a:lnTo>
                  <a:pt x="1886308" y="563066"/>
                </a:lnTo>
                <a:cubicBezTo>
                  <a:pt x="1881192" y="564794"/>
                  <a:pt x="1875642" y="562046"/>
                  <a:pt x="1873915" y="556929"/>
                </a:cubicBezTo>
                <a:cubicBezTo>
                  <a:pt x="1872187" y="551812"/>
                  <a:pt x="1874934" y="546263"/>
                  <a:pt x="1880052" y="544535"/>
                </a:cubicBezTo>
                <a:lnTo>
                  <a:pt x="1880071" y="544528"/>
                </a:lnTo>
                <a:cubicBezTo>
                  <a:pt x="1885187" y="542801"/>
                  <a:pt x="1890737" y="545548"/>
                  <a:pt x="1892464" y="550665"/>
                </a:cubicBezTo>
                <a:cubicBezTo>
                  <a:pt x="1894193" y="555783"/>
                  <a:pt x="1891446" y="561332"/>
                  <a:pt x="1886328" y="563060"/>
                </a:cubicBezTo>
                <a:moveTo>
                  <a:pt x="1849255" y="575609"/>
                </a:moveTo>
                <a:lnTo>
                  <a:pt x="1849237" y="575615"/>
                </a:lnTo>
                <a:cubicBezTo>
                  <a:pt x="1844119" y="577343"/>
                  <a:pt x="1838570" y="574595"/>
                  <a:pt x="1836842" y="569478"/>
                </a:cubicBezTo>
                <a:cubicBezTo>
                  <a:pt x="1835114" y="564361"/>
                  <a:pt x="1837861" y="558811"/>
                  <a:pt x="1842980" y="557083"/>
                </a:cubicBezTo>
                <a:lnTo>
                  <a:pt x="1842999" y="557077"/>
                </a:lnTo>
                <a:cubicBezTo>
                  <a:pt x="1848115" y="555349"/>
                  <a:pt x="1853664" y="558097"/>
                  <a:pt x="1855392" y="563214"/>
                </a:cubicBezTo>
                <a:cubicBezTo>
                  <a:pt x="1857120" y="568332"/>
                  <a:pt x="1854373" y="573881"/>
                  <a:pt x="1849255" y="575609"/>
                </a:cubicBezTo>
                <a:moveTo>
                  <a:pt x="1811603" y="588163"/>
                </a:moveTo>
                <a:lnTo>
                  <a:pt x="1811585" y="588168"/>
                </a:lnTo>
                <a:cubicBezTo>
                  <a:pt x="1806377" y="589603"/>
                  <a:pt x="1800993" y="586544"/>
                  <a:pt x="1799558" y="581337"/>
                </a:cubicBezTo>
                <a:cubicBezTo>
                  <a:pt x="1798123" y="576130"/>
                  <a:pt x="1801182" y="570746"/>
                  <a:pt x="1806389" y="569311"/>
                </a:cubicBezTo>
                <a:lnTo>
                  <a:pt x="1806409" y="569306"/>
                </a:lnTo>
                <a:cubicBezTo>
                  <a:pt x="1811616" y="567871"/>
                  <a:pt x="1817000" y="570929"/>
                  <a:pt x="1818434" y="576137"/>
                </a:cubicBezTo>
                <a:cubicBezTo>
                  <a:pt x="1819869" y="581344"/>
                  <a:pt x="1816810" y="586728"/>
                  <a:pt x="1811603" y="588163"/>
                </a:cubicBezTo>
                <a:moveTo>
                  <a:pt x="1773868" y="598547"/>
                </a:moveTo>
                <a:lnTo>
                  <a:pt x="1773848" y="598552"/>
                </a:lnTo>
                <a:cubicBezTo>
                  <a:pt x="1768641" y="599987"/>
                  <a:pt x="1763257" y="596929"/>
                  <a:pt x="1761822" y="591721"/>
                </a:cubicBezTo>
                <a:cubicBezTo>
                  <a:pt x="1760388" y="586514"/>
                  <a:pt x="1763447" y="581130"/>
                  <a:pt x="1768653" y="579695"/>
                </a:cubicBezTo>
                <a:lnTo>
                  <a:pt x="1768672" y="579690"/>
                </a:lnTo>
                <a:cubicBezTo>
                  <a:pt x="1773880" y="578255"/>
                  <a:pt x="1779264" y="581314"/>
                  <a:pt x="1780698" y="586521"/>
                </a:cubicBezTo>
                <a:cubicBezTo>
                  <a:pt x="1782133" y="591728"/>
                  <a:pt x="1779075" y="597112"/>
                  <a:pt x="1773868" y="598547"/>
                </a:cubicBezTo>
                <a:moveTo>
                  <a:pt x="1736131" y="608931"/>
                </a:moveTo>
                <a:lnTo>
                  <a:pt x="1736113" y="608936"/>
                </a:lnTo>
                <a:cubicBezTo>
                  <a:pt x="1730906" y="610371"/>
                  <a:pt x="1725522" y="607313"/>
                  <a:pt x="1724086" y="602106"/>
                </a:cubicBezTo>
                <a:cubicBezTo>
                  <a:pt x="1722652" y="596898"/>
                  <a:pt x="1725710" y="591514"/>
                  <a:pt x="1730917" y="590079"/>
                </a:cubicBezTo>
                <a:lnTo>
                  <a:pt x="1730936" y="590074"/>
                </a:lnTo>
                <a:cubicBezTo>
                  <a:pt x="1736143" y="588640"/>
                  <a:pt x="1741528" y="591698"/>
                  <a:pt x="1742963" y="596905"/>
                </a:cubicBezTo>
                <a:cubicBezTo>
                  <a:pt x="1744396" y="602112"/>
                  <a:pt x="1741339" y="607497"/>
                  <a:pt x="1736131" y="608931"/>
                </a:cubicBezTo>
                <a:moveTo>
                  <a:pt x="1697726" y="618964"/>
                </a:moveTo>
                <a:lnTo>
                  <a:pt x="1697707" y="618968"/>
                </a:lnTo>
                <a:cubicBezTo>
                  <a:pt x="1692426" y="620099"/>
                  <a:pt x="1687228" y="616734"/>
                  <a:pt x="1686097" y="611453"/>
                </a:cubicBezTo>
                <a:cubicBezTo>
                  <a:pt x="1684966" y="606171"/>
                  <a:pt x="1688331" y="600973"/>
                  <a:pt x="1693612" y="599842"/>
                </a:cubicBezTo>
                <a:lnTo>
                  <a:pt x="1693631" y="599838"/>
                </a:lnTo>
                <a:cubicBezTo>
                  <a:pt x="1698912" y="598707"/>
                  <a:pt x="1704111" y="602072"/>
                  <a:pt x="1705242" y="607353"/>
                </a:cubicBezTo>
                <a:cubicBezTo>
                  <a:pt x="1706373" y="612635"/>
                  <a:pt x="1703007" y="617833"/>
                  <a:pt x="1697726" y="618964"/>
                </a:cubicBezTo>
                <a:moveTo>
                  <a:pt x="1659453" y="627173"/>
                </a:moveTo>
                <a:lnTo>
                  <a:pt x="1659434" y="627178"/>
                </a:lnTo>
                <a:cubicBezTo>
                  <a:pt x="1654151" y="628306"/>
                  <a:pt x="1648955" y="624938"/>
                  <a:pt x="1647828" y="619656"/>
                </a:cubicBezTo>
                <a:cubicBezTo>
                  <a:pt x="1646699" y="614374"/>
                  <a:pt x="1650066" y="609178"/>
                  <a:pt x="1655349" y="608049"/>
                </a:cubicBezTo>
                <a:lnTo>
                  <a:pt x="1655368" y="608045"/>
                </a:lnTo>
                <a:cubicBezTo>
                  <a:pt x="1660650" y="606917"/>
                  <a:pt x="1665847" y="610285"/>
                  <a:pt x="1666975" y="615567"/>
                </a:cubicBezTo>
                <a:cubicBezTo>
                  <a:pt x="1668103" y="620849"/>
                  <a:pt x="1664735" y="626045"/>
                  <a:pt x="1659453" y="627173"/>
                </a:cubicBezTo>
                <a:moveTo>
                  <a:pt x="1621185" y="635382"/>
                </a:moveTo>
                <a:lnTo>
                  <a:pt x="1621166" y="635386"/>
                </a:lnTo>
                <a:cubicBezTo>
                  <a:pt x="1615883" y="636514"/>
                  <a:pt x="1610687" y="633146"/>
                  <a:pt x="1609559" y="627865"/>
                </a:cubicBezTo>
                <a:cubicBezTo>
                  <a:pt x="1608431" y="622582"/>
                  <a:pt x="1611798" y="617386"/>
                  <a:pt x="1617080" y="616258"/>
                </a:cubicBezTo>
                <a:lnTo>
                  <a:pt x="1617099" y="616254"/>
                </a:lnTo>
                <a:cubicBezTo>
                  <a:pt x="1622382" y="615126"/>
                  <a:pt x="1627578" y="618493"/>
                  <a:pt x="1628706" y="623775"/>
                </a:cubicBezTo>
                <a:cubicBezTo>
                  <a:pt x="1629834" y="629057"/>
                  <a:pt x="1626467" y="634254"/>
                  <a:pt x="1621185" y="635382"/>
                </a:cubicBezTo>
                <a:moveTo>
                  <a:pt x="1582233" y="642985"/>
                </a:moveTo>
                <a:lnTo>
                  <a:pt x="1582215" y="642988"/>
                </a:lnTo>
                <a:cubicBezTo>
                  <a:pt x="1576876" y="643811"/>
                  <a:pt x="1571882" y="640151"/>
                  <a:pt x="1571058" y="634813"/>
                </a:cubicBezTo>
                <a:cubicBezTo>
                  <a:pt x="1570235" y="629475"/>
                  <a:pt x="1573895" y="624480"/>
                  <a:pt x="1579234" y="623656"/>
                </a:cubicBezTo>
                <a:lnTo>
                  <a:pt x="1579253" y="623653"/>
                </a:lnTo>
                <a:cubicBezTo>
                  <a:pt x="1584590" y="622830"/>
                  <a:pt x="1589586" y="626490"/>
                  <a:pt x="1590409" y="631828"/>
                </a:cubicBezTo>
                <a:cubicBezTo>
                  <a:pt x="1591232" y="637166"/>
                  <a:pt x="1587572" y="642161"/>
                  <a:pt x="1582233" y="642985"/>
                </a:cubicBezTo>
                <a:moveTo>
                  <a:pt x="1543556" y="648969"/>
                </a:moveTo>
                <a:lnTo>
                  <a:pt x="1543536" y="648972"/>
                </a:lnTo>
                <a:cubicBezTo>
                  <a:pt x="1538199" y="649796"/>
                  <a:pt x="1533204" y="646135"/>
                  <a:pt x="1532381" y="640798"/>
                </a:cubicBezTo>
                <a:cubicBezTo>
                  <a:pt x="1531557" y="635459"/>
                  <a:pt x="1535216" y="630464"/>
                  <a:pt x="1540555" y="629641"/>
                </a:cubicBezTo>
                <a:lnTo>
                  <a:pt x="1540574" y="629638"/>
                </a:lnTo>
                <a:cubicBezTo>
                  <a:pt x="1545913" y="628815"/>
                  <a:pt x="1550907" y="632475"/>
                  <a:pt x="1551731" y="637813"/>
                </a:cubicBezTo>
                <a:cubicBezTo>
                  <a:pt x="1552554" y="643151"/>
                  <a:pt x="1548894" y="648146"/>
                  <a:pt x="1543556" y="648969"/>
                </a:cubicBezTo>
                <a:moveTo>
                  <a:pt x="1504877" y="654954"/>
                </a:moveTo>
                <a:lnTo>
                  <a:pt x="1504858" y="654957"/>
                </a:lnTo>
                <a:cubicBezTo>
                  <a:pt x="1499520" y="655780"/>
                  <a:pt x="1494524" y="652120"/>
                  <a:pt x="1493701" y="646782"/>
                </a:cubicBezTo>
                <a:cubicBezTo>
                  <a:pt x="1492879" y="641444"/>
                  <a:pt x="1496538" y="636449"/>
                  <a:pt x="1501876" y="635626"/>
                </a:cubicBezTo>
                <a:lnTo>
                  <a:pt x="1501896" y="635623"/>
                </a:lnTo>
                <a:cubicBezTo>
                  <a:pt x="1507234" y="634799"/>
                  <a:pt x="1512229" y="638460"/>
                  <a:pt x="1513053" y="643798"/>
                </a:cubicBezTo>
                <a:cubicBezTo>
                  <a:pt x="1513875" y="649136"/>
                  <a:pt x="1510215" y="654131"/>
                  <a:pt x="1504877" y="654954"/>
                </a:cubicBezTo>
                <a:moveTo>
                  <a:pt x="1465517" y="660150"/>
                </a:moveTo>
                <a:lnTo>
                  <a:pt x="1465497" y="660152"/>
                </a:lnTo>
                <a:cubicBezTo>
                  <a:pt x="1460120" y="660658"/>
                  <a:pt x="1455351" y="656709"/>
                  <a:pt x="1454845" y="651331"/>
                </a:cubicBezTo>
                <a:cubicBezTo>
                  <a:pt x="1454340" y="645954"/>
                  <a:pt x="1458289" y="641184"/>
                  <a:pt x="1463666" y="640678"/>
                </a:cubicBezTo>
                <a:lnTo>
                  <a:pt x="1463685" y="640677"/>
                </a:lnTo>
                <a:cubicBezTo>
                  <a:pt x="1469063" y="640171"/>
                  <a:pt x="1473833" y="644120"/>
                  <a:pt x="1474338" y="649498"/>
                </a:cubicBezTo>
                <a:cubicBezTo>
                  <a:pt x="1474843" y="654875"/>
                  <a:pt x="1470895" y="659644"/>
                  <a:pt x="1465517" y="660150"/>
                </a:cubicBezTo>
                <a:moveTo>
                  <a:pt x="1426552" y="663829"/>
                </a:moveTo>
                <a:lnTo>
                  <a:pt x="1426532" y="663831"/>
                </a:lnTo>
                <a:cubicBezTo>
                  <a:pt x="1421155" y="664336"/>
                  <a:pt x="1416385" y="660387"/>
                  <a:pt x="1415880" y="655010"/>
                </a:cubicBezTo>
                <a:cubicBezTo>
                  <a:pt x="1415374" y="649632"/>
                  <a:pt x="1419322" y="644863"/>
                  <a:pt x="1424701" y="644357"/>
                </a:cubicBezTo>
                <a:lnTo>
                  <a:pt x="1424719" y="644355"/>
                </a:lnTo>
                <a:cubicBezTo>
                  <a:pt x="1430097" y="643850"/>
                  <a:pt x="1434866" y="647799"/>
                  <a:pt x="1435373" y="653176"/>
                </a:cubicBezTo>
                <a:cubicBezTo>
                  <a:pt x="1435878" y="658554"/>
                  <a:pt x="1431929" y="663323"/>
                  <a:pt x="1426552" y="663829"/>
                </a:cubicBezTo>
                <a:moveTo>
                  <a:pt x="1387585" y="667507"/>
                </a:moveTo>
                <a:lnTo>
                  <a:pt x="1387567" y="667509"/>
                </a:lnTo>
                <a:cubicBezTo>
                  <a:pt x="1382189" y="668015"/>
                  <a:pt x="1377419" y="664066"/>
                  <a:pt x="1376913" y="658688"/>
                </a:cubicBezTo>
                <a:cubicBezTo>
                  <a:pt x="1376408" y="653311"/>
                  <a:pt x="1380357" y="648542"/>
                  <a:pt x="1385735" y="648035"/>
                </a:cubicBezTo>
                <a:lnTo>
                  <a:pt x="1385755" y="648034"/>
                </a:lnTo>
                <a:cubicBezTo>
                  <a:pt x="1391132" y="647528"/>
                  <a:pt x="1395901" y="651477"/>
                  <a:pt x="1396407" y="656855"/>
                </a:cubicBezTo>
                <a:cubicBezTo>
                  <a:pt x="1396913" y="662232"/>
                  <a:pt x="1392963" y="667001"/>
                  <a:pt x="1387585" y="667507"/>
                </a:cubicBezTo>
                <a:moveTo>
                  <a:pt x="1347956" y="670250"/>
                </a:moveTo>
                <a:lnTo>
                  <a:pt x="1347936" y="670251"/>
                </a:lnTo>
                <a:cubicBezTo>
                  <a:pt x="1342538" y="670423"/>
                  <a:pt x="1338021" y="666187"/>
                  <a:pt x="1337849" y="660789"/>
                </a:cubicBezTo>
                <a:cubicBezTo>
                  <a:pt x="1337675" y="655390"/>
                  <a:pt x="1341911" y="650874"/>
                  <a:pt x="1347310" y="650701"/>
                </a:cubicBezTo>
                <a:lnTo>
                  <a:pt x="1347330" y="650700"/>
                </a:lnTo>
                <a:cubicBezTo>
                  <a:pt x="1352728" y="650527"/>
                  <a:pt x="1357244" y="654764"/>
                  <a:pt x="1357418" y="660162"/>
                </a:cubicBezTo>
                <a:cubicBezTo>
                  <a:pt x="1357591" y="665560"/>
                  <a:pt x="1353354" y="670077"/>
                  <a:pt x="1347956" y="670250"/>
                </a:cubicBezTo>
                <a:moveTo>
                  <a:pt x="1308838" y="671507"/>
                </a:moveTo>
                <a:lnTo>
                  <a:pt x="1308818" y="671507"/>
                </a:lnTo>
                <a:cubicBezTo>
                  <a:pt x="1303420" y="671680"/>
                  <a:pt x="1298903" y="667444"/>
                  <a:pt x="1298730" y="662046"/>
                </a:cubicBezTo>
                <a:cubicBezTo>
                  <a:pt x="1298557" y="656647"/>
                  <a:pt x="1302793" y="652131"/>
                  <a:pt x="1308192" y="651958"/>
                </a:cubicBezTo>
                <a:lnTo>
                  <a:pt x="1308212" y="651957"/>
                </a:lnTo>
                <a:cubicBezTo>
                  <a:pt x="1313610" y="651784"/>
                  <a:pt x="1318127" y="656021"/>
                  <a:pt x="1318300" y="661419"/>
                </a:cubicBezTo>
                <a:cubicBezTo>
                  <a:pt x="1318472" y="666817"/>
                  <a:pt x="1314236" y="671334"/>
                  <a:pt x="1308838" y="671507"/>
                </a:cubicBezTo>
                <a:moveTo>
                  <a:pt x="1269720" y="672764"/>
                </a:moveTo>
                <a:lnTo>
                  <a:pt x="1269700" y="672764"/>
                </a:lnTo>
                <a:cubicBezTo>
                  <a:pt x="1264302" y="672937"/>
                  <a:pt x="1259784" y="668701"/>
                  <a:pt x="1259612" y="663303"/>
                </a:cubicBezTo>
                <a:cubicBezTo>
                  <a:pt x="1259439" y="657904"/>
                  <a:pt x="1263675" y="653388"/>
                  <a:pt x="1269073" y="653215"/>
                </a:cubicBezTo>
                <a:lnTo>
                  <a:pt x="1269093" y="653214"/>
                </a:lnTo>
                <a:cubicBezTo>
                  <a:pt x="1274491" y="653041"/>
                  <a:pt x="1279008" y="657278"/>
                  <a:pt x="1279180" y="662676"/>
                </a:cubicBezTo>
                <a:cubicBezTo>
                  <a:pt x="1279353" y="668074"/>
                  <a:pt x="1275118" y="672591"/>
                  <a:pt x="1269720" y="672764"/>
                </a:cubicBezTo>
                <a:moveTo>
                  <a:pt x="1229998" y="672995"/>
                </a:moveTo>
                <a:lnTo>
                  <a:pt x="1229978" y="672994"/>
                </a:lnTo>
                <a:cubicBezTo>
                  <a:pt x="1224578" y="672835"/>
                  <a:pt x="1220332" y="668328"/>
                  <a:pt x="1220492" y="662929"/>
                </a:cubicBezTo>
                <a:cubicBezTo>
                  <a:pt x="1220651" y="657531"/>
                  <a:pt x="1225157" y="653283"/>
                  <a:pt x="1230556" y="653443"/>
                </a:cubicBezTo>
                <a:lnTo>
                  <a:pt x="1230575" y="653443"/>
                </a:lnTo>
                <a:cubicBezTo>
                  <a:pt x="1235974" y="653603"/>
                  <a:pt x="1240222" y="658109"/>
                  <a:pt x="1240062" y="663508"/>
                </a:cubicBezTo>
                <a:cubicBezTo>
                  <a:pt x="1239903" y="668907"/>
                  <a:pt x="1235396" y="673154"/>
                  <a:pt x="1229998" y="672995"/>
                </a:cubicBezTo>
                <a:moveTo>
                  <a:pt x="1190877" y="671807"/>
                </a:moveTo>
                <a:lnTo>
                  <a:pt x="1190858" y="671807"/>
                </a:lnTo>
                <a:cubicBezTo>
                  <a:pt x="1185459" y="671647"/>
                  <a:pt x="1181212" y="667141"/>
                  <a:pt x="1181371" y="661742"/>
                </a:cubicBezTo>
                <a:cubicBezTo>
                  <a:pt x="1181530" y="656343"/>
                  <a:pt x="1186036" y="652096"/>
                  <a:pt x="1191435" y="652256"/>
                </a:cubicBezTo>
                <a:lnTo>
                  <a:pt x="1191455" y="652256"/>
                </a:lnTo>
                <a:cubicBezTo>
                  <a:pt x="1196853" y="652416"/>
                  <a:pt x="1201101" y="656922"/>
                  <a:pt x="1200941" y="662321"/>
                </a:cubicBezTo>
                <a:cubicBezTo>
                  <a:pt x="1200782" y="667720"/>
                  <a:pt x="1196276" y="671967"/>
                  <a:pt x="1190877" y="671807"/>
                </a:cubicBezTo>
                <a:moveTo>
                  <a:pt x="1151756" y="670620"/>
                </a:moveTo>
                <a:lnTo>
                  <a:pt x="1151737" y="670620"/>
                </a:lnTo>
                <a:cubicBezTo>
                  <a:pt x="1146337" y="670460"/>
                  <a:pt x="1142090" y="665954"/>
                  <a:pt x="1142249" y="660555"/>
                </a:cubicBezTo>
                <a:cubicBezTo>
                  <a:pt x="1142410" y="655156"/>
                  <a:pt x="1146915" y="650909"/>
                  <a:pt x="1152315" y="651068"/>
                </a:cubicBezTo>
                <a:lnTo>
                  <a:pt x="1152335" y="651069"/>
                </a:lnTo>
                <a:cubicBezTo>
                  <a:pt x="1157733" y="651228"/>
                  <a:pt x="1161980" y="655735"/>
                  <a:pt x="1161821" y="661133"/>
                </a:cubicBezTo>
                <a:cubicBezTo>
                  <a:pt x="1161662" y="666532"/>
                  <a:pt x="1157155" y="670780"/>
                  <a:pt x="1151756" y="670620"/>
                </a:cubicBezTo>
                <a:moveTo>
                  <a:pt x="1112116" y="668395"/>
                </a:moveTo>
                <a:lnTo>
                  <a:pt x="1112097" y="668394"/>
                </a:lnTo>
                <a:cubicBezTo>
                  <a:pt x="1106717" y="667914"/>
                  <a:pt x="1102744" y="663164"/>
                  <a:pt x="1103224" y="657784"/>
                </a:cubicBezTo>
                <a:cubicBezTo>
                  <a:pt x="1103702" y="652405"/>
                  <a:pt x="1108452" y="648432"/>
                  <a:pt x="1113833" y="648911"/>
                </a:cubicBezTo>
                <a:lnTo>
                  <a:pt x="1113852" y="648913"/>
                </a:lnTo>
                <a:cubicBezTo>
                  <a:pt x="1119232" y="649392"/>
                  <a:pt x="1123205" y="654142"/>
                  <a:pt x="1122725" y="659522"/>
                </a:cubicBezTo>
                <a:cubicBezTo>
                  <a:pt x="1122246" y="664902"/>
                  <a:pt x="1117495" y="668875"/>
                  <a:pt x="1112116" y="668395"/>
                </a:cubicBezTo>
                <a:moveTo>
                  <a:pt x="1073132" y="664919"/>
                </a:moveTo>
                <a:lnTo>
                  <a:pt x="1073112" y="664918"/>
                </a:lnTo>
                <a:cubicBezTo>
                  <a:pt x="1067733" y="664439"/>
                  <a:pt x="1063760" y="659689"/>
                  <a:pt x="1064239" y="654308"/>
                </a:cubicBezTo>
                <a:cubicBezTo>
                  <a:pt x="1064720" y="648928"/>
                  <a:pt x="1069469" y="644956"/>
                  <a:pt x="1074848" y="645435"/>
                </a:cubicBezTo>
                <a:lnTo>
                  <a:pt x="1074868" y="645437"/>
                </a:lnTo>
                <a:cubicBezTo>
                  <a:pt x="1080248" y="645916"/>
                  <a:pt x="1084220" y="650666"/>
                  <a:pt x="1083741" y="656046"/>
                </a:cubicBezTo>
                <a:cubicBezTo>
                  <a:pt x="1083262" y="661426"/>
                  <a:pt x="1078512" y="665399"/>
                  <a:pt x="1073132" y="664919"/>
                </a:cubicBezTo>
                <a:moveTo>
                  <a:pt x="1034148" y="661443"/>
                </a:moveTo>
                <a:lnTo>
                  <a:pt x="1034128" y="661442"/>
                </a:lnTo>
                <a:cubicBezTo>
                  <a:pt x="1028748" y="660963"/>
                  <a:pt x="1024776" y="656213"/>
                  <a:pt x="1025256" y="650833"/>
                </a:cubicBezTo>
                <a:cubicBezTo>
                  <a:pt x="1025735" y="645452"/>
                  <a:pt x="1030485" y="641480"/>
                  <a:pt x="1035866" y="641960"/>
                </a:cubicBezTo>
                <a:lnTo>
                  <a:pt x="1035885" y="641961"/>
                </a:lnTo>
                <a:cubicBezTo>
                  <a:pt x="1041264" y="642440"/>
                  <a:pt x="1045237" y="647190"/>
                  <a:pt x="1044757" y="652570"/>
                </a:cubicBezTo>
                <a:cubicBezTo>
                  <a:pt x="1044277" y="657950"/>
                  <a:pt x="1039528" y="661923"/>
                  <a:pt x="1034148" y="661443"/>
                </a:cubicBezTo>
                <a:moveTo>
                  <a:pt x="994732" y="656878"/>
                </a:moveTo>
                <a:lnTo>
                  <a:pt x="994712" y="656875"/>
                </a:lnTo>
                <a:cubicBezTo>
                  <a:pt x="989369" y="656091"/>
                  <a:pt x="985673" y="651123"/>
                  <a:pt x="986457" y="645779"/>
                </a:cubicBezTo>
                <a:cubicBezTo>
                  <a:pt x="987241" y="640435"/>
                  <a:pt x="992209" y="636739"/>
                  <a:pt x="997552" y="637523"/>
                </a:cubicBezTo>
                <a:lnTo>
                  <a:pt x="997573" y="637526"/>
                </a:lnTo>
                <a:cubicBezTo>
                  <a:pt x="1002917" y="638310"/>
                  <a:pt x="1006613" y="643278"/>
                  <a:pt x="1005829" y="648622"/>
                </a:cubicBezTo>
                <a:cubicBezTo>
                  <a:pt x="1005044" y="653966"/>
                  <a:pt x="1000075" y="657662"/>
                  <a:pt x="994732" y="656878"/>
                </a:cubicBezTo>
                <a:moveTo>
                  <a:pt x="956005" y="651218"/>
                </a:moveTo>
                <a:lnTo>
                  <a:pt x="955985" y="651215"/>
                </a:lnTo>
                <a:cubicBezTo>
                  <a:pt x="950642" y="650431"/>
                  <a:pt x="946945" y="645463"/>
                  <a:pt x="947729" y="640120"/>
                </a:cubicBezTo>
                <a:cubicBezTo>
                  <a:pt x="948514" y="634775"/>
                  <a:pt x="953482" y="631079"/>
                  <a:pt x="958826" y="631863"/>
                </a:cubicBezTo>
                <a:lnTo>
                  <a:pt x="958845" y="631866"/>
                </a:lnTo>
                <a:cubicBezTo>
                  <a:pt x="964189" y="632650"/>
                  <a:pt x="967886" y="637618"/>
                  <a:pt x="967102" y="642962"/>
                </a:cubicBezTo>
                <a:cubicBezTo>
                  <a:pt x="966317" y="648306"/>
                  <a:pt x="961349" y="652003"/>
                  <a:pt x="956005" y="651218"/>
                </a:cubicBezTo>
                <a:moveTo>
                  <a:pt x="917277" y="645559"/>
                </a:moveTo>
                <a:lnTo>
                  <a:pt x="917259" y="645556"/>
                </a:lnTo>
                <a:cubicBezTo>
                  <a:pt x="911914" y="644772"/>
                  <a:pt x="908218" y="639804"/>
                  <a:pt x="909003" y="634460"/>
                </a:cubicBezTo>
                <a:cubicBezTo>
                  <a:pt x="909787" y="629116"/>
                  <a:pt x="914754" y="625420"/>
                  <a:pt x="920099" y="626204"/>
                </a:cubicBezTo>
                <a:lnTo>
                  <a:pt x="920118" y="626207"/>
                </a:lnTo>
                <a:cubicBezTo>
                  <a:pt x="925462" y="626991"/>
                  <a:pt x="929158" y="631959"/>
                  <a:pt x="928374" y="637303"/>
                </a:cubicBezTo>
                <a:cubicBezTo>
                  <a:pt x="927589" y="642647"/>
                  <a:pt x="922622" y="646343"/>
                  <a:pt x="917277" y="645559"/>
                </a:cubicBezTo>
                <a:moveTo>
                  <a:pt x="878214" y="638692"/>
                </a:moveTo>
                <a:lnTo>
                  <a:pt x="878196" y="638688"/>
                </a:lnTo>
                <a:cubicBezTo>
                  <a:pt x="872902" y="637611"/>
                  <a:pt x="869485" y="632448"/>
                  <a:pt x="870562" y="627155"/>
                </a:cubicBezTo>
                <a:cubicBezTo>
                  <a:pt x="871639" y="621862"/>
                  <a:pt x="876802" y="618445"/>
                  <a:pt x="882095" y="619522"/>
                </a:cubicBezTo>
                <a:lnTo>
                  <a:pt x="882115" y="619526"/>
                </a:lnTo>
                <a:cubicBezTo>
                  <a:pt x="887408" y="620603"/>
                  <a:pt x="890824" y="625767"/>
                  <a:pt x="889748" y="631059"/>
                </a:cubicBezTo>
                <a:cubicBezTo>
                  <a:pt x="888670" y="636352"/>
                  <a:pt x="883506" y="639769"/>
                  <a:pt x="878214" y="638692"/>
                </a:cubicBezTo>
                <a:moveTo>
                  <a:pt x="839864" y="630923"/>
                </a:moveTo>
                <a:lnTo>
                  <a:pt x="839845" y="630919"/>
                </a:lnTo>
                <a:cubicBezTo>
                  <a:pt x="834551" y="629847"/>
                  <a:pt x="831128" y="624687"/>
                  <a:pt x="832201" y="619393"/>
                </a:cubicBezTo>
                <a:cubicBezTo>
                  <a:pt x="833272" y="614099"/>
                  <a:pt x="838432" y="610677"/>
                  <a:pt x="843726" y="611749"/>
                </a:cubicBezTo>
                <a:lnTo>
                  <a:pt x="843746" y="611753"/>
                </a:lnTo>
                <a:cubicBezTo>
                  <a:pt x="849040" y="612825"/>
                  <a:pt x="852463" y="617985"/>
                  <a:pt x="851390" y="623279"/>
                </a:cubicBezTo>
                <a:cubicBezTo>
                  <a:pt x="850318" y="628573"/>
                  <a:pt x="845158" y="631995"/>
                  <a:pt x="839864" y="630923"/>
                </a:cubicBezTo>
                <a:moveTo>
                  <a:pt x="801504" y="623152"/>
                </a:moveTo>
                <a:lnTo>
                  <a:pt x="801486" y="623148"/>
                </a:lnTo>
                <a:cubicBezTo>
                  <a:pt x="796192" y="622076"/>
                  <a:pt x="792769" y="616916"/>
                  <a:pt x="793840" y="611622"/>
                </a:cubicBezTo>
                <a:cubicBezTo>
                  <a:pt x="794914" y="606328"/>
                  <a:pt x="800073" y="602906"/>
                  <a:pt x="805367" y="603978"/>
                </a:cubicBezTo>
                <a:lnTo>
                  <a:pt x="805386" y="603982"/>
                </a:lnTo>
                <a:cubicBezTo>
                  <a:pt x="810680" y="605054"/>
                  <a:pt x="814102" y="610214"/>
                  <a:pt x="813031" y="615508"/>
                </a:cubicBezTo>
                <a:cubicBezTo>
                  <a:pt x="811959" y="620802"/>
                  <a:pt x="806798" y="624224"/>
                  <a:pt x="801504" y="623152"/>
                </a:cubicBezTo>
                <a:moveTo>
                  <a:pt x="762925" y="613955"/>
                </a:moveTo>
                <a:lnTo>
                  <a:pt x="762906" y="613950"/>
                </a:lnTo>
                <a:cubicBezTo>
                  <a:pt x="757679" y="612590"/>
                  <a:pt x="754544" y="607250"/>
                  <a:pt x="755904" y="602023"/>
                </a:cubicBezTo>
                <a:cubicBezTo>
                  <a:pt x="757265" y="596796"/>
                  <a:pt x="762604" y="593661"/>
                  <a:pt x="767831" y="595021"/>
                </a:cubicBezTo>
                <a:lnTo>
                  <a:pt x="767849" y="595026"/>
                </a:lnTo>
                <a:cubicBezTo>
                  <a:pt x="773077" y="596386"/>
                  <a:pt x="776212" y="601726"/>
                  <a:pt x="774852" y="606953"/>
                </a:cubicBezTo>
                <a:cubicBezTo>
                  <a:pt x="773491" y="612181"/>
                  <a:pt x="768152" y="615315"/>
                  <a:pt x="762925" y="613955"/>
                </a:cubicBezTo>
                <a:moveTo>
                  <a:pt x="725044" y="604110"/>
                </a:moveTo>
                <a:lnTo>
                  <a:pt x="725026" y="604105"/>
                </a:lnTo>
                <a:cubicBezTo>
                  <a:pt x="719798" y="602745"/>
                  <a:pt x="716663" y="597405"/>
                  <a:pt x="718024" y="592178"/>
                </a:cubicBezTo>
                <a:cubicBezTo>
                  <a:pt x="719384" y="586951"/>
                  <a:pt x="724723" y="583816"/>
                  <a:pt x="729951" y="585176"/>
                </a:cubicBezTo>
                <a:lnTo>
                  <a:pt x="729970" y="585181"/>
                </a:lnTo>
                <a:cubicBezTo>
                  <a:pt x="735197" y="586541"/>
                  <a:pt x="738333" y="591881"/>
                  <a:pt x="736972" y="597109"/>
                </a:cubicBezTo>
                <a:cubicBezTo>
                  <a:pt x="735612" y="602336"/>
                  <a:pt x="730271" y="605471"/>
                  <a:pt x="725044" y="604110"/>
                </a:cubicBezTo>
                <a:moveTo>
                  <a:pt x="687165" y="594265"/>
                </a:moveTo>
                <a:lnTo>
                  <a:pt x="687146" y="594260"/>
                </a:lnTo>
                <a:cubicBezTo>
                  <a:pt x="681919" y="592900"/>
                  <a:pt x="678783" y="587560"/>
                  <a:pt x="680143" y="582333"/>
                </a:cubicBezTo>
                <a:cubicBezTo>
                  <a:pt x="681503" y="577106"/>
                  <a:pt x="686844" y="573971"/>
                  <a:pt x="692071" y="575331"/>
                </a:cubicBezTo>
                <a:lnTo>
                  <a:pt x="692090" y="575336"/>
                </a:lnTo>
                <a:cubicBezTo>
                  <a:pt x="697317" y="576696"/>
                  <a:pt x="700451" y="582036"/>
                  <a:pt x="699092" y="587263"/>
                </a:cubicBezTo>
                <a:cubicBezTo>
                  <a:pt x="697731" y="592490"/>
                  <a:pt x="692392" y="595625"/>
                  <a:pt x="687165" y="594265"/>
                </a:cubicBezTo>
                <a:moveTo>
                  <a:pt x="649244" y="582632"/>
                </a:moveTo>
                <a:lnTo>
                  <a:pt x="649226" y="582626"/>
                </a:lnTo>
                <a:cubicBezTo>
                  <a:pt x="644081" y="580982"/>
                  <a:pt x="641242" y="575478"/>
                  <a:pt x="642886" y="570333"/>
                </a:cubicBezTo>
                <a:cubicBezTo>
                  <a:pt x="644532" y="565188"/>
                  <a:pt x="650035" y="562351"/>
                  <a:pt x="655180" y="563995"/>
                </a:cubicBezTo>
                <a:lnTo>
                  <a:pt x="655198" y="564001"/>
                </a:lnTo>
                <a:cubicBezTo>
                  <a:pt x="660343" y="565645"/>
                  <a:pt x="663182" y="571149"/>
                  <a:pt x="661536" y="576294"/>
                </a:cubicBezTo>
                <a:cubicBezTo>
                  <a:pt x="659893" y="581438"/>
                  <a:pt x="654390" y="584276"/>
                  <a:pt x="649244" y="582632"/>
                </a:cubicBezTo>
                <a:moveTo>
                  <a:pt x="611964" y="570714"/>
                </a:moveTo>
                <a:lnTo>
                  <a:pt x="611945" y="570708"/>
                </a:lnTo>
                <a:cubicBezTo>
                  <a:pt x="606801" y="569064"/>
                  <a:pt x="603963" y="563560"/>
                  <a:pt x="605607" y="558415"/>
                </a:cubicBezTo>
                <a:cubicBezTo>
                  <a:pt x="607251" y="553270"/>
                  <a:pt x="612755" y="550432"/>
                  <a:pt x="617900" y="552076"/>
                </a:cubicBezTo>
                <a:lnTo>
                  <a:pt x="617919" y="552082"/>
                </a:lnTo>
                <a:cubicBezTo>
                  <a:pt x="623064" y="553727"/>
                  <a:pt x="625901" y="559230"/>
                  <a:pt x="624258" y="564375"/>
                </a:cubicBezTo>
                <a:cubicBezTo>
                  <a:pt x="622613" y="569520"/>
                  <a:pt x="617109" y="572358"/>
                  <a:pt x="611964" y="570714"/>
                </a:cubicBezTo>
                <a:moveTo>
                  <a:pt x="574175" y="558548"/>
                </a:moveTo>
                <a:lnTo>
                  <a:pt x="574157" y="558541"/>
                </a:lnTo>
                <a:cubicBezTo>
                  <a:pt x="569115" y="556604"/>
                  <a:pt x="566598" y="550947"/>
                  <a:pt x="568536" y="545905"/>
                </a:cubicBezTo>
                <a:cubicBezTo>
                  <a:pt x="570472" y="540863"/>
                  <a:pt x="576130" y="538346"/>
                  <a:pt x="581172" y="540283"/>
                </a:cubicBezTo>
                <a:lnTo>
                  <a:pt x="581189" y="540290"/>
                </a:lnTo>
                <a:cubicBezTo>
                  <a:pt x="586232" y="542227"/>
                  <a:pt x="588750" y="547885"/>
                  <a:pt x="586812" y="552927"/>
                </a:cubicBezTo>
                <a:cubicBezTo>
                  <a:pt x="584874" y="557969"/>
                  <a:pt x="579217" y="560485"/>
                  <a:pt x="574175" y="558548"/>
                </a:cubicBezTo>
                <a:moveTo>
                  <a:pt x="537638" y="544518"/>
                </a:moveTo>
                <a:lnTo>
                  <a:pt x="537620" y="544510"/>
                </a:lnTo>
                <a:cubicBezTo>
                  <a:pt x="532577" y="542573"/>
                  <a:pt x="530061" y="536916"/>
                  <a:pt x="531998" y="531874"/>
                </a:cubicBezTo>
                <a:cubicBezTo>
                  <a:pt x="533935" y="526832"/>
                  <a:pt x="539592" y="524315"/>
                  <a:pt x="544635" y="526252"/>
                </a:cubicBezTo>
                <a:lnTo>
                  <a:pt x="544653" y="526259"/>
                </a:lnTo>
                <a:cubicBezTo>
                  <a:pt x="549695" y="528196"/>
                  <a:pt x="552212" y="533854"/>
                  <a:pt x="550275" y="538896"/>
                </a:cubicBezTo>
                <a:cubicBezTo>
                  <a:pt x="548338" y="543938"/>
                  <a:pt x="542680" y="546455"/>
                  <a:pt x="537638" y="544518"/>
                </a:cubicBezTo>
                <a:moveTo>
                  <a:pt x="501101" y="530487"/>
                </a:moveTo>
                <a:lnTo>
                  <a:pt x="501082" y="530480"/>
                </a:lnTo>
                <a:cubicBezTo>
                  <a:pt x="496040" y="528542"/>
                  <a:pt x="493523" y="522885"/>
                  <a:pt x="495461" y="517843"/>
                </a:cubicBezTo>
                <a:cubicBezTo>
                  <a:pt x="497398" y="512801"/>
                  <a:pt x="503055" y="510284"/>
                  <a:pt x="508097" y="512221"/>
                </a:cubicBezTo>
                <a:lnTo>
                  <a:pt x="508115" y="512228"/>
                </a:lnTo>
                <a:cubicBezTo>
                  <a:pt x="513158" y="514165"/>
                  <a:pt x="515675" y="519823"/>
                  <a:pt x="513738" y="524865"/>
                </a:cubicBezTo>
                <a:cubicBezTo>
                  <a:pt x="511800" y="529907"/>
                  <a:pt x="506142" y="532424"/>
                  <a:pt x="501101" y="530487"/>
                </a:cubicBezTo>
                <a:moveTo>
                  <a:pt x="464341" y="515432"/>
                </a:moveTo>
                <a:lnTo>
                  <a:pt x="464323" y="515424"/>
                </a:lnTo>
                <a:cubicBezTo>
                  <a:pt x="459410" y="513181"/>
                  <a:pt x="457245" y="507379"/>
                  <a:pt x="459488" y="502466"/>
                </a:cubicBezTo>
                <a:cubicBezTo>
                  <a:pt x="461732" y="497553"/>
                  <a:pt x="467533" y="495388"/>
                  <a:pt x="472446" y="497631"/>
                </a:cubicBezTo>
                <a:lnTo>
                  <a:pt x="472463" y="497639"/>
                </a:lnTo>
                <a:cubicBezTo>
                  <a:pt x="477377" y="499882"/>
                  <a:pt x="479543" y="505683"/>
                  <a:pt x="477299" y="510597"/>
                </a:cubicBezTo>
                <a:cubicBezTo>
                  <a:pt x="475057" y="515510"/>
                  <a:pt x="469254" y="517675"/>
                  <a:pt x="464341" y="515432"/>
                </a:cubicBezTo>
                <a:moveTo>
                  <a:pt x="428724" y="499206"/>
                </a:moveTo>
                <a:lnTo>
                  <a:pt x="428707" y="499197"/>
                </a:lnTo>
                <a:cubicBezTo>
                  <a:pt x="423794" y="496954"/>
                  <a:pt x="421629" y="491153"/>
                  <a:pt x="423872" y="486239"/>
                </a:cubicBezTo>
                <a:cubicBezTo>
                  <a:pt x="426114" y="481326"/>
                  <a:pt x="431917" y="479161"/>
                  <a:pt x="436830" y="481404"/>
                </a:cubicBezTo>
                <a:lnTo>
                  <a:pt x="436847" y="481412"/>
                </a:lnTo>
                <a:cubicBezTo>
                  <a:pt x="441761" y="483656"/>
                  <a:pt x="443926" y="489457"/>
                  <a:pt x="441683" y="494370"/>
                </a:cubicBezTo>
                <a:cubicBezTo>
                  <a:pt x="439439" y="499284"/>
                  <a:pt x="433638" y="501448"/>
                  <a:pt x="428724" y="499206"/>
                </a:cubicBezTo>
                <a:moveTo>
                  <a:pt x="393108" y="482979"/>
                </a:moveTo>
                <a:lnTo>
                  <a:pt x="393090" y="482971"/>
                </a:lnTo>
                <a:cubicBezTo>
                  <a:pt x="388177" y="480728"/>
                  <a:pt x="386013" y="474926"/>
                  <a:pt x="388255" y="470013"/>
                </a:cubicBezTo>
                <a:cubicBezTo>
                  <a:pt x="390499" y="465099"/>
                  <a:pt x="396299" y="462935"/>
                  <a:pt x="401213" y="465178"/>
                </a:cubicBezTo>
                <a:lnTo>
                  <a:pt x="401231" y="465186"/>
                </a:lnTo>
                <a:cubicBezTo>
                  <a:pt x="406145" y="467429"/>
                  <a:pt x="408309" y="473230"/>
                  <a:pt x="406066" y="478144"/>
                </a:cubicBezTo>
                <a:cubicBezTo>
                  <a:pt x="403823" y="483057"/>
                  <a:pt x="398021" y="485222"/>
                  <a:pt x="393108" y="482979"/>
                </a:cubicBezTo>
                <a:moveTo>
                  <a:pt x="357820" y="464585"/>
                </a:moveTo>
                <a:lnTo>
                  <a:pt x="357801" y="464576"/>
                </a:lnTo>
                <a:cubicBezTo>
                  <a:pt x="353053" y="462002"/>
                  <a:pt x="351292" y="456066"/>
                  <a:pt x="353865" y="451317"/>
                </a:cubicBezTo>
                <a:cubicBezTo>
                  <a:pt x="356439" y="446569"/>
                  <a:pt x="362375" y="444807"/>
                  <a:pt x="367124" y="447381"/>
                </a:cubicBezTo>
                <a:lnTo>
                  <a:pt x="367142" y="447390"/>
                </a:lnTo>
                <a:cubicBezTo>
                  <a:pt x="371889" y="449964"/>
                  <a:pt x="373652" y="455900"/>
                  <a:pt x="371078" y="460649"/>
                </a:cubicBezTo>
                <a:cubicBezTo>
                  <a:pt x="368504" y="465397"/>
                  <a:pt x="362567" y="467160"/>
                  <a:pt x="357820" y="464585"/>
                </a:cubicBezTo>
                <a:moveTo>
                  <a:pt x="323358" y="446030"/>
                </a:moveTo>
                <a:lnTo>
                  <a:pt x="323341" y="446021"/>
                </a:lnTo>
                <a:cubicBezTo>
                  <a:pt x="318593" y="443447"/>
                  <a:pt x="316830" y="437511"/>
                  <a:pt x="319405" y="432763"/>
                </a:cubicBezTo>
                <a:cubicBezTo>
                  <a:pt x="321978" y="428014"/>
                  <a:pt x="327915" y="426252"/>
                  <a:pt x="332663" y="428826"/>
                </a:cubicBezTo>
                <a:lnTo>
                  <a:pt x="332681" y="428835"/>
                </a:lnTo>
                <a:cubicBezTo>
                  <a:pt x="337428" y="431410"/>
                  <a:pt x="339191" y="437346"/>
                  <a:pt x="336617" y="442094"/>
                </a:cubicBezTo>
                <a:cubicBezTo>
                  <a:pt x="334043" y="446842"/>
                  <a:pt x="328106" y="448605"/>
                  <a:pt x="323358" y="446030"/>
                </a:cubicBezTo>
                <a:moveTo>
                  <a:pt x="288854" y="426196"/>
                </a:moveTo>
                <a:lnTo>
                  <a:pt x="288836" y="426186"/>
                </a:lnTo>
                <a:cubicBezTo>
                  <a:pt x="284281" y="423285"/>
                  <a:pt x="282939" y="417240"/>
                  <a:pt x="285839" y="412684"/>
                </a:cubicBezTo>
                <a:cubicBezTo>
                  <a:pt x="288739" y="408128"/>
                  <a:pt x="294784" y="406786"/>
                  <a:pt x="299341" y="409686"/>
                </a:cubicBezTo>
                <a:lnTo>
                  <a:pt x="299357" y="409697"/>
                </a:lnTo>
                <a:cubicBezTo>
                  <a:pt x="303914" y="412598"/>
                  <a:pt x="305256" y="418643"/>
                  <a:pt x="302355" y="423199"/>
                </a:cubicBezTo>
                <a:cubicBezTo>
                  <a:pt x="299454" y="427755"/>
                  <a:pt x="293409" y="429097"/>
                  <a:pt x="288854" y="426196"/>
                </a:cubicBezTo>
                <a:moveTo>
                  <a:pt x="255870" y="405127"/>
                </a:moveTo>
                <a:lnTo>
                  <a:pt x="255853" y="405117"/>
                </a:lnTo>
                <a:cubicBezTo>
                  <a:pt x="251297" y="402216"/>
                  <a:pt x="249955" y="396171"/>
                  <a:pt x="252856" y="391615"/>
                </a:cubicBezTo>
                <a:cubicBezTo>
                  <a:pt x="255755" y="387058"/>
                  <a:pt x="261801" y="385716"/>
                  <a:pt x="266357" y="388617"/>
                </a:cubicBezTo>
                <a:lnTo>
                  <a:pt x="266373" y="388627"/>
                </a:lnTo>
                <a:cubicBezTo>
                  <a:pt x="270930" y="391528"/>
                  <a:pt x="272273" y="397573"/>
                  <a:pt x="269372" y="402129"/>
                </a:cubicBezTo>
                <a:cubicBezTo>
                  <a:pt x="266471" y="406686"/>
                  <a:pt x="260426" y="408028"/>
                  <a:pt x="255870" y="405127"/>
                </a:cubicBezTo>
                <a:moveTo>
                  <a:pt x="222354" y="383363"/>
                </a:moveTo>
                <a:lnTo>
                  <a:pt x="222338" y="383351"/>
                </a:lnTo>
                <a:cubicBezTo>
                  <a:pt x="218046" y="380072"/>
                  <a:pt x="217224" y="373935"/>
                  <a:pt x="220503" y="369642"/>
                </a:cubicBezTo>
                <a:cubicBezTo>
                  <a:pt x="223781" y="365350"/>
                  <a:pt x="229919" y="364529"/>
                  <a:pt x="234212" y="367807"/>
                </a:cubicBezTo>
                <a:lnTo>
                  <a:pt x="234227" y="367819"/>
                </a:lnTo>
                <a:cubicBezTo>
                  <a:pt x="238519" y="371098"/>
                  <a:pt x="239340" y="377235"/>
                  <a:pt x="236062" y="381528"/>
                </a:cubicBezTo>
                <a:cubicBezTo>
                  <a:pt x="232782" y="385820"/>
                  <a:pt x="226646" y="386642"/>
                  <a:pt x="222354" y="383363"/>
                </a:cubicBezTo>
                <a:moveTo>
                  <a:pt x="191302" y="359537"/>
                </a:moveTo>
                <a:lnTo>
                  <a:pt x="191286" y="359525"/>
                </a:lnTo>
                <a:cubicBezTo>
                  <a:pt x="186993" y="356247"/>
                  <a:pt x="186172" y="350109"/>
                  <a:pt x="189452" y="345817"/>
                </a:cubicBezTo>
                <a:cubicBezTo>
                  <a:pt x="192730" y="341525"/>
                  <a:pt x="198868" y="340703"/>
                  <a:pt x="203160" y="343982"/>
                </a:cubicBezTo>
                <a:lnTo>
                  <a:pt x="203176" y="343994"/>
                </a:lnTo>
                <a:cubicBezTo>
                  <a:pt x="207468" y="347273"/>
                  <a:pt x="208289" y="353410"/>
                  <a:pt x="205010" y="357702"/>
                </a:cubicBezTo>
                <a:cubicBezTo>
                  <a:pt x="201732" y="361995"/>
                  <a:pt x="195594" y="362816"/>
                  <a:pt x="191302" y="359537"/>
                </a:cubicBezTo>
                <a:moveTo>
                  <a:pt x="160250" y="335712"/>
                </a:moveTo>
                <a:lnTo>
                  <a:pt x="160235" y="335700"/>
                </a:lnTo>
                <a:cubicBezTo>
                  <a:pt x="155943" y="332421"/>
                  <a:pt x="155121" y="326284"/>
                  <a:pt x="158399" y="321992"/>
                </a:cubicBezTo>
                <a:cubicBezTo>
                  <a:pt x="161679" y="317699"/>
                  <a:pt x="167816" y="316878"/>
                  <a:pt x="172108" y="320157"/>
                </a:cubicBezTo>
                <a:lnTo>
                  <a:pt x="172123" y="320169"/>
                </a:lnTo>
                <a:cubicBezTo>
                  <a:pt x="176416" y="323447"/>
                  <a:pt x="177238" y="329585"/>
                  <a:pt x="173959" y="333877"/>
                </a:cubicBezTo>
                <a:cubicBezTo>
                  <a:pt x="170680" y="338169"/>
                  <a:pt x="164543" y="338991"/>
                  <a:pt x="160250" y="335712"/>
                </a:cubicBezTo>
                <a:moveTo>
                  <a:pt x="130857" y="308380"/>
                </a:moveTo>
                <a:lnTo>
                  <a:pt x="130842" y="308367"/>
                </a:lnTo>
                <a:cubicBezTo>
                  <a:pt x="126911" y="304662"/>
                  <a:pt x="126728" y="298473"/>
                  <a:pt x="130434" y="294542"/>
                </a:cubicBezTo>
                <a:cubicBezTo>
                  <a:pt x="134138" y="290612"/>
                  <a:pt x="140328" y="290429"/>
                  <a:pt x="144258" y="294133"/>
                </a:cubicBezTo>
                <a:lnTo>
                  <a:pt x="144273" y="294147"/>
                </a:lnTo>
                <a:cubicBezTo>
                  <a:pt x="148203" y="297852"/>
                  <a:pt x="148386" y="304041"/>
                  <a:pt x="144681" y="307972"/>
                </a:cubicBezTo>
                <a:cubicBezTo>
                  <a:pt x="140976" y="311902"/>
                  <a:pt x="134787" y="312085"/>
                  <a:pt x="130857" y="308380"/>
                </a:cubicBezTo>
                <a:moveTo>
                  <a:pt x="102393" y="281516"/>
                </a:moveTo>
                <a:lnTo>
                  <a:pt x="102379" y="281503"/>
                </a:lnTo>
                <a:cubicBezTo>
                  <a:pt x="98448" y="277798"/>
                  <a:pt x="98266" y="271608"/>
                  <a:pt x="101970" y="267678"/>
                </a:cubicBezTo>
                <a:cubicBezTo>
                  <a:pt x="105675" y="263747"/>
                  <a:pt x="111864" y="263564"/>
                  <a:pt x="115795" y="267269"/>
                </a:cubicBezTo>
                <a:lnTo>
                  <a:pt x="115810" y="267282"/>
                </a:lnTo>
                <a:cubicBezTo>
                  <a:pt x="119740" y="270987"/>
                  <a:pt x="119923" y="277177"/>
                  <a:pt x="116218" y="281107"/>
                </a:cubicBezTo>
                <a:cubicBezTo>
                  <a:pt x="112513" y="285038"/>
                  <a:pt x="106324" y="285221"/>
                  <a:pt x="102393" y="281516"/>
                </a:cubicBezTo>
                <a:moveTo>
                  <a:pt x="76494" y="250611"/>
                </a:moveTo>
                <a:lnTo>
                  <a:pt x="76482" y="250596"/>
                </a:lnTo>
                <a:cubicBezTo>
                  <a:pt x="73033" y="246438"/>
                  <a:pt x="73609" y="240273"/>
                  <a:pt x="77766" y="236825"/>
                </a:cubicBezTo>
                <a:cubicBezTo>
                  <a:pt x="81924" y="233377"/>
                  <a:pt x="88089" y="233952"/>
                  <a:pt x="91537" y="238110"/>
                </a:cubicBezTo>
                <a:lnTo>
                  <a:pt x="91549" y="238125"/>
                </a:lnTo>
                <a:cubicBezTo>
                  <a:pt x="94998" y="242282"/>
                  <a:pt x="94423" y="248448"/>
                  <a:pt x="90266" y="251896"/>
                </a:cubicBezTo>
                <a:cubicBezTo>
                  <a:pt x="86108" y="255343"/>
                  <a:pt x="79943" y="254768"/>
                  <a:pt x="76494" y="250611"/>
                </a:cubicBezTo>
                <a:moveTo>
                  <a:pt x="51340" y="218745"/>
                </a:moveTo>
                <a:lnTo>
                  <a:pt x="51329" y="218728"/>
                </a:lnTo>
                <a:cubicBezTo>
                  <a:pt x="48565" y="214088"/>
                  <a:pt x="50085" y="208086"/>
                  <a:pt x="54724" y="205320"/>
                </a:cubicBezTo>
                <a:cubicBezTo>
                  <a:pt x="59363" y="202555"/>
                  <a:pt x="65366" y="204075"/>
                  <a:pt x="68132" y="208714"/>
                </a:cubicBezTo>
                <a:lnTo>
                  <a:pt x="68142" y="208731"/>
                </a:lnTo>
                <a:cubicBezTo>
                  <a:pt x="70906" y="213371"/>
                  <a:pt x="69386" y="219374"/>
                  <a:pt x="64747" y="222139"/>
                </a:cubicBezTo>
                <a:cubicBezTo>
                  <a:pt x="60108" y="224904"/>
                  <a:pt x="54105" y="223385"/>
                  <a:pt x="51340" y="218745"/>
                </a:cubicBezTo>
                <a:moveTo>
                  <a:pt x="31306" y="185118"/>
                </a:moveTo>
                <a:lnTo>
                  <a:pt x="31297" y="185101"/>
                </a:lnTo>
                <a:cubicBezTo>
                  <a:pt x="28532" y="180461"/>
                  <a:pt x="30055" y="174459"/>
                  <a:pt x="34695" y="171695"/>
                </a:cubicBezTo>
                <a:cubicBezTo>
                  <a:pt x="39335" y="168931"/>
                  <a:pt x="45338" y="170452"/>
                  <a:pt x="48102" y="175093"/>
                </a:cubicBezTo>
                <a:lnTo>
                  <a:pt x="48111" y="175110"/>
                </a:lnTo>
                <a:cubicBezTo>
                  <a:pt x="50876" y="179750"/>
                  <a:pt x="49354" y="185753"/>
                  <a:pt x="44713" y="188516"/>
                </a:cubicBezTo>
                <a:cubicBezTo>
                  <a:pt x="40073" y="191280"/>
                  <a:pt x="34070" y="189759"/>
                  <a:pt x="31306" y="185118"/>
                </a:cubicBezTo>
                <a:moveTo>
                  <a:pt x="13933" y="147957"/>
                </a:moveTo>
                <a:lnTo>
                  <a:pt x="13926" y="147938"/>
                </a:lnTo>
                <a:cubicBezTo>
                  <a:pt x="12226" y="142812"/>
                  <a:pt x="15003" y="137277"/>
                  <a:pt x="20131" y="135577"/>
                </a:cubicBezTo>
                <a:cubicBezTo>
                  <a:pt x="25257" y="133877"/>
                  <a:pt x="30791" y="136655"/>
                  <a:pt x="32491" y="141782"/>
                </a:cubicBezTo>
                <a:lnTo>
                  <a:pt x="32497" y="141800"/>
                </a:lnTo>
                <a:cubicBezTo>
                  <a:pt x="34197" y="146927"/>
                  <a:pt x="31420" y="152461"/>
                  <a:pt x="26293" y="154161"/>
                </a:cubicBezTo>
                <a:cubicBezTo>
                  <a:pt x="21166" y="155861"/>
                  <a:pt x="15632" y="153084"/>
                  <a:pt x="13933" y="147957"/>
                </a:cubicBezTo>
                <a:moveTo>
                  <a:pt x="1706" y="110776"/>
                </a:moveTo>
                <a:lnTo>
                  <a:pt x="1700" y="110757"/>
                </a:lnTo>
                <a:cubicBezTo>
                  <a:pt x="0" y="105630"/>
                  <a:pt x="2778" y="100096"/>
                  <a:pt x="7906" y="98397"/>
                </a:cubicBezTo>
                <a:cubicBezTo>
                  <a:pt x="13033" y="96697"/>
                  <a:pt x="18566" y="99476"/>
                  <a:pt x="20265" y="104602"/>
                </a:cubicBezTo>
                <a:lnTo>
                  <a:pt x="20272" y="104621"/>
                </a:lnTo>
                <a:cubicBezTo>
                  <a:pt x="21971" y="109748"/>
                  <a:pt x="19193" y="115282"/>
                  <a:pt x="14066" y="116981"/>
                </a:cubicBezTo>
                <a:cubicBezTo>
                  <a:pt x="8939" y="118681"/>
                  <a:pt x="3405" y="115902"/>
                  <a:pt x="1706" y="110776"/>
                </a:cubicBezTo>
                <a:moveTo>
                  <a:pt x="-21033" y="108499"/>
                </a:moveTo>
                <a:lnTo>
                  <a:pt x="768" y="46622"/>
                </a:lnTo>
                <a:lnTo>
                  <a:pt x="37189" y="101188"/>
                </a:lnTo>
                <a:lnTo>
                  <a:pt x="-21033" y="1084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55F80CB6-1A44-42C3-9529-68AD51CC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562" y="735999"/>
            <a:ext cx="467748" cy="39120"/>
          </a:xfrm>
          <a:custGeom xmlns:a="http://schemas.openxmlformats.org/drawingml/2006/main">
            <a:pathLst>
              <a:path w="467748" h="39120">
                <a:moveTo>
                  <a:pt x="0" y="0"/>
                </a:moveTo>
                <a:lnTo>
                  <a:pt x="418849" y="1"/>
                </a:lnTo>
                <a:lnTo>
                  <a:pt x="418849" y="19561"/>
                </a:lnTo>
                <a:lnTo>
                  <a:pt x="0" y="19560"/>
                </a:lnTo>
                <a:lnTo>
                  <a:pt x="0" y="0"/>
                </a:lnTo>
                <a:moveTo>
                  <a:pt x="409070" y="-19559"/>
                </a:moveTo>
                <a:lnTo>
                  <a:pt x="467748" y="9781"/>
                </a:lnTo>
                <a:lnTo>
                  <a:pt x="409070" y="39120"/>
                </a:lnTo>
                <a:lnTo>
                  <a:pt x="409070" y="-1955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A79DC035-5774-4D2C-B365-DF55512E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523" y="32807"/>
            <a:ext cx="806687" cy="176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Trajectory</a:t>
            </a:r>
          </a:p>
        </p:txBody>
      </p:sp>
      <p:sp>
        <p:nvSpPr>
          <p:cNvPr id="107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265B071F-20A0-4212-9532-2BDA65B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265" y="745780"/>
            <a:ext cx="2289528" cy="62590"/>
          </a:xfrm>
          <a:custGeom xmlns:a="http://schemas.openxmlformats.org/drawingml/2006/main">
            <a:pathLst>
              <a:path w="2289528" h="62590">
                <a:moveTo>
                  <a:pt x="205" y="0"/>
                </a:moveTo>
                <a:lnTo>
                  <a:pt x="2240733" y="23576"/>
                </a:lnTo>
                <a:lnTo>
                  <a:pt x="2240528" y="43134"/>
                </a:lnTo>
                <a:lnTo>
                  <a:pt x="0" y="19557"/>
                </a:lnTo>
                <a:lnTo>
                  <a:pt x="205" y="0"/>
                </a:lnTo>
                <a:moveTo>
                  <a:pt x="2231162" y="3914"/>
                </a:moveTo>
                <a:lnTo>
                  <a:pt x="2289528" y="33869"/>
                </a:lnTo>
                <a:lnTo>
                  <a:pt x="2230545" y="62590"/>
                </a:lnTo>
                <a:lnTo>
                  <a:pt x="2231162" y="39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199107C1-3C99-4CEF-AADB-AD907AC7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798" y="491504"/>
            <a:ext cx="1349612" cy="537889"/>
          </a:xfrm>
          <a:custGeom xmlns:a="http://schemas.openxmlformats.org/drawingml/2006/main">
            <a:pathLst>
              <a:path w="1349612" h="537889">
                <a:moveTo>
                  <a:pt x="0" y="57952"/>
                </a:moveTo>
                <a:cubicBezTo>
                  <a:pt x="0" y="25946"/>
                  <a:pt x="25946" y="0"/>
                  <a:pt x="57952" y="0"/>
                </a:cubicBezTo>
                <a:lnTo>
                  <a:pt x="1291660" y="0"/>
                </a:lnTo>
                <a:cubicBezTo>
                  <a:pt x="1323666" y="0"/>
                  <a:pt x="1349612" y="25946"/>
                  <a:pt x="1349612" y="57952"/>
                </a:cubicBezTo>
                <a:lnTo>
                  <a:pt x="1349612" y="479937"/>
                </a:lnTo>
                <a:cubicBezTo>
                  <a:pt x="1349612" y="511943"/>
                  <a:pt x="1323666" y="537889"/>
                  <a:pt x="1291660" y="537889"/>
                </a:cubicBezTo>
                <a:lnTo>
                  <a:pt x="57952" y="537889"/>
                </a:lnTo>
                <a:cubicBezTo>
                  <a:pt x="25946" y="537889"/>
                  <a:pt x="0" y="511943"/>
                  <a:pt x="0" y="479937"/>
                </a:cubicBezTo>
                <a:lnTo>
                  <a:pt x="0" y="5795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5BF0D963-D09F-4151-A6AF-7001CE55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798" y="491504"/>
            <a:ext cx="1349612" cy="537889"/>
          </a:xfrm>
          <a:custGeom xmlns:a="http://schemas.openxmlformats.org/drawingml/2006/main">
            <a:pathLst>
              <a:path w="1349612" h="537889">
                <a:moveTo>
                  <a:pt x="0" y="57952"/>
                </a:moveTo>
                <a:cubicBezTo>
                  <a:pt x="0" y="25946"/>
                  <a:pt x="25946" y="0"/>
                  <a:pt x="57951" y="0"/>
                </a:cubicBezTo>
                <a:lnTo>
                  <a:pt x="1291660" y="0"/>
                </a:lnTo>
                <a:cubicBezTo>
                  <a:pt x="1323666" y="0"/>
                  <a:pt x="1349612" y="25946"/>
                  <a:pt x="1349612" y="57952"/>
                </a:cubicBezTo>
                <a:lnTo>
                  <a:pt x="1349612" y="479937"/>
                </a:lnTo>
                <a:cubicBezTo>
                  <a:pt x="1349612" y="511943"/>
                  <a:pt x="1323666" y="537889"/>
                  <a:pt x="1291660" y="537889"/>
                </a:cubicBezTo>
                <a:lnTo>
                  <a:pt x="57951" y="537889"/>
                </a:lnTo>
                <a:cubicBezTo>
                  <a:pt x="25946" y="537889"/>
                  <a:pt x="0" y="511943"/>
                  <a:pt x="0" y="479937"/>
                </a:cubicBezTo>
                <a:lnTo>
                  <a:pt x="0" y="57952"/>
                </a:lnTo>
              </a:path>
            </a:pathLst>
          </a:custGeom>
          <a:noFill xmlns:a="http://schemas.openxmlformats.org/drawingml/2006/main"/>
          <a:ln xmlns:a="http://schemas.openxmlformats.org/drawingml/2006/main" w="39119">
            <a:solidFill>
              <a:srgbClr val="595959"/>
            </a:solidFill>
            <a:prstDash val="solid"/>
          </a:ln>
        </p:spPr>
      </p:sp>
      <p:sp>
        <p:nvSpPr>
          <p:cNvPr id="110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1D5F108D-A3D3-4D11-A44A-9E56BDB9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800" y="569504"/>
            <a:ext cx="772526" cy="156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Embedding</a:t>
            </a:r>
          </a:p>
        </p:txBody>
      </p:sp>
      <p:sp>
        <p:nvSpPr>
          <p:cNvPr id="111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F7B45BEB-0FC5-4B45-AF2A-0D197416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883" y="755320"/>
            <a:ext cx="1050663" cy="156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with bottleneck</a:t>
            </a:r>
          </a:p>
        </p:txBody>
      </p:sp>
      <p:sp>
        <p:nvSpPr>
          <p:cNvPr id="112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9DC327BD-0A14-43D5-BC0D-BD7546A8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243" y="256789"/>
            <a:ext cx="1242033" cy="1290933"/>
          </a:xfrm>
          <a:custGeom xmlns:a="http://schemas.openxmlformats.org/drawingml/2006/main">
            <a:pathLst>
              <a:path w="1242033" h="1290933">
                <a:moveTo>
                  <a:pt x="0" y="133817"/>
                </a:moveTo>
                <a:cubicBezTo>
                  <a:pt x="0" y="59912"/>
                  <a:pt x="59912" y="0"/>
                  <a:pt x="133817" y="0"/>
                </a:cubicBezTo>
                <a:lnTo>
                  <a:pt x="1108217" y="0"/>
                </a:lnTo>
                <a:cubicBezTo>
                  <a:pt x="1182121" y="0"/>
                  <a:pt x="1242033" y="59912"/>
                  <a:pt x="1242033" y="133817"/>
                </a:cubicBezTo>
                <a:lnTo>
                  <a:pt x="1242033" y="1157116"/>
                </a:lnTo>
                <a:cubicBezTo>
                  <a:pt x="1242033" y="1231021"/>
                  <a:pt x="1182121" y="1290933"/>
                  <a:pt x="1108217" y="1290933"/>
                </a:cubicBezTo>
                <a:lnTo>
                  <a:pt x="133817" y="1290933"/>
                </a:lnTo>
                <a:cubicBezTo>
                  <a:pt x="59912" y="1290933"/>
                  <a:pt x="0" y="1231021"/>
                  <a:pt x="0" y="1157116"/>
                </a:cubicBezTo>
                <a:lnTo>
                  <a:pt x="0" y="13381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0C3107DD-AD02-4D8B-988D-6523FF23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243" y="256789"/>
            <a:ext cx="1242034" cy="1290933"/>
          </a:xfrm>
          <a:custGeom xmlns:a="http://schemas.openxmlformats.org/drawingml/2006/main">
            <a:pathLst>
              <a:path w="1242034" h="1290933">
                <a:moveTo>
                  <a:pt x="0" y="133817"/>
                </a:moveTo>
                <a:cubicBezTo>
                  <a:pt x="0" y="59912"/>
                  <a:pt x="59912" y="0"/>
                  <a:pt x="133817" y="0"/>
                </a:cubicBezTo>
                <a:lnTo>
                  <a:pt x="1108217" y="0"/>
                </a:lnTo>
                <a:cubicBezTo>
                  <a:pt x="1182122" y="0"/>
                  <a:pt x="1242034" y="59912"/>
                  <a:pt x="1242034" y="133817"/>
                </a:cubicBezTo>
                <a:lnTo>
                  <a:pt x="1242034" y="1157116"/>
                </a:lnTo>
                <a:cubicBezTo>
                  <a:pt x="1242034" y="1231021"/>
                  <a:pt x="1182122" y="1290933"/>
                  <a:pt x="1108217" y="1290933"/>
                </a:cubicBezTo>
                <a:lnTo>
                  <a:pt x="133817" y="1290933"/>
                </a:lnTo>
                <a:cubicBezTo>
                  <a:pt x="59912" y="1290933"/>
                  <a:pt x="0" y="1231021"/>
                  <a:pt x="0" y="1157116"/>
                </a:cubicBezTo>
                <a:lnTo>
                  <a:pt x="0" y="133817"/>
                </a:lnTo>
              </a:path>
            </a:pathLst>
          </a:custGeom>
          <a:noFill xmlns:a="http://schemas.openxmlformats.org/drawingml/2006/main"/>
          <a:ln xmlns:a="http://schemas.openxmlformats.org/drawingml/2006/main" w="39119">
            <a:solidFill>
              <a:srgbClr val="D9D9D9"/>
            </a:solidFill>
            <a:prstDash val="solid"/>
          </a:ln>
        </p:spPr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85EF0CA-F4E0-49BC-9012-60C19FF397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5be8baf0f48f4"/>
          <a:srcRect xmlns:a="http://schemas.openxmlformats.org/drawingml/2006/main" l="0" t="794" r="0" b="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5536" y="1185870"/>
            <a:ext cx="312953" cy="303174"/>
          </a:xfrm>
          <a:prstGeom xmlns:a="http://schemas.openxmlformats.org/drawingml/2006/main" prst="rect">
            <a:avLst/>
          </a:prstGeom>
        </p:spPr>
      </p:pic>
      <p:sp>
        <p:nvSpPr>
          <p:cNvPr id="115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F4A8B281-E963-42E2-8222-4FE44522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536" y="1185870"/>
            <a:ext cx="312953" cy="303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41A1EDFD-D1DC-445E-95EC-9850921D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974" y="1245502"/>
            <a:ext cx="469436" cy="176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MDP </a:t>
            </a:r>
          </a:p>
        </p:txBody>
      </p:sp>
      <p:sp>
        <p:nvSpPr>
          <p:cNvPr id="117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AB383FE4-95F4-4FFF-BF4C-B4E0445D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821" y="354587"/>
            <a:ext cx="1017098" cy="430311"/>
          </a:xfrm>
          <a:custGeom xmlns:a="http://schemas.openxmlformats.org/drawingml/2006/main">
            <a:pathLst>
              <a:path w="1017098" h="430311">
                <a:moveTo>
                  <a:pt x="0" y="46361"/>
                </a:moveTo>
                <a:cubicBezTo>
                  <a:pt x="0" y="20757"/>
                  <a:pt x="20757" y="0"/>
                  <a:pt x="46361" y="0"/>
                </a:cubicBezTo>
                <a:lnTo>
                  <a:pt x="970737" y="0"/>
                </a:lnTo>
                <a:cubicBezTo>
                  <a:pt x="996342" y="0"/>
                  <a:pt x="1017098" y="20757"/>
                  <a:pt x="1017098" y="46361"/>
                </a:cubicBezTo>
                <a:lnTo>
                  <a:pt x="1017098" y="383950"/>
                </a:lnTo>
                <a:cubicBezTo>
                  <a:pt x="1017098" y="409554"/>
                  <a:pt x="996342" y="430311"/>
                  <a:pt x="970737" y="430311"/>
                </a:cubicBezTo>
                <a:lnTo>
                  <a:pt x="46361" y="430311"/>
                </a:lnTo>
                <a:cubicBezTo>
                  <a:pt x="20757" y="430311"/>
                  <a:pt x="0" y="409554"/>
                  <a:pt x="0" y="383950"/>
                </a:cubicBezTo>
                <a:lnTo>
                  <a:pt x="0" y="46361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D98C7CF9-1845-45E8-BF72-5B4E0746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821" y="354587"/>
            <a:ext cx="1017098" cy="430311"/>
          </a:xfrm>
          <a:custGeom xmlns:a="http://schemas.openxmlformats.org/drawingml/2006/main">
            <a:pathLst>
              <a:path w="1017098" h="430311">
                <a:moveTo>
                  <a:pt x="0" y="46361"/>
                </a:moveTo>
                <a:cubicBezTo>
                  <a:pt x="0" y="20757"/>
                  <a:pt x="20756" y="0"/>
                  <a:pt x="46361" y="0"/>
                </a:cubicBezTo>
                <a:lnTo>
                  <a:pt x="970738" y="0"/>
                </a:lnTo>
                <a:cubicBezTo>
                  <a:pt x="996342" y="0"/>
                  <a:pt x="1017098" y="20757"/>
                  <a:pt x="1017098" y="46361"/>
                </a:cubicBezTo>
                <a:lnTo>
                  <a:pt x="1017098" y="383950"/>
                </a:lnTo>
                <a:cubicBezTo>
                  <a:pt x="1017098" y="409554"/>
                  <a:pt x="996342" y="430311"/>
                  <a:pt x="970738" y="430311"/>
                </a:cubicBezTo>
                <a:lnTo>
                  <a:pt x="46361" y="430311"/>
                </a:lnTo>
                <a:cubicBezTo>
                  <a:pt x="20756" y="430311"/>
                  <a:pt x="0" y="409554"/>
                  <a:pt x="0" y="383950"/>
                </a:cubicBezTo>
                <a:lnTo>
                  <a:pt x="0" y="46361"/>
                </a:lnTo>
              </a:path>
            </a:pathLst>
          </a:custGeom>
          <a:noFill xmlns:a="http://schemas.openxmlformats.org/drawingml/2006/main"/>
          <a:ln xmlns:a="http://schemas.openxmlformats.org/drawingml/2006/main" w="39119">
            <a:solidFill>
              <a:srgbClr val="595959"/>
            </a:solidFill>
            <a:prstDash val="solid"/>
          </a:ln>
        </p:spPr>
      </p:sp>
      <p:sp>
        <p:nvSpPr>
          <p:cNvPr id="119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E9A23DC8-550C-4D92-9932-FECA3B6A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835" y="383688"/>
            <a:ext cx="678014" cy="156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Sampling </a:t>
            </a:r>
          </a:p>
        </p:txBody>
      </p:sp>
      <p:sp>
        <p:nvSpPr>
          <p:cNvPr id="120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6A433162-0BD2-41C4-B74C-F33AA5DE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193" y="569504"/>
            <a:ext cx="395417" cy="156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121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CA939893-F4BF-483C-BC4F-7859B513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925" y="1173226"/>
            <a:ext cx="213043" cy="273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1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5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22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086ACEF6-90E1-4720-AD77-77675B04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601" y="814238"/>
            <a:ext cx="1007318" cy="312953"/>
          </a:xfrm>
          <a:custGeom xmlns:a="http://schemas.openxmlformats.org/drawingml/2006/main">
            <a:pathLst>
              <a:path w="1007318" h="312953">
                <a:moveTo>
                  <a:pt x="0" y="33717"/>
                </a:moveTo>
                <a:cubicBezTo>
                  <a:pt x="0" y="15096"/>
                  <a:pt x="15096" y="0"/>
                  <a:pt x="33717" y="0"/>
                </a:cubicBezTo>
                <a:lnTo>
                  <a:pt x="973602" y="0"/>
                </a:lnTo>
                <a:cubicBezTo>
                  <a:pt x="992223" y="0"/>
                  <a:pt x="1007318" y="15096"/>
                  <a:pt x="1007318" y="33717"/>
                </a:cubicBezTo>
                <a:lnTo>
                  <a:pt x="1007318" y="279236"/>
                </a:lnTo>
                <a:cubicBezTo>
                  <a:pt x="1007318" y="297858"/>
                  <a:pt x="992223" y="312953"/>
                  <a:pt x="973602" y="312953"/>
                </a:cubicBezTo>
                <a:lnTo>
                  <a:pt x="33717" y="312953"/>
                </a:lnTo>
                <a:cubicBezTo>
                  <a:pt x="15096" y="312953"/>
                  <a:pt x="0" y="297858"/>
                  <a:pt x="0" y="279236"/>
                </a:cubicBezTo>
                <a:lnTo>
                  <a:pt x="0" y="3371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3677DA54-69D0-4CC8-AD9E-9ACA7CD7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601" y="814238"/>
            <a:ext cx="1007318" cy="312953"/>
          </a:xfrm>
          <a:custGeom xmlns:a="http://schemas.openxmlformats.org/drawingml/2006/main">
            <a:pathLst>
              <a:path w="1007318" h="312953">
                <a:moveTo>
                  <a:pt x="0" y="33717"/>
                </a:moveTo>
                <a:cubicBezTo>
                  <a:pt x="0" y="15096"/>
                  <a:pt x="15096" y="0"/>
                  <a:pt x="33717" y="0"/>
                </a:cubicBezTo>
                <a:lnTo>
                  <a:pt x="973602" y="0"/>
                </a:lnTo>
                <a:cubicBezTo>
                  <a:pt x="992223" y="0"/>
                  <a:pt x="1007318" y="15096"/>
                  <a:pt x="1007318" y="33717"/>
                </a:cubicBezTo>
                <a:lnTo>
                  <a:pt x="1007318" y="279236"/>
                </a:lnTo>
                <a:cubicBezTo>
                  <a:pt x="1007318" y="297858"/>
                  <a:pt x="992223" y="312953"/>
                  <a:pt x="973602" y="312953"/>
                </a:cubicBezTo>
                <a:lnTo>
                  <a:pt x="33717" y="312953"/>
                </a:lnTo>
                <a:cubicBezTo>
                  <a:pt x="15096" y="312953"/>
                  <a:pt x="0" y="297858"/>
                  <a:pt x="0" y="279236"/>
                </a:cubicBezTo>
                <a:lnTo>
                  <a:pt x="0" y="33717"/>
                </a:lnTo>
              </a:path>
            </a:pathLst>
          </a:custGeom>
          <a:noFill xmlns:a="http://schemas.openxmlformats.org/drawingml/2006/main"/>
          <a:ln xmlns:a="http://schemas.openxmlformats.org/drawingml/2006/main" w="39119">
            <a:solidFill>
              <a:srgbClr val="595959"/>
            </a:solidFill>
            <a:prstDash val="solid"/>
          </a:ln>
        </p:spPr>
      </p:sp>
      <p:sp>
        <p:nvSpPr>
          <p:cNvPr id="124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1244FA6C-59C6-4506-A7A4-4E6C5CBC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640" y="882457"/>
            <a:ext cx="667530" cy="156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Linearizer</a:t>
            </a:r>
          </a:p>
        </p:txBody>
      </p:sp>
      <p:sp>
        <p:nvSpPr>
          <p:cNvPr id="125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29E8F549-26DD-45A4-9214-6B43FB38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2946" y="1166310"/>
            <a:ext cx="2073316" cy="850842"/>
          </a:xfrm>
          <a:custGeom xmlns:a="http://schemas.openxmlformats.org/drawingml/2006/main">
            <a:pathLst>
              <a:path w="2073316" h="850842">
                <a:moveTo>
                  <a:pt x="0" y="91669"/>
                </a:moveTo>
                <a:cubicBezTo>
                  <a:pt x="0" y="41042"/>
                  <a:pt x="41042" y="0"/>
                  <a:pt x="91669" y="0"/>
                </a:cubicBezTo>
                <a:lnTo>
                  <a:pt x="1981647" y="0"/>
                </a:lnTo>
                <a:cubicBezTo>
                  <a:pt x="2032274" y="0"/>
                  <a:pt x="2073316" y="41042"/>
                  <a:pt x="2073316" y="91669"/>
                </a:cubicBezTo>
                <a:lnTo>
                  <a:pt x="2073316" y="759173"/>
                </a:lnTo>
                <a:cubicBezTo>
                  <a:pt x="2073316" y="809801"/>
                  <a:pt x="2032274" y="850842"/>
                  <a:pt x="1981647" y="850842"/>
                </a:cubicBezTo>
                <a:lnTo>
                  <a:pt x="91669" y="850842"/>
                </a:lnTo>
                <a:cubicBezTo>
                  <a:pt x="41042" y="850842"/>
                  <a:pt x="0" y="809801"/>
                  <a:pt x="0" y="759173"/>
                </a:cubicBezTo>
                <a:lnTo>
                  <a:pt x="0" y="9166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2651E179-1145-4A63-8536-BBBBBE9F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2946" y="1166310"/>
            <a:ext cx="2073316" cy="850842"/>
          </a:xfrm>
          <a:custGeom xmlns:a="http://schemas.openxmlformats.org/drawingml/2006/main">
            <a:pathLst>
              <a:path w="2073316" h="850842">
                <a:moveTo>
                  <a:pt x="0" y="91669"/>
                </a:moveTo>
                <a:cubicBezTo>
                  <a:pt x="0" y="41042"/>
                  <a:pt x="41042" y="0"/>
                  <a:pt x="91669" y="0"/>
                </a:cubicBezTo>
                <a:lnTo>
                  <a:pt x="1981647" y="0"/>
                </a:lnTo>
                <a:cubicBezTo>
                  <a:pt x="2032275" y="0"/>
                  <a:pt x="2073316" y="41042"/>
                  <a:pt x="2073316" y="91669"/>
                </a:cubicBezTo>
                <a:lnTo>
                  <a:pt x="2073316" y="759173"/>
                </a:lnTo>
                <a:cubicBezTo>
                  <a:pt x="2073316" y="809801"/>
                  <a:pt x="2032275" y="850842"/>
                  <a:pt x="1981647" y="850842"/>
                </a:cubicBezTo>
                <a:lnTo>
                  <a:pt x="91669" y="850842"/>
                </a:lnTo>
                <a:cubicBezTo>
                  <a:pt x="41042" y="850842"/>
                  <a:pt x="0" y="809801"/>
                  <a:pt x="0" y="759173"/>
                </a:cubicBezTo>
                <a:lnTo>
                  <a:pt x="0" y="91669"/>
                </a:lnTo>
              </a:path>
            </a:pathLst>
          </a:custGeom>
          <a:noFill xmlns:a="http://schemas.openxmlformats.org/drawingml/2006/main"/>
          <a:ln xmlns:a="http://schemas.openxmlformats.org/drawingml/2006/main" w="39119">
            <a:solidFill>
              <a:srgbClr val="D9D9D9"/>
            </a:solidFill>
            <a:prstDash val="solid"/>
          </a:ln>
        </p:spPr>
      </p:sp>
      <p:sp>
        <p:nvSpPr>
          <p:cNvPr id="127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34503D1F-2527-4AC1-9CF7-AE2043FC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536" y="1401978"/>
            <a:ext cx="361719" cy="176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Goal</a:t>
            </a:r>
          </a:p>
        </p:txBody>
      </p:sp>
      <p:sp>
        <p:nvSpPr>
          <p:cNvPr id="128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0F62D712-49F5-4D79-AF3F-62108145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0500" y="1617134"/>
            <a:ext cx="762783" cy="176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6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imitation </a:t>
            </a:r>
          </a:p>
        </p:txBody>
      </p:sp>
      <p:sp>
        <p:nvSpPr>
          <p:cNvPr id="129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09BD3ED7-2D85-4640-B273-06675980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802" y="1444675"/>
            <a:ext cx="182609" cy="23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8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4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30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CA528C2B-0DB0-45D6-A7E7-59EC8FA3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404" y="1273888"/>
            <a:ext cx="968200" cy="312953"/>
          </a:xfrm>
          <a:custGeom xmlns:a="http://schemas.openxmlformats.org/drawingml/2006/main">
            <a:pathLst>
              <a:path w="968200" h="312953">
                <a:moveTo>
                  <a:pt x="0" y="33717"/>
                </a:moveTo>
                <a:cubicBezTo>
                  <a:pt x="0" y="15096"/>
                  <a:pt x="15096" y="0"/>
                  <a:pt x="33717" y="0"/>
                </a:cubicBezTo>
                <a:lnTo>
                  <a:pt x="934482" y="0"/>
                </a:lnTo>
                <a:cubicBezTo>
                  <a:pt x="953104" y="0"/>
                  <a:pt x="968200" y="15096"/>
                  <a:pt x="968200" y="33717"/>
                </a:cubicBezTo>
                <a:lnTo>
                  <a:pt x="968200" y="279236"/>
                </a:lnTo>
                <a:cubicBezTo>
                  <a:pt x="968200" y="297857"/>
                  <a:pt x="953104" y="312953"/>
                  <a:pt x="934482" y="312953"/>
                </a:cubicBezTo>
                <a:lnTo>
                  <a:pt x="33717" y="312953"/>
                </a:lnTo>
                <a:cubicBezTo>
                  <a:pt x="15096" y="312953"/>
                  <a:pt x="0" y="297857"/>
                  <a:pt x="0" y="279236"/>
                </a:cubicBezTo>
                <a:lnTo>
                  <a:pt x="0" y="3371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E57F4B69-FA5D-490E-8109-0BB8EC2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404" y="1273888"/>
            <a:ext cx="968200" cy="312953"/>
          </a:xfrm>
          <a:custGeom xmlns:a="http://schemas.openxmlformats.org/drawingml/2006/main">
            <a:pathLst>
              <a:path w="968200" h="312953">
                <a:moveTo>
                  <a:pt x="0" y="33718"/>
                </a:moveTo>
                <a:cubicBezTo>
                  <a:pt x="0" y="15096"/>
                  <a:pt x="15096" y="0"/>
                  <a:pt x="33717" y="0"/>
                </a:cubicBezTo>
                <a:lnTo>
                  <a:pt x="934481" y="0"/>
                </a:lnTo>
                <a:cubicBezTo>
                  <a:pt x="953104" y="0"/>
                  <a:pt x="968200" y="15096"/>
                  <a:pt x="968200" y="33718"/>
                </a:cubicBezTo>
                <a:lnTo>
                  <a:pt x="968200" y="279236"/>
                </a:lnTo>
                <a:cubicBezTo>
                  <a:pt x="968200" y="297857"/>
                  <a:pt x="953104" y="312953"/>
                  <a:pt x="934481" y="312953"/>
                </a:cubicBezTo>
                <a:lnTo>
                  <a:pt x="33717" y="312953"/>
                </a:lnTo>
                <a:cubicBezTo>
                  <a:pt x="15096" y="312953"/>
                  <a:pt x="0" y="297857"/>
                  <a:pt x="0" y="279236"/>
                </a:cubicBezTo>
                <a:lnTo>
                  <a:pt x="0" y="33718"/>
                </a:lnTo>
              </a:path>
            </a:pathLst>
          </a:custGeom>
          <a:noFill xmlns:a="http://schemas.openxmlformats.org/drawingml/2006/main"/>
          <a:ln xmlns:a="http://schemas.openxmlformats.org/drawingml/2006/main" w="39119">
            <a:solidFill>
              <a:srgbClr val="595959"/>
            </a:solidFill>
            <a:prstDash val="solid"/>
          </a:ln>
        </p:spPr>
      </p:sp>
      <p:sp>
        <p:nvSpPr>
          <p:cNvPr id="132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BCFC2F62-4953-40A7-9A8D-96BFCDDF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785" y="1332327"/>
            <a:ext cx="747490" cy="156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Skill policy</a:t>
            </a:r>
          </a:p>
        </p:txBody>
      </p:sp>
      <p:sp>
        <p:nvSpPr>
          <p:cNvPr id="133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39442F2F-C74C-4AD4-9971-BEA68590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404" y="1616181"/>
            <a:ext cx="968200" cy="303174"/>
          </a:xfrm>
          <a:custGeom xmlns:a="http://schemas.openxmlformats.org/drawingml/2006/main">
            <a:pathLst>
              <a:path w="968200" h="303174">
                <a:moveTo>
                  <a:pt x="0" y="32664"/>
                </a:moveTo>
                <a:cubicBezTo>
                  <a:pt x="0" y="14624"/>
                  <a:pt x="14623" y="0"/>
                  <a:pt x="32664" y="0"/>
                </a:cubicBezTo>
                <a:lnTo>
                  <a:pt x="935536" y="0"/>
                </a:lnTo>
                <a:cubicBezTo>
                  <a:pt x="953576" y="0"/>
                  <a:pt x="968200" y="14624"/>
                  <a:pt x="968200" y="32664"/>
                </a:cubicBezTo>
                <a:lnTo>
                  <a:pt x="968200" y="270510"/>
                </a:lnTo>
                <a:cubicBezTo>
                  <a:pt x="968200" y="288549"/>
                  <a:pt x="953576" y="303174"/>
                  <a:pt x="935536" y="303174"/>
                </a:cubicBezTo>
                <a:lnTo>
                  <a:pt x="32664" y="303174"/>
                </a:lnTo>
                <a:cubicBezTo>
                  <a:pt x="14623" y="303174"/>
                  <a:pt x="0" y="288549"/>
                  <a:pt x="0" y="270510"/>
                </a:cubicBezTo>
                <a:lnTo>
                  <a:pt x="0" y="3266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3006E17F-FBB4-4C74-98BB-412BC4FE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404" y="1616181"/>
            <a:ext cx="968200" cy="303174"/>
          </a:xfrm>
          <a:custGeom xmlns:a="http://schemas.openxmlformats.org/drawingml/2006/main">
            <a:pathLst>
              <a:path w="968200" h="303174">
                <a:moveTo>
                  <a:pt x="0" y="32664"/>
                </a:moveTo>
                <a:cubicBezTo>
                  <a:pt x="0" y="14624"/>
                  <a:pt x="14624" y="0"/>
                  <a:pt x="32664" y="0"/>
                </a:cubicBezTo>
                <a:lnTo>
                  <a:pt x="935536" y="0"/>
                </a:lnTo>
                <a:cubicBezTo>
                  <a:pt x="953576" y="0"/>
                  <a:pt x="968200" y="14624"/>
                  <a:pt x="968200" y="32664"/>
                </a:cubicBezTo>
                <a:lnTo>
                  <a:pt x="968200" y="270509"/>
                </a:lnTo>
                <a:cubicBezTo>
                  <a:pt x="968200" y="288549"/>
                  <a:pt x="953576" y="303174"/>
                  <a:pt x="935536" y="303174"/>
                </a:cubicBezTo>
                <a:lnTo>
                  <a:pt x="32664" y="303174"/>
                </a:lnTo>
                <a:cubicBezTo>
                  <a:pt x="14624" y="303174"/>
                  <a:pt x="0" y="288549"/>
                  <a:pt x="0" y="270509"/>
                </a:cubicBezTo>
                <a:lnTo>
                  <a:pt x="0" y="32664"/>
                </a:lnTo>
              </a:path>
            </a:pathLst>
          </a:custGeom>
          <a:noFill xmlns:a="http://schemas.openxmlformats.org/drawingml/2006/main"/>
          <a:ln xmlns:a="http://schemas.openxmlformats.org/drawingml/2006/main" w="39119">
            <a:solidFill>
              <a:srgbClr val="595959"/>
            </a:solidFill>
            <a:prstDash val="solid"/>
          </a:ln>
        </p:spPr>
      </p:sp>
      <p:sp>
        <p:nvSpPr>
          <p:cNvPr id="135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EE8B3D8B-45E1-4514-A69F-88A714CB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082" y="1674620"/>
            <a:ext cx="667530" cy="1564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2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Linearizer</a:t>
            </a:r>
          </a:p>
        </p:txBody>
      </p:sp>
      <p:sp>
        <p:nvSpPr>
          <p:cNvPr id="136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AD95FD8E-EE7D-425E-B090-8CFA9300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8730" y="486614"/>
            <a:ext cx="146696" cy="606347"/>
          </a:xfrm>
          <a:custGeom xmlns:a="http://schemas.openxmlformats.org/drawingml/2006/main">
            <a:pathLst>
              <a:path w="146696" h="606347">
                <a:moveTo>
                  <a:pt x="0" y="0"/>
                </a:moveTo>
                <a:lnTo>
                  <a:pt x="146696" y="0"/>
                </a:lnTo>
                <a:lnTo>
                  <a:pt x="146696" y="606347"/>
                </a:lnTo>
                <a:lnTo>
                  <a:pt x="0" y="606347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5E8B36B0-FA86-4F82-85DD-C183A8CA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6" y="437716"/>
            <a:ext cx="48899" cy="655246"/>
          </a:xfrm>
          <a:custGeom xmlns:a="http://schemas.openxmlformats.org/drawingml/2006/main">
            <a:pathLst>
              <a:path w="48899" h="655246">
                <a:moveTo>
                  <a:pt x="0" y="48899"/>
                </a:moveTo>
                <a:lnTo>
                  <a:pt x="48899" y="0"/>
                </a:lnTo>
                <a:lnTo>
                  <a:pt x="48899" y="606347"/>
                </a:lnTo>
                <a:lnTo>
                  <a:pt x="0" y="655246"/>
                </a:lnTo>
                <a:lnTo>
                  <a:pt x="0" y="48899"/>
                </a:lnTo>
              </a:path>
            </a:pathLst>
          </a:custGeom>
          <a:solidFill xmlns:a="http://schemas.openxmlformats.org/drawingml/2006/main">
            <a:srgbClr val="7389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2F884426-B43D-4A31-A450-DBE6C47B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8730" y="437716"/>
            <a:ext cx="195595" cy="48899"/>
          </a:xfrm>
          <a:custGeom xmlns:a="http://schemas.openxmlformats.org/drawingml/2006/main">
            <a:pathLst>
              <a:path w="195595" h="48899">
                <a:moveTo>
                  <a:pt x="0" y="48899"/>
                </a:moveTo>
                <a:lnTo>
                  <a:pt x="48899" y="0"/>
                </a:lnTo>
                <a:lnTo>
                  <a:pt x="195595" y="0"/>
                </a:lnTo>
                <a:lnTo>
                  <a:pt x="146696" y="48899"/>
                </a:lnTo>
                <a:lnTo>
                  <a:pt x="0" y="48899"/>
                </a:lnTo>
              </a:path>
            </a:pathLst>
          </a:custGeom>
          <a:solidFill xmlns:a="http://schemas.openxmlformats.org/drawingml/2006/main">
            <a:srgbClr val="A5BB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40BDC611-9260-42FF-BFC6-6C2F14AD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8730" y="437716"/>
            <a:ext cx="195595" cy="655246"/>
          </a:xfrm>
          <a:custGeom xmlns:a="http://schemas.openxmlformats.org/drawingml/2006/main">
            <a:pathLst>
              <a:path w="195595" h="655246">
                <a:moveTo>
                  <a:pt x="0" y="48899"/>
                </a:moveTo>
                <a:lnTo>
                  <a:pt x="48899" y="0"/>
                </a:lnTo>
                <a:lnTo>
                  <a:pt x="195595" y="0"/>
                </a:lnTo>
                <a:lnTo>
                  <a:pt x="195595" y="606347"/>
                </a:lnTo>
                <a:lnTo>
                  <a:pt x="146696" y="655246"/>
                </a:lnTo>
                <a:lnTo>
                  <a:pt x="0" y="655246"/>
                </a:lnTo>
                <a:lnTo>
                  <a:pt x="0" y="48899"/>
                </a:lnTo>
                <a:lnTo>
                  <a:pt x="146696" y="48899"/>
                </a:lnTo>
                <a:lnTo>
                  <a:pt x="195595" y="0"/>
                </a:lnTo>
                <a:moveTo>
                  <a:pt x="146696" y="48899"/>
                </a:moveTo>
                <a:lnTo>
                  <a:pt x="146696" y="655246"/>
                </a:lnTo>
              </a:path>
            </a:pathLst>
          </a:custGeom>
          <a:noFill xmlns:a="http://schemas.openxmlformats.org/drawingml/2006/main"/>
          <a:ln xmlns:a="http://schemas.openxmlformats.org/drawingml/2006/main" w="9780">
            <a:solidFill>
              <a:srgbClr val="2F528F"/>
            </a:solidFill>
            <a:prstDash val="solid"/>
          </a:ln>
        </p:spPr>
      </p:sp>
      <p:sp>
        <p:nvSpPr>
          <p:cNvPr id="140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71D69D01-8A2C-4298-8319-9CFA5527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978049"/>
            <a:ext cx="163812" cy="154032"/>
          </a:xfrm>
          <a:custGeom xmlns:a="http://schemas.openxmlformats.org/drawingml/2006/main">
            <a:pathLst>
              <a:path w="163812" h="154032">
                <a:moveTo>
                  <a:pt x="0" y="0"/>
                </a:moveTo>
                <a:lnTo>
                  <a:pt x="163812" y="0"/>
                </a:lnTo>
                <a:lnTo>
                  <a:pt x="163812" y="154032"/>
                </a:lnTo>
                <a:lnTo>
                  <a:pt x="0" y="154032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21A04071-3939-47C0-9A39-727317F6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914" y="926705"/>
            <a:ext cx="51344" cy="205376"/>
          </a:xfrm>
          <a:custGeom xmlns:a="http://schemas.openxmlformats.org/drawingml/2006/main">
            <a:pathLst>
              <a:path w="51344" h="205376">
                <a:moveTo>
                  <a:pt x="0" y="51344"/>
                </a:moveTo>
                <a:lnTo>
                  <a:pt x="51344" y="0"/>
                </a:lnTo>
                <a:lnTo>
                  <a:pt x="51344" y="154032"/>
                </a:lnTo>
                <a:lnTo>
                  <a:pt x="0" y="205376"/>
                </a:lnTo>
                <a:lnTo>
                  <a:pt x="0" y="51344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3C02B8B1-9BB4-4337-8660-E7C8F1C9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926705"/>
            <a:ext cx="215156" cy="51344"/>
          </a:xfrm>
          <a:custGeom xmlns:a="http://schemas.openxmlformats.org/drawingml/2006/main">
            <a:pathLst>
              <a:path w="215156" h="51344">
                <a:moveTo>
                  <a:pt x="0" y="51344"/>
                </a:moveTo>
                <a:lnTo>
                  <a:pt x="51344" y="0"/>
                </a:lnTo>
                <a:lnTo>
                  <a:pt x="215156" y="0"/>
                </a:lnTo>
                <a:lnTo>
                  <a:pt x="163812" y="51344"/>
                </a:lnTo>
                <a:lnTo>
                  <a:pt x="0" y="51344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5ADC97FE-926A-4DD2-8B06-70D25406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926705"/>
            <a:ext cx="215156" cy="205376"/>
          </a:xfrm>
          <a:custGeom xmlns:a="http://schemas.openxmlformats.org/drawingml/2006/main">
            <a:pathLst>
              <a:path w="215156" h="205376">
                <a:moveTo>
                  <a:pt x="0" y="51344"/>
                </a:moveTo>
                <a:lnTo>
                  <a:pt x="51344" y="0"/>
                </a:lnTo>
                <a:lnTo>
                  <a:pt x="215156" y="0"/>
                </a:lnTo>
                <a:lnTo>
                  <a:pt x="215156" y="154032"/>
                </a:lnTo>
                <a:lnTo>
                  <a:pt x="163812" y="205376"/>
                </a:lnTo>
                <a:lnTo>
                  <a:pt x="0" y="205376"/>
                </a:lnTo>
                <a:lnTo>
                  <a:pt x="0" y="51344"/>
                </a:lnTo>
                <a:lnTo>
                  <a:pt x="163812" y="51344"/>
                </a:lnTo>
                <a:lnTo>
                  <a:pt x="215156" y="0"/>
                </a:lnTo>
                <a:moveTo>
                  <a:pt x="163812" y="51344"/>
                </a:moveTo>
                <a:lnTo>
                  <a:pt x="163812" y="205376"/>
                </a:lnTo>
              </a:path>
            </a:pathLst>
          </a:custGeom>
          <a:noFill xmlns:a="http://schemas.openxmlformats.org/drawingml/2006/main"/>
          <a:ln xmlns:a="http://schemas.openxmlformats.org/drawingml/2006/main" w="9780">
            <a:solidFill>
              <a:srgbClr val="548235"/>
            </a:solidFill>
            <a:prstDash val="solid"/>
          </a:ln>
        </p:spPr>
      </p:sp>
      <p:sp>
        <p:nvSpPr>
          <p:cNvPr id="144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B8DEAEE8-8923-4EDD-935D-87068B64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821572"/>
            <a:ext cx="163812" cy="154032"/>
          </a:xfrm>
          <a:custGeom xmlns:a="http://schemas.openxmlformats.org/drawingml/2006/main">
            <a:pathLst>
              <a:path w="163812" h="154032">
                <a:moveTo>
                  <a:pt x="0" y="0"/>
                </a:moveTo>
                <a:lnTo>
                  <a:pt x="163812" y="0"/>
                </a:lnTo>
                <a:lnTo>
                  <a:pt x="163812" y="154032"/>
                </a:lnTo>
                <a:lnTo>
                  <a:pt x="0" y="154032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299B06D9-CBA4-4379-AF7A-9E06C36B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914" y="770228"/>
            <a:ext cx="51344" cy="205376"/>
          </a:xfrm>
          <a:custGeom xmlns:a="http://schemas.openxmlformats.org/drawingml/2006/main">
            <a:pathLst>
              <a:path w="51344" h="205376">
                <a:moveTo>
                  <a:pt x="0" y="51344"/>
                </a:moveTo>
                <a:lnTo>
                  <a:pt x="51344" y="0"/>
                </a:lnTo>
                <a:lnTo>
                  <a:pt x="51344" y="154032"/>
                </a:lnTo>
                <a:lnTo>
                  <a:pt x="0" y="205376"/>
                </a:lnTo>
                <a:lnTo>
                  <a:pt x="0" y="51344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0D1D8F54-84C8-4793-B76F-677B157D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770228"/>
            <a:ext cx="215156" cy="51344"/>
          </a:xfrm>
          <a:custGeom xmlns:a="http://schemas.openxmlformats.org/drawingml/2006/main">
            <a:pathLst>
              <a:path w="215156" h="51344">
                <a:moveTo>
                  <a:pt x="0" y="51344"/>
                </a:moveTo>
                <a:lnTo>
                  <a:pt x="51344" y="0"/>
                </a:lnTo>
                <a:lnTo>
                  <a:pt x="215156" y="0"/>
                </a:lnTo>
                <a:lnTo>
                  <a:pt x="163812" y="51344"/>
                </a:lnTo>
                <a:lnTo>
                  <a:pt x="0" y="51344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F79322C7-B442-44C5-9F2E-AC859CCF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770228"/>
            <a:ext cx="215156" cy="205376"/>
          </a:xfrm>
          <a:custGeom xmlns:a="http://schemas.openxmlformats.org/drawingml/2006/main">
            <a:pathLst>
              <a:path w="215156" h="205376">
                <a:moveTo>
                  <a:pt x="0" y="51344"/>
                </a:moveTo>
                <a:lnTo>
                  <a:pt x="51344" y="0"/>
                </a:lnTo>
                <a:lnTo>
                  <a:pt x="215156" y="0"/>
                </a:lnTo>
                <a:lnTo>
                  <a:pt x="215156" y="154032"/>
                </a:lnTo>
                <a:lnTo>
                  <a:pt x="163812" y="205376"/>
                </a:lnTo>
                <a:lnTo>
                  <a:pt x="0" y="205376"/>
                </a:lnTo>
                <a:lnTo>
                  <a:pt x="0" y="51344"/>
                </a:lnTo>
                <a:lnTo>
                  <a:pt x="163812" y="51344"/>
                </a:lnTo>
                <a:lnTo>
                  <a:pt x="215156" y="0"/>
                </a:lnTo>
                <a:moveTo>
                  <a:pt x="163812" y="51344"/>
                </a:moveTo>
                <a:lnTo>
                  <a:pt x="163812" y="205376"/>
                </a:lnTo>
              </a:path>
            </a:pathLst>
          </a:custGeom>
          <a:noFill xmlns:a="http://schemas.openxmlformats.org/drawingml/2006/main"/>
          <a:ln xmlns:a="http://schemas.openxmlformats.org/drawingml/2006/main" w="9780">
            <a:solidFill>
              <a:srgbClr val="548235"/>
            </a:solidFill>
            <a:prstDash val="solid"/>
          </a:ln>
        </p:spPr>
      </p:sp>
      <p:sp>
        <p:nvSpPr>
          <p:cNvPr id="148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8399A4C1-6892-49B0-AFEB-B23961A8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667541"/>
            <a:ext cx="161367" cy="161367"/>
          </a:xfrm>
          <a:custGeom xmlns:a="http://schemas.openxmlformats.org/drawingml/2006/main">
            <a:pathLst>
              <a:path w="161367" h="161367">
                <a:moveTo>
                  <a:pt x="0" y="0"/>
                </a:moveTo>
                <a:lnTo>
                  <a:pt x="161367" y="0"/>
                </a:lnTo>
                <a:lnTo>
                  <a:pt x="161367" y="161367"/>
                </a:lnTo>
                <a:lnTo>
                  <a:pt x="0" y="161367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C3F1C0B6-8793-47C3-A231-AB9C281B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468" y="613752"/>
            <a:ext cx="53789" cy="215156"/>
          </a:xfrm>
          <a:custGeom xmlns:a="http://schemas.openxmlformats.org/drawingml/2006/main">
            <a:pathLst>
              <a:path w="53789" h="215156">
                <a:moveTo>
                  <a:pt x="0" y="53789"/>
                </a:moveTo>
                <a:lnTo>
                  <a:pt x="53789" y="0"/>
                </a:lnTo>
                <a:lnTo>
                  <a:pt x="53789" y="161367"/>
                </a:lnTo>
                <a:lnTo>
                  <a:pt x="0" y="215156"/>
                </a:lnTo>
                <a:lnTo>
                  <a:pt x="0" y="53789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88454AE9-70BF-4A51-B7F0-928A216E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613752"/>
            <a:ext cx="215156" cy="53789"/>
          </a:xfrm>
          <a:custGeom xmlns:a="http://schemas.openxmlformats.org/drawingml/2006/main">
            <a:pathLst>
              <a:path w="215156" h="53789">
                <a:moveTo>
                  <a:pt x="0" y="53789"/>
                </a:moveTo>
                <a:lnTo>
                  <a:pt x="53789" y="0"/>
                </a:lnTo>
                <a:lnTo>
                  <a:pt x="215156" y="0"/>
                </a:lnTo>
                <a:lnTo>
                  <a:pt x="161367" y="53789"/>
                </a:lnTo>
                <a:lnTo>
                  <a:pt x="0" y="53789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12F7627A-DFA2-4081-A4CF-227D3AFB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613752"/>
            <a:ext cx="215156" cy="215156"/>
          </a:xfrm>
          <a:custGeom xmlns:a="http://schemas.openxmlformats.org/drawingml/2006/main">
            <a:pathLst>
              <a:path w="215156" h="215156">
                <a:moveTo>
                  <a:pt x="0" y="53789"/>
                </a:moveTo>
                <a:lnTo>
                  <a:pt x="53789" y="0"/>
                </a:lnTo>
                <a:lnTo>
                  <a:pt x="215156" y="0"/>
                </a:lnTo>
                <a:lnTo>
                  <a:pt x="215156" y="161367"/>
                </a:lnTo>
                <a:lnTo>
                  <a:pt x="161367" y="215156"/>
                </a:lnTo>
                <a:lnTo>
                  <a:pt x="0" y="215156"/>
                </a:lnTo>
                <a:lnTo>
                  <a:pt x="0" y="53789"/>
                </a:lnTo>
                <a:lnTo>
                  <a:pt x="161367" y="53789"/>
                </a:lnTo>
                <a:lnTo>
                  <a:pt x="215156" y="0"/>
                </a:lnTo>
                <a:moveTo>
                  <a:pt x="161367" y="53789"/>
                </a:moveTo>
                <a:lnTo>
                  <a:pt x="161367" y="215156"/>
                </a:lnTo>
              </a:path>
            </a:pathLst>
          </a:custGeom>
          <a:noFill xmlns:a="http://schemas.openxmlformats.org/drawingml/2006/main"/>
          <a:ln xmlns:a="http://schemas.openxmlformats.org/drawingml/2006/main" w="9780">
            <a:solidFill>
              <a:srgbClr val="548235"/>
            </a:solidFill>
            <a:prstDash val="solid"/>
          </a:ln>
        </p:spPr>
      </p:sp>
      <p:sp>
        <p:nvSpPr>
          <p:cNvPr id="152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BEE68E82-A7A2-4D28-8D59-C453CFF9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518399"/>
            <a:ext cx="163812" cy="154032"/>
          </a:xfrm>
          <a:custGeom xmlns:a="http://schemas.openxmlformats.org/drawingml/2006/main">
            <a:pathLst>
              <a:path w="163812" h="154032">
                <a:moveTo>
                  <a:pt x="0" y="0"/>
                </a:moveTo>
                <a:lnTo>
                  <a:pt x="163812" y="0"/>
                </a:lnTo>
                <a:lnTo>
                  <a:pt x="163812" y="154032"/>
                </a:lnTo>
                <a:lnTo>
                  <a:pt x="0" y="154032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F192EE77-183B-4E02-8CB1-FA551344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914" y="467055"/>
            <a:ext cx="51344" cy="205376"/>
          </a:xfrm>
          <a:custGeom xmlns:a="http://schemas.openxmlformats.org/drawingml/2006/main">
            <a:pathLst>
              <a:path w="51344" h="205376">
                <a:moveTo>
                  <a:pt x="0" y="51344"/>
                </a:moveTo>
                <a:lnTo>
                  <a:pt x="51344" y="0"/>
                </a:lnTo>
                <a:lnTo>
                  <a:pt x="51344" y="154032"/>
                </a:lnTo>
                <a:lnTo>
                  <a:pt x="0" y="205376"/>
                </a:lnTo>
                <a:lnTo>
                  <a:pt x="0" y="51344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0BB76300-BE8F-4531-9764-775EA728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467055"/>
            <a:ext cx="215156" cy="51344"/>
          </a:xfrm>
          <a:custGeom xmlns:a="http://schemas.openxmlformats.org/drawingml/2006/main">
            <a:pathLst>
              <a:path w="215156" h="51344">
                <a:moveTo>
                  <a:pt x="0" y="51344"/>
                </a:moveTo>
                <a:lnTo>
                  <a:pt x="51344" y="0"/>
                </a:lnTo>
                <a:lnTo>
                  <a:pt x="215156" y="0"/>
                </a:lnTo>
                <a:lnTo>
                  <a:pt x="163812" y="51344"/>
                </a:lnTo>
                <a:lnTo>
                  <a:pt x="0" y="51344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63717445-C73D-4A77-BA92-333A2D00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467055"/>
            <a:ext cx="215156" cy="205376"/>
          </a:xfrm>
          <a:custGeom xmlns:a="http://schemas.openxmlformats.org/drawingml/2006/main">
            <a:pathLst>
              <a:path w="215156" h="205376">
                <a:moveTo>
                  <a:pt x="0" y="51344"/>
                </a:moveTo>
                <a:lnTo>
                  <a:pt x="51344" y="0"/>
                </a:lnTo>
                <a:lnTo>
                  <a:pt x="215156" y="0"/>
                </a:lnTo>
                <a:lnTo>
                  <a:pt x="215156" y="154032"/>
                </a:lnTo>
                <a:lnTo>
                  <a:pt x="163812" y="205376"/>
                </a:lnTo>
                <a:lnTo>
                  <a:pt x="0" y="205376"/>
                </a:lnTo>
                <a:lnTo>
                  <a:pt x="0" y="51344"/>
                </a:lnTo>
                <a:lnTo>
                  <a:pt x="163812" y="51344"/>
                </a:lnTo>
                <a:lnTo>
                  <a:pt x="215156" y="0"/>
                </a:lnTo>
                <a:moveTo>
                  <a:pt x="163812" y="51344"/>
                </a:moveTo>
                <a:lnTo>
                  <a:pt x="163812" y="205376"/>
                </a:lnTo>
              </a:path>
            </a:pathLst>
          </a:custGeom>
          <a:noFill xmlns:a="http://schemas.openxmlformats.org/drawingml/2006/main"/>
          <a:ln xmlns:a="http://schemas.openxmlformats.org/drawingml/2006/main" w="9780">
            <a:solidFill>
              <a:srgbClr val="548235"/>
            </a:solidFill>
            <a:prstDash val="solid"/>
          </a:ln>
        </p:spPr>
      </p:sp>
      <p:sp>
        <p:nvSpPr>
          <p:cNvPr id="156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3B09CC26-3DA9-4EA7-BCCA-AD6E5DE0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354587"/>
            <a:ext cx="161367" cy="161367"/>
          </a:xfrm>
          <a:custGeom xmlns:a="http://schemas.openxmlformats.org/drawingml/2006/main">
            <a:pathLst>
              <a:path w="161367" h="161367">
                <a:moveTo>
                  <a:pt x="0" y="0"/>
                </a:moveTo>
                <a:lnTo>
                  <a:pt x="161367" y="0"/>
                </a:lnTo>
                <a:lnTo>
                  <a:pt x="161367" y="161367"/>
                </a:lnTo>
                <a:lnTo>
                  <a:pt x="0" y="161367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C5A691DB-68E4-4DFD-8335-215F9A59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468" y="300798"/>
            <a:ext cx="53789" cy="215156"/>
          </a:xfrm>
          <a:custGeom xmlns:a="http://schemas.openxmlformats.org/drawingml/2006/main">
            <a:pathLst>
              <a:path w="53789" h="215156">
                <a:moveTo>
                  <a:pt x="0" y="53789"/>
                </a:moveTo>
                <a:lnTo>
                  <a:pt x="53789" y="0"/>
                </a:lnTo>
                <a:lnTo>
                  <a:pt x="53789" y="161367"/>
                </a:lnTo>
                <a:lnTo>
                  <a:pt x="0" y="215156"/>
                </a:lnTo>
                <a:lnTo>
                  <a:pt x="0" y="53789"/>
                </a:lnTo>
              </a:path>
            </a:pathLst>
          </a:custGeom>
          <a:solidFill xmlns:a="http://schemas.openxmlformats.org/drawingml/2006/main">
            <a:srgbClr val="9EB4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3E98186C-2323-43BF-8E46-74A47485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300798"/>
            <a:ext cx="215156" cy="53789"/>
          </a:xfrm>
          <a:custGeom xmlns:a="http://schemas.openxmlformats.org/drawingml/2006/main">
            <a:pathLst>
              <a:path w="215156" h="53789">
                <a:moveTo>
                  <a:pt x="0" y="53789"/>
                </a:moveTo>
                <a:lnTo>
                  <a:pt x="53789" y="0"/>
                </a:lnTo>
                <a:lnTo>
                  <a:pt x="215156" y="0"/>
                </a:lnTo>
                <a:lnTo>
                  <a:pt x="161367" y="53789"/>
                </a:lnTo>
                <a:lnTo>
                  <a:pt x="0" y="53789"/>
                </a:lnTo>
              </a:path>
            </a:pathLst>
          </a:custGeom>
          <a:solidFill xmlns:a="http://schemas.openxmlformats.org/drawingml/2006/main">
            <a:srgbClr val="D0E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C9AA3DF2-F7CC-4C27-A182-087594AD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5102" y="300798"/>
            <a:ext cx="215156" cy="215156"/>
          </a:xfrm>
          <a:custGeom xmlns:a="http://schemas.openxmlformats.org/drawingml/2006/main">
            <a:pathLst>
              <a:path w="215156" h="215156">
                <a:moveTo>
                  <a:pt x="0" y="53789"/>
                </a:moveTo>
                <a:lnTo>
                  <a:pt x="53789" y="0"/>
                </a:lnTo>
                <a:lnTo>
                  <a:pt x="215156" y="0"/>
                </a:lnTo>
                <a:lnTo>
                  <a:pt x="215156" y="161367"/>
                </a:lnTo>
                <a:lnTo>
                  <a:pt x="161367" y="215156"/>
                </a:lnTo>
                <a:lnTo>
                  <a:pt x="0" y="215156"/>
                </a:lnTo>
                <a:lnTo>
                  <a:pt x="0" y="53789"/>
                </a:lnTo>
                <a:lnTo>
                  <a:pt x="161367" y="53789"/>
                </a:lnTo>
                <a:lnTo>
                  <a:pt x="215156" y="0"/>
                </a:lnTo>
                <a:moveTo>
                  <a:pt x="161367" y="53789"/>
                </a:moveTo>
                <a:lnTo>
                  <a:pt x="161367" y="215156"/>
                </a:lnTo>
              </a:path>
            </a:pathLst>
          </a:custGeom>
          <a:noFill xmlns:a="http://schemas.openxmlformats.org/drawingml/2006/main"/>
          <a:ln xmlns:a="http://schemas.openxmlformats.org/drawingml/2006/main" w="9780">
            <a:solidFill>
              <a:srgbClr val="548235"/>
            </a:solidFill>
            <a:prstDash val="solid"/>
          </a:ln>
        </p:spPr>
      </p:sp>
      <p:sp>
        <p:nvSpPr>
          <p:cNvPr id="160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850E9B51-0F58-459D-B3DB-4BA45508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6016" y="2174073"/>
            <a:ext cx="1010256" cy="25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17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(c) IBOL.</a:t>
            </a:r>
          </a:p>
        </p:txBody>
      </p:sp>
    </p:spTree>
    <p:extLst>
      <p:ext uri="{BB962C8B-B14F-4D97-AF65-F5344CB8AC3E}">
        <p14:creationId xmlns:p14="http://schemas.microsoft.com/office/powerpoint/2010/main" val="147018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2026-10-09T20:25:44.7600000Z</dcterms:created>
  <dcterms:modified xsi:type="dcterms:W3CDTF">2026-10-09T20:25:44.7600000Z</dcterms:modified>
</coreProperties>
</file>