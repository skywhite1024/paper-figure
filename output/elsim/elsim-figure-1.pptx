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c82e05f06e4f1f" /><Relationship Type="http://schemas.openxmlformats.org/officeDocument/2006/relationships/extended-properties" Target="/docProps/app.xml" Id="R7ded135249f144d1" /><Relationship Type="http://schemas.openxmlformats.org/officeDocument/2006/relationships/officeDocument" Target="/ppt/presentation.xml" Id="R1d859857e94244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b1087f77084367"/>
  </p:sldMasterIdLst>
  <p:notesMasterIdLst>
    <p:notesMasterId xmlns:r="http://schemas.openxmlformats.org/officeDocument/2006/relationships" r:id="R95987875e3bc4c45"/>
  </p:notesMasterIdLst>
  <p:sldIdLst>
    <p:sldId xmlns:r="http://schemas.openxmlformats.org/officeDocument/2006/relationships" id="256" r:id="R1ece21ee76434b40"/>
  </p:sldIdLst>
  <p:sldSz cx="7400925" cy="2486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db22f45c0a4723" /><Relationship Type="http://schemas.openxmlformats.org/officeDocument/2006/relationships/slideMaster" Target="/ppt/slideMasters/slideMaster1.xml" Id="Ra5b1087f77084367" /><Relationship Type="http://schemas.openxmlformats.org/officeDocument/2006/relationships/notesMaster" Target="/ppt/notesMasters/notesMaster1.xml" Id="R95987875e3bc4c45" /><Relationship Type="http://schemas.openxmlformats.org/officeDocument/2006/relationships/presProps" Target="/ppt/presProps.xml" Id="R6c1cb44916e44e14" /><Relationship Type="http://schemas.openxmlformats.org/officeDocument/2006/relationships/tableStyles" Target="/ppt/tableStyles.xml" Id="R9761ddfa606746c7" /><Relationship Type="http://schemas.openxmlformats.org/officeDocument/2006/relationships/slide" Target="/ppt/slides/slide1.xml" Id="R1ece21ee76434b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5ad5a454b94b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9f225dca144dc" /><Relationship Type="http://schemas.openxmlformats.org/officeDocument/2006/relationships/notesMaster" Target="/ppt/notesMasters/notesMaster1.xml" Id="R9b445b8a85c448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"paper_title": "ELSIM: End-to-End Learning of Reusable Skills through Intrinsic Motivation",</a:t>
            </a:r>
          </a:p>
          <a:p xmlns:a="http://schemas.openxmlformats.org/drawingml/2006/main">
            <a:r>
              <a:t>  "paper_url": "https://arxiv.org/abs/2006.12903v1",</a:t>
            </a:r>
          </a:p>
          <a:p xmlns:a="http://schemas.openxmlformats.org/drawingml/2006/main">
            <a:r>
              <a:t>  "figure": "Figure 1",</a:t>
            </a:r>
          </a:p>
          <a:p xmlns:a="http://schemas.openxmlformats.org/drawingml/2006/main">
            <a:r>
              <a:t>  "license": "No reuse license found in inspected source landing page; retain attribution and review reuse terms",</a:t>
            </a:r>
          </a:p>
          <a:p xmlns:a="http://schemas.openxmlformats.org/drawingml/2006/main">
            <a:r>
              <a:t>  "notes": "Original vector geometry with native editable text and outline glyph paths for mathematical fonts. Native paths are not semantically attached connectors. Source comparison pending; no target application editing QA claimed. Type3 font text records removed because their original glyph outlines are already emitted as editable source paths; this prevents duplicate garbled text.",</a:t>
            </a:r>
          </a:p>
          <a:p xmlns:a="http://schemas.openxmlformats.org/drawingml/2006/main">
            <a:r>
              <a:t>  "page": 5,</a:t>
            </a:r>
          </a:p>
          <a:p xmlns:a="http://schemas.openxmlformats.org/drawingml/2006/main">
            <a:r>
              <a:t>  "status": "figure_recreation",</a:t>
            </a:r>
          </a:p>
          <a:p xmlns:a="http://schemas.openxmlformats.org/drawingml/2006/main">
            <a:r>
              <a:t>  "source_sha256": "b4d8d200e4bdf748a5f3b8522425e545e3b325015aca8bb1a7287c8025a40279",</a:t>
            </a:r>
          </a:p>
          <a:p xmlns:a="http://schemas.openxmlformats.org/drawingml/2006/main">
            <a:r>
              <a:t>  "source_crop_pdf_points": [</a:t>
            </a:r>
          </a:p>
          <a:p xmlns:a="http://schemas.openxmlformats.org/drawingml/2006/main">
            <a:r>
              <a:t>    167,</a:t>
            </a:r>
          </a:p>
          <a:p xmlns:a="http://schemas.openxmlformats.org/drawingml/2006/main">
            <a:r>
              <a:t>    74,</a:t>
            </a:r>
          </a:p>
          <a:p xmlns:a="http://schemas.openxmlformats.org/drawingml/2006/main">
            <a:r>
              <a:t>    426,</a:t>
            </a:r>
          </a:p>
          <a:p xmlns:a="http://schemas.openxmlformats.org/drawingml/2006/main">
            <a:r>
              <a:t>    161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"extraction_review": "pending; native geometry extraction is not visual fidelity approval",</a:t>
            </a:r>
          </a:p>
          <a:p xmlns:a="http://schemas.openxmlformats.org/drawingml/2006/main">
            <a:r>
              <a:t>  "font_substitutions": "Arial or Courier New; source fonts recorded per text object",</a:t>
            </a:r>
          </a:p>
          <a:p xmlns:a="http://schemas.openxmlformats.org/drawingml/2006/main">
            <a:r>
              <a:t>  "outlined_font_families": [</a:t>
            </a:r>
          </a:p>
          <a:p xmlns:a="http://schemas.openxmlformats.org/drawingml/2006/main">
            <a:r>
              <a:t>    "CMM",</a:t>
            </a:r>
          </a:p>
          <a:p xmlns:a="http://schemas.openxmlformats.org/drawingml/2006/main">
            <a:r>
              <a:t>    "CMSY",</a:t>
            </a:r>
          </a:p>
          <a:p xmlns:a="http://schemas.openxmlformats.org/drawingml/2006/main">
            <a:r>
              <a:t>    "CMEX",</a:t>
            </a:r>
          </a:p>
          <a:p xmlns:a="http://schemas.openxmlformats.org/drawingml/2006/main">
            <a:r>
              <a:t>    "CMR",</a:t>
            </a:r>
          </a:p>
          <a:p xmlns:a="http://schemas.openxmlformats.org/drawingml/2006/main">
            <a:r>
              <a:t>    "CambriaMath"</a:t>
            </a:r>
          </a:p>
          <a:p xmlns:a="http://schemas.openxmlformats.org/drawingml/2006/main">
            <a:r>
              <a:t>  ],</a:t>
            </a:r>
          </a:p>
          <a:p xmlns:a="http://schemas.openxmlformats.org/drawingml/2006/main">
            <a:r>
              <a:t>  "outlined_math_limit": "Selected source mathematical fonts preserved as editable glyph outlines, not live equation/text objects.",</a:t>
            </a:r>
          </a:p>
          <a:p xmlns:a="http://schemas.openxmlformats.org/drawingml/2006/main">
            <a:r>
              <a:t>  "extraction_warnings": [</a:t>
            </a:r>
          </a:p>
          <a:p xmlns:a="http://schemas.openxmlformats.org/drawingml/2006/main">
            <a:r>
              <a:t>    "67 source clipping groups intersect crop; extracted paths require explicit clipping review"</a:t>
            </a:r>
          </a:p>
          <a:p xmlns:a="http://schemas.openxmlformats.org/drawingml/2006/main">
            <a:r>
              <a:t>  ]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90ff9288a549a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18b4ddb9cc42d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3d36c1fad248b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ca10b842247e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a84254d861449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2bbd06746647d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C9544D6-A23C-4D0C-9076-4C4CC9C7B9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0093" y="939165"/>
            <a:ext cx="5920740" cy="3590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4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257B605-603A-46B0-97B5-8E5FC58D04F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10139" y="1367314"/>
            <a:ext cx="5180648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167AFA7-155C-4658-A905-5F1FA2697F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40093" y="1035844"/>
            <a:ext cx="5920740" cy="414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23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82E3037-28E4-4536-8152-EB4BCBB1EDD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6302" y="193358"/>
            <a:ext cx="6568321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332DB50-C3E9-4EBE-8881-9C6A7C6C6C9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6302" y="690563"/>
            <a:ext cx="6568321" cy="1546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286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1pPr>
            <a:lvl2pPr marL="19335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2pPr>
            <a:lvl3pPr marL="30384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3pPr>
            <a:lvl4pPr marL="41433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4pPr>
            <a:lvl5pPr marL="52482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5pPr>
            <a:lvl6pPr marL="63531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6pPr>
            <a:lvl7pPr marL="74580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7pPr>
            <a:lvl8pPr marL="856297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8pPr>
            <a:lvl9pPr marL="96678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0229C64-5168-469E-80D5-D0C1F8C44B2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6302" y="193358"/>
            <a:ext cx="6568321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C01F22-E8AF-4D42-8C13-33003A76A1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6302" y="690563"/>
            <a:ext cx="3052882" cy="1546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286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1pPr>
            <a:lvl2pPr marL="19335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2pPr>
            <a:lvl3pPr marL="30384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3pPr>
            <a:lvl4pPr marL="41433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4pPr>
            <a:lvl5pPr marL="52482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5pPr>
            <a:lvl6pPr marL="63531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6pPr>
            <a:lvl7pPr marL="74580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7pPr>
            <a:lvl8pPr marL="856297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8pPr>
            <a:lvl9pPr marL="96678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DF52ED5-7D6D-470F-83BE-07B67F25D5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931741" y="690563"/>
            <a:ext cx="3052882" cy="1546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61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286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1pPr>
            <a:lvl2pPr marL="19335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2pPr>
            <a:lvl3pPr marL="30384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3pPr>
            <a:lvl4pPr marL="41433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4pPr>
            <a:lvl5pPr marL="52482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5pPr>
            <a:lvl6pPr marL="63531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6pPr>
            <a:lvl7pPr marL="74580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7pPr>
            <a:lvl8pPr marL="856297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8pPr>
            <a:lvl9pPr marL="96678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12EAD89-C2C7-46E2-8546-CF4DBBBE4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16302" y="193358"/>
            <a:ext cx="6568321" cy="3038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196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24DB709-32D2-4D13-9195-C10EB2D5880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16302" y="690563"/>
            <a:ext cx="3052882" cy="1546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816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8286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1pPr>
            <a:lvl2pPr marL="19335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2pPr>
            <a:lvl3pPr marL="30384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3pPr>
            <a:lvl4pPr marL="41433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4pPr>
            <a:lvl5pPr marL="52482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5pPr>
            <a:lvl6pPr marL="63531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6pPr>
            <a:lvl7pPr marL="74580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7pPr>
            <a:lvl8pPr marL="856297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8pPr>
            <a:lvl9pPr marL="966788" indent="-82867">
              <a:lnSpc>
                <a:spcPct val="110000"/>
              </a:lnSpc>
              <a:spcBef>
                <a:spcPts val="0"/>
              </a:spcBef>
              <a:spcAft>
                <a:spcPts val="435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e4e4faf7ce4e60" /><Relationship Type="http://schemas.openxmlformats.org/officeDocument/2006/relationships/slideLayout" Target="/ppt/slideLayouts/slideLayout1.xml" Id="R92c5614fea8e4bad" /><Relationship Type="http://schemas.openxmlformats.org/officeDocument/2006/relationships/slideLayout" Target="/ppt/slideLayouts/slideLayout2.xml" Id="R13ebc559312c4750" /><Relationship Type="http://schemas.openxmlformats.org/officeDocument/2006/relationships/slideLayout" Target="/ppt/slideLayouts/slideLayout3.xml" Id="R69ea9e9828784ee0" /><Relationship Type="http://schemas.openxmlformats.org/officeDocument/2006/relationships/slideLayout" Target="/ppt/slideLayouts/slideLayout4.xml" Id="R7093de5ce81a4555" /><Relationship Type="http://schemas.openxmlformats.org/officeDocument/2006/relationships/slideLayout" Target="/ppt/slideLayouts/slideLayout5.xml" Id="R411cac15977a4eb9" /><Relationship Type="http://schemas.openxmlformats.org/officeDocument/2006/relationships/slideLayout" Target="/ppt/slideLayouts/slideLayout6.xml" Id="R0d857086b3f347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2c5614fea8e4bad"/>
    <p:sldLayoutId xmlns:r="http://schemas.openxmlformats.org/officeDocument/2006/relationships" id="2147483650" r:id="R13ebc559312c4750"/>
    <p:sldLayoutId xmlns:r="http://schemas.openxmlformats.org/officeDocument/2006/relationships" id="2147483651" r:id="R69ea9e9828784ee0"/>
    <p:sldLayoutId xmlns:r="http://schemas.openxmlformats.org/officeDocument/2006/relationships" id="2147483652" r:id="R7093de5ce81a4555"/>
    <p:sldLayoutId xmlns:r="http://schemas.openxmlformats.org/officeDocument/2006/relationships" id="2147483653" r:id="R411cac15977a4eb9"/>
    <p:sldLayoutId xmlns:r="http://schemas.openxmlformats.org/officeDocument/2006/relationships" id="2147483654" r:id="R0d857086b3f347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bef250f3cb4563" /><Relationship Type="http://schemas.openxmlformats.org/officeDocument/2006/relationships/notesSlide" Target="/ppt/notesSlides/notesSlide1.xml" Id="Rca3ce4da85c8400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7" name="pdf-path-0">
            <a:extLst xmlns:a="http://schemas.openxmlformats.org/drawingml/2006/main">
              <a:ext uri="{FF2B5EF4-FFF2-40B4-BE49-F238E27FC236}">
                <a16:creationId xmlns:a16="http://schemas.microsoft.com/office/drawing/2014/main" id="{8FFB3B0E-8731-44C5-ADA5-01D91B19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7" y="23864"/>
            <a:ext cx="7291551" cy="2367242"/>
          </a:xfrm>
          <a:custGeom xmlns:a="http://schemas.openxmlformats.org/drawingml/2006/main">
            <a:pathLst>
              <a:path w="7291551" h="2367242">
                <a:moveTo>
                  <a:pt x="0" y="0"/>
                </a:moveTo>
                <a:lnTo>
                  <a:pt x="7291551" y="0"/>
                </a:lnTo>
                <a:lnTo>
                  <a:pt x="7291551" y="2367242"/>
                </a:lnTo>
                <a:lnTo>
                  <a:pt x="0" y="236724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df-path-1">
            <a:extLst xmlns:a="http://schemas.openxmlformats.org/drawingml/2006/main">
              <a:ext uri="{FF2B5EF4-FFF2-40B4-BE49-F238E27FC236}">
                <a16:creationId xmlns:a16="http://schemas.microsoft.com/office/drawing/2014/main" id="{EA4F51CD-9D56-4825-9687-7A60FD17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9530" y="40613"/>
            <a:ext cx="1105457" cy="334987"/>
          </a:xfrm>
          <a:custGeom xmlns:a="http://schemas.openxmlformats.org/drawingml/2006/main">
            <a:pathLst>
              <a:path w="1105457" h="334987">
                <a:moveTo>
                  <a:pt x="0" y="0"/>
                </a:moveTo>
                <a:lnTo>
                  <a:pt x="1105457" y="0"/>
                </a:lnTo>
                <a:lnTo>
                  <a:pt x="1105457" y="334987"/>
                </a:lnTo>
                <a:lnTo>
                  <a:pt x="0" y="334987"/>
                </a:lnTo>
                <a:close/>
              </a:path>
            </a:pathLst>
          </a:custGeom>
          <a:solidFill xmlns:a="http://schemas.openxmlformats.org/drawingml/2006/main">
            <a:srgbClr val="99FFFF"/>
          </a:solidFill>
          <a:ln xmlns:a="http://schemas.openxmlformats.org/drawingml/2006/main" w="11166">
            <a:solidFill>
              <a:srgbClr val="66B2FF"/>
            </a:solidFill>
            <a:prstDash val="solid"/>
          </a:ln>
        </p:spPr>
      </p:sp>
      <p:sp>
        <p:nvSpPr>
          <p:cNvPr id="3" name="pdf-text-0-0">
            <a:extLst xmlns:a="http://schemas.openxmlformats.org/drawingml/2006/main">
              <a:ext uri="{FF2B5EF4-FFF2-40B4-BE49-F238E27FC236}">
                <a16:creationId xmlns:a16="http://schemas.microsoft.com/office/drawing/2014/main" id="{39A1FA0A-A4C1-4429-B90B-6E6B7DDD2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868" y="152608"/>
            <a:ext cx="259393" cy="1228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>
            <a:defPPr algn="l">
              <a:defRPr sz="9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67" b="0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67" b="0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Root</a:t>
            </a:r>
          </a:p>
        </p:txBody>
      </p:sp>
      <p:sp>
        <p:nvSpPr>
          <p:cNvPr id="4" name="pdf-path-4">
            <a:extLst xmlns:a="http://schemas.openxmlformats.org/drawingml/2006/main">
              <a:ext uri="{FF2B5EF4-FFF2-40B4-BE49-F238E27FC236}">
                <a16:creationId xmlns:a16="http://schemas.microsoft.com/office/drawing/2014/main" id="{66AEDC1B-9A39-426F-8831-B1EE0872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0004" y="693838"/>
            <a:ext cx="1150122" cy="334987"/>
          </a:xfrm>
          <a:custGeom xmlns:a="http://schemas.openxmlformats.org/drawingml/2006/main">
            <a:pathLst>
              <a:path w="1150122" h="334987">
                <a:moveTo>
                  <a:pt x="0" y="0"/>
                </a:moveTo>
                <a:lnTo>
                  <a:pt x="1150122" y="0"/>
                </a:lnTo>
                <a:lnTo>
                  <a:pt x="1150122" y="334987"/>
                </a:lnTo>
                <a:lnTo>
                  <a:pt x="0" y="334987"/>
                </a:lnTo>
                <a:close/>
              </a:path>
            </a:pathLst>
          </a:custGeom>
          <a:solidFill xmlns:a="http://schemas.openxmlformats.org/drawingml/2006/main">
            <a:srgbClr val="CCFFFF"/>
          </a:solidFill>
          <a:ln xmlns:a="http://schemas.openxmlformats.org/drawingml/2006/main" w="11166">
            <a:solidFill>
              <a:srgbClr val="66B2FF"/>
            </a:solidFill>
            <a:prstDash val="solid"/>
          </a:ln>
        </p:spPr>
      </p:sp>
      <p:sp>
        <p:nvSpPr>
          <p:cNvPr id="5" name="pdf-path-6">
            <a:extLst xmlns:a="http://schemas.openxmlformats.org/drawingml/2006/main">
              <a:ext uri="{FF2B5EF4-FFF2-40B4-BE49-F238E27FC236}">
                <a16:creationId xmlns:a16="http://schemas.microsoft.com/office/drawing/2014/main" id="{C6E9C1ED-9B62-4224-BB84-DE67F0B2F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850" y="816694"/>
            <a:ext cx="38048" cy="126775"/>
          </a:xfrm>
          <a:custGeom xmlns:a="http://schemas.openxmlformats.org/drawingml/2006/main">
            <a:pathLst>
              <a:path w="38048" h="126775">
                <a:moveTo>
                  <a:pt x="38048" y="124397"/>
                </a:moveTo>
                <a:cubicBezTo>
                  <a:pt x="17240" y="107008"/>
                  <a:pt x="12781" y="90214"/>
                  <a:pt x="12781" y="62570"/>
                </a:cubicBezTo>
                <a:cubicBezTo>
                  <a:pt x="12781" y="33886"/>
                  <a:pt x="17389" y="20064"/>
                  <a:pt x="38048" y="2378"/>
                </a:cubicBezTo>
                <a:lnTo>
                  <a:pt x="36710" y="0"/>
                </a:lnTo>
                <a:cubicBezTo>
                  <a:pt x="12930" y="14119"/>
                  <a:pt x="0" y="35521"/>
                  <a:pt x="0" y="63016"/>
                </a:cubicBezTo>
                <a:cubicBezTo>
                  <a:pt x="0" y="88282"/>
                  <a:pt x="12781" y="113399"/>
                  <a:pt x="36264" y="126775"/>
                </a:cubicBezTo>
                <a:lnTo>
                  <a:pt x="38048" y="1243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df-path-8">
            <a:extLst xmlns:a="http://schemas.openxmlformats.org/drawingml/2006/main">
              <a:ext uri="{FF2B5EF4-FFF2-40B4-BE49-F238E27FC236}">
                <a16:creationId xmlns:a16="http://schemas.microsoft.com/office/drawing/2014/main" id="{F5B118DF-7A65-4E84-8AB8-C25C436D2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7855" y="859794"/>
            <a:ext cx="87539" cy="39533"/>
          </a:xfrm>
          <a:custGeom xmlns:a="http://schemas.openxmlformats.org/drawingml/2006/main">
            <a:pathLst>
              <a:path w="87539" h="39533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3"/>
                </a:moveTo>
                <a:lnTo>
                  <a:pt x="87539" y="29724"/>
                </a:lnTo>
                <a:lnTo>
                  <a:pt x="0" y="29724"/>
                </a:lnTo>
                <a:lnTo>
                  <a:pt x="0" y="39533"/>
                </a:lnTo>
                <a:lnTo>
                  <a:pt x="87539" y="395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df-path-10">
            <a:extLst xmlns:a="http://schemas.openxmlformats.org/drawingml/2006/main">
              <a:ext uri="{FF2B5EF4-FFF2-40B4-BE49-F238E27FC236}">
                <a16:creationId xmlns:a16="http://schemas.microsoft.com/office/drawing/2014/main" id="{D077078E-0EAB-47B8-B70F-4113908A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0671" y="816694"/>
            <a:ext cx="67177" cy="102549"/>
          </a:xfrm>
          <a:custGeom xmlns:a="http://schemas.openxmlformats.org/drawingml/2006/main">
            <a:pathLst>
              <a:path w="67177" h="102549">
                <a:moveTo>
                  <a:pt x="67177" y="51423"/>
                </a:moveTo>
                <a:cubicBezTo>
                  <a:pt x="67177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4" y="102549"/>
                  <a:pt x="33588" y="102549"/>
                </a:cubicBezTo>
                <a:cubicBezTo>
                  <a:pt x="57814" y="102549"/>
                  <a:pt x="67177" y="76987"/>
                  <a:pt x="67177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8" y="98685"/>
                </a:cubicBezTo>
                <a:cubicBezTo>
                  <a:pt x="20807" y="98685"/>
                  <a:pt x="14267" y="81742"/>
                  <a:pt x="14267" y="51572"/>
                </a:cubicBezTo>
                <a:cubicBezTo>
                  <a:pt x="14267" y="21402"/>
                  <a:pt x="20956" y="3864"/>
                  <a:pt x="33291" y="3864"/>
                </a:cubicBezTo>
                <a:cubicBezTo>
                  <a:pt x="46370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df-path-12">
            <a:extLst xmlns:a="http://schemas.openxmlformats.org/drawingml/2006/main">
              <a:ext uri="{FF2B5EF4-FFF2-40B4-BE49-F238E27FC236}">
                <a16:creationId xmlns:a16="http://schemas.microsoft.com/office/drawing/2014/main" id="{10DE8949-ADFD-49EA-AD7D-8F2269A5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564" y="816694"/>
            <a:ext cx="38048" cy="126775"/>
          </a:xfrm>
          <a:custGeom xmlns:a="http://schemas.openxmlformats.org/drawingml/2006/main">
            <a:pathLst>
              <a:path w="38048" h="126775">
                <a:moveTo>
                  <a:pt x="0" y="2378"/>
                </a:moveTo>
                <a:cubicBezTo>
                  <a:pt x="21550" y="19321"/>
                  <a:pt x="25266" y="36412"/>
                  <a:pt x="25266" y="64205"/>
                </a:cubicBezTo>
                <a:cubicBezTo>
                  <a:pt x="25266" y="93038"/>
                  <a:pt x="21104" y="107008"/>
                  <a:pt x="0" y="124397"/>
                </a:cubicBezTo>
                <a:lnTo>
                  <a:pt x="1338" y="126775"/>
                </a:lnTo>
                <a:cubicBezTo>
                  <a:pt x="24969" y="112359"/>
                  <a:pt x="38048" y="91254"/>
                  <a:pt x="38048" y="63759"/>
                </a:cubicBezTo>
                <a:cubicBezTo>
                  <a:pt x="38048" y="38493"/>
                  <a:pt x="24523" y="13673"/>
                  <a:pt x="1783" y="0"/>
                </a:cubicBezTo>
                <a:lnTo>
                  <a:pt x="0" y="23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df-path-14">
            <a:extLst xmlns:a="http://schemas.openxmlformats.org/drawingml/2006/main">
              <a:ext uri="{FF2B5EF4-FFF2-40B4-BE49-F238E27FC236}">
                <a16:creationId xmlns:a16="http://schemas.microsoft.com/office/drawing/2014/main" id="{3EF795B5-BC6F-477B-ABBA-A202C90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2429" y="859794"/>
            <a:ext cx="87539" cy="39533"/>
          </a:xfrm>
          <a:custGeom xmlns:a="http://schemas.openxmlformats.org/drawingml/2006/main">
            <a:pathLst>
              <a:path w="87539" h="39533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3"/>
                </a:moveTo>
                <a:lnTo>
                  <a:pt x="87539" y="29724"/>
                </a:lnTo>
                <a:lnTo>
                  <a:pt x="0" y="29724"/>
                </a:lnTo>
                <a:lnTo>
                  <a:pt x="0" y="39533"/>
                </a:lnTo>
                <a:lnTo>
                  <a:pt x="87539" y="395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df-path-16">
            <a:extLst xmlns:a="http://schemas.openxmlformats.org/drawingml/2006/main">
              <a:ext uri="{FF2B5EF4-FFF2-40B4-BE49-F238E27FC236}">
                <a16:creationId xmlns:a16="http://schemas.microsoft.com/office/drawing/2014/main" id="{4AE02EDF-5A6C-48FA-A969-509C94BB8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5244" y="816694"/>
            <a:ext cx="67178" cy="102549"/>
          </a:xfrm>
          <a:custGeom xmlns:a="http://schemas.openxmlformats.org/drawingml/2006/main">
            <a:pathLst>
              <a:path w="67178" h="102549">
                <a:moveTo>
                  <a:pt x="67178" y="51423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5" y="102549"/>
                  <a:pt x="33589" y="102549"/>
                </a:cubicBezTo>
                <a:cubicBezTo>
                  <a:pt x="57814" y="102549"/>
                  <a:pt x="67178" y="76987"/>
                  <a:pt x="67178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9" y="98685"/>
                </a:cubicBezTo>
                <a:cubicBezTo>
                  <a:pt x="20808" y="98685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df-path-18">
            <a:extLst xmlns:a="http://schemas.openxmlformats.org/drawingml/2006/main">
              <a:ext uri="{FF2B5EF4-FFF2-40B4-BE49-F238E27FC236}">
                <a16:creationId xmlns:a16="http://schemas.microsoft.com/office/drawing/2014/main" id="{51C32AFA-42E5-474D-B242-57E634D9F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6393" y="902300"/>
            <a:ext cx="16497" cy="16497"/>
          </a:xfrm>
          <a:custGeom xmlns:a="http://schemas.openxmlformats.org/drawingml/2006/main">
            <a:pathLst>
              <a:path w="16497" h="16497">
                <a:moveTo>
                  <a:pt x="16497" y="8471"/>
                </a:moveTo>
                <a:cubicBezTo>
                  <a:pt x="16497" y="4013"/>
                  <a:pt x="12633" y="0"/>
                  <a:pt x="8323" y="0"/>
                </a:cubicBezTo>
                <a:cubicBezTo>
                  <a:pt x="3716" y="0"/>
                  <a:pt x="0" y="3716"/>
                  <a:pt x="0" y="8323"/>
                </a:cubicBezTo>
                <a:cubicBezTo>
                  <a:pt x="0" y="12930"/>
                  <a:pt x="3568" y="16497"/>
                  <a:pt x="8175" y="16497"/>
                </a:cubicBezTo>
                <a:cubicBezTo>
                  <a:pt x="12633" y="16497"/>
                  <a:pt x="16497" y="12781"/>
                  <a:pt x="16497" y="8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df-path-20">
            <a:extLst xmlns:a="http://schemas.openxmlformats.org/drawingml/2006/main">
              <a:ext uri="{FF2B5EF4-FFF2-40B4-BE49-F238E27FC236}">
                <a16:creationId xmlns:a16="http://schemas.microsoft.com/office/drawing/2014/main" id="{0DCE36AA-4641-4102-8249-BD48CF66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603" y="816694"/>
            <a:ext cx="63759" cy="103739"/>
          </a:xfrm>
          <a:custGeom xmlns:a="http://schemas.openxmlformats.org/drawingml/2006/main">
            <a:pathLst>
              <a:path w="63759" h="103739">
                <a:moveTo>
                  <a:pt x="4310" y="103739"/>
                </a:moveTo>
                <a:cubicBezTo>
                  <a:pt x="23631" y="101063"/>
                  <a:pt x="33291" y="97496"/>
                  <a:pt x="45924" y="86052"/>
                </a:cubicBezTo>
                <a:cubicBezTo>
                  <a:pt x="57814" y="75203"/>
                  <a:pt x="63759" y="59003"/>
                  <a:pt x="63759" y="41912"/>
                </a:cubicBezTo>
                <a:cubicBezTo>
                  <a:pt x="63759" y="29427"/>
                  <a:pt x="60192" y="18726"/>
                  <a:pt x="54247" y="11295"/>
                </a:cubicBezTo>
                <a:cubicBezTo>
                  <a:pt x="48451" y="4161"/>
                  <a:pt x="40425" y="0"/>
                  <a:pt x="30914" y="0"/>
                </a:cubicBezTo>
                <a:cubicBezTo>
                  <a:pt x="13227" y="0"/>
                  <a:pt x="0" y="15011"/>
                  <a:pt x="0" y="35075"/>
                </a:cubicBezTo>
                <a:cubicBezTo>
                  <a:pt x="0" y="53207"/>
                  <a:pt x="10701" y="65245"/>
                  <a:pt x="26752" y="65245"/>
                </a:cubicBezTo>
                <a:cubicBezTo>
                  <a:pt x="35521" y="65245"/>
                  <a:pt x="42655" y="63016"/>
                  <a:pt x="49045" y="56774"/>
                </a:cubicBezTo>
                <a:cubicBezTo>
                  <a:pt x="43101" y="81148"/>
                  <a:pt x="26455" y="96753"/>
                  <a:pt x="3864" y="100766"/>
                </a:cubicBezTo>
                <a:lnTo>
                  <a:pt x="4310" y="103739"/>
                </a:lnTo>
                <a:moveTo>
                  <a:pt x="49343" y="47708"/>
                </a:moveTo>
                <a:cubicBezTo>
                  <a:pt x="49343" y="55585"/>
                  <a:pt x="38494" y="58854"/>
                  <a:pt x="31954" y="58854"/>
                </a:cubicBezTo>
                <a:cubicBezTo>
                  <a:pt x="20807" y="58854"/>
                  <a:pt x="13674" y="47708"/>
                  <a:pt x="13674" y="30022"/>
                </a:cubicBezTo>
                <a:cubicBezTo>
                  <a:pt x="13674" y="21996"/>
                  <a:pt x="15903" y="13227"/>
                  <a:pt x="18875" y="9215"/>
                </a:cubicBezTo>
                <a:cubicBezTo>
                  <a:pt x="21402" y="5945"/>
                  <a:pt x="25266" y="4161"/>
                  <a:pt x="29724" y="4161"/>
                </a:cubicBezTo>
                <a:cubicBezTo>
                  <a:pt x="42655" y="4161"/>
                  <a:pt x="49343" y="16943"/>
                  <a:pt x="49343" y="41912"/>
                </a:cubicBezTo>
                <a:lnTo>
                  <a:pt x="49343" y="477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df-path-22">
            <a:extLst xmlns:a="http://schemas.openxmlformats.org/drawingml/2006/main">
              <a:ext uri="{FF2B5EF4-FFF2-40B4-BE49-F238E27FC236}">
                <a16:creationId xmlns:a16="http://schemas.microsoft.com/office/drawing/2014/main" id="{070A7D47-27A8-4F3D-9881-22292BB5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6565" y="853552"/>
            <a:ext cx="79216" cy="65543"/>
          </a:xfrm>
          <a:custGeom xmlns:a="http://schemas.openxmlformats.org/drawingml/2006/main">
            <a:pathLst>
              <a:path w="79216" h="65543">
                <a:moveTo>
                  <a:pt x="79216" y="0"/>
                </a:moveTo>
                <a:lnTo>
                  <a:pt x="37305" y="0"/>
                </a:lnTo>
                <a:cubicBezTo>
                  <a:pt x="21848" y="0"/>
                  <a:pt x="12336" y="6837"/>
                  <a:pt x="5796" y="18726"/>
                </a:cubicBezTo>
                <a:lnTo>
                  <a:pt x="8175" y="18726"/>
                </a:lnTo>
                <a:cubicBezTo>
                  <a:pt x="14713" y="10849"/>
                  <a:pt x="20213" y="10849"/>
                  <a:pt x="28833" y="10849"/>
                </a:cubicBezTo>
                <a:lnTo>
                  <a:pt x="15606" y="41466"/>
                </a:lnTo>
                <a:cubicBezTo>
                  <a:pt x="13673" y="45776"/>
                  <a:pt x="10998" y="50086"/>
                  <a:pt x="4607" y="51869"/>
                </a:cubicBezTo>
                <a:cubicBezTo>
                  <a:pt x="743" y="52910"/>
                  <a:pt x="0" y="56774"/>
                  <a:pt x="0" y="59003"/>
                </a:cubicBezTo>
                <a:cubicBezTo>
                  <a:pt x="0" y="62570"/>
                  <a:pt x="3716" y="65543"/>
                  <a:pt x="7580" y="65543"/>
                </a:cubicBezTo>
                <a:cubicBezTo>
                  <a:pt x="9363" y="65543"/>
                  <a:pt x="11592" y="65245"/>
                  <a:pt x="13228" y="63908"/>
                </a:cubicBezTo>
                <a:cubicBezTo>
                  <a:pt x="25712" y="54545"/>
                  <a:pt x="30319" y="28981"/>
                  <a:pt x="37156" y="10849"/>
                </a:cubicBezTo>
                <a:lnTo>
                  <a:pt x="51126" y="10849"/>
                </a:lnTo>
                <a:cubicBezTo>
                  <a:pt x="47411" y="23334"/>
                  <a:pt x="42952" y="33737"/>
                  <a:pt x="39533" y="44290"/>
                </a:cubicBezTo>
                <a:cubicBezTo>
                  <a:pt x="38642" y="47113"/>
                  <a:pt x="38196" y="50086"/>
                  <a:pt x="38196" y="53504"/>
                </a:cubicBezTo>
                <a:cubicBezTo>
                  <a:pt x="38196" y="59300"/>
                  <a:pt x="40723" y="64651"/>
                  <a:pt x="46668" y="64651"/>
                </a:cubicBezTo>
                <a:cubicBezTo>
                  <a:pt x="57071" y="64651"/>
                  <a:pt x="64948" y="54247"/>
                  <a:pt x="68069" y="43546"/>
                </a:cubicBezTo>
                <a:lnTo>
                  <a:pt x="65691" y="43546"/>
                </a:lnTo>
                <a:cubicBezTo>
                  <a:pt x="62124" y="51572"/>
                  <a:pt x="57963" y="53356"/>
                  <a:pt x="54842" y="53356"/>
                </a:cubicBezTo>
                <a:cubicBezTo>
                  <a:pt x="51572" y="53356"/>
                  <a:pt x="49194" y="49640"/>
                  <a:pt x="49194" y="46222"/>
                </a:cubicBezTo>
                <a:cubicBezTo>
                  <a:pt x="49194" y="36264"/>
                  <a:pt x="57071" y="17240"/>
                  <a:pt x="59152" y="10849"/>
                </a:cubicBezTo>
                <a:lnTo>
                  <a:pt x="75798" y="10849"/>
                </a:lnTo>
                <a:lnTo>
                  <a:pt x="7921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df-path-24">
            <a:extLst xmlns:a="http://schemas.openxmlformats.org/drawingml/2006/main">
              <a:ext uri="{FF2B5EF4-FFF2-40B4-BE49-F238E27FC236}">
                <a16:creationId xmlns:a16="http://schemas.microsoft.com/office/drawing/2014/main" id="{3F44A539-DF82-4212-B965-E1FB500E5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6865" y="870882"/>
            <a:ext cx="67773" cy="68613"/>
          </a:xfrm>
          <a:custGeom xmlns:a="http://schemas.openxmlformats.org/drawingml/2006/main">
            <a:pathLst>
              <a:path w="67773" h="68613">
                <a:moveTo>
                  <a:pt x="67773" y="0"/>
                </a:moveTo>
                <a:lnTo>
                  <a:pt x="4833" y="0"/>
                </a:lnTo>
                <a:lnTo>
                  <a:pt x="0" y="18808"/>
                </a:lnTo>
                <a:lnTo>
                  <a:pt x="1681" y="18808"/>
                </a:lnTo>
                <a:cubicBezTo>
                  <a:pt x="3572" y="10297"/>
                  <a:pt x="10928" y="3888"/>
                  <a:pt x="19649" y="3888"/>
                </a:cubicBezTo>
                <a:lnTo>
                  <a:pt x="29210" y="3888"/>
                </a:lnTo>
                <a:lnTo>
                  <a:pt x="15235" y="60418"/>
                </a:lnTo>
                <a:cubicBezTo>
                  <a:pt x="14395" y="63990"/>
                  <a:pt x="12294" y="66932"/>
                  <a:pt x="4098" y="66932"/>
                </a:cubicBezTo>
                <a:lnTo>
                  <a:pt x="2206" y="66932"/>
                </a:lnTo>
                <a:lnTo>
                  <a:pt x="1786" y="68613"/>
                </a:lnTo>
                <a:lnTo>
                  <a:pt x="36355" y="68613"/>
                </a:lnTo>
                <a:lnTo>
                  <a:pt x="36776" y="66932"/>
                </a:lnTo>
                <a:lnTo>
                  <a:pt x="34569" y="66932"/>
                </a:lnTo>
                <a:cubicBezTo>
                  <a:pt x="28265" y="66932"/>
                  <a:pt x="26584" y="65251"/>
                  <a:pt x="26584" y="63045"/>
                </a:cubicBezTo>
                <a:cubicBezTo>
                  <a:pt x="26584" y="62099"/>
                  <a:pt x="26899" y="61363"/>
                  <a:pt x="27109" y="60418"/>
                </a:cubicBezTo>
                <a:lnTo>
                  <a:pt x="41084" y="3888"/>
                </a:lnTo>
                <a:lnTo>
                  <a:pt x="51381" y="3888"/>
                </a:lnTo>
                <a:cubicBezTo>
                  <a:pt x="55689" y="3888"/>
                  <a:pt x="61784" y="4413"/>
                  <a:pt x="61784" y="11348"/>
                </a:cubicBezTo>
                <a:cubicBezTo>
                  <a:pt x="61784" y="14185"/>
                  <a:pt x="61468" y="17022"/>
                  <a:pt x="61258" y="18808"/>
                </a:cubicBezTo>
                <a:lnTo>
                  <a:pt x="62939" y="18808"/>
                </a:lnTo>
                <a:lnTo>
                  <a:pt x="677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df-path-26">
            <a:extLst xmlns:a="http://schemas.openxmlformats.org/drawingml/2006/main">
              <a:ext uri="{FF2B5EF4-FFF2-40B4-BE49-F238E27FC236}">
                <a16:creationId xmlns:a16="http://schemas.microsoft.com/office/drawing/2014/main" id="{4CC864CB-6F6B-49A7-B235-721E8CFA7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1780" y="817883"/>
            <a:ext cx="34629" cy="100766"/>
          </a:xfrm>
          <a:custGeom xmlns:a="http://schemas.openxmlformats.org/drawingml/2006/main">
            <a:pathLst>
              <a:path w="34629" h="100766">
                <a:moveTo>
                  <a:pt x="34629" y="0"/>
                </a:moveTo>
                <a:lnTo>
                  <a:pt x="11295" y="3418"/>
                </a:lnTo>
                <a:lnTo>
                  <a:pt x="11741" y="5648"/>
                </a:lnTo>
                <a:cubicBezTo>
                  <a:pt x="12930" y="5499"/>
                  <a:pt x="14713" y="5202"/>
                  <a:pt x="15754" y="5202"/>
                </a:cubicBezTo>
                <a:cubicBezTo>
                  <a:pt x="19172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5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6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6" y="100766"/>
                  <a:pt x="20807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6" y="91403"/>
                  <a:pt x="14268" y="91403"/>
                </a:cubicBezTo>
                <a:cubicBezTo>
                  <a:pt x="13079" y="91403"/>
                  <a:pt x="12484" y="90511"/>
                  <a:pt x="12484" y="89471"/>
                </a:cubicBezTo>
                <a:cubicBezTo>
                  <a:pt x="12484" y="88431"/>
                  <a:pt x="12633" y="87836"/>
                  <a:pt x="12633" y="87836"/>
                </a:cubicBezTo>
                <a:lnTo>
                  <a:pt x="3462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pdf-path-28">
            <a:extLst xmlns:a="http://schemas.openxmlformats.org/drawingml/2006/main">
              <a:ext uri="{FF2B5EF4-FFF2-40B4-BE49-F238E27FC236}">
                <a16:creationId xmlns:a16="http://schemas.microsoft.com/office/drawing/2014/main" id="{F0A2E01C-E34D-4065-95CD-CB3F8BF78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4722" y="790301"/>
            <a:ext cx="47493" cy="72501"/>
          </a:xfrm>
          <a:custGeom xmlns:a="http://schemas.openxmlformats.org/drawingml/2006/main">
            <a:pathLst>
              <a:path w="47493" h="72501">
                <a:moveTo>
                  <a:pt x="47493" y="36356"/>
                </a:moveTo>
                <a:cubicBezTo>
                  <a:pt x="47493" y="14816"/>
                  <a:pt x="37932" y="0"/>
                  <a:pt x="24167" y="0"/>
                </a:cubicBezTo>
                <a:cubicBezTo>
                  <a:pt x="7250" y="0"/>
                  <a:pt x="0" y="17127"/>
                  <a:pt x="0" y="35725"/>
                </a:cubicBezTo>
                <a:cubicBezTo>
                  <a:pt x="0" y="52957"/>
                  <a:pt x="5779" y="72501"/>
                  <a:pt x="23747" y="72501"/>
                </a:cubicBezTo>
                <a:cubicBezTo>
                  <a:pt x="40874" y="72501"/>
                  <a:pt x="47493" y="54429"/>
                  <a:pt x="47493" y="36356"/>
                </a:cubicBezTo>
                <a:moveTo>
                  <a:pt x="37406" y="36881"/>
                </a:moveTo>
                <a:cubicBezTo>
                  <a:pt x="37406" y="57686"/>
                  <a:pt x="32678" y="69769"/>
                  <a:pt x="23747" y="69769"/>
                </a:cubicBezTo>
                <a:cubicBezTo>
                  <a:pt x="14710" y="69769"/>
                  <a:pt x="10087" y="57791"/>
                  <a:pt x="10087" y="36461"/>
                </a:cubicBezTo>
                <a:cubicBezTo>
                  <a:pt x="10087" y="15131"/>
                  <a:pt x="14816" y="2732"/>
                  <a:pt x="23536" y="2732"/>
                </a:cubicBezTo>
                <a:cubicBezTo>
                  <a:pt x="32783" y="2732"/>
                  <a:pt x="37406" y="15026"/>
                  <a:pt x="37406" y="368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df-path-30">
            <a:extLst xmlns:a="http://schemas.openxmlformats.org/drawingml/2006/main">
              <a:ext uri="{FF2B5EF4-FFF2-40B4-BE49-F238E27FC236}">
                <a16:creationId xmlns:a16="http://schemas.microsoft.com/office/drawing/2014/main" id="{0DFA92E2-4797-4DE0-9040-32247FA7E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9974" y="693838"/>
            <a:ext cx="1172455" cy="334987"/>
          </a:xfrm>
          <a:custGeom xmlns:a="http://schemas.openxmlformats.org/drawingml/2006/main">
            <a:pathLst>
              <a:path w="1172455" h="334987">
                <a:moveTo>
                  <a:pt x="0" y="0"/>
                </a:moveTo>
                <a:lnTo>
                  <a:pt x="1172455" y="0"/>
                </a:lnTo>
                <a:lnTo>
                  <a:pt x="1172455" y="334987"/>
                </a:lnTo>
                <a:lnTo>
                  <a:pt x="0" y="334987"/>
                </a:lnTo>
                <a:close/>
              </a:path>
            </a:pathLst>
          </a:custGeom>
          <a:solidFill xmlns:a="http://schemas.openxmlformats.org/drawingml/2006/main">
            <a:srgbClr val="FFFFCC"/>
          </a:solidFill>
          <a:ln xmlns:a="http://schemas.openxmlformats.org/drawingml/2006/main" w="11166">
            <a:solidFill>
              <a:srgbClr val="FF9933"/>
            </a:solidFill>
            <a:prstDash val="solid"/>
          </a:ln>
        </p:spPr>
      </p:sp>
      <p:sp>
        <p:nvSpPr>
          <p:cNvPr id="18" name="pdf-path-32">
            <a:extLst xmlns:a="http://schemas.openxmlformats.org/drawingml/2006/main">
              <a:ext uri="{FF2B5EF4-FFF2-40B4-BE49-F238E27FC236}">
                <a16:creationId xmlns:a16="http://schemas.microsoft.com/office/drawing/2014/main" id="{D53F1ECB-0136-437F-A413-CC928D16F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8404" y="816694"/>
            <a:ext cx="38047" cy="126775"/>
          </a:xfrm>
          <a:custGeom xmlns:a="http://schemas.openxmlformats.org/drawingml/2006/main">
            <a:pathLst>
              <a:path w="38047" h="126775">
                <a:moveTo>
                  <a:pt x="38047" y="124397"/>
                </a:moveTo>
                <a:cubicBezTo>
                  <a:pt x="17240" y="107008"/>
                  <a:pt x="12781" y="90214"/>
                  <a:pt x="12781" y="62570"/>
                </a:cubicBezTo>
                <a:cubicBezTo>
                  <a:pt x="12781" y="33886"/>
                  <a:pt x="17388" y="20064"/>
                  <a:pt x="38047" y="2378"/>
                </a:cubicBezTo>
                <a:lnTo>
                  <a:pt x="36709" y="0"/>
                </a:lnTo>
                <a:cubicBezTo>
                  <a:pt x="12930" y="14119"/>
                  <a:pt x="0" y="35521"/>
                  <a:pt x="0" y="63016"/>
                </a:cubicBezTo>
                <a:cubicBezTo>
                  <a:pt x="0" y="88282"/>
                  <a:pt x="12781" y="113399"/>
                  <a:pt x="36264" y="126775"/>
                </a:cubicBezTo>
                <a:lnTo>
                  <a:pt x="38047" y="1243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df-path-34">
            <a:extLst xmlns:a="http://schemas.openxmlformats.org/drawingml/2006/main">
              <a:ext uri="{FF2B5EF4-FFF2-40B4-BE49-F238E27FC236}">
                <a16:creationId xmlns:a16="http://schemas.microsoft.com/office/drawing/2014/main" id="{07ECF2BF-4BEB-413F-8C7F-3F4DBADB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409" y="859794"/>
            <a:ext cx="87539" cy="39533"/>
          </a:xfrm>
          <a:custGeom xmlns:a="http://schemas.openxmlformats.org/drawingml/2006/main">
            <a:pathLst>
              <a:path w="87539" h="39533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3"/>
                </a:moveTo>
                <a:lnTo>
                  <a:pt x="87539" y="29724"/>
                </a:lnTo>
                <a:lnTo>
                  <a:pt x="0" y="29724"/>
                </a:lnTo>
                <a:lnTo>
                  <a:pt x="0" y="39533"/>
                </a:lnTo>
                <a:lnTo>
                  <a:pt x="87539" y="395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df-path-36">
            <a:extLst xmlns:a="http://schemas.openxmlformats.org/drawingml/2006/main">
              <a:ext uri="{FF2B5EF4-FFF2-40B4-BE49-F238E27FC236}">
                <a16:creationId xmlns:a16="http://schemas.microsoft.com/office/drawing/2014/main" id="{D74C654E-823E-4CDD-86C0-F3FEBFB8C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9154" y="816694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39"/>
                </a:lnTo>
                <a:cubicBezTo>
                  <a:pt x="30913" y="98239"/>
                  <a:pt x="27941" y="95564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5"/>
                </a:lnTo>
                <a:lnTo>
                  <a:pt x="4012" y="14119"/>
                </a:lnTo>
                <a:cubicBezTo>
                  <a:pt x="6688" y="13079"/>
                  <a:pt x="9215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9" y="97645"/>
                  <a:pt x="1040" y="98239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df-path-38">
            <a:extLst xmlns:a="http://schemas.openxmlformats.org/drawingml/2006/main">
              <a:ext uri="{FF2B5EF4-FFF2-40B4-BE49-F238E27FC236}">
                <a16:creationId xmlns:a16="http://schemas.microsoft.com/office/drawing/2014/main" id="{8778D591-B93D-44D8-A24B-DA6F9A604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1118" y="816694"/>
            <a:ext cx="38048" cy="126775"/>
          </a:xfrm>
          <a:custGeom xmlns:a="http://schemas.openxmlformats.org/drawingml/2006/main">
            <a:pathLst>
              <a:path w="38048" h="126775">
                <a:moveTo>
                  <a:pt x="0" y="2378"/>
                </a:moveTo>
                <a:cubicBezTo>
                  <a:pt x="21551" y="19321"/>
                  <a:pt x="25266" y="36412"/>
                  <a:pt x="25266" y="64205"/>
                </a:cubicBezTo>
                <a:cubicBezTo>
                  <a:pt x="25266" y="93038"/>
                  <a:pt x="21105" y="107008"/>
                  <a:pt x="0" y="124397"/>
                </a:cubicBezTo>
                <a:lnTo>
                  <a:pt x="1338" y="126775"/>
                </a:lnTo>
                <a:cubicBezTo>
                  <a:pt x="24969" y="112359"/>
                  <a:pt x="38048" y="91254"/>
                  <a:pt x="38048" y="63759"/>
                </a:cubicBezTo>
                <a:cubicBezTo>
                  <a:pt x="38048" y="38493"/>
                  <a:pt x="24524" y="13673"/>
                  <a:pt x="1784" y="0"/>
                </a:cubicBezTo>
                <a:lnTo>
                  <a:pt x="0" y="23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df-path-40">
            <a:extLst xmlns:a="http://schemas.openxmlformats.org/drawingml/2006/main">
              <a:ext uri="{FF2B5EF4-FFF2-40B4-BE49-F238E27FC236}">
                <a16:creationId xmlns:a16="http://schemas.microsoft.com/office/drawing/2014/main" id="{54C0EE24-8A9C-4A19-8932-F762E47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983" y="859794"/>
            <a:ext cx="87539" cy="39533"/>
          </a:xfrm>
          <a:custGeom xmlns:a="http://schemas.openxmlformats.org/drawingml/2006/main">
            <a:pathLst>
              <a:path w="87539" h="39533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3"/>
                </a:moveTo>
                <a:lnTo>
                  <a:pt x="87539" y="29724"/>
                </a:lnTo>
                <a:lnTo>
                  <a:pt x="0" y="29724"/>
                </a:lnTo>
                <a:lnTo>
                  <a:pt x="0" y="39533"/>
                </a:lnTo>
                <a:lnTo>
                  <a:pt x="87539" y="39533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df-path-42">
            <a:extLst xmlns:a="http://schemas.openxmlformats.org/drawingml/2006/main">
              <a:ext uri="{FF2B5EF4-FFF2-40B4-BE49-F238E27FC236}">
                <a16:creationId xmlns:a16="http://schemas.microsoft.com/office/drawing/2014/main" id="{EFAA0A05-E9D0-456D-8B29-4788CC0D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0798" y="816694"/>
            <a:ext cx="67178" cy="102549"/>
          </a:xfrm>
          <a:custGeom xmlns:a="http://schemas.openxmlformats.org/drawingml/2006/main">
            <a:pathLst>
              <a:path w="67178" h="102549">
                <a:moveTo>
                  <a:pt x="67178" y="51423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5" y="102549"/>
                  <a:pt x="33589" y="102549"/>
                </a:cubicBezTo>
                <a:cubicBezTo>
                  <a:pt x="57814" y="102549"/>
                  <a:pt x="67178" y="76987"/>
                  <a:pt x="67178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9" y="98685"/>
                </a:cubicBezTo>
                <a:cubicBezTo>
                  <a:pt x="20808" y="98685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df-path-44">
            <a:extLst xmlns:a="http://schemas.openxmlformats.org/drawingml/2006/main">
              <a:ext uri="{FF2B5EF4-FFF2-40B4-BE49-F238E27FC236}">
                <a16:creationId xmlns:a16="http://schemas.microsoft.com/office/drawing/2014/main" id="{7A2C18FF-8D47-4F27-8EB6-8BA0AABE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1945" y="902300"/>
            <a:ext cx="16497" cy="16497"/>
          </a:xfrm>
          <a:custGeom xmlns:a="http://schemas.openxmlformats.org/drawingml/2006/main">
            <a:pathLst>
              <a:path w="16497" h="16497">
                <a:moveTo>
                  <a:pt x="16497" y="8471"/>
                </a:moveTo>
                <a:cubicBezTo>
                  <a:pt x="16497" y="4013"/>
                  <a:pt x="12633" y="0"/>
                  <a:pt x="8323" y="0"/>
                </a:cubicBezTo>
                <a:cubicBezTo>
                  <a:pt x="3716" y="0"/>
                  <a:pt x="0" y="3716"/>
                  <a:pt x="0" y="8323"/>
                </a:cubicBezTo>
                <a:cubicBezTo>
                  <a:pt x="0" y="12930"/>
                  <a:pt x="3568" y="16497"/>
                  <a:pt x="8175" y="16497"/>
                </a:cubicBezTo>
                <a:cubicBezTo>
                  <a:pt x="12633" y="16497"/>
                  <a:pt x="16497" y="12781"/>
                  <a:pt x="16497" y="8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df-path-46">
            <a:extLst xmlns:a="http://schemas.openxmlformats.org/drawingml/2006/main">
              <a:ext uri="{FF2B5EF4-FFF2-40B4-BE49-F238E27FC236}">
                <a16:creationId xmlns:a16="http://schemas.microsoft.com/office/drawing/2014/main" id="{D38CC788-4DC5-4391-AF2F-3D1C9C747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195" y="816694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39"/>
                </a:lnTo>
                <a:cubicBezTo>
                  <a:pt x="30913" y="98239"/>
                  <a:pt x="27941" y="95564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5"/>
                </a:lnTo>
                <a:lnTo>
                  <a:pt x="4012" y="14119"/>
                </a:lnTo>
                <a:cubicBezTo>
                  <a:pt x="6688" y="13079"/>
                  <a:pt x="9215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9" y="97645"/>
                  <a:pt x="1040" y="98239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df-path-48">
            <a:extLst xmlns:a="http://schemas.openxmlformats.org/drawingml/2006/main">
              <a:ext uri="{FF2B5EF4-FFF2-40B4-BE49-F238E27FC236}">
                <a16:creationId xmlns:a16="http://schemas.microsoft.com/office/drawing/2014/main" id="{3EC8E309-6557-41A4-BAF4-6F62594D3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2119" y="853552"/>
            <a:ext cx="79216" cy="65543"/>
          </a:xfrm>
          <a:custGeom xmlns:a="http://schemas.openxmlformats.org/drawingml/2006/main">
            <a:pathLst>
              <a:path w="79216" h="65543">
                <a:moveTo>
                  <a:pt x="79216" y="0"/>
                </a:moveTo>
                <a:lnTo>
                  <a:pt x="37304" y="0"/>
                </a:lnTo>
                <a:cubicBezTo>
                  <a:pt x="21847" y="0"/>
                  <a:pt x="12336" y="6837"/>
                  <a:pt x="5796" y="18726"/>
                </a:cubicBezTo>
                <a:lnTo>
                  <a:pt x="8175" y="18726"/>
                </a:lnTo>
                <a:cubicBezTo>
                  <a:pt x="14714" y="10849"/>
                  <a:pt x="20213" y="10849"/>
                  <a:pt x="28833" y="10849"/>
                </a:cubicBezTo>
                <a:lnTo>
                  <a:pt x="15605" y="41466"/>
                </a:lnTo>
                <a:cubicBezTo>
                  <a:pt x="13674" y="45776"/>
                  <a:pt x="10998" y="50086"/>
                  <a:pt x="4607" y="51869"/>
                </a:cubicBezTo>
                <a:cubicBezTo>
                  <a:pt x="743" y="52910"/>
                  <a:pt x="0" y="56774"/>
                  <a:pt x="0" y="59003"/>
                </a:cubicBezTo>
                <a:cubicBezTo>
                  <a:pt x="0" y="62570"/>
                  <a:pt x="3716" y="65543"/>
                  <a:pt x="7580" y="65543"/>
                </a:cubicBezTo>
                <a:cubicBezTo>
                  <a:pt x="9363" y="65543"/>
                  <a:pt x="11593" y="65245"/>
                  <a:pt x="13227" y="63908"/>
                </a:cubicBezTo>
                <a:cubicBezTo>
                  <a:pt x="25712" y="54545"/>
                  <a:pt x="30319" y="28981"/>
                  <a:pt x="37156" y="10849"/>
                </a:cubicBezTo>
                <a:lnTo>
                  <a:pt x="51126" y="10849"/>
                </a:lnTo>
                <a:cubicBezTo>
                  <a:pt x="47411" y="23334"/>
                  <a:pt x="42952" y="33737"/>
                  <a:pt x="39534" y="44290"/>
                </a:cubicBezTo>
                <a:cubicBezTo>
                  <a:pt x="38642" y="47113"/>
                  <a:pt x="38196" y="50086"/>
                  <a:pt x="38196" y="53504"/>
                </a:cubicBezTo>
                <a:cubicBezTo>
                  <a:pt x="38196" y="59300"/>
                  <a:pt x="40723" y="64651"/>
                  <a:pt x="46667" y="64651"/>
                </a:cubicBezTo>
                <a:cubicBezTo>
                  <a:pt x="57072" y="64651"/>
                  <a:pt x="64948" y="54247"/>
                  <a:pt x="68069" y="43546"/>
                </a:cubicBezTo>
                <a:lnTo>
                  <a:pt x="65692" y="43546"/>
                </a:lnTo>
                <a:cubicBezTo>
                  <a:pt x="62124" y="51572"/>
                  <a:pt x="57963" y="53356"/>
                  <a:pt x="54842" y="53356"/>
                </a:cubicBezTo>
                <a:cubicBezTo>
                  <a:pt x="51572" y="53356"/>
                  <a:pt x="49194" y="49640"/>
                  <a:pt x="49194" y="46222"/>
                </a:cubicBezTo>
                <a:cubicBezTo>
                  <a:pt x="49194" y="36264"/>
                  <a:pt x="57072" y="17240"/>
                  <a:pt x="59152" y="10849"/>
                </a:cubicBezTo>
                <a:lnTo>
                  <a:pt x="75798" y="10849"/>
                </a:lnTo>
                <a:lnTo>
                  <a:pt x="7921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df-path-50">
            <a:extLst xmlns:a="http://schemas.openxmlformats.org/drawingml/2006/main">
              <a:ext uri="{FF2B5EF4-FFF2-40B4-BE49-F238E27FC236}">
                <a16:creationId xmlns:a16="http://schemas.microsoft.com/office/drawing/2014/main" id="{281A692F-F03E-47F4-A731-55ECF071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2417" y="870882"/>
            <a:ext cx="67773" cy="68613"/>
          </a:xfrm>
          <a:custGeom xmlns:a="http://schemas.openxmlformats.org/drawingml/2006/main">
            <a:pathLst>
              <a:path w="67773" h="68613">
                <a:moveTo>
                  <a:pt x="67773" y="0"/>
                </a:moveTo>
                <a:lnTo>
                  <a:pt x="4834" y="0"/>
                </a:lnTo>
                <a:lnTo>
                  <a:pt x="0" y="18808"/>
                </a:lnTo>
                <a:lnTo>
                  <a:pt x="1681" y="18808"/>
                </a:lnTo>
                <a:cubicBezTo>
                  <a:pt x="3573" y="10297"/>
                  <a:pt x="10928" y="3888"/>
                  <a:pt x="19649" y="3888"/>
                </a:cubicBezTo>
                <a:lnTo>
                  <a:pt x="29211" y="3888"/>
                </a:lnTo>
                <a:lnTo>
                  <a:pt x="15236" y="60418"/>
                </a:lnTo>
                <a:cubicBezTo>
                  <a:pt x="14396" y="63990"/>
                  <a:pt x="12294" y="66932"/>
                  <a:pt x="4099" y="66932"/>
                </a:cubicBezTo>
                <a:lnTo>
                  <a:pt x="2207" y="66932"/>
                </a:lnTo>
                <a:lnTo>
                  <a:pt x="1787" y="68613"/>
                </a:lnTo>
                <a:lnTo>
                  <a:pt x="36356" y="68613"/>
                </a:lnTo>
                <a:lnTo>
                  <a:pt x="36777" y="66932"/>
                </a:lnTo>
                <a:lnTo>
                  <a:pt x="34569" y="66932"/>
                </a:lnTo>
                <a:cubicBezTo>
                  <a:pt x="28265" y="66932"/>
                  <a:pt x="26584" y="65251"/>
                  <a:pt x="26584" y="63045"/>
                </a:cubicBezTo>
                <a:cubicBezTo>
                  <a:pt x="26584" y="62099"/>
                  <a:pt x="26899" y="61363"/>
                  <a:pt x="27109" y="60418"/>
                </a:cubicBezTo>
                <a:lnTo>
                  <a:pt x="41084" y="3888"/>
                </a:lnTo>
                <a:lnTo>
                  <a:pt x="51381" y="3888"/>
                </a:lnTo>
                <a:cubicBezTo>
                  <a:pt x="55689" y="3888"/>
                  <a:pt x="61784" y="4413"/>
                  <a:pt x="61784" y="11348"/>
                </a:cubicBezTo>
                <a:cubicBezTo>
                  <a:pt x="61784" y="14185"/>
                  <a:pt x="61468" y="17022"/>
                  <a:pt x="61258" y="18808"/>
                </a:cubicBezTo>
                <a:lnTo>
                  <a:pt x="62939" y="18808"/>
                </a:lnTo>
                <a:lnTo>
                  <a:pt x="677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df-path-52">
            <a:extLst xmlns:a="http://schemas.openxmlformats.org/drawingml/2006/main">
              <a:ext uri="{FF2B5EF4-FFF2-40B4-BE49-F238E27FC236}">
                <a16:creationId xmlns:a16="http://schemas.microsoft.com/office/drawing/2014/main" id="{1EFCE155-736B-4B19-8AA2-296CA8BF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333" y="817883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6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df-path-54">
            <a:extLst xmlns:a="http://schemas.openxmlformats.org/drawingml/2006/main">
              <a:ext uri="{FF2B5EF4-FFF2-40B4-BE49-F238E27FC236}">
                <a16:creationId xmlns:a16="http://schemas.microsoft.com/office/drawing/2014/main" id="{D9352C9A-5817-4395-B0FB-65065B361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0275" y="790301"/>
            <a:ext cx="47493" cy="72501"/>
          </a:xfrm>
          <a:custGeom xmlns:a="http://schemas.openxmlformats.org/drawingml/2006/main">
            <a:pathLst>
              <a:path w="47493" h="72501">
                <a:moveTo>
                  <a:pt x="47493" y="36356"/>
                </a:moveTo>
                <a:cubicBezTo>
                  <a:pt x="47493" y="14816"/>
                  <a:pt x="37932" y="0"/>
                  <a:pt x="24167" y="0"/>
                </a:cubicBezTo>
                <a:cubicBezTo>
                  <a:pt x="7250" y="0"/>
                  <a:pt x="0" y="17127"/>
                  <a:pt x="0" y="35725"/>
                </a:cubicBezTo>
                <a:cubicBezTo>
                  <a:pt x="0" y="52957"/>
                  <a:pt x="5779" y="72501"/>
                  <a:pt x="23747" y="72501"/>
                </a:cubicBezTo>
                <a:cubicBezTo>
                  <a:pt x="40873" y="72501"/>
                  <a:pt x="47493" y="54429"/>
                  <a:pt x="47493" y="36356"/>
                </a:cubicBezTo>
                <a:moveTo>
                  <a:pt x="37406" y="36881"/>
                </a:moveTo>
                <a:cubicBezTo>
                  <a:pt x="37406" y="57686"/>
                  <a:pt x="32678" y="69769"/>
                  <a:pt x="23747" y="69769"/>
                </a:cubicBezTo>
                <a:cubicBezTo>
                  <a:pt x="14710" y="69769"/>
                  <a:pt x="10087" y="57791"/>
                  <a:pt x="10087" y="36461"/>
                </a:cubicBezTo>
                <a:cubicBezTo>
                  <a:pt x="10087" y="15131"/>
                  <a:pt x="14815" y="2732"/>
                  <a:pt x="23536" y="2732"/>
                </a:cubicBezTo>
                <a:cubicBezTo>
                  <a:pt x="32783" y="2732"/>
                  <a:pt x="37406" y="15026"/>
                  <a:pt x="37406" y="368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df-path-56">
            <a:extLst xmlns:a="http://schemas.openxmlformats.org/drawingml/2006/main">
              <a:ext uri="{FF2B5EF4-FFF2-40B4-BE49-F238E27FC236}">
                <a16:creationId xmlns:a16="http://schemas.microsoft.com/office/drawing/2014/main" id="{2654CECB-DCCC-4937-BEEC-DDE5899E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065" y="375600"/>
            <a:ext cx="1457193" cy="318238"/>
          </a:xfrm>
          <a:custGeom xmlns:a="http://schemas.openxmlformats.org/drawingml/2006/main">
            <a:pathLst>
              <a:path w="1457193" h="318238">
                <a:moveTo>
                  <a:pt x="0" y="318238"/>
                </a:moveTo>
                <a:lnTo>
                  <a:pt x="145719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31" name="pdf-path-57">
            <a:extLst xmlns:a="http://schemas.openxmlformats.org/drawingml/2006/main">
              <a:ext uri="{FF2B5EF4-FFF2-40B4-BE49-F238E27FC236}">
                <a16:creationId xmlns:a16="http://schemas.microsoft.com/office/drawing/2014/main" id="{2F76416E-B8C4-42DC-943C-000D8ABBE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259" y="375600"/>
            <a:ext cx="1473943" cy="318238"/>
          </a:xfrm>
          <a:custGeom xmlns:a="http://schemas.openxmlformats.org/drawingml/2006/main">
            <a:pathLst>
              <a:path w="1473943" h="318238">
                <a:moveTo>
                  <a:pt x="1473943" y="318238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32" name="pdf-path-58">
            <a:extLst xmlns:a="http://schemas.openxmlformats.org/drawingml/2006/main">
              <a:ext uri="{FF2B5EF4-FFF2-40B4-BE49-F238E27FC236}">
                <a16:creationId xmlns:a16="http://schemas.microsoft.com/office/drawing/2014/main" id="{88688D2B-CAAD-4387-80C5-5449DE8F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56" y="1380561"/>
            <a:ext cx="1563273" cy="307072"/>
          </a:xfrm>
          <a:custGeom xmlns:a="http://schemas.openxmlformats.org/drawingml/2006/main">
            <a:pathLst>
              <a:path w="1563273" h="307072">
                <a:moveTo>
                  <a:pt x="0" y="0"/>
                </a:moveTo>
                <a:lnTo>
                  <a:pt x="1563273" y="0"/>
                </a:lnTo>
                <a:lnTo>
                  <a:pt x="1563273" y="307072"/>
                </a:lnTo>
                <a:lnTo>
                  <a:pt x="0" y="307072"/>
                </a:lnTo>
                <a:close/>
              </a:path>
            </a:pathLst>
          </a:custGeom>
          <a:solidFill xmlns:a="http://schemas.openxmlformats.org/drawingml/2006/main">
            <a:srgbClr val="CCFFFF"/>
          </a:solidFill>
          <a:ln xmlns:a="http://schemas.openxmlformats.org/drawingml/2006/main" w="11166">
            <a:solidFill>
              <a:srgbClr val="66B2FF"/>
            </a:solidFill>
            <a:prstDash val="solid"/>
          </a:ln>
        </p:spPr>
      </p:sp>
      <p:sp>
        <p:nvSpPr>
          <p:cNvPr id="33" name="pdf-path-60">
            <a:extLst xmlns:a="http://schemas.openxmlformats.org/drawingml/2006/main">
              <a:ext uri="{FF2B5EF4-FFF2-40B4-BE49-F238E27FC236}">
                <a16:creationId xmlns:a16="http://schemas.microsoft.com/office/drawing/2014/main" id="{43FB80EC-7E60-4D14-AEB9-AF65D57B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581" y="1486668"/>
            <a:ext cx="38048" cy="126775"/>
          </a:xfrm>
          <a:custGeom xmlns:a="http://schemas.openxmlformats.org/drawingml/2006/main">
            <a:pathLst>
              <a:path w="38048" h="126775">
                <a:moveTo>
                  <a:pt x="38048" y="124397"/>
                </a:moveTo>
                <a:cubicBezTo>
                  <a:pt x="17240" y="107008"/>
                  <a:pt x="12781" y="90214"/>
                  <a:pt x="12781" y="62570"/>
                </a:cubicBezTo>
                <a:cubicBezTo>
                  <a:pt x="12781" y="33886"/>
                  <a:pt x="17389" y="20064"/>
                  <a:pt x="38048" y="2378"/>
                </a:cubicBezTo>
                <a:lnTo>
                  <a:pt x="36710" y="0"/>
                </a:lnTo>
                <a:cubicBezTo>
                  <a:pt x="12930" y="14119"/>
                  <a:pt x="0" y="35521"/>
                  <a:pt x="0" y="63016"/>
                </a:cubicBezTo>
                <a:cubicBezTo>
                  <a:pt x="0" y="88282"/>
                  <a:pt x="12781" y="113399"/>
                  <a:pt x="36264" y="126775"/>
                </a:cubicBezTo>
                <a:lnTo>
                  <a:pt x="38048" y="124397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df-path-62">
            <a:extLst xmlns:a="http://schemas.openxmlformats.org/drawingml/2006/main">
              <a:ext uri="{FF2B5EF4-FFF2-40B4-BE49-F238E27FC236}">
                <a16:creationId xmlns:a16="http://schemas.microsoft.com/office/drawing/2014/main" id="{310DB35A-0CC8-4CD2-80D2-1922B72E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586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df-path-64">
            <a:extLst xmlns:a="http://schemas.openxmlformats.org/drawingml/2006/main">
              <a:ext uri="{FF2B5EF4-FFF2-40B4-BE49-F238E27FC236}">
                <a16:creationId xmlns:a16="http://schemas.microsoft.com/office/drawing/2014/main" id="{9A5EAD2B-8CC4-4805-98E4-4841F683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401" y="1486668"/>
            <a:ext cx="67177" cy="102549"/>
          </a:xfrm>
          <a:custGeom xmlns:a="http://schemas.openxmlformats.org/drawingml/2006/main">
            <a:pathLst>
              <a:path w="67177" h="102549">
                <a:moveTo>
                  <a:pt x="67177" y="51423"/>
                </a:moveTo>
                <a:cubicBezTo>
                  <a:pt x="67177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4" y="102549"/>
                  <a:pt x="33588" y="102549"/>
                </a:cubicBezTo>
                <a:cubicBezTo>
                  <a:pt x="57814" y="102549"/>
                  <a:pt x="67177" y="76987"/>
                  <a:pt x="67177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8" y="98685"/>
                </a:cubicBezTo>
                <a:cubicBezTo>
                  <a:pt x="20807" y="98685"/>
                  <a:pt x="14267" y="81742"/>
                  <a:pt x="14267" y="51572"/>
                </a:cubicBezTo>
                <a:cubicBezTo>
                  <a:pt x="14267" y="21402"/>
                  <a:pt x="20956" y="3864"/>
                  <a:pt x="33291" y="3864"/>
                </a:cubicBezTo>
                <a:cubicBezTo>
                  <a:pt x="46370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df-path-66">
            <a:extLst xmlns:a="http://schemas.openxmlformats.org/drawingml/2006/main">
              <a:ext uri="{FF2B5EF4-FFF2-40B4-BE49-F238E27FC236}">
                <a16:creationId xmlns:a16="http://schemas.microsoft.com/office/drawing/2014/main" id="{77537F9E-8D4A-4F32-8B27-A33FCAEB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60" y="1484587"/>
            <a:ext cx="9809" cy="130639"/>
          </a:xfrm>
          <a:custGeom xmlns:a="http://schemas.openxmlformats.org/drawingml/2006/main">
            <a:pathLst>
              <a:path w="9809" h="130639">
                <a:moveTo>
                  <a:pt x="9809" y="130639"/>
                </a:moveTo>
                <a:lnTo>
                  <a:pt x="9809" y="0"/>
                </a:lnTo>
                <a:lnTo>
                  <a:pt x="0" y="0"/>
                </a:lnTo>
                <a:lnTo>
                  <a:pt x="0" y="130639"/>
                </a:lnTo>
                <a:lnTo>
                  <a:pt x="9809" y="130639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pdf-path-68">
            <a:extLst xmlns:a="http://schemas.openxmlformats.org/drawingml/2006/main">
              <a:ext uri="{FF2B5EF4-FFF2-40B4-BE49-F238E27FC236}">
                <a16:creationId xmlns:a16="http://schemas.microsoft.com/office/drawing/2014/main" id="{19BD5FE6-0621-4857-B55F-ACB172EB7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204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df-path-70">
            <a:extLst xmlns:a="http://schemas.openxmlformats.org/drawingml/2006/main">
              <a:ext uri="{FF2B5EF4-FFF2-40B4-BE49-F238E27FC236}">
                <a16:creationId xmlns:a16="http://schemas.microsoft.com/office/drawing/2014/main" id="{D8923FFB-F611-45F6-ABC0-C6FE77B9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021" y="1486668"/>
            <a:ext cx="67177" cy="102549"/>
          </a:xfrm>
          <a:custGeom xmlns:a="http://schemas.openxmlformats.org/drawingml/2006/main">
            <a:pathLst>
              <a:path w="67177" h="102549">
                <a:moveTo>
                  <a:pt x="67177" y="51423"/>
                </a:moveTo>
                <a:cubicBezTo>
                  <a:pt x="67177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4" y="102549"/>
                  <a:pt x="33588" y="102549"/>
                </a:cubicBezTo>
                <a:cubicBezTo>
                  <a:pt x="57814" y="102549"/>
                  <a:pt x="67177" y="76987"/>
                  <a:pt x="67177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8" y="98685"/>
                </a:cubicBezTo>
                <a:cubicBezTo>
                  <a:pt x="20807" y="98685"/>
                  <a:pt x="14267" y="81742"/>
                  <a:pt x="14267" y="51572"/>
                </a:cubicBezTo>
                <a:cubicBezTo>
                  <a:pt x="14267" y="21402"/>
                  <a:pt x="20956" y="3864"/>
                  <a:pt x="33291" y="3864"/>
                </a:cubicBezTo>
                <a:cubicBezTo>
                  <a:pt x="46370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df-path-72">
            <a:extLst xmlns:a="http://schemas.openxmlformats.org/drawingml/2006/main">
              <a:ext uri="{FF2B5EF4-FFF2-40B4-BE49-F238E27FC236}">
                <a16:creationId xmlns:a16="http://schemas.microsoft.com/office/drawing/2014/main" id="{BF59A682-E894-460D-A699-72690204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914" y="1486668"/>
            <a:ext cx="38048" cy="126775"/>
          </a:xfrm>
          <a:custGeom xmlns:a="http://schemas.openxmlformats.org/drawingml/2006/main">
            <a:pathLst>
              <a:path w="38048" h="126775">
                <a:moveTo>
                  <a:pt x="0" y="2378"/>
                </a:moveTo>
                <a:cubicBezTo>
                  <a:pt x="21550" y="19321"/>
                  <a:pt x="25266" y="36412"/>
                  <a:pt x="25266" y="64205"/>
                </a:cubicBezTo>
                <a:cubicBezTo>
                  <a:pt x="25266" y="93038"/>
                  <a:pt x="21104" y="107008"/>
                  <a:pt x="0" y="124397"/>
                </a:cubicBezTo>
                <a:lnTo>
                  <a:pt x="1338" y="126775"/>
                </a:lnTo>
                <a:cubicBezTo>
                  <a:pt x="24969" y="112359"/>
                  <a:pt x="38048" y="91254"/>
                  <a:pt x="38048" y="63759"/>
                </a:cubicBezTo>
                <a:cubicBezTo>
                  <a:pt x="38048" y="38493"/>
                  <a:pt x="24523" y="13673"/>
                  <a:pt x="1783" y="0"/>
                </a:cubicBezTo>
                <a:lnTo>
                  <a:pt x="0" y="2378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df-path-74">
            <a:extLst xmlns:a="http://schemas.openxmlformats.org/drawingml/2006/main">
              <a:ext uri="{FF2B5EF4-FFF2-40B4-BE49-F238E27FC236}">
                <a16:creationId xmlns:a16="http://schemas.microsoft.com/office/drawing/2014/main" id="{DEF8DDC9-7FEB-4AC2-84C8-F3188DC8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778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df-path-76">
            <a:extLst xmlns:a="http://schemas.openxmlformats.org/drawingml/2006/main">
              <a:ext uri="{FF2B5EF4-FFF2-40B4-BE49-F238E27FC236}">
                <a16:creationId xmlns:a16="http://schemas.microsoft.com/office/drawing/2014/main" id="{A5560A58-9170-4560-A08F-69344E6F1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594" y="1486668"/>
            <a:ext cx="67177" cy="102549"/>
          </a:xfrm>
          <a:custGeom xmlns:a="http://schemas.openxmlformats.org/drawingml/2006/main">
            <a:pathLst>
              <a:path w="67177" h="102549">
                <a:moveTo>
                  <a:pt x="67177" y="51423"/>
                </a:moveTo>
                <a:cubicBezTo>
                  <a:pt x="67177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4" y="102549"/>
                  <a:pt x="33588" y="102549"/>
                </a:cubicBezTo>
                <a:cubicBezTo>
                  <a:pt x="57814" y="102549"/>
                  <a:pt x="67177" y="76987"/>
                  <a:pt x="67177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8" y="98685"/>
                </a:cubicBezTo>
                <a:cubicBezTo>
                  <a:pt x="20807" y="98685"/>
                  <a:pt x="14267" y="81742"/>
                  <a:pt x="14267" y="51572"/>
                </a:cubicBezTo>
                <a:cubicBezTo>
                  <a:pt x="14267" y="21402"/>
                  <a:pt x="20956" y="3864"/>
                  <a:pt x="33291" y="3864"/>
                </a:cubicBezTo>
                <a:cubicBezTo>
                  <a:pt x="46370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pdf-path-78">
            <a:extLst xmlns:a="http://schemas.openxmlformats.org/drawingml/2006/main">
              <a:ext uri="{FF2B5EF4-FFF2-40B4-BE49-F238E27FC236}">
                <a16:creationId xmlns:a16="http://schemas.microsoft.com/office/drawing/2014/main" id="{8E380B47-A86E-45E9-B2A3-567A0DBB8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0742" y="1572275"/>
            <a:ext cx="16497" cy="16497"/>
          </a:xfrm>
          <a:custGeom xmlns:a="http://schemas.openxmlformats.org/drawingml/2006/main">
            <a:pathLst>
              <a:path w="16497" h="16497">
                <a:moveTo>
                  <a:pt x="16497" y="8471"/>
                </a:moveTo>
                <a:cubicBezTo>
                  <a:pt x="16497" y="4013"/>
                  <a:pt x="12633" y="0"/>
                  <a:pt x="8323" y="0"/>
                </a:cubicBezTo>
                <a:cubicBezTo>
                  <a:pt x="3716" y="0"/>
                  <a:pt x="0" y="3715"/>
                  <a:pt x="0" y="8323"/>
                </a:cubicBezTo>
                <a:cubicBezTo>
                  <a:pt x="0" y="12930"/>
                  <a:pt x="3567" y="16497"/>
                  <a:pt x="8175" y="16497"/>
                </a:cubicBezTo>
                <a:cubicBezTo>
                  <a:pt x="12633" y="16497"/>
                  <a:pt x="16497" y="12781"/>
                  <a:pt x="16497" y="8471"/>
                </a:cubicBez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pdf-path-80">
            <a:extLst xmlns:a="http://schemas.openxmlformats.org/drawingml/2006/main">
              <a:ext uri="{FF2B5EF4-FFF2-40B4-BE49-F238E27FC236}">
                <a16:creationId xmlns:a16="http://schemas.microsoft.com/office/drawing/2014/main" id="{B72E41C5-1CD0-40D9-954B-99471C16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817" y="1486668"/>
            <a:ext cx="57814" cy="102549"/>
          </a:xfrm>
          <a:custGeom xmlns:a="http://schemas.openxmlformats.org/drawingml/2006/main">
            <a:pathLst>
              <a:path w="57814" h="102549">
                <a:moveTo>
                  <a:pt x="57814" y="77432"/>
                </a:moveTo>
                <a:cubicBezTo>
                  <a:pt x="57814" y="65542"/>
                  <a:pt x="53058" y="57517"/>
                  <a:pt x="34778" y="45330"/>
                </a:cubicBezTo>
                <a:cubicBezTo>
                  <a:pt x="49491" y="37453"/>
                  <a:pt x="54693" y="32400"/>
                  <a:pt x="54693" y="21253"/>
                </a:cubicBezTo>
                <a:cubicBezTo>
                  <a:pt x="54693" y="9660"/>
                  <a:pt x="44438" y="0"/>
                  <a:pt x="29725" y="0"/>
                </a:cubicBezTo>
                <a:cubicBezTo>
                  <a:pt x="13228" y="0"/>
                  <a:pt x="892" y="8917"/>
                  <a:pt x="892" y="23185"/>
                </a:cubicBezTo>
                <a:cubicBezTo>
                  <a:pt x="892" y="32846"/>
                  <a:pt x="4013" y="38493"/>
                  <a:pt x="19321" y="51126"/>
                </a:cubicBezTo>
                <a:cubicBezTo>
                  <a:pt x="3418" y="62273"/>
                  <a:pt x="0" y="68069"/>
                  <a:pt x="0" y="78324"/>
                </a:cubicBezTo>
                <a:cubicBezTo>
                  <a:pt x="0" y="92295"/>
                  <a:pt x="11741" y="102549"/>
                  <a:pt x="28536" y="102549"/>
                </a:cubicBezTo>
                <a:cubicBezTo>
                  <a:pt x="46370" y="102549"/>
                  <a:pt x="57814" y="92740"/>
                  <a:pt x="57814" y="77432"/>
                </a:cubicBezTo>
                <a:moveTo>
                  <a:pt x="44438" y="21253"/>
                </a:moveTo>
                <a:cubicBezTo>
                  <a:pt x="44438" y="30468"/>
                  <a:pt x="40574" y="36710"/>
                  <a:pt x="30468" y="42655"/>
                </a:cubicBezTo>
                <a:cubicBezTo>
                  <a:pt x="17389" y="34926"/>
                  <a:pt x="11890" y="28089"/>
                  <a:pt x="11890" y="18875"/>
                </a:cubicBezTo>
                <a:cubicBezTo>
                  <a:pt x="11890" y="9660"/>
                  <a:pt x="18281" y="4161"/>
                  <a:pt x="28238" y="4161"/>
                </a:cubicBezTo>
                <a:cubicBezTo>
                  <a:pt x="38345" y="4161"/>
                  <a:pt x="44438" y="10998"/>
                  <a:pt x="44438" y="21253"/>
                </a:cubicBezTo>
                <a:moveTo>
                  <a:pt x="31954" y="60044"/>
                </a:moveTo>
                <a:cubicBezTo>
                  <a:pt x="42060" y="66880"/>
                  <a:pt x="46519" y="72825"/>
                  <a:pt x="46519" y="82040"/>
                </a:cubicBezTo>
                <a:cubicBezTo>
                  <a:pt x="46519" y="91700"/>
                  <a:pt x="39831" y="98388"/>
                  <a:pt x="30170" y="98388"/>
                </a:cubicBezTo>
                <a:cubicBezTo>
                  <a:pt x="18875" y="98388"/>
                  <a:pt x="11296" y="90660"/>
                  <a:pt x="11296" y="76987"/>
                </a:cubicBezTo>
                <a:cubicBezTo>
                  <a:pt x="11296" y="67326"/>
                  <a:pt x="14417" y="61232"/>
                  <a:pt x="23185" y="54099"/>
                </a:cubicBezTo>
                <a:lnTo>
                  <a:pt x="31954" y="60044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df-path-82">
            <a:extLst xmlns:a="http://schemas.openxmlformats.org/drawingml/2006/main">
              <a:ext uri="{FF2B5EF4-FFF2-40B4-BE49-F238E27FC236}">
                <a16:creationId xmlns:a16="http://schemas.microsoft.com/office/drawing/2014/main" id="{12F74069-91C3-4F03-94A8-5DDA8FC88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96" y="1523526"/>
            <a:ext cx="79216" cy="65543"/>
          </a:xfrm>
          <a:custGeom xmlns:a="http://schemas.openxmlformats.org/drawingml/2006/main">
            <a:pathLst>
              <a:path w="79216" h="65543">
                <a:moveTo>
                  <a:pt x="79216" y="0"/>
                </a:moveTo>
                <a:lnTo>
                  <a:pt x="37305" y="0"/>
                </a:lnTo>
                <a:cubicBezTo>
                  <a:pt x="21848" y="0"/>
                  <a:pt x="12336" y="6837"/>
                  <a:pt x="5796" y="18726"/>
                </a:cubicBezTo>
                <a:lnTo>
                  <a:pt x="8175" y="18726"/>
                </a:lnTo>
                <a:cubicBezTo>
                  <a:pt x="14713" y="10849"/>
                  <a:pt x="20213" y="10849"/>
                  <a:pt x="28833" y="10849"/>
                </a:cubicBezTo>
                <a:lnTo>
                  <a:pt x="15606" y="41466"/>
                </a:lnTo>
                <a:cubicBezTo>
                  <a:pt x="13673" y="45776"/>
                  <a:pt x="10998" y="50086"/>
                  <a:pt x="4607" y="51869"/>
                </a:cubicBezTo>
                <a:cubicBezTo>
                  <a:pt x="743" y="52910"/>
                  <a:pt x="0" y="56774"/>
                  <a:pt x="0" y="59003"/>
                </a:cubicBezTo>
                <a:cubicBezTo>
                  <a:pt x="0" y="62570"/>
                  <a:pt x="3716" y="65543"/>
                  <a:pt x="7580" y="65543"/>
                </a:cubicBezTo>
                <a:cubicBezTo>
                  <a:pt x="9363" y="65543"/>
                  <a:pt x="11592" y="65245"/>
                  <a:pt x="13228" y="63908"/>
                </a:cubicBezTo>
                <a:cubicBezTo>
                  <a:pt x="25712" y="54544"/>
                  <a:pt x="30319" y="28981"/>
                  <a:pt x="37156" y="10849"/>
                </a:cubicBezTo>
                <a:lnTo>
                  <a:pt x="51126" y="10849"/>
                </a:lnTo>
                <a:cubicBezTo>
                  <a:pt x="47411" y="23334"/>
                  <a:pt x="42952" y="33737"/>
                  <a:pt x="39533" y="44290"/>
                </a:cubicBezTo>
                <a:cubicBezTo>
                  <a:pt x="38642" y="47113"/>
                  <a:pt x="38196" y="50086"/>
                  <a:pt x="38196" y="53504"/>
                </a:cubicBezTo>
                <a:cubicBezTo>
                  <a:pt x="38196" y="59300"/>
                  <a:pt x="40723" y="64651"/>
                  <a:pt x="46668" y="64651"/>
                </a:cubicBezTo>
                <a:cubicBezTo>
                  <a:pt x="57071" y="64651"/>
                  <a:pt x="64948" y="54247"/>
                  <a:pt x="68069" y="43547"/>
                </a:cubicBezTo>
                <a:lnTo>
                  <a:pt x="65691" y="43547"/>
                </a:lnTo>
                <a:cubicBezTo>
                  <a:pt x="62124" y="51572"/>
                  <a:pt x="57963" y="53356"/>
                  <a:pt x="54842" y="53356"/>
                </a:cubicBezTo>
                <a:cubicBezTo>
                  <a:pt x="51572" y="53356"/>
                  <a:pt x="49194" y="49640"/>
                  <a:pt x="49194" y="46222"/>
                </a:cubicBezTo>
                <a:cubicBezTo>
                  <a:pt x="49194" y="36264"/>
                  <a:pt x="57071" y="17240"/>
                  <a:pt x="59152" y="10849"/>
                </a:cubicBezTo>
                <a:lnTo>
                  <a:pt x="75798" y="10849"/>
                </a:lnTo>
                <a:lnTo>
                  <a:pt x="79216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df-path-84">
            <a:extLst xmlns:a="http://schemas.openxmlformats.org/drawingml/2006/main">
              <a:ext uri="{FF2B5EF4-FFF2-40B4-BE49-F238E27FC236}">
                <a16:creationId xmlns:a16="http://schemas.microsoft.com/office/drawing/2014/main" id="{7DF42DC8-8987-427B-AFEF-A315DD10C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595" y="1540856"/>
            <a:ext cx="67773" cy="68613"/>
          </a:xfrm>
          <a:custGeom xmlns:a="http://schemas.openxmlformats.org/drawingml/2006/main">
            <a:pathLst>
              <a:path w="67773" h="68613">
                <a:moveTo>
                  <a:pt x="67773" y="0"/>
                </a:moveTo>
                <a:lnTo>
                  <a:pt x="4833" y="0"/>
                </a:lnTo>
                <a:lnTo>
                  <a:pt x="0" y="18808"/>
                </a:lnTo>
                <a:lnTo>
                  <a:pt x="1681" y="18808"/>
                </a:lnTo>
                <a:cubicBezTo>
                  <a:pt x="3572" y="10297"/>
                  <a:pt x="10928" y="3888"/>
                  <a:pt x="19649" y="3888"/>
                </a:cubicBezTo>
                <a:lnTo>
                  <a:pt x="29210" y="3888"/>
                </a:lnTo>
                <a:lnTo>
                  <a:pt x="15235" y="60418"/>
                </a:lnTo>
                <a:cubicBezTo>
                  <a:pt x="14395" y="63990"/>
                  <a:pt x="12294" y="66932"/>
                  <a:pt x="4098" y="66932"/>
                </a:cubicBezTo>
                <a:lnTo>
                  <a:pt x="2206" y="66932"/>
                </a:lnTo>
                <a:lnTo>
                  <a:pt x="1786" y="68613"/>
                </a:lnTo>
                <a:lnTo>
                  <a:pt x="36355" y="68613"/>
                </a:lnTo>
                <a:lnTo>
                  <a:pt x="36776" y="66932"/>
                </a:lnTo>
                <a:lnTo>
                  <a:pt x="34569" y="66932"/>
                </a:lnTo>
                <a:cubicBezTo>
                  <a:pt x="28265" y="66932"/>
                  <a:pt x="26584" y="65251"/>
                  <a:pt x="26584" y="63045"/>
                </a:cubicBezTo>
                <a:cubicBezTo>
                  <a:pt x="26584" y="62099"/>
                  <a:pt x="26899" y="61363"/>
                  <a:pt x="27109" y="60418"/>
                </a:cubicBezTo>
                <a:lnTo>
                  <a:pt x="41084" y="3888"/>
                </a:lnTo>
                <a:lnTo>
                  <a:pt x="51381" y="3888"/>
                </a:lnTo>
                <a:cubicBezTo>
                  <a:pt x="55689" y="3888"/>
                  <a:pt x="61784" y="4413"/>
                  <a:pt x="61784" y="11348"/>
                </a:cubicBezTo>
                <a:cubicBezTo>
                  <a:pt x="61784" y="14185"/>
                  <a:pt x="61468" y="17022"/>
                  <a:pt x="61258" y="18808"/>
                </a:cubicBezTo>
                <a:lnTo>
                  <a:pt x="62939" y="18808"/>
                </a:lnTo>
                <a:lnTo>
                  <a:pt x="67773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pdf-path-86">
            <a:extLst xmlns:a="http://schemas.openxmlformats.org/drawingml/2006/main">
              <a:ext uri="{FF2B5EF4-FFF2-40B4-BE49-F238E27FC236}">
                <a16:creationId xmlns:a16="http://schemas.microsoft.com/office/drawing/2014/main" id="{37FE7864-2C10-4399-9B09-607D710EC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511" y="1487857"/>
            <a:ext cx="34629" cy="100766"/>
          </a:xfrm>
          <a:custGeom xmlns:a="http://schemas.openxmlformats.org/drawingml/2006/main">
            <a:pathLst>
              <a:path w="34629" h="100766">
                <a:moveTo>
                  <a:pt x="34629" y="0"/>
                </a:moveTo>
                <a:lnTo>
                  <a:pt x="11295" y="3418"/>
                </a:lnTo>
                <a:lnTo>
                  <a:pt x="11741" y="5648"/>
                </a:lnTo>
                <a:cubicBezTo>
                  <a:pt x="12930" y="5499"/>
                  <a:pt x="14713" y="5202"/>
                  <a:pt x="15754" y="5202"/>
                </a:cubicBezTo>
                <a:cubicBezTo>
                  <a:pt x="19172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5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6" y="100766"/>
                  <a:pt x="20807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6" y="91403"/>
                  <a:pt x="14268" y="91403"/>
                </a:cubicBezTo>
                <a:cubicBezTo>
                  <a:pt x="13079" y="91403"/>
                  <a:pt x="12484" y="90511"/>
                  <a:pt x="12484" y="89471"/>
                </a:cubicBezTo>
                <a:cubicBezTo>
                  <a:pt x="12484" y="88431"/>
                  <a:pt x="12633" y="87836"/>
                  <a:pt x="12633" y="87836"/>
                </a:cubicBezTo>
                <a:lnTo>
                  <a:pt x="34629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pdf-path-88">
            <a:extLst xmlns:a="http://schemas.openxmlformats.org/drawingml/2006/main">
              <a:ext uri="{FF2B5EF4-FFF2-40B4-BE49-F238E27FC236}">
                <a16:creationId xmlns:a16="http://schemas.microsoft.com/office/drawing/2014/main" id="{BC15E95E-3EB7-4E0C-ACCB-D7FF7465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593" y="1460275"/>
            <a:ext cx="29736" cy="71030"/>
          </a:xfrm>
          <a:custGeom xmlns:a="http://schemas.openxmlformats.org/drawingml/2006/main">
            <a:pathLst>
              <a:path w="29736" h="71030">
                <a:moveTo>
                  <a:pt x="29736" y="71030"/>
                </a:moveTo>
                <a:lnTo>
                  <a:pt x="29736" y="69454"/>
                </a:lnTo>
                <a:cubicBezTo>
                  <a:pt x="21855" y="69454"/>
                  <a:pt x="19754" y="67563"/>
                  <a:pt x="19754" y="63045"/>
                </a:cubicBezTo>
                <a:lnTo>
                  <a:pt x="19754" y="315"/>
                </a:lnTo>
                <a:lnTo>
                  <a:pt x="18809" y="0"/>
                </a:lnTo>
                <a:lnTo>
                  <a:pt x="0" y="9562"/>
                </a:lnTo>
                <a:lnTo>
                  <a:pt x="0" y="11033"/>
                </a:lnTo>
                <a:lnTo>
                  <a:pt x="2837" y="9982"/>
                </a:lnTo>
                <a:cubicBezTo>
                  <a:pt x="4729" y="9247"/>
                  <a:pt x="6515" y="8721"/>
                  <a:pt x="7565" y="8721"/>
                </a:cubicBezTo>
                <a:cubicBezTo>
                  <a:pt x="9772" y="8721"/>
                  <a:pt x="10718" y="10297"/>
                  <a:pt x="10718" y="13870"/>
                </a:cubicBezTo>
                <a:lnTo>
                  <a:pt x="10718" y="61048"/>
                </a:lnTo>
                <a:cubicBezTo>
                  <a:pt x="10718" y="66827"/>
                  <a:pt x="8511" y="69034"/>
                  <a:pt x="736" y="69454"/>
                </a:cubicBezTo>
                <a:lnTo>
                  <a:pt x="736" y="71030"/>
                </a:lnTo>
                <a:lnTo>
                  <a:pt x="29736" y="7103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pdf-path-90">
            <a:extLst xmlns:a="http://schemas.openxmlformats.org/drawingml/2006/main">
              <a:ext uri="{FF2B5EF4-FFF2-40B4-BE49-F238E27FC236}">
                <a16:creationId xmlns:a16="http://schemas.microsoft.com/office/drawing/2014/main" id="{F773788C-0A74-4C3A-BF69-7FE1C3AD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130" y="1487857"/>
            <a:ext cx="34629" cy="100766"/>
          </a:xfrm>
          <a:custGeom xmlns:a="http://schemas.openxmlformats.org/drawingml/2006/main">
            <a:pathLst>
              <a:path w="34629" h="100766">
                <a:moveTo>
                  <a:pt x="34629" y="0"/>
                </a:moveTo>
                <a:lnTo>
                  <a:pt x="11295" y="3418"/>
                </a:lnTo>
                <a:lnTo>
                  <a:pt x="11741" y="5648"/>
                </a:lnTo>
                <a:cubicBezTo>
                  <a:pt x="12930" y="5499"/>
                  <a:pt x="14713" y="5202"/>
                  <a:pt x="15754" y="5202"/>
                </a:cubicBezTo>
                <a:cubicBezTo>
                  <a:pt x="19172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5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6" y="100766"/>
                  <a:pt x="20807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6" y="91403"/>
                  <a:pt x="14268" y="91403"/>
                </a:cubicBezTo>
                <a:cubicBezTo>
                  <a:pt x="13079" y="91403"/>
                  <a:pt x="12484" y="90511"/>
                  <a:pt x="12484" y="89471"/>
                </a:cubicBezTo>
                <a:cubicBezTo>
                  <a:pt x="12484" y="88431"/>
                  <a:pt x="12633" y="87836"/>
                  <a:pt x="12633" y="87836"/>
                </a:cubicBezTo>
                <a:lnTo>
                  <a:pt x="34629" y="0"/>
                </a:ln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pdf-path-92">
            <a:extLst xmlns:a="http://schemas.openxmlformats.org/drawingml/2006/main">
              <a:ext uri="{FF2B5EF4-FFF2-40B4-BE49-F238E27FC236}">
                <a16:creationId xmlns:a16="http://schemas.microsoft.com/office/drawing/2014/main" id="{D43543DE-0CC0-4A15-91CB-31895B837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071" y="1460275"/>
            <a:ext cx="47493" cy="72501"/>
          </a:xfrm>
          <a:custGeom xmlns:a="http://schemas.openxmlformats.org/drawingml/2006/main">
            <a:pathLst>
              <a:path w="47493" h="72501">
                <a:moveTo>
                  <a:pt x="47493" y="36356"/>
                </a:moveTo>
                <a:cubicBezTo>
                  <a:pt x="47493" y="14816"/>
                  <a:pt x="37932" y="0"/>
                  <a:pt x="24167" y="0"/>
                </a:cubicBezTo>
                <a:cubicBezTo>
                  <a:pt x="7250" y="0"/>
                  <a:pt x="0" y="17127"/>
                  <a:pt x="0" y="35725"/>
                </a:cubicBezTo>
                <a:cubicBezTo>
                  <a:pt x="0" y="52957"/>
                  <a:pt x="5779" y="72501"/>
                  <a:pt x="23747" y="72501"/>
                </a:cubicBezTo>
                <a:cubicBezTo>
                  <a:pt x="40874" y="72501"/>
                  <a:pt x="47493" y="54429"/>
                  <a:pt x="47493" y="36356"/>
                </a:cubicBezTo>
                <a:moveTo>
                  <a:pt x="37406" y="36881"/>
                </a:moveTo>
                <a:cubicBezTo>
                  <a:pt x="37406" y="57686"/>
                  <a:pt x="32678" y="69769"/>
                  <a:pt x="23747" y="69769"/>
                </a:cubicBezTo>
                <a:cubicBezTo>
                  <a:pt x="14710" y="69769"/>
                  <a:pt x="10087" y="57791"/>
                  <a:pt x="10087" y="36461"/>
                </a:cubicBezTo>
                <a:cubicBezTo>
                  <a:pt x="10087" y="15131"/>
                  <a:pt x="14816" y="2732"/>
                  <a:pt x="23536" y="2732"/>
                </a:cubicBezTo>
                <a:cubicBezTo>
                  <a:pt x="32783" y="2732"/>
                  <a:pt x="37406" y="15026"/>
                  <a:pt x="37406" y="36881"/>
                </a:cubicBezTo>
              </a:path>
            </a:pathLst>
          </a:custGeom>
          <a:solidFill xmlns:a="http://schemas.openxmlformats.org/drawingml/2006/main">
            <a:srgbClr val="33333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df-path-94">
            <a:extLst xmlns:a="http://schemas.openxmlformats.org/drawingml/2006/main">
              <a:ext uri="{FF2B5EF4-FFF2-40B4-BE49-F238E27FC236}">
                <a16:creationId xmlns:a16="http://schemas.microsoft.com/office/drawing/2014/main" id="{BE776B4E-FDB1-4AEB-819D-FAC8061F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0078" y="1380561"/>
            <a:ext cx="1697268" cy="307072"/>
          </a:xfrm>
          <a:custGeom xmlns:a="http://schemas.openxmlformats.org/drawingml/2006/main">
            <a:pathLst>
              <a:path w="1697268" h="307072">
                <a:moveTo>
                  <a:pt x="0" y="0"/>
                </a:moveTo>
                <a:lnTo>
                  <a:pt x="1697268" y="0"/>
                </a:lnTo>
                <a:lnTo>
                  <a:pt x="1697268" y="307072"/>
                </a:lnTo>
                <a:lnTo>
                  <a:pt x="0" y="307072"/>
                </a:lnTo>
                <a:close/>
              </a:path>
            </a:pathLst>
          </a:custGeom>
          <a:solidFill xmlns:a="http://schemas.openxmlformats.org/drawingml/2006/main">
            <a:srgbClr val="FFFFCC"/>
          </a:solidFill>
          <a:ln xmlns:a="http://schemas.openxmlformats.org/drawingml/2006/main" w="11166">
            <a:solidFill>
              <a:srgbClr val="FF9933"/>
            </a:solidFill>
            <a:prstDash val="solid"/>
          </a:ln>
        </p:spPr>
      </p:sp>
      <p:sp>
        <p:nvSpPr>
          <p:cNvPr id="51" name="pdf-path-96">
            <a:extLst xmlns:a="http://schemas.openxmlformats.org/drawingml/2006/main">
              <a:ext uri="{FF2B5EF4-FFF2-40B4-BE49-F238E27FC236}">
                <a16:creationId xmlns:a16="http://schemas.microsoft.com/office/drawing/2014/main" id="{D89A38C1-7749-433B-8BDD-47B3456D3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0500" y="1486668"/>
            <a:ext cx="38048" cy="126775"/>
          </a:xfrm>
          <a:custGeom xmlns:a="http://schemas.openxmlformats.org/drawingml/2006/main">
            <a:pathLst>
              <a:path w="38048" h="126775">
                <a:moveTo>
                  <a:pt x="38048" y="124397"/>
                </a:moveTo>
                <a:cubicBezTo>
                  <a:pt x="17240" y="107008"/>
                  <a:pt x="12781" y="90214"/>
                  <a:pt x="12781" y="62570"/>
                </a:cubicBezTo>
                <a:cubicBezTo>
                  <a:pt x="12781" y="33886"/>
                  <a:pt x="17389" y="20064"/>
                  <a:pt x="38048" y="2378"/>
                </a:cubicBezTo>
                <a:lnTo>
                  <a:pt x="36710" y="0"/>
                </a:lnTo>
                <a:cubicBezTo>
                  <a:pt x="12930" y="14119"/>
                  <a:pt x="0" y="35521"/>
                  <a:pt x="0" y="63016"/>
                </a:cubicBezTo>
                <a:cubicBezTo>
                  <a:pt x="0" y="88282"/>
                  <a:pt x="12781" y="113399"/>
                  <a:pt x="36264" y="126775"/>
                </a:cubicBezTo>
                <a:lnTo>
                  <a:pt x="38048" y="1243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pdf-path-98">
            <a:extLst xmlns:a="http://schemas.openxmlformats.org/drawingml/2006/main">
              <a:ext uri="{FF2B5EF4-FFF2-40B4-BE49-F238E27FC236}">
                <a16:creationId xmlns:a16="http://schemas.microsoft.com/office/drawing/2014/main" id="{20487FC3-03CA-4999-931D-2276B7BC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5506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pdf-path-100">
            <a:extLst xmlns:a="http://schemas.openxmlformats.org/drawingml/2006/main">
              <a:ext uri="{FF2B5EF4-FFF2-40B4-BE49-F238E27FC236}">
                <a16:creationId xmlns:a16="http://schemas.microsoft.com/office/drawing/2014/main" id="{2598247A-0F20-4DFF-8380-909102EA7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251" y="1486668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39"/>
                </a:lnTo>
                <a:cubicBezTo>
                  <a:pt x="30913" y="98239"/>
                  <a:pt x="27941" y="95564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5"/>
                </a:lnTo>
                <a:lnTo>
                  <a:pt x="4012" y="14119"/>
                </a:lnTo>
                <a:cubicBezTo>
                  <a:pt x="6688" y="13079"/>
                  <a:pt x="9215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9" y="97645"/>
                  <a:pt x="1040" y="98239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pdf-path-102">
            <a:extLst xmlns:a="http://schemas.openxmlformats.org/drawingml/2006/main">
              <a:ext uri="{FF2B5EF4-FFF2-40B4-BE49-F238E27FC236}">
                <a16:creationId xmlns:a16="http://schemas.microsoft.com/office/drawing/2014/main" id="{3C827768-650C-40FD-8E35-B4B8E4DA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7779" y="1484587"/>
            <a:ext cx="9809" cy="130639"/>
          </a:xfrm>
          <a:custGeom xmlns:a="http://schemas.openxmlformats.org/drawingml/2006/main">
            <a:pathLst>
              <a:path w="9809" h="130639">
                <a:moveTo>
                  <a:pt x="9809" y="130639"/>
                </a:moveTo>
                <a:lnTo>
                  <a:pt x="9809" y="0"/>
                </a:lnTo>
                <a:lnTo>
                  <a:pt x="0" y="0"/>
                </a:lnTo>
                <a:lnTo>
                  <a:pt x="0" y="130639"/>
                </a:lnTo>
                <a:lnTo>
                  <a:pt x="9809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df-path-104">
            <a:extLst xmlns:a="http://schemas.openxmlformats.org/drawingml/2006/main">
              <a:ext uri="{FF2B5EF4-FFF2-40B4-BE49-F238E27FC236}">
                <a16:creationId xmlns:a16="http://schemas.microsoft.com/office/drawing/2014/main" id="{7E8A8ABE-3E8F-4023-8C12-9A628E33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124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pdf-path-106">
            <a:extLst xmlns:a="http://schemas.openxmlformats.org/drawingml/2006/main">
              <a:ext uri="{FF2B5EF4-FFF2-40B4-BE49-F238E27FC236}">
                <a16:creationId xmlns:a16="http://schemas.microsoft.com/office/drawing/2014/main" id="{529004FD-0C65-40C4-A7F8-3C93092C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1939" y="1486668"/>
            <a:ext cx="67178" cy="102549"/>
          </a:xfrm>
          <a:custGeom xmlns:a="http://schemas.openxmlformats.org/drawingml/2006/main">
            <a:pathLst>
              <a:path w="67178" h="102549">
                <a:moveTo>
                  <a:pt x="67178" y="51423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5" y="102549"/>
                  <a:pt x="33589" y="102549"/>
                </a:cubicBezTo>
                <a:cubicBezTo>
                  <a:pt x="57814" y="102549"/>
                  <a:pt x="67178" y="76987"/>
                  <a:pt x="67178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9" y="98685"/>
                </a:cubicBezTo>
                <a:cubicBezTo>
                  <a:pt x="20808" y="98685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df-path-108">
            <a:extLst xmlns:a="http://schemas.openxmlformats.org/drawingml/2006/main">
              <a:ext uri="{FF2B5EF4-FFF2-40B4-BE49-F238E27FC236}">
                <a16:creationId xmlns:a16="http://schemas.microsoft.com/office/drawing/2014/main" id="{DFD2A60D-9F25-4350-ABC4-5C0BA921A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6833" y="1486668"/>
            <a:ext cx="38048" cy="126775"/>
          </a:xfrm>
          <a:custGeom xmlns:a="http://schemas.openxmlformats.org/drawingml/2006/main">
            <a:pathLst>
              <a:path w="38048" h="126775">
                <a:moveTo>
                  <a:pt x="0" y="2378"/>
                </a:moveTo>
                <a:cubicBezTo>
                  <a:pt x="21551" y="19321"/>
                  <a:pt x="25266" y="36412"/>
                  <a:pt x="25266" y="64205"/>
                </a:cubicBezTo>
                <a:cubicBezTo>
                  <a:pt x="25266" y="93038"/>
                  <a:pt x="21105" y="107008"/>
                  <a:pt x="0" y="124397"/>
                </a:cubicBezTo>
                <a:lnTo>
                  <a:pt x="1338" y="126775"/>
                </a:lnTo>
                <a:cubicBezTo>
                  <a:pt x="24969" y="112359"/>
                  <a:pt x="38048" y="91254"/>
                  <a:pt x="38048" y="63759"/>
                </a:cubicBezTo>
                <a:cubicBezTo>
                  <a:pt x="38048" y="38493"/>
                  <a:pt x="24524" y="13673"/>
                  <a:pt x="1784" y="0"/>
                </a:cubicBezTo>
                <a:lnTo>
                  <a:pt x="0" y="23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pdf-path-110">
            <a:extLst xmlns:a="http://schemas.openxmlformats.org/drawingml/2006/main">
              <a:ext uri="{FF2B5EF4-FFF2-40B4-BE49-F238E27FC236}">
                <a16:creationId xmlns:a16="http://schemas.microsoft.com/office/drawing/2014/main" id="{A1F0171D-CF2B-4B85-97F6-811513EDA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3699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df-path-112">
            <a:extLst xmlns:a="http://schemas.openxmlformats.org/drawingml/2006/main">
              <a:ext uri="{FF2B5EF4-FFF2-40B4-BE49-F238E27FC236}">
                <a16:creationId xmlns:a16="http://schemas.microsoft.com/office/drawing/2014/main" id="{B00A18F3-9890-4492-8AB6-08D9071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6513" y="1486668"/>
            <a:ext cx="67178" cy="102549"/>
          </a:xfrm>
          <a:custGeom xmlns:a="http://schemas.openxmlformats.org/drawingml/2006/main">
            <a:pathLst>
              <a:path w="67178" h="102549">
                <a:moveTo>
                  <a:pt x="67178" y="51423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5" y="102549"/>
                  <a:pt x="33589" y="102549"/>
                </a:cubicBezTo>
                <a:cubicBezTo>
                  <a:pt x="57814" y="102549"/>
                  <a:pt x="67178" y="76987"/>
                  <a:pt x="67178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9" y="98685"/>
                </a:cubicBezTo>
                <a:cubicBezTo>
                  <a:pt x="20808" y="98685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pdf-path-114">
            <a:extLst xmlns:a="http://schemas.openxmlformats.org/drawingml/2006/main">
              <a:ext uri="{FF2B5EF4-FFF2-40B4-BE49-F238E27FC236}">
                <a16:creationId xmlns:a16="http://schemas.microsoft.com/office/drawing/2014/main" id="{FEF4E8F6-B343-4FBA-9A8C-F2D15F7F0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7661" y="1572275"/>
            <a:ext cx="16497" cy="16497"/>
          </a:xfrm>
          <a:custGeom xmlns:a="http://schemas.openxmlformats.org/drawingml/2006/main">
            <a:pathLst>
              <a:path w="16497" h="16497">
                <a:moveTo>
                  <a:pt x="16497" y="8471"/>
                </a:moveTo>
                <a:cubicBezTo>
                  <a:pt x="16497" y="4013"/>
                  <a:pt x="12633" y="0"/>
                  <a:pt x="8323" y="0"/>
                </a:cubicBezTo>
                <a:cubicBezTo>
                  <a:pt x="3716" y="0"/>
                  <a:pt x="0" y="3715"/>
                  <a:pt x="0" y="8323"/>
                </a:cubicBezTo>
                <a:cubicBezTo>
                  <a:pt x="0" y="12930"/>
                  <a:pt x="3568" y="16497"/>
                  <a:pt x="8175" y="16497"/>
                </a:cubicBezTo>
                <a:cubicBezTo>
                  <a:pt x="12633" y="16497"/>
                  <a:pt x="16497" y="12781"/>
                  <a:pt x="16497" y="8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df-path-116">
            <a:extLst xmlns:a="http://schemas.openxmlformats.org/drawingml/2006/main">
              <a:ext uri="{FF2B5EF4-FFF2-40B4-BE49-F238E27FC236}">
                <a16:creationId xmlns:a16="http://schemas.microsoft.com/office/drawing/2014/main" id="{64F76A8D-0D33-49BE-8741-00FE15145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722" y="1486668"/>
            <a:ext cx="66137" cy="100469"/>
          </a:xfrm>
          <a:custGeom xmlns:a="http://schemas.openxmlformats.org/drawingml/2006/main">
            <a:pathLst>
              <a:path w="66137" h="100469">
                <a:moveTo>
                  <a:pt x="66137" y="80108"/>
                </a:moveTo>
                <a:lnTo>
                  <a:pt x="64057" y="79216"/>
                </a:lnTo>
                <a:cubicBezTo>
                  <a:pt x="59152" y="87539"/>
                  <a:pt x="56031" y="89173"/>
                  <a:pt x="49789" y="89173"/>
                </a:cubicBezTo>
                <a:lnTo>
                  <a:pt x="15011" y="89173"/>
                </a:lnTo>
                <a:lnTo>
                  <a:pt x="39534" y="63016"/>
                </a:lnTo>
                <a:cubicBezTo>
                  <a:pt x="52761" y="49045"/>
                  <a:pt x="58557" y="37899"/>
                  <a:pt x="58557" y="26157"/>
                </a:cubicBezTo>
                <a:cubicBezTo>
                  <a:pt x="58557" y="11444"/>
                  <a:pt x="47857" y="0"/>
                  <a:pt x="31063" y="0"/>
                </a:cubicBezTo>
                <a:cubicBezTo>
                  <a:pt x="12782" y="0"/>
                  <a:pt x="3270" y="12187"/>
                  <a:pt x="149" y="29576"/>
                </a:cubicBezTo>
                <a:lnTo>
                  <a:pt x="3270" y="30319"/>
                </a:lnTo>
                <a:cubicBezTo>
                  <a:pt x="9215" y="15754"/>
                  <a:pt x="14417" y="10998"/>
                  <a:pt x="25117" y="10998"/>
                </a:cubicBezTo>
                <a:cubicBezTo>
                  <a:pt x="37751" y="10998"/>
                  <a:pt x="45776" y="18429"/>
                  <a:pt x="45776" y="31954"/>
                </a:cubicBezTo>
                <a:cubicBezTo>
                  <a:pt x="45776" y="44587"/>
                  <a:pt x="40426" y="55882"/>
                  <a:pt x="26455" y="70596"/>
                </a:cubicBezTo>
                <a:lnTo>
                  <a:pt x="0" y="98685"/>
                </a:lnTo>
                <a:lnTo>
                  <a:pt x="0" y="100469"/>
                </a:lnTo>
                <a:lnTo>
                  <a:pt x="58112" y="100469"/>
                </a:lnTo>
                <a:lnTo>
                  <a:pt x="66137" y="8010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pdf-path-118">
            <a:extLst xmlns:a="http://schemas.openxmlformats.org/drawingml/2006/main">
              <a:ext uri="{FF2B5EF4-FFF2-40B4-BE49-F238E27FC236}">
                <a16:creationId xmlns:a16="http://schemas.microsoft.com/office/drawing/2014/main" id="{C70EB4A8-C28B-4E05-A247-7F832E638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15" y="1523526"/>
            <a:ext cx="79216" cy="65543"/>
          </a:xfrm>
          <a:custGeom xmlns:a="http://schemas.openxmlformats.org/drawingml/2006/main">
            <a:pathLst>
              <a:path w="79216" h="65543">
                <a:moveTo>
                  <a:pt x="79216" y="0"/>
                </a:moveTo>
                <a:lnTo>
                  <a:pt x="37305" y="0"/>
                </a:lnTo>
                <a:cubicBezTo>
                  <a:pt x="21848" y="0"/>
                  <a:pt x="12336" y="6837"/>
                  <a:pt x="5796" y="18726"/>
                </a:cubicBezTo>
                <a:lnTo>
                  <a:pt x="8175" y="18726"/>
                </a:lnTo>
                <a:cubicBezTo>
                  <a:pt x="14713" y="10849"/>
                  <a:pt x="20213" y="10849"/>
                  <a:pt x="28833" y="10849"/>
                </a:cubicBezTo>
                <a:lnTo>
                  <a:pt x="15606" y="41466"/>
                </a:lnTo>
                <a:cubicBezTo>
                  <a:pt x="13673" y="45776"/>
                  <a:pt x="10998" y="50086"/>
                  <a:pt x="4607" y="51869"/>
                </a:cubicBezTo>
                <a:cubicBezTo>
                  <a:pt x="743" y="52910"/>
                  <a:pt x="0" y="56774"/>
                  <a:pt x="0" y="59003"/>
                </a:cubicBezTo>
                <a:cubicBezTo>
                  <a:pt x="0" y="62570"/>
                  <a:pt x="3716" y="65543"/>
                  <a:pt x="7580" y="65543"/>
                </a:cubicBezTo>
                <a:cubicBezTo>
                  <a:pt x="9363" y="65543"/>
                  <a:pt x="11592" y="65245"/>
                  <a:pt x="13228" y="63908"/>
                </a:cubicBezTo>
                <a:cubicBezTo>
                  <a:pt x="25712" y="54544"/>
                  <a:pt x="30319" y="28981"/>
                  <a:pt x="37156" y="10849"/>
                </a:cubicBezTo>
                <a:lnTo>
                  <a:pt x="51126" y="10849"/>
                </a:lnTo>
                <a:cubicBezTo>
                  <a:pt x="47411" y="23334"/>
                  <a:pt x="42952" y="33737"/>
                  <a:pt x="39533" y="44290"/>
                </a:cubicBezTo>
                <a:cubicBezTo>
                  <a:pt x="38642" y="47113"/>
                  <a:pt x="38196" y="50086"/>
                  <a:pt x="38196" y="53504"/>
                </a:cubicBezTo>
                <a:cubicBezTo>
                  <a:pt x="38196" y="59300"/>
                  <a:pt x="40723" y="64651"/>
                  <a:pt x="46668" y="64651"/>
                </a:cubicBezTo>
                <a:cubicBezTo>
                  <a:pt x="57071" y="64651"/>
                  <a:pt x="64948" y="54247"/>
                  <a:pt x="68069" y="43547"/>
                </a:cubicBezTo>
                <a:lnTo>
                  <a:pt x="65691" y="43547"/>
                </a:lnTo>
                <a:cubicBezTo>
                  <a:pt x="62124" y="51572"/>
                  <a:pt x="57963" y="53356"/>
                  <a:pt x="54842" y="53356"/>
                </a:cubicBezTo>
                <a:cubicBezTo>
                  <a:pt x="51572" y="53356"/>
                  <a:pt x="49194" y="49640"/>
                  <a:pt x="49194" y="46222"/>
                </a:cubicBezTo>
                <a:cubicBezTo>
                  <a:pt x="49194" y="36264"/>
                  <a:pt x="57071" y="17240"/>
                  <a:pt x="59152" y="10849"/>
                </a:cubicBezTo>
                <a:lnTo>
                  <a:pt x="75798" y="10849"/>
                </a:lnTo>
                <a:lnTo>
                  <a:pt x="7921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pdf-path-120">
            <a:extLst xmlns:a="http://schemas.openxmlformats.org/drawingml/2006/main">
              <a:ext uri="{FF2B5EF4-FFF2-40B4-BE49-F238E27FC236}">
                <a16:creationId xmlns:a16="http://schemas.microsoft.com/office/drawing/2014/main" id="{E7D99CB5-0389-472F-9AAA-4B502A01B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4515" y="1540856"/>
            <a:ext cx="67773" cy="68613"/>
          </a:xfrm>
          <a:custGeom xmlns:a="http://schemas.openxmlformats.org/drawingml/2006/main">
            <a:pathLst>
              <a:path w="67773" h="68613">
                <a:moveTo>
                  <a:pt x="67773" y="0"/>
                </a:moveTo>
                <a:lnTo>
                  <a:pt x="4833" y="0"/>
                </a:lnTo>
                <a:lnTo>
                  <a:pt x="0" y="18808"/>
                </a:lnTo>
                <a:lnTo>
                  <a:pt x="1681" y="18808"/>
                </a:lnTo>
                <a:cubicBezTo>
                  <a:pt x="3572" y="10297"/>
                  <a:pt x="10928" y="3888"/>
                  <a:pt x="19649" y="3888"/>
                </a:cubicBezTo>
                <a:lnTo>
                  <a:pt x="29210" y="3888"/>
                </a:lnTo>
                <a:lnTo>
                  <a:pt x="15235" y="60418"/>
                </a:lnTo>
                <a:cubicBezTo>
                  <a:pt x="14395" y="63990"/>
                  <a:pt x="12294" y="66932"/>
                  <a:pt x="4098" y="66932"/>
                </a:cubicBezTo>
                <a:lnTo>
                  <a:pt x="2206" y="66932"/>
                </a:lnTo>
                <a:lnTo>
                  <a:pt x="1786" y="68613"/>
                </a:lnTo>
                <a:lnTo>
                  <a:pt x="36355" y="68613"/>
                </a:lnTo>
                <a:lnTo>
                  <a:pt x="36776" y="66932"/>
                </a:lnTo>
                <a:lnTo>
                  <a:pt x="34569" y="66932"/>
                </a:lnTo>
                <a:cubicBezTo>
                  <a:pt x="28265" y="66932"/>
                  <a:pt x="26584" y="65251"/>
                  <a:pt x="26584" y="63045"/>
                </a:cubicBezTo>
                <a:cubicBezTo>
                  <a:pt x="26584" y="62099"/>
                  <a:pt x="26899" y="61363"/>
                  <a:pt x="27109" y="60418"/>
                </a:cubicBezTo>
                <a:lnTo>
                  <a:pt x="41084" y="3888"/>
                </a:lnTo>
                <a:lnTo>
                  <a:pt x="51381" y="3888"/>
                </a:lnTo>
                <a:cubicBezTo>
                  <a:pt x="55689" y="3888"/>
                  <a:pt x="61784" y="4413"/>
                  <a:pt x="61784" y="11348"/>
                </a:cubicBezTo>
                <a:cubicBezTo>
                  <a:pt x="61784" y="14185"/>
                  <a:pt x="61468" y="17022"/>
                  <a:pt x="61258" y="18808"/>
                </a:cubicBezTo>
                <a:lnTo>
                  <a:pt x="62939" y="18808"/>
                </a:lnTo>
                <a:lnTo>
                  <a:pt x="677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pdf-path-122">
            <a:extLst xmlns:a="http://schemas.openxmlformats.org/drawingml/2006/main">
              <a:ext uri="{FF2B5EF4-FFF2-40B4-BE49-F238E27FC236}">
                <a16:creationId xmlns:a16="http://schemas.microsoft.com/office/drawing/2014/main" id="{5578C930-2A6C-43C3-87B9-254A99A4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9430" y="1487857"/>
            <a:ext cx="34629" cy="100766"/>
          </a:xfrm>
          <a:custGeom xmlns:a="http://schemas.openxmlformats.org/drawingml/2006/main">
            <a:pathLst>
              <a:path w="34629" h="100766">
                <a:moveTo>
                  <a:pt x="34629" y="0"/>
                </a:moveTo>
                <a:lnTo>
                  <a:pt x="11295" y="3418"/>
                </a:lnTo>
                <a:lnTo>
                  <a:pt x="11741" y="5648"/>
                </a:lnTo>
                <a:cubicBezTo>
                  <a:pt x="12930" y="5499"/>
                  <a:pt x="14713" y="5202"/>
                  <a:pt x="15754" y="5202"/>
                </a:cubicBezTo>
                <a:cubicBezTo>
                  <a:pt x="19172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5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6" y="100766"/>
                  <a:pt x="20807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6" y="91403"/>
                  <a:pt x="14268" y="91403"/>
                </a:cubicBezTo>
                <a:cubicBezTo>
                  <a:pt x="13079" y="91403"/>
                  <a:pt x="12484" y="90511"/>
                  <a:pt x="12484" y="89471"/>
                </a:cubicBezTo>
                <a:cubicBezTo>
                  <a:pt x="12484" y="88431"/>
                  <a:pt x="12633" y="87836"/>
                  <a:pt x="12633" y="87836"/>
                </a:cubicBezTo>
                <a:lnTo>
                  <a:pt x="3462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pdf-path-124">
            <a:extLst xmlns:a="http://schemas.openxmlformats.org/drawingml/2006/main">
              <a:ext uri="{FF2B5EF4-FFF2-40B4-BE49-F238E27FC236}">
                <a16:creationId xmlns:a16="http://schemas.microsoft.com/office/drawing/2014/main" id="{43EE2166-4797-4D0F-9DE5-919153026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1513" y="1460275"/>
            <a:ext cx="29736" cy="71030"/>
          </a:xfrm>
          <a:custGeom xmlns:a="http://schemas.openxmlformats.org/drawingml/2006/main">
            <a:pathLst>
              <a:path w="29736" h="71030">
                <a:moveTo>
                  <a:pt x="29736" y="71030"/>
                </a:moveTo>
                <a:lnTo>
                  <a:pt x="29736" y="69454"/>
                </a:lnTo>
                <a:cubicBezTo>
                  <a:pt x="21855" y="69454"/>
                  <a:pt x="19754" y="67563"/>
                  <a:pt x="19754" y="63045"/>
                </a:cubicBezTo>
                <a:lnTo>
                  <a:pt x="19754" y="315"/>
                </a:lnTo>
                <a:lnTo>
                  <a:pt x="18809" y="0"/>
                </a:lnTo>
                <a:lnTo>
                  <a:pt x="0" y="9562"/>
                </a:lnTo>
                <a:lnTo>
                  <a:pt x="0" y="11033"/>
                </a:lnTo>
                <a:lnTo>
                  <a:pt x="2837" y="9982"/>
                </a:lnTo>
                <a:cubicBezTo>
                  <a:pt x="4729" y="9247"/>
                  <a:pt x="6515" y="8721"/>
                  <a:pt x="7565" y="8721"/>
                </a:cubicBezTo>
                <a:cubicBezTo>
                  <a:pt x="9772" y="8721"/>
                  <a:pt x="10718" y="10297"/>
                  <a:pt x="10718" y="13870"/>
                </a:cubicBezTo>
                <a:lnTo>
                  <a:pt x="10718" y="61048"/>
                </a:lnTo>
                <a:cubicBezTo>
                  <a:pt x="10718" y="66827"/>
                  <a:pt x="8511" y="69034"/>
                  <a:pt x="736" y="69454"/>
                </a:cubicBezTo>
                <a:lnTo>
                  <a:pt x="736" y="71030"/>
                </a:lnTo>
                <a:lnTo>
                  <a:pt x="29736" y="710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pdf-path-126">
            <a:extLst xmlns:a="http://schemas.openxmlformats.org/drawingml/2006/main">
              <a:ext uri="{FF2B5EF4-FFF2-40B4-BE49-F238E27FC236}">
                <a16:creationId xmlns:a16="http://schemas.microsoft.com/office/drawing/2014/main" id="{04EAD029-38D7-4F6B-8D5D-617110BF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3048" y="1487857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pdf-path-128">
            <a:extLst xmlns:a="http://schemas.openxmlformats.org/drawingml/2006/main">
              <a:ext uri="{FF2B5EF4-FFF2-40B4-BE49-F238E27FC236}">
                <a16:creationId xmlns:a16="http://schemas.microsoft.com/office/drawing/2014/main" id="{25312BD5-29A3-4837-AF0E-1681A1E6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990" y="1460275"/>
            <a:ext cx="47493" cy="72501"/>
          </a:xfrm>
          <a:custGeom xmlns:a="http://schemas.openxmlformats.org/drawingml/2006/main">
            <a:pathLst>
              <a:path w="47493" h="72501">
                <a:moveTo>
                  <a:pt x="47493" y="36356"/>
                </a:moveTo>
                <a:cubicBezTo>
                  <a:pt x="47493" y="14816"/>
                  <a:pt x="37932" y="0"/>
                  <a:pt x="24167" y="0"/>
                </a:cubicBezTo>
                <a:cubicBezTo>
                  <a:pt x="7250" y="0"/>
                  <a:pt x="0" y="17127"/>
                  <a:pt x="0" y="35725"/>
                </a:cubicBezTo>
                <a:cubicBezTo>
                  <a:pt x="0" y="52957"/>
                  <a:pt x="5779" y="72501"/>
                  <a:pt x="23747" y="72501"/>
                </a:cubicBezTo>
                <a:cubicBezTo>
                  <a:pt x="40873" y="72501"/>
                  <a:pt x="47493" y="54429"/>
                  <a:pt x="47493" y="36356"/>
                </a:cubicBezTo>
                <a:moveTo>
                  <a:pt x="37406" y="36881"/>
                </a:moveTo>
                <a:cubicBezTo>
                  <a:pt x="37406" y="57686"/>
                  <a:pt x="32678" y="69769"/>
                  <a:pt x="23747" y="69769"/>
                </a:cubicBezTo>
                <a:cubicBezTo>
                  <a:pt x="14710" y="69769"/>
                  <a:pt x="10087" y="57791"/>
                  <a:pt x="10087" y="36461"/>
                </a:cubicBezTo>
                <a:cubicBezTo>
                  <a:pt x="10087" y="15131"/>
                  <a:pt x="14815" y="2732"/>
                  <a:pt x="23536" y="2732"/>
                </a:cubicBezTo>
                <a:cubicBezTo>
                  <a:pt x="32783" y="2732"/>
                  <a:pt x="37406" y="15026"/>
                  <a:pt x="37406" y="368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df-path-130">
            <a:extLst xmlns:a="http://schemas.openxmlformats.org/drawingml/2006/main">
              <a:ext uri="{FF2B5EF4-FFF2-40B4-BE49-F238E27FC236}">
                <a16:creationId xmlns:a16="http://schemas.microsoft.com/office/drawing/2014/main" id="{BCF7DF44-B0F7-45FA-9021-2550DC29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93" y="1028825"/>
            <a:ext cx="1563273" cy="351736"/>
          </a:xfrm>
          <a:custGeom xmlns:a="http://schemas.openxmlformats.org/drawingml/2006/main">
            <a:pathLst>
              <a:path w="1563273" h="351736">
                <a:moveTo>
                  <a:pt x="0" y="351736"/>
                </a:moveTo>
                <a:lnTo>
                  <a:pt x="156327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69" name="pdf-path-131">
            <a:extLst xmlns:a="http://schemas.openxmlformats.org/drawingml/2006/main">
              <a:ext uri="{FF2B5EF4-FFF2-40B4-BE49-F238E27FC236}">
                <a16:creationId xmlns:a16="http://schemas.microsoft.com/office/drawing/2014/main" id="{3C229E8D-B5F4-480E-8B2A-D791CCD7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5065" y="1028825"/>
            <a:ext cx="513647" cy="351736"/>
          </a:xfrm>
          <a:custGeom xmlns:a="http://schemas.openxmlformats.org/drawingml/2006/main">
            <a:pathLst>
              <a:path w="513647" h="351736">
                <a:moveTo>
                  <a:pt x="513647" y="3517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70" name="pdf-path-132">
            <a:extLst xmlns:a="http://schemas.openxmlformats.org/drawingml/2006/main">
              <a:ext uri="{FF2B5EF4-FFF2-40B4-BE49-F238E27FC236}">
                <a16:creationId xmlns:a16="http://schemas.microsoft.com/office/drawing/2014/main" id="{185BF2B3-289A-4C61-B562-EE7F54FD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4936" y="1380561"/>
            <a:ext cx="1563273" cy="307072"/>
          </a:xfrm>
          <a:custGeom xmlns:a="http://schemas.openxmlformats.org/drawingml/2006/main">
            <a:pathLst>
              <a:path w="1563273" h="307072">
                <a:moveTo>
                  <a:pt x="0" y="0"/>
                </a:moveTo>
                <a:lnTo>
                  <a:pt x="1563273" y="0"/>
                </a:lnTo>
                <a:lnTo>
                  <a:pt x="1563273" y="307072"/>
                </a:lnTo>
                <a:lnTo>
                  <a:pt x="0" y="3070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71" name="pdf-path-134">
            <a:extLst xmlns:a="http://schemas.openxmlformats.org/drawingml/2006/main">
              <a:ext uri="{FF2B5EF4-FFF2-40B4-BE49-F238E27FC236}">
                <a16:creationId xmlns:a16="http://schemas.microsoft.com/office/drawing/2014/main" id="{B55323BA-F3A5-4F80-986D-EE32A386B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360" y="1486668"/>
            <a:ext cx="38047" cy="126775"/>
          </a:xfrm>
          <a:custGeom xmlns:a="http://schemas.openxmlformats.org/drawingml/2006/main">
            <a:pathLst>
              <a:path w="38047" h="126775">
                <a:moveTo>
                  <a:pt x="38047" y="124397"/>
                </a:moveTo>
                <a:cubicBezTo>
                  <a:pt x="17240" y="107008"/>
                  <a:pt x="12781" y="90214"/>
                  <a:pt x="12781" y="62570"/>
                </a:cubicBezTo>
                <a:cubicBezTo>
                  <a:pt x="12781" y="33886"/>
                  <a:pt x="17388" y="20064"/>
                  <a:pt x="38047" y="2378"/>
                </a:cubicBezTo>
                <a:lnTo>
                  <a:pt x="36709" y="0"/>
                </a:lnTo>
                <a:cubicBezTo>
                  <a:pt x="12930" y="14119"/>
                  <a:pt x="0" y="35521"/>
                  <a:pt x="0" y="63016"/>
                </a:cubicBezTo>
                <a:cubicBezTo>
                  <a:pt x="0" y="88282"/>
                  <a:pt x="12781" y="113399"/>
                  <a:pt x="36264" y="126775"/>
                </a:cubicBezTo>
                <a:lnTo>
                  <a:pt x="38047" y="1243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pdf-path-136">
            <a:extLst xmlns:a="http://schemas.openxmlformats.org/drawingml/2006/main">
              <a:ext uri="{FF2B5EF4-FFF2-40B4-BE49-F238E27FC236}">
                <a16:creationId xmlns:a16="http://schemas.microsoft.com/office/drawing/2014/main" id="{3380C301-6739-44DB-B43E-64D742F69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3366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pdf-path-138">
            <a:extLst xmlns:a="http://schemas.openxmlformats.org/drawingml/2006/main">
              <a:ext uri="{FF2B5EF4-FFF2-40B4-BE49-F238E27FC236}">
                <a16:creationId xmlns:a16="http://schemas.microsoft.com/office/drawing/2014/main" id="{DFBB9763-C0EA-4F4C-BCB6-D23135A4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9111" y="1486668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39"/>
                </a:lnTo>
                <a:cubicBezTo>
                  <a:pt x="30913" y="98239"/>
                  <a:pt x="27941" y="95564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5"/>
                </a:lnTo>
                <a:lnTo>
                  <a:pt x="4012" y="14119"/>
                </a:lnTo>
                <a:cubicBezTo>
                  <a:pt x="6688" y="13079"/>
                  <a:pt x="9215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9" y="97645"/>
                  <a:pt x="1040" y="98239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pdf-path-140">
            <a:extLst xmlns:a="http://schemas.openxmlformats.org/drawingml/2006/main">
              <a:ext uri="{FF2B5EF4-FFF2-40B4-BE49-F238E27FC236}">
                <a16:creationId xmlns:a16="http://schemas.microsoft.com/office/drawing/2014/main" id="{F140A7B5-A30D-4FC5-AB79-78D61604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639" y="1484587"/>
            <a:ext cx="9809" cy="130639"/>
          </a:xfrm>
          <a:custGeom xmlns:a="http://schemas.openxmlformats.org/drawingml/2006/main">
            <a:pathLst>
              <a:path w="9809" h="130639">
                <a:moveTo>
                  <a:pt x="9809" y="130639"/>
                </a:moveTo>
                <a:lnTo>
                  <a:pt x="9809" y="0"/>
                </a:lnTo>
                <a:lnTo>
                  <a:pt x="0" y="0"/>
                </a:lnTo>
                <a:lnTo>
                  <a:pt x="0" y="130639"/>
                </a:lnTo>
                <a:lnTo>
                  <a:pt x="9809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pdf-path-142">
            <a:extLst xmlns:a="http://schemas.openxmlformats.org/drawingml/2006/main">
              <a:ext uri="{FF2B5EF4-FFF2-40B4-BE49-F238E27FC236}">
                <a16:creationId xmlns:a16="http://schemas.microsoft.com/office/drawing/2014/main" id="{6A9FE408-2D9F-40D7-8004-EA1D1BBA8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6984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df-path-144">
            <a:extLst xmlns:a="http://schemas.openxmlformats.org/drawingml/2006/main">
              <a:ext uri="{FF2B5EF4-FFF2-40B4-BE49-F238E27FC236}">
                <a16:creationId xmlns:a16="http://schemas.microsoft.com/office/drawing/2014/main" id="{48FCCDC3-03ED-4400-A3D2-725E254E1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2729" y="1486668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39"/>
                </a:lnTo>
                <a:cubicBezTo>
                  <a:pt x="30913" y="98239"/>
                  <a:pt x="27941" y="95564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5"/>
                </a:lnTo>
                <a:lnTo>
                  <a:pt x="4012" y="14119"/>
                </a:lnTo>
                <a:cubicBezTo>
                  <a:pt x="6688" y="13079"/>
                  <a:pt x="9215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9" y="97645"/>
                  <a:pt x="1040" y="98239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pdf-path-146">
            <a:extLst xmlns:a="http://schemas.openxmlformats.org/drawingml/2006/main">
              <a:ext uri="{FF2B5EF4-FFF2-40B4-BE49-F238E27FC236}">
                <a16:creationId xmlns:a16="http://schemas.microsoft.com/office/drawing/2014/main" id="{982BFFF7-3F83-49EE-A237-3E246465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693" y="1486668"/>
            <a:ext cx="38048" cy="126775"/>
          </a:xfrm>
          <a:custGeom xmlns:a="http://schemas.openxmlformats.org/drawingml/2006/main">
            <a:pathLst>
              <a:path w="38048" h="126775">
                <a:moveTo>
                  <a:pt x="0" y="2378"/>
                </a:moveTo>
                <a:cubicBezTo>
                  <a:pt x="21551" y="19321"/>
                  <a:pt x="25266" y="36412"/>
                  <a:pt x="25266" y="64205"/>
                </a:cubicBezTo>
                <a:cubicBezTo>
                  <a:pt x="25266" y="93038"/>
                  <a:pt x="21105" y="107008"/>
                  <a:pt x="0" y="124397"/>
                </a:cubicBezTo>
                <a:lnTo>
                  <a:pt x="1338" y="126775"/>
                </a:lnTo>
                <a:cubicBezTo>
                  <a:pt x="24969" y="112359"/>
                  <a:pt x="38048" y="91254"/>
                  <a:pt x="38048" y="63759"/>
                </a:cubicBezTo>
                <a:cubicBezTo>
                  <a:pt x="38048" y="38493"/>
                  <a:pt x="24524" y="13673"/>
                  <a:pt x="1784" y="0"/>
                </a:cubicBezTo>
                <a:lnTo>
                  <a:pt x="0" y="23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df-path-148">
            <a:extLst xmlns:a="http://schemas.openxmlformats.org/drawingml/2006/main">
              <a:ext uri="{FF2B5EF4-FFF2-40B4-BE49-F238E27FC236}">
                <a16:creationId xmlns:a16="http://schemas.microsoft.com/office/drawing/2014/main" id="{5D1D2072-D062-488C-88AD-DA9B28DA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1558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pdf-path-150">
            <a:extLst xmlns:a="http://schemas.openxmlformats.org/drawingml/2006/main">
              <a:ext uri="{FF2B5EF4-FFF2-40B4-BE49-F238E27FC236}">
                <a16:creationId xmlns:a16="http://schemas.microsoft.com/office/drawing/2014/main" id="{1FF94C06-E9E0-46FA-B53A-DCC72275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4373" y="1486668"/>
            <a:ext cx="67178" cy="102549"/>
          </a:xfrm>
          <a:custGeom xmlns:a="http://schemas.openxmlformats.org/drawingml/2006/main">
            <a:pathLst>
              <a:path w="67178" h="102549">
                <a:moveTo>
                  <a:pt x="67178" y="51423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5" y="102549"/>
                  <a:pt x="33589" y="102549"/>
                </a:cubicBezTo>
                <a:cubicBezTo>
                  <a:pt x="57814" y="102549"/>
                  <a:pt x="67178" y="76987"/>
                  <a:pt x="67178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9" y="98685"/>
                </a:cubicBezTo>
                <a:cubicBezTo>
                  <a:pt x="20808" y="98685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df-path-152">
            <a:extLst xmlns:a="http://schemas.openxmlformats.org/drawingml/2006/main">
              <a:ext uri="{FF2B5EF4-FFF2-40B4-BE49-F238E27FC236}">
                <a16:creationId xmlns:a16="http://schemas.microsoft.com/office/drawing/2014/main" id="{D01224BB-036F-4BC7-8F9D-7C335E82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521" y="1572275"/>
            <a:ext cx="16497" cy="16497"/>
          </a:xfrm>
          <a:custGeom xmlns:a="http://schemas.openxmlformats.org/drawingml/2006/main">
            <a:pathLst>
              <a:path w="16497" h="16497">
                <a:moveTo>
                  <a:pt x="16497" y="8471"/>
                </a:moveTo>
                <a:cubicBezTo>
                  <a:pt x="16497" y="4013"/>
                  <a:pt x="12633" y="0"/>
                  <a:pt x="8323" y="0"/>
                </a:cubicBezTo>
                <a:cubicBezTo>
                  <a:pt x="3716" y="0"/>
                  <a:pt x="0" y="3715"/>
                  <a:pt x="0" y="8323"/>
                </a:cubicBezTo>
                <a:cubicBezTo>
                  <a:pt x="0" y="12930"/>
                  <a:pt x="3568" y="16497"/>
                  <a:pt x="8175" y="16497"/>
                </a:cubicBezTo>
                <a:cubicBezTo>
                  <a:pt x="12633" y="16497"/>
                  <a:pt x="16497" y="12781"/>
                  <a:pt x="16497" y="8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df-path-154">
            <a:extLst xmlns:a="http://schemas.openxmlformats.org/drawingml/2006/main">
              <a:ext uri="{FF2B5EF4-FFF2-40B4-BE49-F238E27FC236}">
                <a16:creationId xmlns:a16="http://schemas.microsoft.com/office/drawing/2014/main" id="{141445EC-3EE2-4FBF-B0EC-C4FDCD0B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881" y="1484885"/>
            <a:ext cx="60490" cy="104333"/>
          </a:xfrm>
          <a:custGeom xmlns:a="http://schemas.openxmlformats.org/drawingml/2006/main">
            <a:pathLst>
              <a:path w="60490" h="104333">
                <a:moveTo>
                  <a:pt x="60490" y="1040"/>
                </a:moveTo>
                <a:lnTo>
                  <a:pt x="59152" y="0"/>
                </a:lnTo>
                <a:cubicBezTo>
                  <a:pt x="56774" y="3121"/>
                  <a:pt x="55436" y="3864"/>
                  <a:pt x="52018" y="3864"/>
                </a:cubicBezTo>
                <a:lnTo>
                  <a:pt x="21253" y="3864"/>
                </a:lnTo>
                <a:lnTo>
                  <a:pt x="5053" y="39088"/>
                </a:lnTo>
                <a:cubicBezTo>
                  <a:pt x="5053" y="39088"/>
                  <a:pt x="4905" y="39534"/>
                  <a:pt x="4905" y="39831"/>
                </a:cubicBezTo>
                <a:cubicBezTo>
                  <a:pt x="4905" y="40723"/>
                  <a:pt x="5351" y="41020"/>
                  <a:pt x="6689" y="41020"/>
                </a:cubicBezTo>
                <a:cubicBezTo>
                  <a:pt x="20956" y="41020"/>
                  <a:pt x="31359" y="45776"/>
                  <a:pt x="38345" y="51423"/>
                </a:cubicBezTo>
                <a:cubicBezTo>
                  <a:pt x="45033" y="56774"/>
                  <a:pt x="48302" y="64205"/>
                  <a:pt x="48302" y="73717"/>
                </a:cubicBezTo>
                <a:cubicBezTo>
                  <a:pt x="48302" y="86498"/>
                  <a:pt x="38642" y="98834"/>
                  <a:pt x="28238" y="98834"/>
                </a:cubicBezTo>
                <a:cubicBezTo>
                  <a:pt x="25266" y="98834"/>
                  <a:pt x="21848" y="97496"/>
                  <a:pt x="17687" y="94078"/>
                </a:cubicBezTo>
                <a:cubicBezTo>
                  <a:pt x="12931" y="90214"/>
                  <a:pt x="10107" y="89471"/>
                  <a:pt x="6689" y="89471"/>
                </a:cubicBezTo>
                <a:cubicBezTo>
                  <a:pt x="2527" y="89471"/>
                  <a:pt x="0" y="91403"/>
                  <a:pt x="0" y="95119"/>
                </a:cubicBezTo>
                <a:cubicBezTo>
                  <a:pt x="0" y="100766"/>
                  <a:pt x="7729" y="104333"/>
                  <a:pt x="18875" y="104333"/>
                </a:cubicBezTo>
                <a:cubicBezTo>
                  <a:pt x="28981" y="104333"/>
                  <a:pt x="37156" y="102104"/>
                  <a:pt x="44141" y="97051"/>
                </a:cubicBezTo>
                <a:cubicBezTo>
                  <a:pt x="54248" y="89620"/>
                  <a:pt x="58707" y="80405"/>
                  <a:pt x="58707" y="66137"/>
                </a:cubicBezTo>
                <a:cubicBezTo>
                  <a:pt x="58707" y="58260"/>
                  <a:pt x="57369" y="52612"/>
                  <a:pt x="53504" y="47262"/>
                </a:cubicBezTo>
                <a:cubicBezTo>
                  <a:pt x="45033" y="35521"/>
                  <a:pt x="37601" y="32251"/>
                  <a:pt x="16349" y="28238"/>
                </a:cubicBezTo>
                <a:lnTo>
                  <a:pt x="22294" y="15605"/>
                </a:lnTo>
                <a:lnTo>
                  <a:pt x="51127" y="15605"/>
                </a:lnTo>
                <a:cubicBezTo>
                  <a:pt x="53504" y="15605"/>
                  <a:pt x="54693" y="14714"/>
                  <a:pt x="55139" y="13673"/>
                </a:cubicBezTo>
                <a:lnTo>
                  <a:pt x="60490" y="10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pdf-path-156">
            <a:extLst xmlns:a="http://schemas.openxmlformats.org/drawingml/2006/main">
              <a:ext uri="{FF2B5EF4-FFF2-40B4-BE49-F238E27FC236}">
                <a16:creationId xmlns:a16="http://schemas.microsoft.com/office/drawing/2014/main" id="{E08CFBAF-2D28-475B-AAB6-E994522AF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2075" y="1523526"/>
            <a:ext cx="79216" cy="65543"/>
          </a:xfrm>
          <a:custGeom xmlns:a="http://schemas.openxmlformats.org/drawingml/2006/main">
            <a:pathLst>
              <a:path w="79216" h="65543">
                <a:moveTo>
                  <a:pt x="79216" y="0"/>
                </a:moveTo>
                <a:lnTo>
                  <a:pt x="37304" y="0"/>
                </a:lnTo>
                <a:cubicBezTo>
                  <a:pt x="21847" y="0"/>
                  <a:pt x="12336" y="6837"/>
                  <a:pt x="5796" y="18726"/>
                </a:cubicBezTo>
                <a:lnTo>
                  <a:pt x="8175" y="18726"/>
                </a:lnTo>
                <a:cubicBezTo>
                  <a:pt x="14714" y="10849"/>
                  <a:pt x="20213" y="10849"/>
                  <a:pt x="28833" y="10849"/>
                </a:cubicBezTo>
                <a:lnTo>
                  <a:pt x="15605" y="41466"/>
                </a:lnTo>
                <a:cubicBezTo>
                  <a:pt x="13674" y="45776"/>
                  <a:pt x="10998" y="50086"/>
                  <a:pt x="4607" y="51869"/>
                </a:cubicBezTo>
                <a:cubicBezTo>
                  <a:pt x="743" y="52910"/>
                  <a:pt x="0" y="56774"/>
                  <a:pt x="0" y="59003"/>
                </a:cubicBezTo>
                <a:cubicBezTo>
                  <a:pt x="0" y="62570"/>
                  <a:pt x="3716" y="65543"/>
                  <a:pt x="7580" y="65543"/>
                </a:cubicBezTo>
                <a:cubicBezTo>
                  <a:pt x="9363" y="65543"/>
                  <a:pt x="11593" y="65245"/>
                  <a:pt x="13227" y="63908"/>
                </a:cubicBezTo>
                <a:cubicBezTo>
                  <a:pt x="25712" y="54544"/>
                  <a:pt x="30319" y="28981"/>
                  <a:pt x="37156" y="10849"/>
                </a:cubicBezTo>
                <a:lnTo>
                  <a:pt x="51126" y="10849"/>
                </a:lnTo>
                <a:cubicBezTo>
                  <a:pt x="47411" y="23334"/>
                  <a:pt x="42952" y="33737"/>
                  <a:pt x="39534" y="44290"/>
                </a:cubicBezTo>
                <a:cubicBezTo>
                  <a:pt x="38642" y="47113"/>
                  <a:pt x="38196" y="50086"/>
                  <a:pt x="38196" y="53504"/>
                </a:cubicBezTo>
                <a:cubicBezTo>
                  <a:pt x="38196" y="59300"/>
                  <a:pt x="40723" y="64651"/>
                  <a:pt x="46667" y="64651"/>
                </a:cubicBezTo>
                <a:cubicBezTo>
                  <a:pt x="57072" y="64651"/>
                  <a:pt x="64948" y="54247"/>
                  <a:pt x="68069" y="43547"/>
                </a:cubicBezTo>
                <a:lnTo>
                  <a:pt x="65692" y="43547"/>
                </a:lnTo>
                <a:cubicBezTo>
                  <a:pt x="62124" y="51572"/>
                  <a:pt x="57963" y="53356"/>
                  <a:pt x="54842" y="53356"/>
                </a:cubicBezTo>
                <a:cubicBezTo>
                  <a:pt x="51572" y="53356"/>
                  <a:pt x="49194" y="49640"/>
                  <a:pt x="49194" y="46222"/>
                </a:cubicBezTo>
                <a:cubicBezTo>
                  <a:pt x="49194" y="36264"/>
                  <a:pt x="57072" y="17240"/>
                  <a:pt x="59152" y="10849"/>
                </a:cubicBezTo>
                <a:lnTo>
                  <a:pt x="75798" y="10849"/>
                </a:lnTo>
                <a:lnTo>
                  <a:pt x="7921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pdf-path-158">
            <a:extLst xmlns:a="http://schemas.openxmlformats.org/drawingml/2006/main">
              <a:ext uri="{FF2B5EF4-FFF2-40B4-BE49-F238E27FC236}">
                <a16:creationId xmlns:a16="http://schemas.microsoft.com/office/drawing/2014/main" id="{4AF57CCF-FBF2-4C5F-8CA6-3FB1DF56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2374" y="1540856"/>
            <a:ext cx="67773" cy="68613"/>
          </a:xfrm>
          <a:custGeom xmlns:a="http://schemas.openxmlformats.org/drawingml/2006/main">
            <a:pathLst>
              <a:path w="67773" h="68613">
                <a:moveTo>
                  <a:pt x="67773" y="0"/>
                </a:moveTo>
                <a:lnTo>
                  <a:pt x="4834" y="0"/>
                </a:lnTo>
                <a:lnTo>
                  <a:pt x="0" y="18808"/>
                </a:lnTo>
                <a:lnTo>
                  <a:pt x="1681" y="18808"/>
                </a:lnTo>
                <a:cubicBezTo>
                  <a:pt x="3573" y="10297"/>
                  <a:pt x="10928" y="3888"/>
                  <a:pt x="19649" y="3888"/>
                </a:cubicBezTo>
                <a:lnTo>
                  <a:pt x="29211" y="3888"/>
                </a:lnTo>
                <a:lnTo>
                  <a:pt x="15236" y="60418"/>
                </a:lnTo>
                <a:cubicBezTo>
                  <a:pt x="14396" y="63990"/>
                  <a:pt x="12294" y="66932"/>
                  <a:pt x="4099" y="66932"/>
                </a:cubicBezTo>
                <a:lnTo>
                  <a:pt x="2207" y="66932"/>
                </a:lnTo>
                <a:lnTo>
                  <a:pt x="1787" y="68613"/>
                </a:lnTo>
                <a:lnTo>
                  <a:pt x="36356" y="68613"/>
                </a:lnTo>
                <a:lnTo>
                  <a:pt x="36777" y="66932"/>
                </a:lnTo>
                <a:lnTo>
                  <a:pt x="34569" y="66932"/>
                </a:lnTo>
                <a:cubicBezTo>
                  <a:pt x="28265" y="66932"/>
                  <a:pt x="26584" y="65251"/>
                  <a:pt x="26584" y="63045"/>
                </a:cubicBezTo>
                <a:cubicBezTo>
                  <a:pt x="26584" y="62099"/>
                  <a:pt x="26899" y="61363"/>
                  <a:pt x="27109" y="60418"/>
                </a:cubicBezTo>
                <a:lnTo>
                  <a:pt x="41084" y="3888"/>
                </a:lnTo>
                <a:lnTo>
                  <a:pt x="51381" y="3888"/>
                </a:lnTo>
                <a:cubicBezTo>
                  <a:pt x="55689" y="3888"/>
                  <a:pt x="61784" y="4413"/>
                  <a:pt x="61784" y="11348"/>
                </a:cubicBezTo>
                <a:cubicBezTo>
                  <a:pt x="61784" y="14185"/>
                  <a:pt x="61468" y="17022"/>
                  <a:pt x="61258" y="18808"/>
                </a:cubicBezTo>
                <a:lnTo>
                  <a:pt x="62939" y="18808"/>
                </a:lnTo>
                <a:lnTo>
                  <a:pt x="677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pdf-path-160">
            <a:extLst xmlns:a="http://schemas.openxmlformats.org/drawingml/2006/main">
              <a:ext uri="{FF2B5EF4-FFF2-40B4-BE49-F238E27FC236}">
                <a16:creationId xmlns:a16="http://schemas.microsoft.com/office/drawing/2014/main" id="{EA617B67-603C-4608-A3FB-332CE8C9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7290" y="1487857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pdf-path-162">
            <a:extLst xmlns:a="http://schemas.openxmlformats.org/drawingml/2006/main">
              <a:ext uri="{FF2B5EF4-FFF2-40B4-BE49-F238E27FC236}">
                <a16:creationId xmlns:a16="http://schemas.microsoft.com/office/drawing/2014/main" id="{B22B303B-7915-42B0-A726-58AC26147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373" y="1460275"/>
            <a:ext cx="29736" cy="71030"/>
          </a:xfrm>
          <a:custGeom xmlns:a="http://schemas.openxmlformats.org/drawingml/2006/main">
            <a:pathLst>
              <a:path w="29736" h="71030">
                <a:moveTo>
                  <a:pt x="29736" y="71030"/>
                </a:moveTo>
                <a:lnTo>
                  <a:pt x="29736" y="69454"/>
                </a:lnTo>
                <a:cubicBezTo>
                  <a:pt x="21855" y="69454"/>
                  <a:pt x="19753" y="67563"/>
                  <a:pt x="19753" y="63045"/>
                </a:cubicBezTo>
                <a:lnTo>
                  <a:pt x="19753" y="315"/>
                </a:lnTo>
                <a:lnTo>
                  <a:pt x="18808" y="0"/>
                </a:lnTo>
                <a:lnTo>
                  <a:pt x="0" y="9562"/>
                </a:lnTo>
                <a:lnTo>
                  <a:pt x="0" y="11033"/>
                </a:lnTo>
                <a:lnTo>
                  <a:pt x="2837" y="9982"/>
                </a:lnTo>
                <a:cubicBezTo>
                  <a:pt x="4728" y="9247"/>
                  <a:pt x="6514" y="8721"/>
                  <a:pt x="7565" y="8721"/>
                </a:cubicBezTo>
                <a:cubicBezTo>
                  <a:pt x="9771" y="8721"/>
                  <a:pt x="10717" y="10297"/>
                  <a:pt x="10717" y="13870"/>
                </a:cubicBezTo>
                <a:lnTo>
                  <a:pt x="10717" y="61048"/>
                </a:lnTo>
                <a:cubicBezTo>
                  <a:pt x="10717" y="66827"/>
                  <a:pt x="8511" y="69034"/>
                  <a:pt x="735" y="69454"/>
                </a:cubicBezTo>
                <a:lnTo>
                  <a:pt x="735" y="71030"/>
                </a:lnTo>
                <a:lnTo>
                  <a:pt x="29736" y="710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pdf-path-164">
            <a:extLst xmlns:a="http://schemas.openxmlformats.org/drawingml/2006/main">
              <a:ext uri="{FF2B5EF4-FFF2-40B4-BE49-F238E27FC236}">
                <a16:creationId xmlns:a16="http://schemas.microsoft.com/office/drawing/2014/main" id="{83CA3786-1D34-427B-994D-0BB81D680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909" y="1487857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pdf-path-166">
            <a:extLst xmlns:a="http://schemas.openxmlformats.org/drawingml/2006/main">
              <a:ext uri="{FF2B5EF4-FFF2-40B4-BE49-F238E27FC236}">
                <a16:creationId xmlns:a16="http://schemas.microsoft.com/office/drawing/2014/main" id="{2D4FEA6F-A377-425E-88C5-7AF4DC171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3850" y="1460275"/>
            <a:ext cx="47493" cy="72501"/>
          </a:xfrm>
          <a:custGeom xmlns:a="http://schemas.openxmlformats.org/drawingml/2006/main">
            <a:pathLst>
              <a:path w="47493" h="72501">
                <a:moveTo>
                  <a:pt x="47493" y="36356"/>
                </a:moveTo>
                <a:cubicBezTo>
                  <a:pt x="47493" y="14816"/>
                  <a:pt x="37932" y="0"/>
                  <a:pt x="24167" y="0"/>
                </a:cubicBezTo>
                <a:cubicBezTo>
                  <a:pt x="7250" y="0"/>
                  <a:pt x="0" y="17127"/>
                  <a:pt x="0" y="35725"/>
                </a:cubicBezTo>
                <a:cubicBezTo>
                  <a:pt x="0" y="52957"/>
                  <a:pt x="5779" y="72501"/>
                  <a:pt x="23747" y="72501"/>
                </a:cubicBezTo>
                <a:cubicBezTo>
                  <a:pt x="40873" y="72501"/>
                  <a:pt x="47493" y="54429"/>
                  <a:pt x="47493" y="36356"/>
                </a:cubicBezTo>
                <a:moveTo>
                  <a:pt x="37406" y="36881"/>
                </a:moveTo>
                <a:cubicBezTo>
                  <a:pt x="37406" y="57686"/>
                  <a:pt x="32678" y="69769"/>
                  <a:pt x="23747" y="69769"/>
                </a:cubicBezTo>
                <a:cubicBezTo>
                  <a:pt x="14710" y="69769"/>
                  <a:pt x="10087" y="57791"/>
                  <a:pt x="10087" y="36461"/>
                </a:cubicBezTo>
                <a:cubicBezTo>
                  <a:pt x="10087" y="15131"/>
                  <a:pt x="14815" y="2732"/>
                  <a:pt x="23536" y="2732"/>
                </a:cubicBezTo>
                <a:cubicBezTo>
                  <a:pt x="32783" y="2732"/>
                  <a:pt x="37406" y="15026"/>
                  <a:pt x="37406" y="368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pdf-path-168">
            <a:extLst xmlns:a="http://schemas.openxmlformats.org/drawingml/2006/main">
              <a:ext uri="{FF2B5EF4-FFF2-40B4-BE49-F238E27FC236}">
                <a16:creationId xmlns:a16="http://schemas.microsoft.com/office/drawing/2014/main" id="{EA557B4E-8F0C-4C6D-B24B-BE55469DB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01" y="1380561"/>
            <a:ext cx="1563273" cy="307072"/>
          </a:xfrm>
          <a:custGeom xmlns:a="http://schemas.openxmlformats.org/drawingml/2006/main">
            <a:pathLst>
              <a:path w="1563273" h="307072">
                <a:moveTo>
                  <a:pt x="0" y="0"/>
                </a:moveTo>
                <a:lnTo>
                  <a:pt x="1563273" y="0"/>
                </a:lnTo>
                <a:lnTo>
                  <a:pt x="1563273" y="307072"/>
                </a:lnTo>
                <a:lnTo>
                  <a:pt x="0" y="3070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89" name="pdf-path-170">
            <a:extLst xmlns:a="http://schemas.openxmlformats.org/drawingml/2006/main">
              <a:ext uri="{FF2B5EF4-FFF2-40B4-BE49-F238E27FC236}">
                <a16:creationId xmlns:a16="http://schemas.microsoft.com/office/drawing/2014/main" id="{3AC8B201-85D9-45E7-B0BE-D2D1016BB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3425" y="1486668"/>
            <a:ext cx="38047" cy="126775"/>
          </a:xfrm>
          <a:custGeom xmlns:a="http://schemas.openxmlformats.org/drawingml/2006/main">
            <a:pathLst>
              <a:path w="38047" h="126775">
                <a:moveTo>
                  <a:pt x="38047" y="124397"/>
                </a:moveTo>
                <a:cubicBezTo>
                  <a:pt x="17240" y="107008"/>
                  <a:pt x="12781" y="90214"/>
                  <a:pt x="12781" y="62570"/>
                </a:cubicBezTo>
                <a:cubicBezTo>
                  <a:pt x="12781" y="33886"/>
                  <a:pt x="17388" y="20064"/>
                  <a:pt x="38047" y="2378"/>
                </a:cubicBezTo>
                <a:lnTo>
                  <a:pt x="36709" y="0"/>
                </a:lnTo>
                <a:cubicBezTo>
                  <a:pt x="12930" y="14119"/>
                  <a:pt x="0" y="35521"/>
                  <a:pt x="0" y="63016"/>
                </a:cubicBezTo>
                <a:cubicBezTo>
                  <a:pt x="0" y="88282"/>
                  <a:pt x="12781" y="113399"/>
                  <a:pt x="36264" y="126775"/>
                </a:cubicBezTo>
                <a:lnTo>
                  <a:pt x="38047" y="1243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pdf-path-172">
            <a:extLst xmlns:a="http://schemas.openxmlformats.org/drawingml/2006/main">
              <a:ext uri="{FF2B5EF4-FFF2-40B4-BE49-F238E27FC236}">
                <a16:creationId xmlns:a16="http://schemas.microsoft.com/office/drawing/2014/main" id="{50FFF15B-47A2-45BD-B950-01B90D2A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8430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pdf-path-174">
            <a:extLst xmlns:a="http://schemas.openxmlformats.org/drawingml/2006/main">
              <a:ext uri="{FF2B5EF4-FFF2-40B4-BE49-F238E27FC236}">
                <a16:creationId xmlns:a16="http://schemas.microsoft.com/office/drawing/2014/main" id="{5AA47979-AB59-4950-8521-F9DA04231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1245" y="1486668"/>
            <a:ext cx="67178" cy="102549"/>
          </a:xfrm>
          <a:custGeom xmlns:a="http://schemas.openxmlformats.org/drawingml/2006/main">
            <a:pathLst>
              <a:path w="67178" h="102549">
                <a:moveTo>
                  <a:pt x="67178" y="51423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5" y="102549"/>
                  <a:pt x="33589" y="102549"/>
                </a:cubicBezTo>
                <a:cubicBezTo>
                  <a:pt x="57814" y="102549"/>
                  <a:pt x="67178" y="76987"/>
                  <a:pt x="67178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9" y="98685"/>
                </a:cubicBezTo>
                <a:cubicBezTo>
                  <a:pt x="20808" y="98685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pdf-path-176">
            <a:extLst xmlns:a="http://schemas.openxmlformats.org/drawingml/2006/main">
              <a:ext uri="{FF2B5EF4-FFF2-40B4-BE49-F238E27FC236}">
                <a16:creationId xmlns:a16="http://schemas.microsoft.com/office/drawing/2014/main" id="{51D7B657-33E6-4A6B-BB74-55CDFC8B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0705" y="1484587"/>
            <a:ext cx="9809" cy="130639"/>
          </a:xfrm>
          <a:custGeom xmlns:a="http://schemas.openxmlformats.org/drawingml/2006/main">
            <a:pathLst>
              <a:path w="9809" h="130639">
                <a:moveTo>
                  <a:pt x="9809" y="130639"/>
                </a:moveTo>
                <a:lnTo>
                  <a:pt x="9809" y="0"/>
                </a:lnTo>
                <a:lnTo>
                  <a:pt x="0" y="0"/>
                </a:lnTo>
                <a:lnTo>
                  <a:pt x="0" y="130639"/>
                </a:lnTo>
                <a:lnTo>
                  <a:pt x="9809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pdf-path-178">
            <a:extLst xmlns:a="http://schemas.openxmlformats.org/drawingml/2006/main">
              <a:ext uri="{FF2B5EF4-FFF2-40B4-BE49-F238E27FC236}">
                <a16:creationId xmlns:a16="http://schemas.microsoft.com/office/drawing/2014/main" id="{44CC28F6-564B-48FA-97C9-A6B759CA1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2050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pdf-path-180">
            <a:extLst xmlns:a="http://schemas.openxmlformats.org/drawingml/2006/main">
              <a:ext uri="{FF2B5EF4-FFF2-40B4-BE49-F238E27FC236}">
                <a16:creationId xmlns:a16="http://schemas.microsoft.com/office/drawing/2014/main" id="{357B29BF-2863-4422-A1F5-75ED6527A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7795" y="1486668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39"/>
                </a:lnTo>
                <a:cubicBezTo>
                  <a:pt x="30913" y="98239"/>
                  <a:pt x="27941" y="95564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5"/>
                </a:lnTo>
                <a:lnTo>
                  <a:pt x="4012" y="14119"/>
                </a:lnTo>
                <a:cubicBezTo>
                  <a:pt x="6688" y="13079"/>
                  <a:pt x="9215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9" y="97645"/>
                  <a:pt x="1040" y="98239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pdf-path-182">
            <a:extLst xmlns:a="http://schemas.openxmlformats.org/drawingml/2006/main">
              <a:ext uri="{FF2B5EF4-FFF2-40B4-BE49-F238E27FC236}">
                <a16:creationId xmlns:a16="http://schemas.microsoft.com/office/drawing/2014/main" id="{22935118-D657-452A-9155-3DBB90B19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9757" y="1486668"/>
            <a:ext cx="38048" cy="126775"/>
          </a:xfrm>
          <a:custGeom xmlns:a="http://schemas.openxmlformats.org/drawingml/2006/main">
            <a:pathLst>
              <a:path w="38048" h="126775">
                <a:moveTo>
                  <a:pt x="0" y="2378"/>
                </a:moveTo>
                <a:cubicBezTo>
                  <a:pt x="21551" y="19321"/>
                  <a:pt x="25266" y="36412"/>
                  <a:pt x="25266" y="64205"/>
                </a:cubicBezTo>
                <a:cubicBezTo>
                  <a:pt x="25266" y="93038"/>
                  <a:pt x="21105" y="107008"/>
                  <a:pt x="0" y="124397"/>
                </a:cubicBezTo>
                <a:lnTo>
                  <a:pt x="1338" y="126775"/>
                </a:lnTo>
                <a:cubicBezTo>
                  <a:pt x="24969" y="112359"/>
                  <a:pt x="38048" y="91254"/>
                  <a:pt x="38048" y="63759"/>
                </a:cubicBezTo>
                <a:cubicBezTo>
                  <a:pt x="38048" y="38493"/>
                  <a:pt x="24524" y="13673"/>
                  <a:pt x="1784" y="0"/>
                </a:cubicBezTo>
                <a:lnTo>
                  <a:pt x="0" y="23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pdf-path-184">
            <a:extLst xmlns:a="http://schemas.openxmlformats.org/drawingml/2006/main">
              <a:ext uri="{FF2B5EF4-FFF2-40B4-BE49-F238E27FC236}">
                <a16:creationId xmlns:a16="http://schemas.microsoft.com/office/drawing/2014/main" id="{B91AE545-2AFC-43FC-8CED-B0213DF8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6622" y="152976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pdf-path-186">
            <a:extLst xmlns:a="http://schemas.openxmlformats.org/drawingml/2006/main">
              <a:ext uri="{FF2B5EF4-FFF2-40B4-BE49-F238E27FC236}">
                <a16:creationId xmlns:a16="http://schemas.microsoft.com/office/drawing/2014/main" id="{8D6EFE42-7D0F-432E-93B1-1B125765F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9437" y="1486668"/>
            <a:ext cx="67178" cy="102549"/>
          </a:xfrm>
          <a:custGeom xmlns:a="http://schemas.openxmlformats.org/drawingml/2006/main">
            <a:pathLst>
              <a:path w="67178" h="102549">
                <a:moveTo>
                  <a:pt x="67178" y="51423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5"/>
                  <a:pt x="0" y="50532"/>
                </a:cubicBezTo>
                <a:cubicBezTo>
                  <a:pt x="0" y="74906"/>
                  <a:pt x="8175" y="102549"/>
                  <a:pt x="33589" y="102549"/>
                </a:cubicBezTo>
                <a:cubicBezTo>
                  <a:pt x="57814" y="102549"/>
                  <a:pt x="67178" y="76987"/>
                  <a:pt x="67178" y="51423"/>
                </a:cubicBezTo>
                <a:moveTo>
                  <a:pt x="52910" y="52167"/>
                </a:moveTo>
                <a:cubicBezTo>
                  <a:pt x="52910" y="81594"/>
                  <a:pt x="46222" y="98685"/>
                  <a:pt x="33589" y="98685"/>
                </a:cubicBezTo>
                <a:cubicBezTo>
                  <a:pt x="20808" y="98685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pdf-path-188">
            <a:extLst xmlns:a="http://schemas.openxmlformats.org/drawingml/2006/main">
              <a:ext uri="{FF2B5EF4-FFF2-40B4-BE49-F238E27FC236}">
                <a16:creationId xmlns:a16="http://schemas.microsoft.com/office/drawing/2014/main" id="{07A09737-3566-4D0C-BF68-405762BF6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0586" y="1572275"/>
            <a:ext cx="16497" cy="16497"/>
          </a:xfrm>
          <a:custGeom xmlns:a="http://schemas.openxmlformats.org/drawingml/2006/main">
            <a:pathLst>
              <a:path w="16497" h="16497">
                <a:moveTo>
                  <a:pt x="16497" y="8471"/>
                </a:moveTo>
                <a:cubicBezTo>
                  <a:pt x="16497" y="4013"/>
                  <a:pt x="12633" y="0"/>
                  <a:pt x="8323" y="0"/>
                </a:cubicBezTo>
                <a:cubicBezTo>
                  <a:pt x="3716" y="0"/>
                  <a:pt x="0" y="3715"/>
                  <a:pt x="0" y="8323"/>
                </a:cubicBezTo>
                <a:cubicBezTo>
                  <a:pt x="0" y="12930"/>
                  <a:pt x="3568" y="16497"/>
                  <a:pt x="8175" y="16497"/>
                </a:cubicBezTo>
                <a:cubicBezTo>
                  <a:pt x="12633" y="16497"/>
                  <a:pt x="16497" y="12781"/>
                  <a:pt x="16497" y="8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pdf-path-190">
            <a:extLst xmlns:a="http://schemas.openxmlformats.org/drawingml/2006/main">
              <a:ext uri="{FF2B5EF4-FFF2-40B4-BE49-F238E27FC236}">
                <a16:creationId xmlns:a16="http://schemas.microsoft.com/office/drawing/2014/main" id="{71D022C6-BAB1-4BE8-A6E0-77674FE8F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1945" y="1484885"/>
            <a:ext cx="60490" cy="104333"/>
          </a:xfrm>
          <a:custGeom xmlns:a="http://schemas.openxmlformats.org/drawingml/2006/main">
            <a:pathLst>
              <a:path w="60490" h="104333">
                <a:moveTo>
                  <a:pt x="60490" y="1040"/>
                </a:moveTo>
                <a:lnTo>
                  <a:pt x="59152" y="0"/>
                </a:lnTo>
                <a:cubicBezTo>
                  <a:pt x="56774" y="3121"/>
                  <a:pt x="55436" y="3864"/>
                  <a:pt x="52018" y="3864"/>
                </a:cubicBezTo>
                <a:lnTo>
                  <a:pt x="21253" y="3864"/>
                </a:lnTo>
                <a:lnTo>
                  <a:pt x="5053" y="39088"/>
                </a:lnTo>
                <a:cubicBezTo>
                  <a:pt x="5053" y="39088"/>
                  <a:pt x="4905" y="39534"/>
                  <a:pt x="4905" y="39831"/>
                </a:cubicBezTo>
                <a:cubicBezTo>
                  <a:pt x="4905" y="40723"/>
                  <a:pt x="5351" y="41020"/>
                  <a:pt x="6689" y="41020"/>
                </a:cubicBezTo>
                <a:cubicBezTo>
                  <a:pt x="20956" y="41020"/>
                  <a:pt x="31359" y="45776"/>
                  <a:pt x="38345" y="51423"/>
                </a:cubicBezTo>
                <a:cubicBezTo>
                  <a:pt x="45033" y="56774"/>
                  <a:pt x="48302" y="64205"/>
                  <a:pt x="48302" y="73717"/>
                </a:cubicBezTo>
                <a:cubicBezTo>
                  <a:pt x="48302" y="86498"/>
                  <a:pt x="38642" y="98834"/>
                  <a:pt x="28238" y="98834"/>
                </a:cubicBezTo>
                <a:cubicBezTo>
                  <a:pt x="25266" y="98834"/>
                  <a:pt x="21848" y="97496"/>
                  <a:pt x="17687" y="94078"/>
                </a:cubicBezTo>
                <a:cubicBezTo>
                  <a:pt x="12931" y="90214"/>
                  <a:pt x="10107" y="89471"/>
                  <a:pt x="6689" y="89471"/>
                </a:cubicBezTo>
                <a:cubicBezTo>
                  <a:pt x="2527" y="89471"/>
                  <a:pt x="0" y="91403"/>
                  <a:pt x="0" y="95119"/>
                </a:cubicBezTo>
                <a:cubicBezTo>
                  <a:pt x="0" y="100766"/>
                  <a:pt x="7729" y="104333"/>
                  <a:pt x="18875" y="104333"/>
                </a:cubicBezTo>
                <a:cubicBezTo>
                  <a:pt x="28981" y="104333"/>
                  <a:pt x="37156" y="102104"/>
                  <a:pt x="44141" y="97051"/>
                </a:cubicBezTo>
                <a:cubicBezTo>
                  <a:pt x="54248" y="89620"/>
                  <a:pt x="58707" y="80405"/>
                  <a:pt x="58707" y="66137"/>
                </a:cubicBezTo>
                <a:cubicBezTo>
                  <a:pt x="58707" y="58260"/>
                  <a:pt x="57369" y="52612"/>
                  <a:pt x="53504" y="47262"/>
                </a:cubicBezTo>
                <a:cubicBezTo>
                  <a:pt x="45033" y="35521"/>
                  <a:pt x="37601" y="32251"/>
                  <a:pt x="16349" y="28238"/>
                </a:cubicBezTo>
                <a:lnTo>
                  <a:pt x="22294" y="15605"/>
                </a:lnTo>
                <a:lnTo>
                  <a:pt x="51127" y="15605"/>
                </a:lnTo>
                <a:cubicBezTo>
                  <a:pt x="53504" y="15605"/>
                  <a:pt x="54693" y="14714"/>
                  <a:pt x="55139" y="13673"/>
                </a:cubicBezTo>
                <a:lnTo>
                  <a:pt x="60490" y="10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df-path-192">
            <a:extLst xmlns:a="http://schemas.openxmlformats.org/drawingml/2006/main">
              <a:ext uri="{FF2B5EF4-FFF2-40B4-BE49-F238E27FC236}">
                <a16:creationId xmlns:a16="http://schemas.microsoft.com/office/drawing/2014/main" id="{B1CA7E97-252F-4901-9B7D-39BD3B2A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7140" y="1523526"/>
            <a:ext cx="79216" cy="65543"/>
          </a:xfrm>
          <a:custGeom xmlns:a="http://schemas.openxmlformats.org/drawingml/2006/main">
            <a:pathLst>
              <a:path w="79216" h="65543">
                <a:moveTo>
                  <a:pt x="79216" y="0"/>
                </a:moveTo>
                <a:lnTo>
                  <a:pt x="37304" y="0"/>
                </a:lnTo>
                <a:cubicBezTo>
                  <a:pt x="21847" y="0"/>
                  <a:pt x="12336" y="6837"/>
                  <a:pt x="5796" y="18726"/>
                </a:cubicBezTo>
                <a:lnTo>
                  <a:pt x="8175" y="18726"/>
                </a:lnTo>
                <a:cubicBezTo>
                  <a:pt x="14714" y="10849"/>
                  <a:pt x="20213" y="10849"/>
                  <a:pt x="28833" y="10849"/>
                </a:cubicBezTo>
                <a:lnTo>
                  <a:pt x="15605" y="41466"/>
                </a:lnTo>
                <a:cubicBezTo>
                  <a:pt x="13674" y="45776"/>
                  <a:pt x="10998" y="50086"/>
                  <a:pt x="4607" y="51869"/>
                </a:cubicBezTo>
                <a:cubicBezTo>
                  <a:pt x="743" y="52910"/>
                  <a:pt x="0" y="56774"/>
                  <a:pt x="0" y="59003"/>
                </a:cubicBezTo>
                <a:cubicBezTo>
                  <a:pt x="0" y="62570"/>
                  <a:pt x="3716" y="65543"/>
                  <a:pt x="7580" y="65543"/>
                </a:cubicBezTo>
                <a:cubicBezTo>
                  <a:pt x="9363" y="65543"/>
                  <a:pt x="11593" y="65245"/>
                  <a:pt x="13227" y="63908"/>
                </a:cubicBezTo>
                <a:cubicBezTo>
                  <a:pt x="25712" y="54544"/>
                  <a:pt x="30319" y="28981"/>
                  <a:pt x="37156" y="10849"/>
                </a:cubicBezTo>
                <a:lnTo>
                  <a:pt x="51126" y="10849"/>
                </a:lnTo>
                <a:cubicBezTo>
                  <a:pt x="47411" y="23334"/>
                  <a:pt x="42952" y="33737"/>
                  <a:pt x="39534" y="44290"/>
                </a:cubicBezTo>
                <a:cubicBezTo>
                  <a:pt x="38642" y="47113"/>
                  <a:pt x="38196" y="50086"/>
                  <a:pt x="38196" y="53504"/>
                </a:cubicBezTo>
                <a:cubicBezTo>
                  <a:pt x="38196" y="59300"/>
                  <a:pt x="40723" y="64651"/>
                  <a:pt x="46667" y="64651"/>
                </a:cubicBezTo>
                <a:cubicBezTo>
                  <a:pt x="57072" y="64651"/>
                  <a:pt x="64948" y="54247"/>
                  <a:pt x="68069" y="43547"/>
                </a:cubicBezTo>
                <a:lnTo>
                  <a:pt x="65692" y="43547"/>
                </a:lnTo>
                <a:cubicBezTo>
                  <a:pt x="62124" y="51572"/>
                  <a:pt x="57963" y="53356"/>
                  <a:pt x="54842" y="53356"/>
                </a:cubicBezTo>
                <a:cubicBezTo>
                  <a:pt x="51572" y="53356"/>
                  <a:pt x="49194" y="49640"/>
                  <a:pt x="49194" y="46222"/>
                </a:cubicBezTo>
                <a:cubicBezTo>
                  <a:pt x="49194" y="36264"/>
                  <a:pt x="57072" y="17240"/>
                  <a:pt x="59152" y="10849"/>
                </a:cubicBezTo>
                <a:lnTo>
                  <a:pt x="75798" y="10849"/>
                </a:lnTo>
                <a:lnTo>
                  <a:pt x="7921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pdf-path-194">
            <a:extLst xmlns:a="http://schemas.openxmlformats.org/drawingml/2006/main">
              <a:ext uri="{FF2B5EF4-FFF2-40B4-BE49-F238E27FC236}">
                <a16:creationId xmlns:a16="http://schemas.microsoft.com/office/drawing/2014/main" id="{49B4A2C1-32A6-448E-A057-784D1E845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7438" y="1540856"/>
            <a:ext cx="67773" cy="68613"/>
          </a:xfrm>
          <a:custGeom xmlns:a="http://schemas.openxmlformats.org/drawingml/2006/main">
            <a:pathLst>
              <a:path w="67773" h="68613">
                <a:moveTo>
                  <a:pt x="67773" y="0"/>
                </a:moveTo>
                <a:lnTo>
                  <a:pt x="4834" y="0"/>
                </a:lnTo>
                <a:lnTo>
                  <a:pt x="0" y="18808"/>
                </a:lnTo>
                <a:lnTo>
                  <a:pt x="1681" y="18808"/>
                </a:lnTo>
                <a:cubicBezTo>
                  <a:pt x="3573" y="10297"/>
                  <a:pt x="10928" y="3888"/>
                  <a:pt x="19649" y="3888"/>
                </a:cubicBezTo>
                <a:lnTo>
                  <a:pt x="29211" y="3888"/>
                </a:lnTo>
                <a:lnTo>
                  <a:pt x="15236" y="60418"/>
                </a:lnTo>
                <a:cubicBezTo>
                  <a:pt x="14396" y="63990"/>
                  <a:pt x="12294" y="66932"/>
                  <a:pt x="4099" y="66932"/>
                </a:cubicBezTo>
                <a:lnTo>
                  <a:pt x="2207" y="66932"/>
                </a:lnTo>
                <a:lnTo>
                  <a:pt x="1787" y="68613"/>
                </a:lnTo>
                <a:lnTo>
                  <a:pt x="36356" y="68613"/>
                </a:lnTo>
                <a:lnTo>
                  <a:pt x="36777" y="66932"/>
                </a:lnTo>
                <a:lnTo>
                  <a:pt x="34569" y="66932"/>
                </a:lnTo>
                <a:cubicBezTo>
                  <a:pt x="28265" y="66932"/>
                  <a:pt x="26584" y="65251"/>
                  <a:pt x="26584" y="63045"/>
                </a:cubicBezTo>
                <a:cubicBezTo>
                  <a:pt x="26584" y="62099"/>
                  <a:pt x="26899" y="61363"/>
                  <a:pt x="27109" y="60418"/>
                </a:cubicBezTo>
                <a:lnTo>
                  <a:pt x="41084" y="3888"/>
                </a:lnTo>
                <a:lnTo>
                  <a:pt x="51381" y="3888"/>
                </a:lnTo>
                <a:cubicBezTo>
                  <a:pt x="55689" y="3888"/>
                  <a:pt x="61784" y="4413"/>
                  <a:pt x="61784" y="11348"/>
                </a:cubicBezTo>
                <a:cubicBezTo>
                  <a:pt x="61784" y="14185"/>
                  <a:pt x="61468" y="17022"/>
                  <a:pt x="61258" y="18808"/>
                </a:cubicBezTo>
                <a:lnTo>
                  <a:pt x="62939" y="18808"/>
                </a:lnTo>
                <a:lnTo>
                  <a:pt x="677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pdf-path-196">
            <a:extLst xmlns:a="http://schemas.openxmlformats.org/drawingml/2006/main">
              <a:ext uri="{FF2B5EF4-FFF2-40B4-BE49-F238E27FC236}">
                <a16:creationId xmlns:a16="http://schemas.microsoft.com/office/drawing/2014/main" id="{C4DB8D55-7F64-4698-BF1F-8E181EA3D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354" y="1487857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pdf-path-198">
            <a:extLst xmlns:a="http://schemas.openxmlformats.org/drawingml/2006/main">
              <a:ext uri="{FF2B5EF4-FFF2-40B4-BE49-F238E27FC236}">
                <a16:creationId xmlns:a16="http://schemas.microsoft.com/office/drawing/2014/main" id="{460C866A-EE36-47A4-B17E-4191D046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4438" y="1460275"/>
            <a:ext cx="29736" cy="71030"/>
          </a:xfrm>
          <a:custGeom xmlns:a="http://schemas.openxmlformats.org/drawingml/2006/main">
            <a:pathLst>
              <a:path w="29736" h="71030">
                <a:moveTo>
                  <a:pt x="29736" y="71030"/>
                </a:moveTo>
                <a:lnTo>
                  <a:pt x="29736" y="69454"/>
                </a:lnTo>
                <a:cubicBezTo>
                  <a:pt x="21855" y="69454"/>
                  <a:pt x="19753" y="67563"/>
                  <a:pt x="19753" y="63045"/>
                </a:cubicBezTo>
                <a:lnTo>
                  <a:pt x="19753" y="315"/>
                </a:lnTo>
                <a:lnTo>
                  <a:pt x="18808" y="0"/>
                </a:lnTo>
                <a:lnTo>
                  <a:pt x="0" y="9562"/>
                </a:lnTo>
                <a:lnTo>
                  <a:pt x="0" y="11033"/>
                </a:lnTo>
                <a:lnTo>
                  <a:pt x="2837" y="9982"/>
                </a:lnTo>
                <a:cubicBezTo>
                  <a:pt x="4728" y="9247"/>
                  <a:pt x="6514" y="8721"/>
                  <a:pt x="7565" y="8721"/>
                </a:cubicBezTo>
                <a:cubicBezTo>
                  <a:pt x="9771" y="8721"/>
                  <a:pt x="10717" y="10297"/>
                  <a:pt x="10717" y="13870"/>
                </a:cubicBezTo>
                <a:lnTo>
                  <a:pt x="10717" y="61048"/>
                </a:lnTo>
                <a:cubicBezTo>
                  <a:pt x="10717" y="66827"/>
                  <a:pt x="8511" y="69034"/>
                  <a:pt x="735" y="69454"/>
                </a:cubicBezTo>
                <a:lnTo>
                  <a:pt x="735" y="71030"/>
                </a:lnTo>
                <a:lnTo>
                  <a:pt x="29736" y="710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pdf-path-200">
            <a:extLst xmlns:a="http://schemas.openxmlformats.org/drawingml/2006/main">
              <a:ext uri="{FF2B5EF4-FFF2-40B4-BE49-F238E27FC236}">
                <a16:creationId xmlns:a16="http://schemas.microsoft.com/office/drawing/2014/main" id="{5E6ED7AE-41B8-4F4C-9D90-3BFCD91A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5974" y="1487857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2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pdf-path-202">
            <a:extLst xmlns:a="http://schemas.openxmlformats.org/drawingml/2006/main">
              <a:ext uri="{FF2B5EF4-FFF2-40B4-BE49-F238E27FC236}">
                <a16:creationId xmlns:a16="http://schemas.microsoft.com/office/drawing/2014/main" id="{BCA5471B-5810-44BD-A627-412543CF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916" y="1460275"/>
            <a:ext cx="47493" cy="72501"/>
          </a:xfrm>
          <a:custGeom xmlns:a="http://schemas.openxmlformats.org/drawingml/2006/main">
            <a:pathLst>
              <a:path w="47493" h="72501">
                <a:moveTo>
                  <a:pt x="47493" y="36356"/>
                </a:moveTo>
                <a:cubicBezTo>
                  <a:pt x="47493" y="14816"/>
                  <a:pt x="37932" y="0"/>
                  <a:pt x="24167" y="0"/>
                </a:cubicBezTo>
                <a:cubicBezTo>
                  <a:pt x="7250" y="0"/>
                  <a:pt x="0" y="17127"/>
                  <a:pt x="0" y="35725"/>
                </a:cubicBezTo>
                <a:cubicBezTo>
                  <a:pt x="0" y="52957"/>
                  <a:pt x="5779" y="72501"/>
                  <a:pt x="23747" y="72501"/>
                </a:cubicBezTo>
                <a:cubicBezTo>
                  <a:pt x="40873" y="72501"/>
                  <a:pt x="47493" y="54429"/>
                  <a:pt x="47493" y="36356"/>
                </a:cubicBezTo>
                <a:moveTo>
                  <a:pt x="37406" y="36881"/>
                </a:moveTo>
                <a:cubicBezTo>
                  <a:pt x="37406" y="57686"/>
                  <a:pt x="32678" y="69769"/>
                  <a:pt x="23747" y="69769"/>
                </a:cubicBezTo>
                <a:cubicBezTo>
                  <a:pt x="14710" y="69769"/>
                  <a:pt x="10087" y="57791"/>
                  <a:pt x="10087" y="36461"/>
                </a:cubicBezTo>
                <a:cubicBezTo>
                  <a:pt x="10087" y="15131"/>
                  <a:pt x="14815" y="2732"/>
                  <a:pt x="23536" y="2732"/>
                </a:cubicBezTo>
                <a:cubicBezTo>
                  <a:pt x="32783" y="2732"/>
                  <a:pt x="37406" y="15026"/>
                  <a:pt x="37406" y="368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pdf-path-204">
            <a:extLst xmlns:a="http://schemas.openxmlformats.org/drawingml/2006/main">
              <a:ext uri="{FF2B5EF4-FFF2-40B4-BE49-F238E27FC236}">
                <a16:creationId xmlns:a16="http://schemas.microsoft.com/office/drawing/2014/main" id="{E1526AA3-4DBC-4C8A-BD74-99355298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1636" y="1028825"/>
            <a:ext cx="474566" cy="351736"/>
          </a:xfrm>
          <a:custGeom xmlns:a="http://schemas.openxmlformats.org/drawingml/2006/main">
            <a:pathLst>
              <a:path w="474566" h="351736">
                <a:moveTo>
                  <a:pt x="0" y="351736"/>
                </a:moveTo>
                <a:lnTo>
                  <a:pt x="474566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107" name="pdf-path-205">
            <a:extLst xmlns:a="http://schemas.openxmlformats.org/drawingml/2006/main">
              <a:ext uri="{FF2B5EF4-FFF2-40B4-BE49-F238E27FC236}">
                <a16:creationId xmlns:a16="http://schemas.microsoft.com/office/drawing/2014/main" id="{FB0BC6B5-D141-4ED7-B60A-E3CD6A9D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6202" y="1028825"/>
            <a:ext cx="1200370" cy="351736"/>
          </a:xfrm>
          <a:custGeom xmlns:a="http://schemas.openxmlformats.org/drawingml/2006/main">
            <a:pathLst>
              <a:path w="1200370" h="351736">
                <a:moveTo>
                  <a:pt x="1200370" y="35173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108" name="pdf-path-206">
            <a:extLst xmlns:a="http://schemas.openxmlformats.org/drawingml/2006/main">
              <a:ext uri="{FF2B5EF4-FFF2-40B4-BE49-F238E27FC236}">
                <a16:creationId xmlns:a16="http://schemas.microsoft.com/office/drawing/2014/main" id="{A6D75361-5FCA-42B9-920D-E232AF1BF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93" y="2050535"/>
            <a:ext cx="2009922" cy="334987"/>
          </a:xfrm>
          <a:custGeom xmlns:a="http://schemas.openxmlformats.org/drawingml/2006/main">
            <a:pathLst>
              <a:path w="2009922" h="334987">
                <a:moveTo>
                  <a:pt x="0" y="0"/>
                </a:moveTo>
                <a:lnTo>
                  <a:pt x="2009922" y="0"/>
                </a:lnTo>
                <a:lnTo>
                  <a:pt x="2009922" y="334987"/>
                </a:lnTo>
                <a:lnTo>
                  <a:pt x="0" y="3349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109" name="pdf-path-208">
            <a:extLst xmlns:a="http://schemas.openxmlformats.org/drawingml/2006/main">
              <a:ext uri="{FF2B5EF4-FFF2-40B4-BE49-F238E27FC236}">
                <a16:creationId xmlns:a16="http://schemas.microsoft.com/office/drawing/2014/main" id="{4B697B5B-ECA0-4A1C-B2A4-4F0365F5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511" y="2167808"/>
            <a:ext cx="38048" cy="126775"/>
          </a:xfrm>
          <a:custGeom xmlns:a="http://schemas.openxmlformats.org/drawingml/2006/main">
            <a:pathLst>
              <a:path w="38048" h="126775">
                <a:moveTo>
                  <a:pt x="38048" y="124397"/>
                </a:moveTo>
                <a:cubicBezTo>
                  <a:pt x="17240" y="107008"/>
                  <a:pt x="12781" y="90214"/>
                  <a:pt x="12781" y="62570"/>
                </a:cubicBezTo>
                <a:cubicBezTo>
                  <a:pt x="12781" y="33886"/>
                  <a:pt x="17389" y="20064"/>
                  <a:pt x="38048" y="2378"/>
                </a:cubicBezTo>
                <a:lnTo>
                  <a:pt x="36710" y="0"/>
                </a:lnTo>
                <a:cubicBezTo>
                  <a:pt x="12930" y="14119"/>
                  <a:pt x="0" y="35521"/>
                  <a:pt x="0" y="63016"/>
                </a:cubicBezTo>
                <a:cubicBezTo>
                  <a:pt x="0" y="88282"/>
                  <a:pt x="12781" y="113399"/>
                  <a:pt x="36264" y="126775"/>
                </a:cubicBezTo>
                <a:lnTo>
                  <a:pt x="38048" y="1243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pdf-path-210">
            <a:extLst xmlns:a="http://schemas.openxmlformats.org/drawingml/2006/main">
              <a:ext uri="{FF2B5EF4-FFF2-40B4-BE49-F238E27FC236}">
                <a16:creationId xmlns:a16="http://schemas.microsoft.com/office/drawing/2014/main" id="{53893B9B-4820-47A1-81F5-5F1DEB80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0516" y="221090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pdf-path-212">
            <a:extLst xmlns:a="http://schemas.openxmlformats.org/drawingml/2006/main">
              <a:ext uri="{FF2B5EF4-FFF2-40B4-BE49-F238E27FC236}">
                <a16:creationId xmlns:a16="http://schemas.microsoft.com/office/drawing/2014/main" id="{13D19312-FB3F-482A-846C-907BB880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332" y="2167808"/>
            <a:ext cx="67177" cy="102550"/>
          </a:xfrm>
          <a:custGeom xmlns:a="http://schemas.openxmlformats.org/drawingml/2006/main">
            <a:pathLst>
              <a:path w="67177" h="102550">
                <a:moveTo>
                  <a:pt x="67177" y="51424"/>
                </a:moveTo>
                <a:cubicBezTo>
                  <a:pt x="67177" y="20956"/>
                  <a:pt x="53653" y="0"/>
                  <a:pt x="34183" y="0"/>
                </a:cubicBezTo>
                <a:cubicBezTo>
                  <a:pt x="10255" y="0"/>
                  <a:pt x="0" y="24226"/>
                  <a:pt x="0" y="50532"/>
                </a:cubicBezTo>
                <a:cubicBezTo>
                  <a:pt x="0" y="74906"/>
                  <a:pt x="8174" y="102550"/>
                  <a:pt x="33588" y="102550"/>
                </a:cubicBezTo>
                <a:cubicBezTo>
                  <a:pt x="57814" y="102550"/>
                  <a:pt x="67177" y="76987"/>
                  <a:pt x="67177" y="51424"/>
                </a:cubicBezTo>
                <a:moveTo>
                  <a:pt x="52910" y="52167"/>
                </a:moveTo>
                <a:cubicBezTo>
                  <a:pt x="52910" y="81594"/>
                  <a:pt x="46222" y="98686"/>
                  <a:pt x="33588" y="98686"/>
                </a:cubicBezTo>
                <a:cubicBezTo>
                  <a:pt x="20807" y="98686"/>
                  <a:pt x="14267" y="81742"/>
                  <a:pt x="14267" y="51572"/>
                </a:cubicBezTo>
                <a:cubicBezTo>
                  <a:pt x="14267" y="21402"/>
                  <a:pt x="20956" y="3864"/>
                  <a:pt x="33291" y="3864"/>
                </a:cubicBezTo>
                <a:cubicBezTo>
                  <a:pt x="46370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pdf-path-214">
            <a:extLst xmlns:a="http://schemas.openxmlformats.org/drawingml/2006/main">
              <a:ext uri="{FF2B5EF4-FFF2-40B4-BE49-F238E27FC236}">
                <a16:creationId xmlns:a16="http://schemas.microsoft.com/office/drawing/2014/main" id="{E15607EB-F63D-47DA-A33E-ED9192BF2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2790" y="2165727"/>
            <a:ext cx="9809" cy="130639"/>
          </a:xfrm>
          <a:custGeom xmlns:a="http://schemas.openxmlformats.org/drawingml/2006/main">
            <a:pathLst>
              <a:path w="9809" h="130639">
                <a:moveTo>
                  <a:pt x="9809" y="130639"/>
                </a:moveTo>
                <a:lnTo>
                  <a:pt x="9809" y="0"/>
                </a:lnTo>
                <a:lnTo>
                  <a:pt x="0" y="0"/>
                </a:lnTo>
                <a:lnTo>
                  <a:pt x="0" y="130639"/>
                </a:lnTo>
                <a:lnTo>
                  <a:pt x="9809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pdf-path-216">
            <a:extLst xmlns:a="http://schemas.openxmlformats.org/drawingml/2006/main">
              <a:ext uri="{FF2B5EF4-FFF2-40B4-BE49-F238E27FC236}">
                <a16:creationId xmlns:a16="http://schemas.microsoft.com/office/drawing/2014/main" id="{643FF1D1-2BAD-472B-976A-35F0168B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135" y="221090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pdf-path-218">
            <a:extLst xmlns:a="http://schemas.openxmlformats.org/drawingml/2006/main">
              <a:ext uri="{FF2B5EF4-FFF2-40B4-BE49-F238E27FC236}">
                <a16:creationId xmlns:a16="http://schemas.microsoft.com/office/drawing/2014/main" id="{87128693-2553-45CB-A8B5-4A0059D0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50" y="2167808"/>
            <a:ext cx="67177" cy="102550"/>
          </a:xfrm>
          <a:custGeom xmlns:a="http://schemas.openxmlformats.org/drawingml/2006/main">
            <a:pathLst>
              <a:path w="67177" h="102550">
                <a:moveTo>
                  <a:pt x="67177" y="51424"/>
                </a:moveTo>
                <a:cubicBezTo>
                  <a:pt x="67177" y="20956"/>
                  <a:pt x="53653" y="0"/>
                  <a:pt x="34183" y="0"/>
                </a:cubicBezTo>
                <a:cubicBezTo>
                  <a:pt x="10255" y="0"/>
                  <a:pt x="0" y="24226"/>
                  <a:pt x="0" y="50532"/>
                </a:cubicBezTo>
                <a:cubicBezTo>
                  <a:pt x="0" y="74906"/>
                  <a:pt x="8174" y="102550"/>
                  <a:pt x="33588" y="102550"/>
                </a:cubicBezTo>
                <a:cubicBezTo>
                  <a:pt x="57814" y="102550"/>
                  <a:pt x="67177" y="76987"/>
                  <a:pt x="67177" y="51424"/>
                </a:cubicBezTo>
                <a:moveTo>
                  <a:pt x="52910" y="52167"/>
                </a:moveTo>
                <a:cubicBezTo>
                  <a:pt x="52910" y="81594"/>
                  <a:pt x="46222" y="98686"/>
                  <a:pt x="33588" y="98686"/>
                </a:cubicBezTo>
                <a:cubicBezTo>
                  <a:pt x="20807" y="98686"/>
                  <a:pt x="14267" y="81742"/>
                  <a:pt x="14267" y="51572"/>
                </a:cubicBezTo>
                <a:cubicBezTo>
                  <a:pt x="14267" y="21402"/>
                  <a:pt x="20956" y="3864"/>
                  <a:pt x="33291" y="3864"/>
                </a:cubicBezTo>
                <a:cubicBezTo>
                  <a:pt x="46370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pdf-path-220">
            <a:extLst xmlns:a="http://schemas.openxmlformats.org/drawingml/2006/main">
              <a:ext uri="{FF2B5EF4-FFF2-40B4-BE49-F238E27FC236}">
                <a16:creationId xmlns:a16="http://schemas.microsoft.com/office/drawing/2014/main" id="{58E8CDA2-F085-430B-8232-0C0D78DE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5708" y="2253118"/>
            <a:ext cx="20807" cy="36116"/>
          </a:xfrm>
          <a:custGeom xmlns:a="http://schemas.openxmlformats.org/drawingml/2006/main">
            <a:pathLst>
              <a:path w="20807" h="36116">
                <a:moveTo>
                  <a:pt x="4162" y="36116"/>
                </a:moveTo>
                <a:cubicBezTo>
                  <a:pt x="14417" y="31211"/>
                  <a:pt x="20807" y="21848"/>
                  <a:pt x="20807" y="12930"/>
                </a:cubicBezTo>
                <a:cubicBezTo>
                  <a:pt x="20807" y="5202"/>
                  <a:pt x="15606" y="0"/>
                  <a:pt x="8917" y="0"/>
                </a:cubicBezTo>
                <a:cubicBezTo>
                  <a:pt x="3567" y="0"/>
                  <a:pt x="0" y="3418"/>
                  <a:pt x="0" y="8471"/>
                </a:cubicBezTo>
                <a:cubicBezTo>
                  <a:pt x="0" y="13525"/>
                  <a:pt x="3121" y="16051"/>
                  <a:pt x="8620" y="16051"/>
                </a:cubicBezTo>
                <a:cubicBezTo>
                  <a:pt x="10255" y="16051"/>
                  <a:pt x="11741" y="15457"/>
                  <a:pt x="12930" y="15457"/>
                </a:cubicBezTo>
                <a:cubicBezTo>
                  <a:pt x="14119" y="15457"/>
                  <a:pt x="15011" y="16349"/>
                  <a:pt x="15011" y="17389"/>
                </a:cubicBezTo>
                <a:cubicBezTo>
                  <a:pt x="15011" y="22293"/>
                  <a:pt x="10849" y="27792"/>
                  <a:pt x="2675" y="33291"/>
                </a:cubicBezTo>
                <a:lnTo>
                  <a:pt x="4162" y="361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df-path-222">
            <a:extLst xmlns:a="http://schemas.openxmlformats.org/drawingml/2006/main">
              <a:ext uri="{FF2B5EF4-FFF2-40B4-BE49-F238E27FC236}">
                <a16:creationId xmlns:a16="http://schemas.microsoft.com/office/drawing/2014/main" id="{B1152ACB-2055-4CCA-8C95-3ABB839EA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618" y="221090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pdf-path-224">
            <a:extLst xmlns:a="http://schemas.openxmlformats.org/drawingml/2006/main">
              <a:ext uri="{FF2B5EF4-FFF2-40B4-BE49-F238E27FC236}">
                <a16:creationId xmlns:a16="http://schemas.microsoft.com/office/drawing/2014/main" id="{AA7C8537-D13D-468B-82F5-15DCAC0FE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364" y="2167808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40"/>
                </a:lnTo>
                <a:cubicBezTo>
                  <a:pt x="30913" y="98240"/>
                  <a:pt x="27941" y="95565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6"/>
                </a:lnTo>
                <a:lnTo>
                  <a:pt x="4013" y="14119"/>
                </a:lnTo>
                <a:cubicBezTo>
                  <a:pt x="6688" y="13079"/>
                  <a:pt x="9214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8" y="97645"/>
                  <a:pt x="1040" y="98240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pdf-path-226">
            <a:extLst xmlns:a="http://schemas.openxmlformats.org/drawingml/2006/main">
              <a:ext uri="{FF2B5EF4-FFF2-40B4-BE49-F238E27FC236}">
                <a16:creationId xmlns:a16="http://schemas.microsoft.com/office/drawing/2014/main" id="{11AE0179-7D56-479A-9B02-B0988847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7327" y="2167808"/>
            <a:ext cx="38048" cy="126775"/>
          </a:xfrm>
          <a:custGeom xmlns:a="http://schemas.openxmlformats.org/drawingml/2006/main">
            <a:pathLst>
              <a:path w="38048" h="126775">
                <a:moveTo>
                  <a:pt x="0" y="2378"/>
                </a:moveTo>
                <a:cubicBezTo>
                  <a:pt x="21550" y="19321"/>
                  <a:pt x="25266" y="36413"/>
                  <a:pt x="25266" y="64205"/>
                </a:cubicBezTo>
                <a:cubicBezTo>
                  <a:pt x="25266" y="93038"/>
                  <a:pt x="21104" y="107008"/>
                  <a:pt x="0" y="124397"/>
                </a:cubicBezTo>
                <a:lnTo>
                  <a:pt x="1338" y="126775"/>
                </a:lnTo>
                <a:cubicBezTo>
                  <a:pt x="24969" y="112359"/>
                  <a:pt x="38048" y="91255"/>
                  <a:pt x="38048" y="63759"/>
                </a:cubicBezTo>
                <a:cubicBezTo>
                  <a:pt x="38048" y="38494"/>
                  <a:pt x="24523" y="13674"/>
                  <a:pt x="1783" y="0"/>
                </a:cubicBezTo>
                <a:lnTo>
                  <a:pt x="0" y="23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pdf-path-228">
            <a:extLst xmlns:a="http://schemas.openxmlformats.org/drawingml/2006/main">
              <a:ext uri="{FF2B5EF4-FFF2-40B4-BE49-F238E27FC236}">
                <a16:creationId xmlns:a16="http://schemas.microsoft.com/office/drawing/2014/main" id="{A5F8DFBA-D0D2-4156-9934-7D559795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192" y="221090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pdf-path-230">
            <a:extLst xmlns:a="http://schemas.openxmlformats.org/drawingml/2006/main">
              <a:ext uri="{FF2B5EF4-FFF2-40B4-BE49-F238E27FC236}">
                <a16:creationId xmlns:a16="http://schemas.microsoft.com/office/drawing/2014/main" id="{E884D758-D2CF-4389-B542-102C9064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7007" y="2167808"/>
            <a:ext cx="67178" cy="102550"/>
          </a:xfrm>
          <a:custGeom xmlns:a="http://schemas.openxmlformats.org/drawingml/2006/main">
            <a:pathLst>
              <a:path w="67178" h="102550">
                <a:moveTo>
                  <a:pt x="67178" y="51424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6"/>
                  <a:pt x="0" y="50532"/>
                </a:cubicBezTo>
                <a:cubicBezTo>
                  <a:pt x="0" y="74906"/>
                  <a:pt x="8175" y="102550"/>
                  <a:pt x="33589" y="102550"/>
                </a:cubicBezTo>
                <a:cubicBezTo>
                  <a:pt x="57814" y="102550"/>
                  <a:pt x="67178" y="76987"/>
                  <a:pt x="67178" y="51424"/>
                </a:cubicBezTo>
                <a:moveTo>
                  <a:pt x="52910" y="52167"/>
                </a:moveTo>
                <a:cubicBezTo>
                  <a:pt x="52910" y="81594"/>
                  <a:pt x="46222" y="98686"/>
                  <a:pt x="33589" y="98686"/>
                </a:cubicBezTo>
                <a:cubicBezTo>
                  <a:pt x="20808" y="98686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pdf-path-232">
            <a:extLst xmlns:a="http://schemas.openxmlformats.org/drawingml/2006/main">
              <a:ext uri="{FF2B5EF4-FFF2-40B4-BE49-F238E27FC236}">
                <a16:creationId xmlns:a16="http://schemas.microsoft.com/office/drawing/2014/main" id="{E3F73086-1737-4A81-9937-901BAA80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8155" y="2253415"/>
            <a:ext cx="16497" cy="16497"/>
          </a:xfrm>
          <a:custGeom xmlns:a="http://schemas.openxmlformats.org/drawingml/2006/main">
            <a:pathLst>
              <a:path w="16497" h="16497">
                <a:moveTo>
                  <a:pt x="16497" y="8471"/>
                </a:moveTo>
                <a:cubicBezTo>
                  <a:pt x="16497" y="4013"/>
                  <a:pt x="12633" y="0"/>
                  <a:pt x="8323" y="0"/>
                </a:cubicBezTo>
                <a:cubicBezTo>
                  <a:pt x="3716" y="0"/>
                  <a:pt x="0" y="3715"/>
                  <a:pt x="0" y="8323"/>
                </a:cubicBezTo>
                <a:cubicBezTo>
                  <a:pt x="0" y="12930"/>
                  <a:pt x="3568" y="16497"/>
                  <a:pt x="8175" y="16497"/>
                </a:cubicBezTo>
                <a:cubicBezTo>
                  <a:pt x="12633" y="16497"/>
                  <a:pt x="16497" y="12781"/>
                  <a:pt x="16497" y="8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pdf-path-234">
            <a:extLst xmlns:a="http://schemas.openxmlformats.org/drawingml/2006/main">
              <a:ext uri="{FF2B5EF4-FFF2-40B4-BE49-F238E27FC236}">
                <a16:creationId xmlns:a16="http://schemas.microsoft.com/office/drawing/2014/main" id="{2AA8F37E-A6BA-46A2-83D9-F1347EBEF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514" y="2166025"/>
            <a:ext cx="60490" cy="104333"/>
          </a:xfrm>
          <a:custGeom xmlns:a="http://schemas.openxmlformats.org/drawingml/2006/main">
            <a:pathLst>
              <a:path w="60490" h="104333">
                <a:moveTo>
                  <a:pt x="60490" y="1040"/>
                </a:moveTo>
                <a:lnTo>
                  <a:pt x="59152" y="0"/>
                </a:lnTo>
                <a:cubicBezTo>
                  <a:pt x="56774" y="3121"/>
                  <a:pt x="55436" y="3864"/>
                  <a:pt x="52018" y="3864"/>
                </a:cubicBezTo>
                <a:lnTo>
                  <a:pt x="21253" y="3864"/>
                </a:lnTo>
                <a:lnTo>
                  <a:pt x="5053" y="39088"/>
                </a:lnTo>
                <a:cubicBezTo>
                  <a:pt x="5053" y="39088"/>
                  <a:pt x="4905" y="39533"/>
                  <a:pt x="4905" y="39831"/>
                </a:cubicBezTo>
                <a:cubicBezTo>
                  <a:pt x="4905" y="40723"/>
                  <a:pt x="5351" y="41020"/>
                  <a:pt x="6689" y="41020"/>
                </a:cubicBezTo>
                <a:cubicBezTo>
                  <a:pt x="20956" y="41020"/>
                  <a:pt x="31359" y="45776"/>
                  <a:pt x="38345" y="51423"/>
                </a:cubicBezTo>
                <a:cubicBezTo>
                  <a:pt x="45033" y="56774"/>
                  <a:pt x="48302" y="64205"/>
                  <a:pt x="48302" y="73717"/>
                </a:cubicBezTo>
                <a:cubicBezTo>
                  <a:pt x="48302" y="86498"/>
                  <a:pt x="38642" y="98834"/>
                  <a:pt x="28238" y="98834"/>
                </a:cubicBezTo>
                <a:cubicBezTo>
                  <a:pt x="25266" y="98834"/>
                  <a:pt x="21848" y="97496"/>
                  <a:pt x="17687" y="94078"/>
                </a:cubicBezTo>
                <a:cubicBezTo>
                  <a:pt x="12931" y="90214"/>
                  <a:pt x="10107" y="89471"/>
                  <a:pt x="6689" y="89471"/>
                </a:cubicBezTo>
                <a:cubicBezTo>
                  <a:pt x="2527" y="89471"/>
                  <a:pt x="0" y="91403"/>
                  <a:pt x="0" y="95119"/>
                </a:cubicBezTo>
                <a:cubicBezTo>
                  <a:pt x="0" y="100766"/>
                  <a:pt x="7729" y="104333"/>
                  <a:pt x="18875" y="104333"/>
                </a:cubicBezTo>
                <a:cubicBezTo>
                  <a:pt x="28981" y="104333"/>
                  <a:pt x="37156" y="102104"/>
                  <a:pt x="44141" y="97051"/>
                </a:cubicBezTo>
                <a:cubicBezTo>
                  <a:pt x="54248" y="89620"/>
                  <a:pt x="58707" y="80405"/>
                  <a:pt x="58707" y="66137"/>
                </a:cubicBezTo>
                <a:cubicBezTo>
                  <a:pt x="58707" y="58260"/>
                  <a:pt x="57369" y="52612"/>
                  <a:pt x="53505" y="47262"/>
                </a:cubicBezTo>
                <a:cubicBezTo>
                  <a:pt x="45033" y="35521"/>
                  <a:pt x="37601" y="32251"/>
                  <a:pt x="16349" y="28238"/>
                </a:cubicBezTo>
                <a:lnTo>
                  <a:pt x="22294" y="15605"/>
                </a:lnTo>
                <a:lnTo>
                  <a:pt x="51127" y="15605"/>
                </a:lnTo>
                <a:cubicBezTo>
                  <a:pt x="53505" y="15605"/>
                  <a:pt x="54693" y="14713"/>
                  <a:pt x="55139" y="13673"/>
                </a:cubicBezTo>
                <a:lnTo>
                  <a:pt x="60490" y="10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pdf-path-236">
            <a:extLst xmlns:a="http://schemas.openxmlformats.org/drawingml/2006/main">
              <a:ext uri="{FF2B5EF4-FFF2-40B4-BE49-F238E27FC236}">
                <a16:creationId xmlns:a16="http://schemas.microsoft.com/office/drawing/2014/main" id="{D5602E16-E383-4ACF-83DA-695B8DFC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226" y="2204667"/>
            <a:ext cx="79216" cy="65543"/>
          </a:xfrm>
          <a:custGeom xmlns:a="http://schemas.openxmlformats.org/drawingml/2006/main">
            <a:pathLst>
              <a:path w="79216" h="65543">
                <a:moveTo>
                  <a:pt x="79216" y="0"/>
                </a:moveTo>
                <a:lnTo>
                  <a:pt x="37305" y="0"/>
                </a:lnTo>
                <a:cubicBezTo>
                  <a:pt x="21848" y="0"/>
                  <a:pt x="12336" y="6837"/>
                  <a:pt x="5796" y="18727"/>
                </a:cubicBezTo>
                <a:lnTo>
                  <a:pt x="8175" y="18727"/>
                </a:lnTo>
                <a:cubicBezTo>
                  <a:pt x="14713" y="10849"/>
                  <a:pt x="20213" y="10849"/>
                  <a:pt x="28833" y="10849"/>
                </a:cubicBezTo>
                <a:lnTo>
                  <a:pt x="15606" y="41466"/>
                </a:lnTo>
                <a:cubicBezTo>
                  <a:pt x="13673" y="45776"/>
                  <a:pt x="10998" y="50086"/>
                  <a:pt x="4607" y="51869"/>
                </a:cubicBezTo>
                <a:cubicBezTo>
                  <a:pt x="743" y="52910"/>
                  <a:pt x="0" y="56774"/>
                  <a:pt x="0" y="59003"/>
                </a:cubicBezTo>
                <a:cubicBezTo>
                  <a:pt x="0" y="62570"/>
                  <a:pt x="3716" y="65543"/>
                  <a:pt x="7580" y="65543"/>
                </a:cubicBezTo>
                <a:cubicBezTo>
                  <a:pt x="9363" y="65543"/>
                  <a:pt x="11592" y="65245"/>
                  <a:pt x="13228" y="63908"/>
                </a:cubicBezTo>
                <a:cubicBezTo>
                  <a:pt x="25712" y="54544"/>
                  <a:pt x="30319" y="28981"/>
                  <a:pt x="37156" y="10849"/>
                </a:cubicBezTo>
                <a:lnTo>
                  <a:pt x="51126" y="10849"/>
                </a:lnTo>
                <a:cubicBezTo>
                  <a:pt x="47411" y="23334"/>
                  <a:pt x="42952" y="33737"/>
                  <a:pt x="39533" y="44290"/>
                </a:cubicBezTo>
                <a:cubicBezTo>
                  <a:pt x="38642" y="47113"/>
                  <a:pt x="38196" y="50086"/>
                  <a:pt x="38196" y="53504"/>
                </a:cubicBezTo>
                <a:cubicBezTo>
                  <a:pt x="38196" y="59300"/>
                  <a:pt x="40723" y="64651"/>
                  <a:pt x="46668" y="64651"/>
                </a:cubicBezTo>
                <a:cubicBezTo>
                  <a:pt x="57071" y="64651"/>
                  <a:pt x="64948" y="54247"/>
                  <a:pt x="68069" y="43547"/>
                </a:cubicBezTo>
                <a:lnTo>
                  <a:pt x="65691" y="43547"/>
                </a:lnTo>
                <a:cubicBezTo>
                  <a:pt x="62124" y="51572"/>
                  <a:pt x="57963" y="53356"/>
                  <a:pt x="54842" y="53356"/>
                </a:cubicBezTo>
                <a:cubicBezTo>
                  <a:pt x="51572" y="53356"/>
                  <a:pt x="49194" y="49640"/>
                  <a:pt x="49194" y="46222"/>
                </a:cubicBezTo>
                <a:cubicBezTo>
                  <a:pt x="49194" y="36264"/>
                  <a:pt x="57071" y="17240"/>
                  <a:pt x="59152" y="10849"/>
                </a:cubicBezTo>
                <a:lnTo>
                  <a:pt x="75798" y="10849"/>
                </a:lnTo>
                <a:lnTo>
                  <a:pt x="7921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df-path-238">
            <a:extLst xmlns:a="http://schemas.openxmlformats.org/drawingml/2006/main">
              <a:ext uri="{FF2B5EF4-FFF2-40B4-BE49-F238E27FC236}">
                <a16:creationId xmlns:a16="http://schemas.microsoft.com/office/drawing/2014/main" id="{8F256927-50FC-47C2-AAAC-2F393FC9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526" y="2221996"/>
            <a:ext cx="67773" cy="68613"/>
          </a:xfrm>
          <a:custGeom xmlns:a="http://schemas.openxmlformats.org/drawingml/2006/main">
            <a:pathLst>
              <a:path w="67773" h="68613">
                <a:moveTo>
                  <a:pt x="67773" y="0"/>
                </a:moveTo>
                <a:lnTo>
                  <a:pt x="4833" y="0"/>
                </a:lnTo>
                <a:lnTo>
                  <a:pt x="0" y="18808"/>
                </a:lnTo>
                <a:lnTo>
                  <a:pt x="1681" y="18808"/>
                </a:lnTo>
                <a:cubicBezTo>
                  <a:pt x="3572" y="10297"/>
                  <a:pt x="10928" y="3888"/>
                  <a:pt x="19649" y="3888"/>
                </a:cubicBezTo>
                <a:lnTo>
                  <a:pt x="29210" y="3888"/>
                </a:lnTo>
                <a:lnTo>
                  <a:pt x="15235" y="60418"/>
                </a:lnTo>
                <a:cubicBezTo>
                  <a:pt x="14395" y="63990"/>
                  <a:pt x="12294" y="66932"/>
                  <a:pt x="4098" y="66932"/>
                </a:cubicBezTo>
                <a:lnTo>
                  <a:pt x="2206" y="66932"/>
                </a:lnTo>
                <a:lnTo>
                  <a:pt x="1786" y="68613"/>
                </a:lnTo>
                <a:lnTo>
                  <a:pt x="36355" y="68613"/>
                </a:lnTo>
                <a:lnTo>
                  <a:pt x="36776" y="66932"/>
                </a:lnTo>
                <a:lnTo>
                  <a:pt x="34569" y="66932"/>
                </a:lnTo>
                <a:cubicBezTo>
                  <a:pt x="28265" y="66932"/>
                  <a:pt x="26584" y="65251"/>
                  <a:pt x="26584" y="63045"/>
                </a:cubicBezTo>
                <a:cubicBezTo>
                  <a:pt x="26584" y="62099"/>
                  <a:pt x="26899" y="61363"/>
                  <a:pt x="27109" y="60418"/>
                </a:cubicBezTo>
                <a:lnTo>
                  <a:pt x="41084" y="3888"/>
                </a:lnTo>
                <a:lnTo>
                  <a:pt x="51381" y="3888"/>
                </a:lnTo>
                <a:cubicBezTo>
                  <a:pt x="55689" y="3888"/>
                  <a:pt x="61784" y="4413"/>
                  <a:pt x="61784" y="11348"/>
                </a:cubicBezTo>
                <a:cubicBezTo>
                  <a:pt x="61784" y="14185"/>
                  <a:pt x="61468" y="17022"/>
                  <a:pt x="61258" y="18808"/>
                </a:cubicBezTo>
                <a:lnTo>
                  <a:pt x="62939" y="18808"/>
                </a:lnTo>
                <a:lnTo>
                  <a:pt x="677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pdf-path-240">
            <a:extLst xmlns:a="http://schemas.openxmlformats.org/drawingml/2006/main">
              <a:ext uri="{FF2B5EF4-FFF2-40B4-BE49-F238E27FC236}">
                <a16:creationId xmlns:a16="http://schemas.microsoft.com/office/drawing/2014/main" id="{38936CD6-1086-4D3C-8206-ECFBB98D7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441" y="2168997"/>
            <a:ext cx="34629" cy="100766"/>
          </a:xfrm>
          <a:custGeom xmlns:a="http://schemas.openxmlformats.org/drawingml/2006/main">
            <a:pathLst>
              <a:path w="34629" h="100766">
                <a:moveTo>
                  <a:pt x="34629" y="0"/>
                </a:moveTo>
                <a:lnTo>
                  <a:pt x="11295" y="3418"/>
                </a:lnTo>
                <a:lnTo>
                  <a:pt x="11741" y="5648"/>
                </a:lnTo>
                <a:cubicBezTo>
                  <a:pt x="12930" y="5499"/>
                  <a:pt x="14713" y="5202"/>
                  <a:pt x="15754" y="5202"/>
                </a:cubicBezTo>
                <a:cubicBezTo>
                  <a:pt x="19172" y="5202"/>
                  <a:pt x="20361" y="6688"/>
                  <a:pt x="20361" y="8471"/>
                </a:cubicBezTo>
                <a:cubicBezTo>
                  <a:pt x="20361" y="8917"/>
                  <a:pt x="20361" y="10107"/>
                  <a:pt x="19915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6" y="100766"/>
                  <a:pt x="20807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6" y="91403"/>
                  <a:pt x="14268" y="91403"/>
                </a:cubicBezTo>
                <a:cubicBezTo>
                  <a:pt x="13079" y="91403"/>
                  <a:pt x="12484" y="90511"/>
                  <a:pt x="12484" y="89471"/>
                </a:cubicBezTo>
                <a:cubicBezTo>
                  <a:pt x="12484" y="88431"/>
                  <a:pt x="12633" y="87836"/>
                  <a:pt x="12633" y="87836"/>
                </a:cubicBezTo>
                <a:lnTo>
                  <a:pt x="3462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pdf-path-242">
            <a:extLst xmlns:a="http://schemas.openxmlformats.org/drawingml/2006/main">
              <a:ext uri="{FF2B5EF4-FFF2-40B4-BE49-F238E27FC236}">
                <a16:creationId xmlns:a16="http://schemas.microsoft.com/office/drawing/2014/main" id="{FA8FD63A-FEA4-4084-AA66-910C0BB8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908" y="2141416"/>
            <a:ext cx="46758" cy="71030"/>
          </a:xfrm>
          <a:custGeom xmlns:a="http://schemas.openxmlformats.org/drawingml/2006/main">
            <a:pathLst>
              <a:path w="46758" h="71030">
                <a:moveTo>
                  <a:pt x="46758" y="56635"/>
                </a:moveTo>
                <a:lnTo>
                  <a:pt x="45287" y="56005"/>
                </a:lnTo>
                <a:cubicBezTo>
                  <a:pt x="41820" y="61889"/>
                  <a:pt x="39613" y="63045"/>
                  <a:pt x="35200" y="63045"/>
                </a:cubicBezTo>
                <a:lnTo>
                  <a:pt x="10612" y="63045"/>
                </a:lnTo>
                <a:lnTo>
                  <a:pt x="27950" y="44552"/>
                </a:lnTo>
                <a:cubicBezTo>
                  <a:pt x="37301" y="34674"/>
                  <a:pt x="41399" y="26794"/>
                  <a:pt x="41399" y="18493"/>
                </a:cubicBezTo>
                <a:cubicBezTo>
                  <a:pt x="41399" y="8091"/>
                  <a:pt x="33834" y="0"/>
                  <a:pt x="21960" y="0"/>
                </a:cubicBezTo>
                <a:cubicBezTo>
                  <a:pt x="9036" y="0"/>
                  <a:pt x="2311" y="8616"/>
                  <a:pt x="105" y="20910"/>
                </a:cubicBezTo>
                <a:lnTo>
                  <a:pt x="2311" y="21435"/>
                </a:lnTo>
                <a:cubicBezTo>
                  <a:pt x="6515" y="11138"/>
                  <a:pt x="10192" y="7776"/>
                  <a:pt x="17757" y="7776"/>
                </a:cubicBezTo>
                <a:cubicBezTo>
                  <a:pt x="26689" y="7776"/>
                  <a:pt x="32363" y="13029"/>
                  <a:pt x="32363" y="22591"/>
                </a:cubicBezTo>
                <a:cubicBezTo>
                  <a:pt x="32363" y="31522"/>
                  <a:pt x="28580" y="39508"/>
                  <a:pt x="18703" y="49910"/>
                </a:cubicBezTo>
                <a:lnTo>
                  <a:pt x="0" y="69769"/>
                </a:lnTo>
                <a:lnTo>
                  <a:pt x="0" y="71030"/>
                </a:lnTo>
                <a:lnTo>
                  <a:pt x="41084" y="71030"/>
                </a:lnTo>
                <a:lnTo>
                  <a:pt x="46758" y="566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pdf-path-244">
            <a:extLst xmlns:a="http://schemas.openxmlformats.org/drawingml/2006/main">
              <a:ext uri="{FF2B5EF4-FFF2-40B4-BE49-F238E27FC236}">
                <a16:creationId xmlns:a16="http://schemas.microsoft.com/office/drawing/2014/main" id="{4555CABC-3C8A-47D1-B592-5F6AAC66C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60" y="2168997"/>
            <a:ext cx="34629" cy="100766"/>
          </a:xfrm>
          <a:custGeom xmlns:a="http://schemas.openxmlformats.org/drawingml/2006/main">
            <a:pathLst>
              <a:path w="34629" h="100766">
                <a:moveTo>
                  <a:pt x="34629" y="0"/>
                </a:moveTo>
                <a:lnTo>
                  <a:pt x="11295" y="3418"/>
                </a:lnTo>
                <a:lnTo>
                  <a:pt x="11741" y="5648"/>
                </a:lnTo>
                <a:cubicBezTo>
                  <a:pt x="12930" y="5499"/>
                  <a:pt x="14713" y="5202"/>
                  <a:pt x="15754" y="5202"/>
                </a:cubicBezTo>
                <a:cubicBezTo>
                  <a:pt x="19172" y="5202"/>
                  <a:pt x="20361" y="6688"/>
                  <a:pt x="20361" y="8471"/>
                </a:cubicBezTo>
                <a:cubicBezTo>
                  <a:pt x="20361" y="8917"/>
                  <a:pt x="20361" y="10107"/>
                  <a:pt x="19915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6" y="100766"/>
                  <a:pt x="20807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6" y="91403"/>
                  <a:pt x="14268" y="91403"/>
                </a:cubicBezTo>
                <a:cubicBezTo>
                  <a:pt x="13079" y="91403"/>
                  <a:pt x="12484" y="90511"/>
                  <a:pt x="12484" y="89471"/>
                </a:cubicBezTo>
                <a:cubicBezTo>
                  <a:pt x="12484" y="88431"/>
                  <a:pt x="12633" y="87836"/>
                  <a:pt x="12633" y="87836"/>
                </a:cubicBezTo>
                <a:lnTo>
                  <a:pt x="3462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pdf-path-246">
            <a:extLst xmlns:a="http://schemas.openxmlformats.org/drawingml/2006/main">
              <a:ext uri="{FF2B5EF4-FFF2-40B4-BE49-F238E27FC236}">
                <a16:creationId xmlns:a16="http://schemas.microsoft.com/office/drawing/2014/main" id="{2286B87A-A510-48F1-8FB5-11C89068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001" y="2141416"/>
            <a:ext cx="47493" cy="72501"/>
          </a:xfrm>
          <a:custGeom xmlns:a="http://schemas.openxmlformats.org/drawingml/2006/main">
            <a:pathLst>
              <a:path w="47493" h="72501">
                <a:moveTo>
                  <a:pt x="47493" y="36356"/>
                </a:moveTo>
                <a:cubicBezTo>
                  <a:pt x="47493" y="14816"/>
                  <a:pt x="37932" y="0"/>
                  <a:pt x="24167" y="0"/>
                </a:cubicBezTo>
                <a:cubicBezTo>
                  <a:pt x="7250" y="0"/>
                  <a:pt x="0" y="17127"/>
                  <a:pt x="0" y="35725"/>
                </a:cubicBezTo>
                <a:cubicBezTo>
                  <a:pt x="0" y="52958"/>
                  <a:pt x="5779" y="72501"/>
                  <a:pt x="23747" y="72501"/>
                </a:cubicBezTo>
                <a:cubicBezTo>
                  <a:pt x="40874" y="72501"/>
                  <a:pt x="47493" y="54428"/>
                  <a:pt x="47493" y="36356"/>
                </a:cubicBezTo>
                <a:moveTo>
                  <a:pt x="37406" y="36881"/>
                </a:moveTo>
                <a:cubicBezTo>
                  <a:pt x="37406" y="57686"/>
                  <a:pt x="32678" y="69769"/>
                  <a:pt x="23747" y="69769"/>
                </a:cubicBezTo>
                <a:cubicBezTo>
                  <a:pt x="14710" y="69769"/>
                  <a:pt x="10087" y="57791"/>
                  <a:pt x="10087" y="36461"/>
                </a:cubicBezTo>
                <a:cubicBezTo>
                  <a:pt x="10087" y="15131"/>
                  <a:pt x="14816" y="2732"/>
                  <a:pt x="23536" y="2732"/>
                </a:cubicBezTo>
                <a:cubicBezTo>
                  <a:pt x="32783" y="2732"/>
                  <a:pt x="37406" y="15026"/>
                  <a:pt x="37406" y="368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pdf-path-248">
            <a:extLst xmlns:a="http://schemas.openxmlformats.org/drawingml/2006/main">
              <a:ext uri="{FF2B5EF4-FFF2-40B4-BE49-F238E27FC236}">
                <a16:creationId xmlns:a16="http://schemas.microsoft.com/office/drawing/2014/main" id="{91047389-4AD1-457B-95F0-0A1E22B8C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3543" y="2168997"/>
            <a:ext cx="34629" cy="100766"/>
          </a:xfrm>
          <a:custGeom xmlns:a="http://schemas.openxmlformats.org/drawingml/2006/main">
            <a:pathLst>
              <a:path w="34629" h="100766">
                <a:moveTo>
                  <a:pt x="34629" y="0"/>
                </a:moveTo>
                <a:lnTo>
                  <a:pt x="11295" y="3418"/>
                </a:lnTo>
                <a:lnTo>
                  <a:pt x="11741" y="5648"/>
                </a:lnTo>
                <a:cubicBezTo>
                  <a:pt x="12930" y="5499"/>
                  <a:pt x="14713" y="5202"/>
                  <a:pt x="15754" y="5202"/>
                </a:cubicBezTo>
                <a:cubicBezTo>
                  <a:pt x="19172" y="5202"/>
                  <a:pt x="20361" y="6688"/>
                  <a:pt x="20361" y="8471"/>
                </a:cubicBezTo>
                <a:cubicBezTo>
                  <a:pt x="20361" y="8917"/>
                  <a:pt x="20361" y="10107"/>
                  <a:pt x="19915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6" y="100766"/>
                  <a:pt x="20807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6" y="91403"/>
                  <a:pt x="14268" y="91403"/>
                </a:cubicBezTo>
                <a:cubicBezTo>
                  <a:pt x="13079" y="91403"/>
                  <a:pt x="12484" y="90511"/>
                  <a:pt x="12484" y="89471"/>
                </a:cubicBezTo>
                <a:cubicBezTo>
                  <a:pt x="12484" y="88431"/>
                  <a:pt x="12633" y="87836"/>
                  <a:pt x="12633" y="87836"/>
                </a:cubicBezTo>
                <a:lnTo>
                  <a:pt x="34629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pdf-path-250">
            <a:extLst xmlns:a="http://schemas.openxmlformats.org/drawingml/2006/main">
              <a:ext uri="{FF2B5EF4-FFF2-40B4-BE49-F238E27FC236}">
                <a16:creationId xmlns:a16="http://schemas.microsoft.com/office/drawing/2014/main" id="{381BDA49-8D86-4937-9821-66CDED86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5625" y="2141416"/>
            <a:ext cx="29736" cy="71030"/>
          </a:xfrm>
          <a:custGeom xmlns:a="http://schemas.openxmlformats.org/drawingml/2006/main">
            <a:pathLst>
              <a:path w="29736" h="71030">
                <a:moveTo>
                  <a:pt x="29736" y="71030"/>
                </a:moveTo>
                <a:lnTo>
                  <a:pt x="29736" y="69454"/>
                </a:lnTo>
                <a:cubicBezTo>
                  <a:pt x="21855" y="69454"/>
                  <a:pt x="19754" y="67563"/>
                  <a:pt x="19754" y="63045"/>
                </a:cubicBezTo>
                <a:lnTo>
                  <a:pt x="19754" y="315"/>
                </a:lnTo>
                <a:lnTo>
                  <a:pt x="18809" y="0"/>
                </a:lnTo>
                <a:lnTo>
                  <a:pt x="0" y="9562"/>
                </a:lnTo>
                <a:lnTo>
                  <a:pt x="0" y="11033"/>
                </a:lnTo>
                <a:lnTo>
                  <a:pt x="2837" y="9982"/>
                </a:lnTo>
                <a:cubicBezTo>
                  <a:pt x="4729" y="9247"/>
                  <a:pt x="6515" y="8721"/>
                  <a:pt x="7565" y="8721"/>
                </a:cubicBezTo>
                <a:cubicBezTo>
                  <a:pt x="9772" y="8721"/>
                  <a:pt x="10718" y="10297"/>
                  <a:pt x="10718" y="13870"/>
                </a:cubicBezTo>
                <a:lnTo>
                  <a:pt x="10718" y="61048"/>
                </a:lnTo>
                <a:cubicBezTo>
                  <a:pt x="10718" y="66827"/>
                  <a:pt x="8511" y="69034"/>
                  <a:pt x="736" y="69454"/>
                </a:cubicBezTo>
                <a:lnTo>
                  <a:pt x="736" y="71030"/>
                </a:lnTo>
                <a:lnTo>
                  <a:pt x="29736" y="710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pdf-path-252">
            <a:extLst xmlns:a="http://schemas.openxmlformats.org/drawingml/2006/main">
              <a:ext uri="{FF2B5EF4-FFF2-40B4-BE49-F238E27FC236}">
                <a16:creationId xmlns:a16="http://schemas.microsoft.com/office/drawing/2014/main" id="{BE8FC98D-024D-4243-A419-0995D56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9742" y="2050535"/>
            <a:ext cx="2068545" cy="334987"/>
          </a:xfrm>
          <a:custGeom xmlns:a="http://schemas.openxmlformats.org/drawingml/2006/main">
            <a:pathLst>
              <a:path w="2068545" h="334987">
                <a:moveTo>
                  <a:pt x="0" y="0"/>
                </a:moveTo>
                <a:lnTo>
                  <a:pt x="2068545" y="0"/>
                </a:lnTo>
                <a:lnTo>
                  <a:pt x="2068545" y="334987"/>
                </a:lnTo>
                <a:lnTo>
                  <a:pt x="0" y="3349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132" name="pdf-path-254">
            <a:extLst xmlns:a="http://schemas.openxmlformats.org/drawingml/2006/main">
              <a:ext uri="{FF2B5EF4-FFF2-40B4-BE49-F238E27FC236}">
                <a16:creationId xmlns:a16="http://schemas.microsoft.com/office/drawing/2014/main" id="{FB0AF8C8-4BEC-4AE3-B8E2-C3F3B783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167" y="2167808"/>
            <a:ext cx="38047" cy="126775"/>
          </a:xfrm>
          <a:custGeom xmlns:a="http://schemas.openxmlformats.org/drawingml/2006/main">
            <a:pathLst>
              <a:path w="38047" h="126775">
                <a:moveTo>
                  <a:pt x="38047" y="124397"/>
                </a:moveTo>
                <a:cubicBezTo>
                  <a:pt x="17240" y="107008"/>
                  <a:pt x="12781" y="90214"/>
                  <a:pt x="12781" y="62570"/>
                </a:cubicBezTo>
                <a:cubicBezTo>
                  <a:pt x="12781" y="33886"/>
                  <a:pt x="17388" y="20064"/>
                  <a:pt x="38047" y="2378"/>
                </a:cubicBezTo>
                <a:lnTo>
                  <a:pt x="36709" y="0"/>
                </a:lnTo>
                <a:cubicBezTo>
                  <a:pt x="12930" y="14119"/>
                  <a:pt x="0" y="35521"/>
                  <a:pt x="0" y="63016"/>
                </a:cubicBezTo>
                <a:cubicBezTo>
                  <a:pt x="0" y="88282"/>
                  <a:pt x="12781" y="113399"/>
                  <a:pt x="36264" y="126775"/>
                </a:cubicBezTo>
                <a:lnTo>
                  <a:pt x="38047" y="12439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pdf-path-256">
            <a:extLst xmlns:a="http://schemas.openxmlformats.org/drawingml/2006/main">
              <a:ext uri="{FF2B5EF4-FFF2-40B4-BE49-F238E27FC236}">
                <a16:creationId xmlns:a16="http://schemas.microsoft.com/office/drawing/2014/main" id="{6EB564A5-20F3-47D9-A878-1CC62AA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9173" y="221090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pdf-path-258">
            <a:extLst xmlns:a="http://schemas.openxmlformats.org/drawingml/2006/main">
              <a:ext uri="{FF2B5EF4-FFF2-40B4-BE49-F238E27FC236}">
                <a16:creationId xmlns:a16="http://schemas.microsoft.com/office/drawing/2014/main" id="{C7021057-7581-419E-80BE-7A8CDB958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4918" y="2167808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40"/>
                </a:lnTo>
                <a:cubicBezTo>
                  <a:pt x="30913" y="98240"/>
                  <a:pt x="27941" y="95565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6"/>
                </a:lnTo>
                <a:lnTo>
                  <a:pt x="4012" y="14119"/>
                </a:lnTo>
                <a:cubicBezTo>
                  <a:pt x="6688" y="13079"/>
                  <a:pt x="9215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9" y="97645"/>
                  <a:pt x="1040" y="98240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pdf-path-260">
            <a:extLst xmlns:a="http://schemas.openxmlformats.org/drawingml/2006/main">
              <a:ext uri="{FF2B5EF4-FFF2-40B4-BE49-F238E27FC236}">
                <a16:creationId xmlns:a16="http://schemas.microsoft.com/office/drawing/2014/main" id="{759AB702-AD0D-4A93-857F-22A27240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1447" y="2165727"/>
            <a:ext cx="9809" cy="130639"/>
          </a:xfrm>
          <a:custGeom xmlns:a="http://schemas.openxmlformats.org/drawingml/2006/main">
            <a:pathLst>
              <a:path w="9809" h="130639">
                <a:moveTo>
                  <a:pt x="9809" y="130639"/>
                </a:moveTo>
                <a:lnTo>
                  <a:pt x="9809" y="0"/>
                </a:lnTo>
                <a:lnTo>
                  <a:pt x="0" y="0"/>
                </a:lnTo>
                <a:lnTo>
                  <a:pt x="0" y="130639"/>
                </a:lnTo>
                <a:lnTo>
                  <a:pt x="9809" y="13063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pdf-path-262">
            <a:extLst xmlns:a="http://schemas.openxmlformats.org/drawingml/2006/main">
              <a:ext uri="{FF2B5EF4-FFF2-40B4-BE49-F238E27FC236}">
                <a16:creationId xmlns:a16="http://schemas.microsoft.com/office/drawing/2014/main" id="{4A0BAC37-E06C-4C9D-9AB9-136661BD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791" y="221090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pdf-path-264">
            <a:extLst xmlns:a="http://schemas.openxmlformats.org/drawingml/2006/main">
              <a:ext uri="{FF2B5EF4-FFF2-40B4-BE49-F238E27FC236}">
                <a16:creationId xmlns:a16="http://schemas.microsoft.com/office/drawing/2014/main" id="{A503947A-ECA9-41BA-873B-68C65A62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606" y="2167808"/>
            <a:ext cx="67178" cy="102550"/>
          </a:xfrm>
          <a:custGeom xmlns:a="http://schemas.openxmlformats.org/drawingml/2006/main">
            <a:pathLst>
              <a:path w="67178" h="102550">
                <a:moveTo>
                  <a:pt x="67178" y="51424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6"/>
                  <a:pt x="0" y="50532"/>
                </a:cubicBezTo>
                <a:cubicBezTo>
                  <a:pt x="0" y="74906"/>
                  <a:pt x="8175" y="102550"/>
                  <a:pt x="33589" y="102550"/>
                </a:cubicBezTo>
                <a:cubicBezTo>
                  <a:pt x="57814" y="102550"/>
                  <a:pt x="67178" y="76987"/>
                  <a:pt x="67178" y="51424"/>
                </a:cubicBezTo>
                <a:moveTo>
                  <a:pt x="52910" y="52167"/>
                </a:moveTo>
                <a:cubicBezTo>
                  <a:pt x="52910" y="81594"/>
                  <a:pt x="46222" y="98686"/>
                  <a:pt x="33589" y="98686"/>
                </a:cubicBezTo>
                <a:cubicBezTo>
                  <a:pt x="20808" y="98686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pdf-path-266">
            <a:extLst xmlns:a="http://schemas.openxmlformats.org/drawingml/2006/main">
              <a:ext uri="{FF2B5EF4-FFF2-40B4-BE49-F238E27FC236}">
                <a16:creationId xmlns:a16="http://schemas.microsoft.com/office/drawing/2014/main" id="{7A33EF36-D658-4467-8A5D-911BFC0E8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364" y="2253118"/>
            <a:ext cx="20807" cy="36116"/>
          </a:xfrm>
          <a:custGeom xmlns:a="http://schemas.openxmlformats.org/drawingml/2006/main">
            <a:pathLst>
              <a:path w="20807" h="36116">
                <a:moveTo>
                  <a:pt x="4161" y="36116"/>
                </a:moveTo>
                <a:cubicBezTo>
                  <a:pt x="14417" y="31211"/>
                  <a:pt x="20807" y="21848"/>
                  <a:pt x="20807" y="12930"/>
                </a:cubicBezTo>
                <a:cubicBezTo>
                  <a:pt x="20807" y="5202"/>
                  <a:pt x="15605" y="0"/>
                  <a:pt x="8917" y="0"/>
                </a:cubicBezTo>
                <a:cubicBezTo>
                  <a:pt x="3567" y="0"/>
                  <a:pt x="0" y="3418"/>
                  <a:pt x="0" y="8471"/>
                </a:cubicBezTo>
                <a:cubicBezTo>
                  <a:pt x="0" y="13525"/>
                  <a:pt x="3121" y="16051"/>
                  <a:pt x="8620" y="16051"/>
                </a:cubicBezTo>
                <a:cubicBezTo>
                  <a:pt x="10254" y="16051"/>
                  <a:pt x="11741" y="15457"/>
                  <a:pt x="12930" y="15457"/>
                </a:cubicBezTo>
                <a:cubicBezTo>
                  <a:pt x="14119" y="15457"/>
                  <a:pt x="15010" y="16349"/>
                  <a:pt x="15010" y="17389"/>
                </a:cubicBezTo>
                <a:cubicBezTo>
                  <a:pt x="15010" y="22293"/>
                  <a:pt x="10849" y="27792"/>
                  <a:pt x="2675" y="33291"/>
                </a:cubicBezTo>
                <a:lnTo>
                  <a:pt x="4161" y="3611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pdf-path-268">
            <a:extLst xmlns:a="http://schemas.openxmlformats.org/drawingml/2006/main">
              <a:ext uri="{FF2B5EF4-FFF2-40B4-BE49-F238E27FC236}">
                <a16:creationId xmlns:a16="http://schemas.microsoft.com/office/drawing/2014/main" id="{0F7F0A39-E31A-46A2-9CAD-915C710F0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274" y="221090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pdf-path-270">
            <a:extLst xmlns:a="http://schemas.openxmlformats.org/drawingml/2006/main">
              <a:ext uri="{FF2B5EF4-FFF2-40B4-BE49-F238E27FC236}">
                <a16:creationId xmlns:a16="http://schemas.microsoft.com/office/drawing/2014/main" id="{194B4913-8F35-4ACB-8393-98462159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4019" y="2167808"/>
            <a:ext cx="42060" cy="100469"/>
          </a:xfrm>
          <a:custGeom xmlns:a="http://schemas.openxmlformats.org/drawingml/2006/main">
            <a:pathLst>
              <a:path w="42060" h="100469">
                <a:moveTo>
                  <a:pt x="42060" y="100469"/>
                </a:moveTo>
                <a:lnTo>
                  <a:pt x="42060" y="98240"/>
                </a:lnTo>
                <a:cubicBezTo>
                  <a:pt x="30913" y="98240"/>
                  <a:pt x="27941" y="95565"/>
                  <a:pt x="27941" y="89173"/>
                </a:cubicBezTo>
                <a:lnTo>
                  <a:pt x="27941" y="446"/>
                </a:lnTo>
                <a:lnTo>
                  <a:pt x="26603" y="0"/>
                </a:lnTo>
                <a:lnTo>
                  <a:pt x="0" y="13525"/>
                </a:lnTo>
                <a:lnTo>
                  <a:pt x="0" y="15606"/>
                </a:lnTo>
                <a:lnTo>
                  <a:pt x="4012" y="14119"/>
                </a:lnTo>
                <a:cubicBezTo>
                  <a:pt x="6688" y="13079"/>
                  <a:pt x="9215" y="12336"/>
                  <a:pt x="10701" y="12336"/>
                </a:cubicBezTo>
                <a:cubicBezTo>
                  <a:pt x="13822" y="12336"/>
                  <a:pt x="15160" y="14565"/>
                  <a:pt x="15160" y="19618"/>
                </a:cubicBezTo>
                <a:lnTo>
                  <a:pt x="15160" y="86350"/>
                </a:lnTo>
                <a:cubicBezTo>
                  <a:pt x="15160" y="94524"/>
                  <a:pt x="12039" y="97645"/>
                  <a:pt x="1040" y="98240"/>
                </a:cubicBezTo>
                <a:lnTo>
                  <a:pt x="1040" y="100469"/>
                </a:lnTo>
                <a:lnTo>
                  <a:pt x="42060" y="100469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pdf-path-272">
            <a:extLst xmlns:a="http://schemas.openxmlformats.org/drawingml/2006/main">
              <a:ext uri="{FF2B5EF4-FFF2-40B4-BE49-F238E27FC236}">
                <a16:creationId xmlns:a16="http://schemas.microsoft.com/office/drawing/2014/main" id="{7F4A7220-3D83-4D57-AECF-2683ACA9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5982" y="2167808"/>
            <a:ext cx="38048" cy="126775"/>
          </a:xfrm>
          <a:custGeom xmlns:a="http://schemas.openxmlformats.org/drawingml/2006/main">
            <a:pathLst>
              <a:path w="38048" h="126775">
                <a:moveTo>
                  <a:pt x="0" y="2378"/>
                </a:moveTo>
                <a:cubicBezTo>
                  <a:pt x="21551" y="19321"/>
                  <a:pt x="25266" y="36413"/>
                  <a:pt x="25266" y="64205"/>
                </a:cubicBezTo>
                <a:cubicBezTo>
                  <a:pt x="25266" y="93038"/>
                  <a:pt x="21105" y="107008"/>
                  <a:pt x="0" y="124397"/>
                </a:cubicBezTo>
                <a:lnTo>
                  <a:pt x="1338" y="126775"/>
                </a:lnTo>
                <a:cubicBezTo>
                  <a:pt x="24969" y="112359"/>
                  <a:pt x="38048" y="91255"/>
                  <a:pt x="38048" y="63759"/>
                </a:cubicBezTo>
                <a:cubicBezTo>
                  <a:pt x="38048" y="38494"/>
                  <a:pt x="24524" y="13674"/>
                  <a:pt x="1784" y="0"/>
                </a:cubicBezTo>
                <a:lnTo>
                  <a:pt x="0" y="2378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df-path-274">
            <a:extLst xmlns:a="http://schemas.openxmlformats.org/drawingml/2006/main">
              <a:ext uri="{FF2B5EF4-FFF2-40B4-BE49-F238E27FC236}">
                <a16:creationId xmlns:a16="http://schemas.microsoft.com/office/drawing/2014/main" id="{96C507B7-5830-421E-BDEC-A34E75243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2848" y="2210909"/>
            <a:ext cx="87539" cy="39534"/>
          </a:xfrm>
          <a:custGeom xmlns:a="http://schemas.openxmlformats.org/drawingml/2006/main">
            <a:pathLst>
              <a:path w="87539" h="39534">
                <a:moveTo>
                  <a:pt x="87539" y="9809"/>
                </a:moveTo>
                <a:lnTo>
                  <a:pt x="87539" y="0"/>
                </a:lnTo>
                <a:lnTo>
                  <a:pt x="0" y="0"/>
                </a:lnTo>
                <a:lnTo>
                  <a:pt x="0" y="9809"/>
                </a:lnTo>
                <a:lnTo>
                  <a:pt x="87539" y="9809"/>
                </a:lnTo>
                <a:moveTo>
                  <a:pt x="87539" y="39534"/>
                </a:moveTo>
                <a:lnTo>
                  <a:pt x="87539" y="29725"/>
                </a:lnTo>
                <a:lnTo>
                  <a:pt x="0" y="29725"/>
                </a:lnTo>
                <a:lnTo>
                  <a:pt x="0" y="39534"/>
                </a:lnTo>
                <a:lnTo>
                  <a:pt x="87539" y="39534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pdf-path-276">
            <a:extLst xmlns:a="http://schemas.openxmlformats.org/drawingml/2006/main">
              <a:ext uri="{FF2B5EF4-FFF2-40B4-BE49-F238E27FC236}">
                <a16:creationId xmlns:a16="http://schemas.microsoft.com/office/drawing/2014/main" id="{EAAFAD9B-F042-4BC6-B919-94C33AD7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5662" y="2167808"/>
            <a:ext cx="67178" cy="102550"/>
          </a:xfrm>
          <a:custGeom xmlns:a="http://schemas.openxmlformats.org/drawingml/2006/main">
            <a:pathLst>
              <a:path w="67178" h="102550">
                <a:moveTo>
                  <a:pt x="67178" y="51424"/>
                </a:moveTo>
                <a:cubicBezTo>
                  <a:pt x="67178" y="20956"/>
                  <a:pt x="53653" y="0"/>
                  <a:pt x="34183" y="0"/>
                </a:cubicBezTo>
                <a:cubicBezTo>
                  <a:pt x="10255" y="0"/>
                  <a:pt x="0" y="24226"/>
                  <a:pt x="0" y="50532"/>
                </a:cubicBezTo>
                <a:cubicBezTo>
                  <a:pt x="0" y="74906"/>
                  <a:pt x="8175" y="102550"/>
                  <a:pt x="33589" y="102550"/>
                </a:cubicBezTo>
                <a:cubicBezTo>
                  <a:pt x="57814" y="102550"/>
                  <a:pt x="67178" y="76987"/>
                  <a:pt x="67178" y="51424"/>
                </a:cubicBezTo>
                <a:moveTo>
                  <a:pt x="52910" y="52167"/>
                </a:moveTo>
                <a:cubicBezTo>
                  <a:pt x="52910" y="81594"/>
                  <a:pt x="46222" y="98686"/>
                  <a:pt x="33589" y="98686"/>
                </a:cubicBezTo>
                <a:cubicBezTo>
                  <a:pt x="20808" y="98686"/>
                  <a:pt x="14268" y="81742"/>
                  <a:pt x="14268" y="51572"/>
                </a:cubicBezTo>
                <a:cubicBezTo>
                  <a:pt x="14268" y="21402"/>
                  <a:pt x="20956" y="3864"/>
                  <a:pt x="33292" y="3864"/>
                </a:cubicBezTo>
                <a:cubicBezTo>
                  <a:pt x="46371" y="3864"/>
                  <a:pt x="52910" y="21253"/>
                  <a:pt x="52910" y="52167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pdf-path-278">
            <a:extLst xmlns:a="http://schemas.openxmlformats.org/drawingml/2006/main">
              <a:ext uri="{FF2B5EF4-FFF2-40B4-BE49-F238E27FC236}">
                <a16:creationId xmlns:a16="http://schemas.microsoft.com/office/drawing/2014/main" id="{1D302B21-2334-4C46-BB64-192FCFF4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6811" y="2253415"/>
            <a:ext cx="16497" cy="16497"/>
          </a:xfrm>
          <a:custGeom xmlns:a="http://schemas.openxmlformats.org/drawingml/2006/main">
            <a:pathLst>
              <a:path w="16497" h="16497">
                <a:moveTo>
                  <a:pt x="16497" y="8471"/>
                </a:moveTo>
                <a:cubicBezTo>
                  <a:pt x="16497" y="4013"/>
                  <a:pt x="12633" y="0"/>
                  <a:pt x="8323" y="0"/>
                </a:cubicBezTo>
                <a:cubicBezTo>
                  <a:pt x="3716" y="0"/>
                  <a:pt x="0" y="3715"/>
                  <a:pt x="0" y="8323"/>
                </a:cubicBezTo>
                <a:cubicBezTo>
                  <a:pt x="0" y="12930"/>
                  <a:pt x="3568" y="16497"/>
                  <a:pt x="8175" y="16497"/>
                </a:cubicBezTo>
                <a:cubicBezTo>
                  <a:pt x="12633" y="16497"/>
                  <a:pt x="16497" y="12781"/>
                  <a:pt x="16497" y="847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pdf-path-280">
            <a:extLst xmlns:a="http://schemas.openxmlformats.org/drawingml/2006/main">
              <a:ext uri="{FF2B5EF4-FFF2-40B4-BE49-F238E27FC236}">
                <a16:creationId xmlns:a16="http://schemas.microsoft.com/office/drawing/2014/main" id="{E7636AB8-08DB-4851-BFB0-E8D65E6B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8170" y="2166025"/>
            <a:ext cx="60490" cy="104333"/>
          </a:xfrm>
          <a:custGeom xmlns:a="http://schemas.openxmlformats.org/drawingml/2006/main">
            <a:pathLst>
              <a:path w="60490" h="104333">
                <a:moveTo>
                  <a:pt x="60490" y="1040"/>
                </a:moveTo>
                <a:lnTo>
                  <a:pt x="59152" y="0"/>
                </a:lnTo>
                <a:cubicBezTo>
                  <a:pt x="56774" y="3121"/>
                  <a:pt x="55436" y="3864"/>
                  <a:pt x="52018" y="3864"/>
                </a:cubicBezTo>
                <a:lnTo>
                  <a:pt x="21253" y="3864"/>
                </a:lnTo>
                <a:lnTo>
                  <a:pt x="5053" y="39088"/>
                </a:lnTo>
                <a:cubicBezTo>
                  <a:pt x="5053" y="39088"/>
                  <a:pt x="4905" y="39533"/>
                  <a:pt x="4905" y="39831"/>
                </a:cubicBezTo>
                <a:cubicBezTo>
                  <a:pt x="4905" y="40723"/>
                  <a:pt x="5351" y="41020"/>
                  <a:pt x="6689" y="41020"/>
                </a:cubicBezTo>
                <a:cubicBezTo>
                  <a:pt x="20956" y="41020"/>
                  <a:pt x="31359" y="45776"/>
                  <a:pt x="38345" y="51423"/>
                </a:cubicBezTo>
                <a:cubicBezTo>
                  <a:pt x="45033" y="56774"/>
                  <a:pt x="48302" y="64205"/>
                  <a:pt x="48302" y="73717"/>
                </a:cubicBezTo>
                <a:cubicBezTo>
                  <a:pt x="48302" y="86498"/>
                  <a:pt x="38642" y="98834"/>
                  <a:pt x="28238" y="98834"/>
                </a:cubicBezTo>
                <a:cubicBezTo>
                  <a:pt x="25266" y="98834"/>
                  <a:pt x="21848" y="97496"/>
                  <a:pt x="17687" y="94078"/>
                </a:cubicBezTo>
                <a:cubicBezTo>
                  <a:pt x="12931" y="90214"/>
                  <a:pt x="10107" y="89471"/>
                  <a:pt x="6689" y="89471"/>
                </a:cubicBezTo>
                <a:cubicBezTo>
                  <a:pt x="2527" y="89471"/>
                  <a:pt x="0" y="91403"/>
                  <a:pt x="0" y="95119"/>
                </a:cubicBezTo>
                <a:cubicBezTo>
                  <a:pt x="0" y="100766"/>
                  <a:pt x="7729" y="104333"/>
                  <a:pt x="18875" y="104333"/>
                </a:cubicBezTo>
                <a:cubicBezTo>
                  <a:pt x="28981" y="104333"/>
                  <a:pt x="37156" y="102104"/>
                  <a:pt x="44141" y="97051"/>
                </a:cubicBezTo>
                <a:cubicBezTo>
                  <a:pt x="54248" y="89620"/>
                  <a:pt x="58707" y="80405"/>
                  <a:pt x="58707" y="66137"/>
                </a:cubicBezTo>
                <a:cubicBezTo>
                  <a:pt x="58707" y="58260"/>
                  <a:pt x="57369" y="52612"/>
                  <a:pt x="53504" y="47262"/>
                </a:cubicBezTo>
                <a:cubicBezTo>
                  <a:pt x="45033" y="35521"/>
                  <a:pt x="37601" y="32251"/>
                  <a:pt x="16349" y="28238"/>
                </a:cubicBezTo>
                <a:lnTo>
                  <a:pt x="22294" y="15605"/>
                </a:lnTo>
                <a:lnTo>
                  <a:pt x="51127" y="15605"/>
                </a:lnTo>
                <a:cubicBezTo>
                  <a:pt x="53504" y="15605"/>
                  <a:pt x="54693" y="14713"/>
                  <a:pt x="55139" y="13673"/>
                </a:cubicBezTo>
                <a:lnTo>
                  <a:pt x="60490" y="104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pdf-path-282">
            <a:extLst xmlns:a="http://schemas.openxmlformats.org/drawingml/2006/main">
              <a:ext uri="{FF2B5EF4-FFF2-40B4-BE49-F238E27FC236}">
                <a16:creationId xmlns:a16="http://schemas.microsoft.com/office/drawing/2014/main" id="{C1BC3F31-736B-4211-9EEB-21FAEC9C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7882" y="2204667"/>
            <a:ext cx="79216" cy="65543"/>
          </a:xfrm>
          <a:custGeom xmlns:a="http://schemas.openxmlformats.org/drawingml/2006/main">
            <a:pathLst>
              <a:path w="79216" h="65543">
                <a:moveTo>
                  <a:pt x="79216" y="0"/>
                </a:moveTo>
                <a:lnTo>
                  <a:pt x="37304" y="0"/>
                </a:lnTo>
                <a:cubicBezTo>
                  <a:pt x="21847" y="0"/>
                  <a:pt x="12336" y="6837"/>
                  <a:pt x="5796" y="18727"/>
                </a:cubicBezTo>
                <a:lnTo>
                  <a:pt x="8175" y="18727"/>
                </a:lnTo>
                <a:cubicBezTo>
                  <a:pt x="14714" y="10849"/>
                  <a:pt x="20213" y="10849"/>
                  <a:pt x="28833" y="10849"/>
                </a:cubicBezTo>
                <a:lnTo>
                  <a:pt x="15605" y="41466"/>
                </a:lnTo>
                <a:cubicBezTo>
                  <a:pt x="13674" y="45776"/>
                  <a:pt x="10998" y="50086"/>
                  <a:pt x="4607" y="51869"/>
                </a:cubicBezTo>
                <a:cubicBezTo>
                  <a:pt x="743" y="52910"/>
                  <a:pt x="0" y="56774"/>
                  <a:pt x="0" y="59003"/>
                </a:cubicBezTo>
                <a:cubicBezTo>
                  <a:pt x="0" y="62570"/>
                  <a:pt x="3716" y="65543"/>
                  <a:pt x="7580" y="65543"/>
                </a:cubicBezTo>
                <a:cubicBezTo>
                  <a:pt x="9363" y="65543"/>
                  <a:pt x="11593" y="65245"/>
                  <a:pt x="13227" y="63908"/>
                </a:cubicBezTo>
                <a:cubicBezTo>
                  <a:pt x="25712" y="54544"/>
                  <a:pt x="30319" y="28981"/>
                  <a:pt x="37156" y="10849"/>
                </a:cubicBezTo>
                <a:lnTo>
                  <a:pt x="51126" y="10849"/>
                </a:lnTo>
                <a:cubicBezTo>
                  <a:pt x="47411" y="23334"/>
                  <a:pt x="42952" y="33737"/>
                  <a:pt x="39534" y="44290"/>
                </a:cubicBezTo>
                <a:cubicBezTo>
                  <a:pt x="38642" y="47113"/>
                  <a:pt x="38196" y="50086"/>
                  <a:pt x="38196" y="53504"/>
                </a:cubicBezTo>
                <a:cubicBezTo>
                  <a:pt x="38196" y="59300"/>
                  <a:pt x="40723" y="64651"/>
                  <a:pt x="46667" y="64651"/>
                </a:cubicBezTo>
                <a:cubicBezTo>
                  <a:pt x="57072" y="64651"/>
                  <a:pt x="64948" y="54247"/>
                  <a:pt x="68069" y="43547"/>
                </a:cubicBezTo>
                <a:lnTo>
                  <a:pt x="65692" y="43547"/>
                </a:lnTo>
                <a:cubicBezTo>
                  <a:pt x="62124" y="51572"/>
                  <a:pt x="57963" y="53356"/>
                  <a:pt x="54842" y="53356"/>
                </a:cubicBezTo>
                <a:cubicBezTo>
                  <a:pt x="51572" y="53356"/>
                  <a:pt x="49194" y="49640"/>
                  <a:pt x="49194" y="46222"/>
                </a:cubicBezTo>
                <a:cubicBezTo>
                  <a:pt x="49194" y="36264"/>
                  <a:pt x="57072" y="17240"/>
                  <a:pt x="59152" y="10849"/>
                </a:cubicBezTo>
                <a:lnTo>
                  <a:pt x="75798" y="10849"/>
                </a:lnTo>
                <a:lnTo>
                  <a:pt x="79216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pdf-path-284">
            <a:extLst xmlns:a="http://schemas.openxmlformats.org/drawingml/2006/main">
              <a:ext uri="{FF2B5EF4-FFF2-40B4-BE49-F238E27FC236}">
                <a16:creationId xmlns:a16="http://schemas.microsoft.com/office/drawing/2014/main" id="{456A8A3B-18EA-4DE8-94C6-357B7E771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181" y="2221996"/>
            <a:ext cx="67773" cy="68613"/>
          </a:xfrm>
          <a:custGeom xmlns:a="http://schemas.openxmlformats.org/drawingml/2006/main">
            <a:pathLst>
              <a:path w="67773" h="68613">
                <a:moveTo>
                  <a:pt x="67773" y="0"/>
                </a:moveTo>
                <a:lnTo>
                  <a:pt x="4834" y="0"/>
                </a:lnTo>
                <a:lnTo>
                  <a:pt x="0" y="18808"/>
                </a:lnTo>
                <a:lnTo>
                  <a:pt x="1681" y="18808"/>
                </a:lnTo>
                <a:cubicBezTo>
                  <a:pt x="3573" y="10297"/>
                  <a:pt x="10928" y="3888"/>
                  <a:pt x="19649" y="3888"/>
                </a:cubicBezTo>
                <a:lnTo>
                  <a:pt x="29211" y="3888"/>
                </a:lnTo>
                <a:lnTo>
                  <a:pt x="15236" y="60418"/>
                </a:lnTo>
                <a:cubicBezTo>
                  <a:pt x="14396" y="63990"/>
                  <a:pt x="12294" y="66932"/>
                  <a:pt x="4099" y="66932"/>
                </a:cubicBezTo>
                <a:lnTo>
                  <a:pt x="2207" y="66932"/>
                </a:lnTo>
                <a:lnTo>
                  <a:pt x="1787" y="68613"/>
                </a:lnTo>
                <a:lnTo>
                  <a:pt x="36356" y="68613"/>
                </a:lnTo>
                <a:lnTo>
                  <a:pt x="36777" y="66932"/>
                </a:lnTo>
                <a:lnTo>
                  <a:pt x="34569" y="66932"/>
                </a:lnTo>
                <a:cubicBezTo>
                  <a:pt x="28265" y="66932"/>
                  <a:pt x="26584" y="65251"/>
                  <a:pt x="26584" y="63045"/>
                </a:cubicBezTo>
                <a:cubicBezTo>
                  <a:pt x="26584" y="62099"/>
                  <a:pt x="26899" y="61363"/>
                  <a:pt x="27109" y="60418"/>
                </a:cubicBezTo>
                <a:lnTo>
                  <a:pt x="41084" y="3888"/>
                </a:lnTo>
                <a:lnTo>
                  <a:pt x="51381" y="3888"/>
                </a:lnTo>
                <a:cubicBezTo>
                  <a:pt x="55689" y="3888"/>
                  <a:pt x="61784" y="4413"/>
                  <a:pt x="61784" y="11348"/>
                </a:cubicBezTo>
                <a:cubicBezTo>
                  <a:pt x="61784" y="14185"/>
                  <a:pt x="61468" y="17022"/>
                  <a:pt x="61258" y="18808"/>
                </a:cubicBezTo>
                <a:lnTo>
                  <a:pt x="62939" y="18808"/>
                </a:lnTo>
                <a:lnTo>
                  <a:pt x="67773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pdf-path-286">
            <a:extLst xmlns:a="http://schemas.openxmlformats.org/drawingml/2006/main">
              <a:ext uri="{FF2B5EF4-FFF2-40B4-BE49-F238E27FC236}">
                <a16:creationId xmlns:a16="http://schemas.microsoft.com/office/drawing/2014/main" id="{5DA5A20D-7D08-418D-8A7E-4066E446F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3097" y="2168997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1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pdf-path-288">
            <a:extLst xmlns:a="http://schemas.openxmlformats.org/drawingml/2006/main">
              <a:ext uri="{FF2B5EF4-FFF2-40B4-BE49-F238E27FC236}">
                <a16:creationId xmlns:a16="http://schemas.microsoft.com/office/drawing/2014/main" id="{B0C6B7E2-146E-42CA-9617-6EEEBE939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6564" y="2141416"/>
            <a:ext cx="46758" cy="71030"/>
          </a:xfrm>
          <a:custGeom xmlns:a="http://schemas.openxmlformats.org/drawingml/2006/main">
            <a:pathLst>
              <a:path w="46758" h="71030">
                <a:moveTo>
                  <a:pt x="46758" y="56635"/>
                </a:moveTo>
                <a:lnTo>
                  <a:pt x="45288" y="56005"/>
                </a:lnTo>
                <a:cubicBezTo>
                  <a:pt x="41820" y="61889"/>
                  <a:pt x="39613" y="63045"/>
                  <a:pt x="35200" y="63045"/>
                </a:cubicBezTo>
                <a:lnTo>
                  <a:pt x="10613" y="63045"/>
                </a:lnTo>
                <a:lnTo>
                  <a:pt x="27950" y="44552"/>
                </a:lnTo>
                <a:cubicBezTo>
                  <a:pt x="37302" y="34674"/>
                  <a:pt x="41399" y="26794"/>
                  <a:pt x="41399" y="18493"/>
                </a:cubicBezTo>
                <a:cubicBezTo>
                  <a:pt x="41399" y="8091"/>
                  <a:pt x="33834" y="0"/>
                  <a:pt x="21961" y="0"/>
                </a:cubicBezTo>
                <a:cubicBezTo>
                  <a:pt x="9037" y="0"/>
                  <a:pt x="2312" y="8616"/>
                  <a:pt x="106" y="20910"/>
                </a:cubicBezTo>
                <a:lnTo>
                  <a:pt x="2312" y="21435"/>
                </a:lnTo>
                <a:cubicBezTo>
                  <a:pt x="6515" y="11138"/>
                  <a:pt x="10192" y="7776"/>
                  <a:pt x="17758" y="7776"/>
                </a:cubicBezTo>
                <a:cubicBezTo>
                  <a:pt x="26689" y="7776"/>
                  <a:pt x="32363" y="13029"/>
                  <a:pt x="32363" y="22591"/>
                </a:cubicBezTo>
                <a:cubicBezTo>
                  <a:pt x="32363" y="31522"/>
                  <a:pt x="28580" y="39508"/>
                  <a:pt x="18704" y="49910"/>
                </a:cubicBezTo>
                <a:lnTo>
                  <a:pt x="0" y="69769"/>
                </a:lnTo>
                <a:lnTo>
                  <a:pt x="0" y="71030"/>
                </a:lnTo>
                <a:lnTo>
                  <a:pt x="41084" y="71030"/>
                </a:lnTo>
                <a:lnTo>
                  <a:pt x="46758" y="56635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0" name="pdf-path-290">
            <a:extLst xmlns:a="http://schemas.openxmlformats.org/drawingml/2006/main">
              <a:ext uri="{FF2B5EF4-FFF2-40B4-BE49-F238E27FC236}">
                <a16:creationId xmlns:a16="http://schemas.microsoft.com/office/drawing/2014/main" id="{DB8D77AF-9C56-493C-AB09-BFB8F2C4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715" y="2168997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1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1" name="pdf-path-292">
            <a:extLst xmlns:a="http://schemas.openxmlformats.org/drawingml/2006/main">
              <a:ext uri="{FF2B5EF4-FFF2-40B4-BE49-F238E27FC236}">
                <a16:creationId xmlns:a16="http://schemas.microsoft.com/office/drawing/2014/main" id="{C6223CFF-5327-4EF9-BB2C-522E9FEF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9657" y="2141416"/>
            <a:ext cx="47493" cy="72501"/>
          </a:xfrm>
          <a:custGeom xmlns:a="http://schemas.openxmlformats.org/drawingml/2006/main">
            <a:pathLst>
              <a:path w="47493" h="72501">
                <a:moveTo>
                  <a:pt x="47493" y="36356"/>
                </a:moveTo>
                <a:cubicBezTo>
                  <a:pt x="47493" y="14816"/>
                  <a:pt x="37932" y="0"/>
                  <a:pt x="24167" y="0"/>
                </a:cubicBezTo>
                <a:cubicBezTo>
                  <a:pt x="7250" y="0"/>
                  <a:pt x="0" y="17127"/>
                  <a:pt x="0" y="35725"/>
                </a:cubicBezTo>
                <a:cubicBezTo>
                  <a:pt x="0" y="52958"/>
                  <a:pt x="5779" y="72501"/>
                  <a:pt x="23747" y="72501"/>
                </a:cubicBezTo>
                <a:cubicBezTo>
                  <a:pt x="40873" y="72501"/>
                  <a:pt x="47493" y="54428"/>
                  <a:pt x="47493" y="36356"/>
                </a:cubicBezTo>
                <a:moveTo>
                  <a:pt x="37406" y="36881"/>
                </a:moveTo>
                <a:cubicBezTo>
                  <a:pt x="37406" y="57686"/>
                  <a:pt x="32678" y="69769"/>
                  <a:pt x="23747" y="69769"/>
                </a:cubicBezTo>
                <a:cubicBezTo>
                  <a:pt x="14710" y="69769"/>
                  <a:pt x="10087" y="57791"/>
                  <a:pt x="10087" y="36461"/>
                </a:cubicBezTo>
                <a:cubicBezTo>
                  <a:pt x="10087" y="15131"/>
                  <a:pt x="14815" y="2732"/>
                  <a:pt x="23536" y="2732"/>
                </a:cubicBezTo>
                <a:cubicBezTo>
                  <a:pt x="32783" y="2732"/>
                  <a:pt x="37406" y="15026"/>
                  <a:pt x="37406" y="36881"/>
                </a:cubicBez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2" name="pdf-path-294">
            <a:extLst xmlns:a="http://schemas.openxmlformats.org/drawingml/2006/main">
              <a:ext uri="{FF2B5EF4-FFF2-40B4-BE49-F238E27FC236}">
                <a16:creationId xmlns:a16="http://schemas.microsoft.com/office/drawing/2014/main" id="{A39D2283-9019-402D-A104-4D082DE94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2199" y="2168997"/>
            <a:ext cx="34630" cy="100766"/>
          </a:xfrm>
          <a:custGeom xmlns:a="http://schemas.openxmlformats.org/drawingml/2006/main">
            <a:pathLst>
              <a:path w="34630" h="100766">
                <a:moveTo>
                  <a:pt x="34630" y="0"/>
                </a:moveTo>
                <a:lnTo>
                  <a:pt x="11296" y="3418"/>
                </a:lnTo>
                <a:lnTo>
                  <a:pt x="11741" y="5648"/>
                </a:lnTo>
                <a:cubicBezTo>
                  <a:pt x="12931" y="5499"/>
                  <a:pt x="14714" y="5202"/>
                  <a:pt x="15754" y="5202"/>
                </a:cubicBezTo>
                <a:cubicBezTo>
                  <a:pt x="19173" y="5202"/>
                  <a:pt x="20361" y="6688"/>
                  <a:pt x="20361" y="8471"/>
                </a:cubicBezTo>
                <a:cubicBezTo>
                  <a:pt x="20361" y="8917"/>
                  <a:pt x="20361" y="10107"/>
                  <a:pt x="19916" y="12039"/>
                </a:cubicBezTo>
                <a:lnTo>
                  <a:pt x="892" y="87836"/>
                </a:lnTo>
                <a:cubicBezTo>
                  <a:pt x="446" y="89322"/>
                  <a:pt x="0" y="91403"/>
                  <a:pt x="0" y="93187"/>
                </a:cubicBezTo>
                <a:cubicBezTo>
                  <a:pt x="0" y="96902"/>
                  <a:pt x="1338" y="100766"/>
                  <a:pt x="5796" y="100766"/>
                </a:cubicBezTo>
                <a:cubicBezTo>
                  <a:pt x="14417" y="100766"/>
                  <a:pt x="20808" y="90957"/>
                  <a:pt x="25860" y="85012"/>
                </a:cubicBezTo>
                <a:lnTo>
                  <a:pt x="23482" y="83229"/>
                </a:lnTo>
                <a:cubicBezTo>
                  <a:pt x="22145" y="85607"/>
                  <a:pt x="17687" y="91403"/>
                  <a:pt x="14268" y="91403"/>
                </a:cubicBezTo>
                <a:cubicBezTo>
                  <a:pt x="13079" y="91403"/>
                  <a:pt x="12485" y="90511"/>
                  <a:pt x="12485" y="89471"/>
                </a:cubicBezTo>
                <a:cubicBezTo>
                  <a:pt x="12485" y="88431"/>
                  <a:pt x="12633" y="87836"/>
                  <a:pt x="12633" y="87836"/>
                </a:cubicBezTo>
                <a:lnTo>
                  <a:pt x="34630" y="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3" name="pdf-path-296">
            <a:extLst xmlns:a="http://schemas.openxmlformats.org/drawingml/2006/main">
              <a:ext uri="{FF2B5EF4-FFF2-40B4-BE49-F238E27FC236}">
                <a16:creationId xmlns:a16="http://schemas.microsoft.com/office/drawing/2014/main" id="{1AB67DDA-AA28-4E22-840C-CC9BA886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282" y="2141416"/>
            <a:ext cx="29736" cy="71030"/>
          </a:xfrm>
          <a:custGeom xmlns:a="http://schemas.openxmlformats.org/drawingml/2006/main">
            <a:pathLst>
              <a:path w="29736" h="71030">
                <a:moveTo>
                  <a:pt x="29736" y="71030"/>
                </a:moveTo>
                <a:lnTo>
                  <a:pt x="29736" y="69454"/>
                </a:lnTo>
                <a:cubicBezTo>
                  <a:pt x="21855" y="69454"/>
                  <a:pt x="19753" y="67563"/>
                  <a:pt x="19753" y="63045"/>
                </a:cubicBezTo>
                <a:lnTo>
                  <a:pt x="19753" y="315"/>
                </a:lnTo>
                <a:lnTo>
                  <a:pt x="18808" y="0"/>
                </a:lnTo>
                <a:lnTo>
                  <a:pt x="0" y="9562"/>
                </a:lnTo>
                <a:lnTo>
                  <a:pt x="0" y="11033"/>
                </a:lnTo>
                <a:lnTo>
                  <a:pt x="2837" y="9982"/>
                </a:lnTo>
                <a:cubicBezTo>
                  <a:pt x="4728" y="9247"/>
                  <a:pt x="6514" y="8721"/>
                  <a:pt x="7565" y="8721"/>
                </a:cubicBezTo>
                <a:cubicBezTo>
                  <a:pt x="9771" y="8721"/>
                  <a:pt x="10717" y="10297"/>
                  <a:pt x="10717" y="13870"/>
                </a:cubicBezTo>
                <a:lnTo>
                  <a:pt x="10717" y="61048"/>
                </a:lnTo>
                <a:cubicBezTo>
                  <a:pt x="10717" y="66827"/>
                  <a:pt x="8511" y="69034"/>
                  <a:pt x="735" y="69454"/>
                </a:cubicBezTo>
                <a:lnTo>
                  <a:pt x="735" y="71030"/>
                </a:lnTo>
                <a:lnTo>
                  <a:pt x="29736" y="71030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4" name="pdf-path-298">
            <a:extLst xmlns:a="http://schemas.openxmlformats.org/drawingml/2006/main">
              <a:ext uri="{FF2B5EF4-FFF2-40B4-BE49-F238E27FC236}">
                <a16:creationId xmlns:a16="http://schemas.microsoft.com/office/drawing/2014/main" id="{35E3188F-2A28-4582-850D-2F65A6112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6754" y="1687633"/>
            <a:ext cx="1071959" cy="362902"/>
          </a:xfrm>
          <a:custGeom xmlns:a="http://schemas.openxmlformats.org/drawingml/2006/main">
            <a:pathLst>
              <a:path w="1071959" h="362902">
                <a:moveTo>
                  <a:pt x="0" y="362902"/>
                </a:moveTo>
                <a:lnTo>
                  <a:pt x="10719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155" name="pdf-path-299">
            <a:extLst xmlns:a="http://schemas.openxmlformats.org/drawingml/2006/main">
              <a:ext uri="{FF2B5EF4-FFF2-40B4-BE49-F238E27FC236}">
                <a16:creationId xmlns:a16="http://schemas.microsoft.com/office/drawing/2014/main" id="{FE5E434E-C466-492B-910A-9C933CBCF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8713" y="1687633"/>
            <a:ext cx="1355357" cy="362902"/>
          </a:xfrm>
          <a:custGeom xmlns:a="http://schemas.openxmlformats.org/drawingml/2006/main">
            <a:pathLst>
              <a:path w="1355357" h="362902">
                <a:moveTo>
                  <a:pt x="1355357" y="36290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166">
            <a:solidFill>
              <a:srgbClr val="000000"/>
            </a:solidFill>
            <a:prstDash val="solid"/>
          </a:ln>
        </p:spPr>
      </p:sp>
      <p:sp>
        <p:nvSpPr>
          <p:cNvPr id="156" name="pdf-path-300">
            <a:extLst xmlns:a="http://schemas.openxmlformats.org/drawingml/2006/main">
              <a:ext uri="{FF2B5EF4-FFF2-40B4-BE49-F238E27FC236}">
                <a16:creationId xmlns:a16="http://schemas.microsoft.com/office/drawing/2014/main" id="{D7A6926E-D2EC-49D4-AADC-602A2C49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244" y="1693733"/>
            <a:ext cx="337531" cy="471685"/>
          </a:xfrm>
          <a:custGeom xmlns:a="http://schemas.openxmlformats.org/drawingml/2006/main">
            <a:pathLst>
              <a:path w="337531" h="471685">
                <a:moveTo>
                  <a:pt x="0" y="465245"/>
                </a:moveTo>
                <a:lnTo>
                  <a:pt x="19318" y="437878"/>
                </a:lnTo>
                <a:lnTo>
                  <a:pt x="28440" y="444317"/>
                </a:lnTo>
                <a:lnTo>
                  <a:pt x="9122" y="471685"/>
                </a:lnTo>
                <a:moveTo>
                  <a:pt x="38636" y="410511"/>
                </a:moveTo>
                <a:lnTo>
                  <a:pt x="57954" y="383143"/>
                </a:lnTo>
                <a:lnTo>
                  <a:pt x="67077" y="389582"/>
                </a:lnTo>
                <a:lnTo>
                  <a:pt x="47759" y="416950"/>
                </a:lnTo>
                <a:moveTo>
                  <a:pt x="77272" y="355776"/>
                </a:moveTo>
                <a:lnTo>
                  <a:pt x="96591" y="328408"/>
                </a:lnTo>
                <a:lnTo>
                  <a:pt x="105713" y="334848"/>
                </a:lnTo>
                <a:lnTo>
                  <a:pt x="86395" y="362215"/>
                </a:lnTo>
                <a:moveTo>
                  <a:pt x="115908" y="301041"/>
                </a:moveTo>
                <a:lnTo>
                  <a:pt x="135227" y="273674"/>
                </a:lnTo>
                <a:lnTo>
                  <a:pt x="144349" y="280113"/>
                </a:lnTo>
                <a:lnTo>
                  <a:pt x="125031" y="307480"/>
                </a:lnTo>
                <a:moveTo>
                  <a:pt x="154545" y="246306"/>
                </a:moveTo>
                <a:lnTo>
                  <a:pt x="173863" y="218939"/>
                </a:lnTo>
                <a:lnTo>
                  <a:pt x="182986" y="225378"/>
                </a:lnTo>
                <a:lnTo>
                  <a:pt x="163667" y="252745"/>
                </a:lnTo>
                <a:moveTo>
                  <a:pt x="193181" y="191571"/>
                </a:moveTo>
                <a:lnTo>
                  <a:pt x="212500" y="164204"/>
                </a:lnTo>
                <a:lnTo>
                  <a:pt x="221622" y="170644"/>
                </a:lnTo>
                <a:lnTo>
                  <a:pt x="202304" y="198011"/>
                </a:lnTo>
                <a:moveTo>
                  <a:pt x="231817" y="136837"/>
                </a:moveTo>
                <a:lnTo>
                  <a:pt x="251136" y="109469"/>
                </a:lnTo>
                <a:lnTo>
                  <a:pt x="260258" y="115909"/>
                </a:lnTo>
                <a:lnTo>
                  <a:pt x="240940" y="143276"/>
                </a:lnTo>
                <a:moveTo>
                  <a:pt x="270454" y="82102"/>
                </a:moveTo>
                <a:lnTo>
                  <a:pt x="289772" y="54735"/>
                </a:lnTo>
                <a:lnTo>
                  <a:pt x="298895" y="61174"/>
                </a:lnTo>
                <a:lnTo>
                  <a:pt x="279576" y="88541"/>
                </a:lnTo>
                <a:moveTo>
                  <a:pt x="309090" y="27367"/>
                </a:moveTo>
                <a:lnTo>
                  <a:pt x="328408" y="0"/>
                </a:lnTo>
                <a:lnTo>
                  <a:pt x="337531" y="6440"/>
                </a:lnTo>
                <a:lnTo>
                  <a:pt x="318213" y="33807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836074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2026-10-09T20:09:30.0320000Z</dcterms:created>
  <dcterms:modified xsi:type="dcterms:W3CDTF">2026-10-09T20:09:30.0320000Z</dcterms:modified>
</coreProperties>
</file>