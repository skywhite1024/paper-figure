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b94e14b68d436c" /><Relationship Type="http://schemas.openxmlformats.org/officeDocument/2006/relationships/extended-properties" Target="/docProps/app.xml" Id="Re36c3976065c4afa" /><Relationship Type="http://schemas.openxmlformats.org/officeDocument/2006/relationships/officeDocument" Target="/ppt/presentation.xml" Id="Ref8d34be6c0843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3ae298c6084995"/>
  </p:sldMasterIdLst>
  <p:notesMasterIdLst>
    <p:notesMasterId xmlns:r="http://schemas.openxmlformats.org/officeDocument/2006/relationships" r:id="R946af9cdb2ef4db2"/>
  </p:notesMasterIdLst>
  <p:sldIdLst>
    <p:sldId xmlns:r="http://schemas.openxmlformats.org/officeDocument/2006/relationships" id="256" r:id="Rd770be2eb41b4465"/>
  </p:sldIdLst>
  <p:sldSz cx="9744075" cy="35433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318c34ee7c4866" /><Relationship Type="http://schemas.openxmlformats.org/officeDocument/2006/relationships/slideMaster" Target="/ppt/slideMasters/slideMaster1.xml" Id="R913ae298c6084995" /><Relationship Type="http://schemas.openxmlformats.org/officeDocument/2006/relationships/notesMaster" Target="/ppt/notesMasters/notesMaster1.xml" Id="R946af9cdb2ef4db2" /><Relationship Type="http://schemas.openxmlformats.org/officeDocument/2006/relationships/presProps" Target="/ppt/presProps.xml" Id="R9badc307a59f4717" /><Relationship Type="http://schemas.openxmlformats.org/officeDocument/2006/relationships/tableStyles" Target="/ppt/tableStyles.xml" Id="R87dd9f7aa7004676" /><Relationship Type="http://schemas.openxmlformats.org/officeDocument/2006/relationships/slide" Target="/ppt/slides/slide1.xml" Id="Rd770be2eb41b44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df2de5e8384e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ed0f3a50774fa4" /><Relationship Type="http://schemas.openxmlformats.org/officeDocument/2006/relationships/notesMaster" Target="/ppt/notesMasters/notesMaster1.xml" Id="Rcba1d82bc37847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"From Tabula Rasa to Emergent Abilities: Discovering Robot Skills via Real-World Unsupervised Quality-Diversity",</a:t>
            </a:r>
          </a:p>
          <a:p xmlns:a="http://schemas.openxmlformats.org/drawingml/2006/main">
            <a:r>
              <a:t>  "paper_url": "https://arxiv.org/abs/2508.19172v3",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"license": "http://creativecommons.org/licenses/by/4.0/",</a:t>
            </a:r>
          </a:p>
          <a:p xmlns:a="http://schemas.openxmlformats.org/drawingml/2006/main">
            <a:r>
              <a:t>  "notes": "Original vector geometry and editable text; source photo/plot/formula assets preserved separately with their transparency. Internal pixels of raster subassets are not editable. Freeform arrows lack semantic endpoint attachment. Independent cross-format QA pending. Ordinary text width-fitted to original source boxes; source math gradient glyphs remain tiny raster assets.",</a:t>
            </a:r>
          </a:p>
          <a:p xmlns:a="http://schemas.openxmlformats.org/drawingml/2006/main">
            <a:r>
              <a:t>  "page": 3,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"92a73fad024334ad3c8a932f84cac54f8a8d9ade9131ff99c84c23c3689c3096",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134,</a:t>
            </a:r>
          </a:p>
          <a:p xmlns:a="http://schemas.openxmlformats.org/drawingml/2006/main">
            <a:r>
              <a:t>    67,</a:t>
            </a:r>
          </a:p>
          <a:p xmlns:a="http://schemas.openxmlformats.org/drawingml/2006/main">
            <a:r>
              <a:t>    475,</a:t>
            </a:r>
          </a:p>
          <a:p xmlns:a="http://schemas.openxmlformats.org/drawingml/2006/main">
            <a:r>
              <a:t>    191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"outlined_font_families": [</a:t>
            </a:r>
          </a:p>
          <a:p xmlns:a="http://schemas.openxmlformats.org/drawingml/2006/main">
            <a:r>
              <a:t>    "CMM",</a:t>
            </a:r>
          </a:p>
          <a:p xmlns:a="http://schemas.openxmlformats.org/drawingml/2006/main">
            <a:r>
              <a:t>    "CMSY",</a:t>
            </a:r>
          </a:p>
          <a:p xmlns:a="http://schemas.openxmlformats.org/drawingml/2006/main">
            <a:r>
              <a:t>    "CMEX",</a:t>
            </a:r>
          </a:p>
          <a:p xmlns:a="http://schemas.openxmlformats.org/drawingml/2006/main">
            <a:r>
              <a:t>    "CMR",</a:t>
            </a:r>
          </a:p>
          <a:p xmlns:a="http://schemas.openxmlformats.org/drawingml/2006/main">
            <a:r>
              <a:t>    "CambriaMath"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"outlined_math_limit": "Selected source mathematical fonts preserved as editable glyph outlines, not live equation/text objects.",</a:t>
            </a:r>
          </a:p>
          <a:p xmlns:a="http://schemas.openxmlformats.org/drawingml/2006/main">
            <a:r>
              <a:t>  "dash_fidelity": "PPTX uses the closest supported native preset, not exact PDF dash lengths. Draw.io retains interval lengths; PDF phase/caps are not preserved; zero intervals become 0.001 scene units.",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"10 source clipping groups intersect crop; extracted paths require explicit clipping review",</a:t>
            </a:r>
          </a:p>
          <a:p xmlns:a="http://schemas.openxmlformats.org/drawingml/2006/main">
            <a:r>
              <a:t>    "path partially intersects raster inset: 17",</a:t>
            </a:r>
          </a:p>
          <a:p xmlns:a="http://schemas.openxmlformats.org/drawingml/2006/main">
            <a:r>
              <a:t>    "path partially intersects raster inset: 59",</a:t>
            </a:r>
          </a:p>
          <a:p xmlns:a="http://schemas.openxmlformats.org/drawingml/2006/main">
            <a:r>
              <a:t>    "path partially intersects raster inset: 68"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a18fdcd6bd426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3215e816e0404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a41cd8667349b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3347ae59b6433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9e69529d754c0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f09b1674c34a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862301F-FCDD-4622-BFB8-163ECAF99D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74408" y="1338580"/>
            <a:ext cx="7795260" cy="511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4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F8D2BDF-2936-4EBB-A348-3E3DD5B773A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461611" y="1948815"/>
            <a:ext cx="6820853" cy="39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08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1320146-F99C-4795-A0D2-22481C8C8F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74408" y="1476375"/>
            <a:ext cx="779526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2398C0-5C8F-4806-BD62-7E574398DC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8104" y="275590"/>
            <a:ext cx="8647867" cy="433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0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742DBC3-C561-4CE3-AE28-9EDC6A7EA7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48104" y="984250"/>
            <a:ext cx="8647867" cy="2204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18110" indent="-118110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har char="•"/>
            </a:lvl1pPr>
            <a:lvl2pPr marL="275590" indent="-118110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har char="•"/>
            </a:lvl2pPr>
            <a:lvl3pPr marL="433070" indent="-118110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har char="•"/>
            </a:lvl3pPr>
            <a:lvl4pPr marL="590550" indent="-118110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har char="•"/>
            </a:lvl4pPr>
            <a:lvl5pPr marL="748030" indent="-118110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har char="•"/>
            </a:lvl5pPr>
            <a:lvl6pPr marL="905510" indent="-118110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har char="•"/>
            </a:lvl6pPr>
            <a:lvl7pPr marL="1062990" indent="-118110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har char="•"/>
            </a:lvl7pPr>
            <a:lvl8pPr marL="1220470" indent="-118110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har char="•"/>
            </a:lvl8pPr>
            <a:lvl9pPr marL="1377950" indent="-118110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294647E-A84A-4FFC-85AE-02BBEFCB7F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8104" y="275590"/>
            <a:ext cx="8647867" cy="433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0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FB58D9E-10AC-42BB-985B-89C873DA40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48104" y="984250"/>
            <a:ext cx="4019431" cy="2204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08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18110" indent="-118110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har char="•"/>
            </a:lvl1pPr>
            <a:lvl2pPr marL="275590" indent="-118110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har char="•"/>
            </a:lvl2pPr>
            <a:lvl3pPr marL="433070" indent="-118110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har char="•"/>
            </a:lvl3pPr>
            <a:lvl4pPr marL="590550" indent="-118110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har char="•"/>
            </a:lvl4pPr>
            <a:lvl5pPr marL="748030" indent="-118110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har char="•"/>
            </a:lvl5pPr>
            <a:lvl6pPr marL="905510" indent="-118110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har char="•"/>
            </a:lvl6pPr>
            <a:lvl7pPr marL="1062990" indent="-118110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har char="•"/>
            </a:lvl7pPr>
            <a:lvl8pPr marL="1220470" indent="-118110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har char="•"/>
            </a:lvl8pPr>
            <a:lvl9pPr marL="1377950" indent="-118110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B37C365-21C2-478A-AF08-9B16CBFB404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176540" y="984250"/>
            <a:ext cx="4019431" cy="2204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08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18110" indent="-118110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har char="•"/>
            </a:lvl1pPr>
            <a:lvl2pPr marL="275590" indent="-118110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har char="•"/>
            </a:lvl2pPr>
            <a:lvl3pPr marL="433070" indent="-118110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har char="•"/>
            </a:lvl3pPr>
            <a:lvl4pPr marL="590550" indent="-118110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har char="•"/>
            </a:lvl4pPr>
            <a:lvl5pPr marL="748030" indent="-118110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har char="•"/>
            </a:lvl5pPr>
            <a:lvl6pPr marL="905510" indent="-118110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har char="•"/>
            </a:lvl6pPr>
            <a:lvl7pPr marL="1062990" indent="-118110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har char="•"/>
            </a:lvl7pPr>
            <a:lvl8pPr marL="1220470" indent="-118110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har char="•"/>
            </a:lvl8pPr>
            <a:lvl9pPr marL="1377950" indent="-118110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9CF9364-60B3-4F10-A505-3B1D5902EC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8104" y="275590"/>
            <a:ext cx="8647867" cy="433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0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0681445-0A9F-46B3-8472-8EF76EBA11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48104" y="984250"/>
            <a:ext cx="4019431" cy="2204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18110" indent="-118110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har char="•"/>
            </a:lvl1pPr>
            <a:lvl2pPr marL="275590" indent="-118110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har char="•"/>
            </a:lvl2pPr>
            <a:lvl3pPr marL="433070" indent="-118110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har char="•"/>
            </a:lvl3pPr>
            <a:lvl4pPr marL="590550" indent="-118110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har char="•"/>
            </a:lvl4pPr>
            <a:lvl5pPr marL="748030" indent="-118110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har char="•"/>
            </a:lvl5pPr>
            <a:lvl6pPr marL="905510" indent="-118110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har char="•"/>
            </a:lvl6pPr>
            <a:lvl7pPr marL="1062990" indent="-118110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har char="•"/>
            </a:lvl7pPr>
            <a:lvl8pPr marL="1220470" indent="-118110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har char="•"/>
            </a:lvl8pPr>
            <a:lvl9pPr marL="1377950" indent="-118110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ff478a956d4665" /><Relationship Type="http://schemas.openxmlformats.org/officeDocument/2006/relationships/slideLayout" Target="/ppt/slideLayouts/slideLayout1.xml" Id="Rb136a588eb074cac" /><Relationship Type="http://schemas.openxmlformats.org/officeDocument/2006/relationships/slideLayout" Target="/ppt/slideLayouts/slideLayout2.xml" Id="Re96489b0037c485c" /><Relationship Type="http://schemas.openxmlformats.org/officeDocument/2006/relationships/slideLayout" Target="/ppt/slideLayouts/slideLayout3.xml" Id="Ra3e2cc5e778e4fde" /><Relationship Type="http://schemas.openxmlformats.org/officeDocument/2006/relationships/slideLayout" Target="/ppt/slideLayouts/slideLayout4.xml" Id="R7610680f4e2f4037" /><Relationship Type="http://schemas.openxmlformats.org/officeDocument/2006/relationships/slideLayout" Target="/ppt/slideLayouts/slideLayout5.xml" Id="R924d8214422642f3" /><Relationship Type="http://schemas.openxmlformats.org/officeDocument/2006/relationships/slideLayout" Target="/ppt/slideLayouts/slideLayout6.xml" Id="R1d6ed36dbab54d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36a588eb074cac"/>
    <p:sldLayoutId xmlns:r="http://schemas.openxmlformats.org/officeDocument/2006/relationships" id="2147483650" r:id="Re96489b0037c485c"/>
    <p:sldLayoutId xmlns:r="http://schemas.openxmlformats.org/officeDocument/2006/relationships" id="2147483651" r:id="Ra3e2cc5e778e4fde"/>
    <p:sldLayoutId xmlns:r="http://schemas.openxmlformats.org/officeDocument/2006/relationships" id="2147483652" r:id="R7610680f4e2f4037"/>
    <p:sldLayoutId xmlns:r="http://schemas.openxmlformats.org/officeDocument/2006/relationships" id="2147483653" r:id="R924d8214422642f3"/>
    <p:sldLayoutId xmlns:r="http://schemas.openxmlformats.org/officeDocument/2006/relationships" id="2147483654" r:id="R1d6ed36dbab54d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8a8d46599141ee" /><Relationship Type="http://schemas.openxmlformats.org/officeDocument/2006/relationships/image" Target="/ppt/media/image.png" Id="R2286c73018024e9e" /><Relationship Type="http://schemas.openxmlformats.org/officeDocument/2006/relationships/image" Target="/ppt/media/image2.png" Id="R57e38da62dee4ca7" /><Relationship Type="http://schemas.openxmlformats.org/officeDocument/2006/relationships/image" Target="/ppt/media/image3.png" Id="R623b49c8243c483d" /><Relationship Type="http://schemas.openxmlformats.org/officeDocument/2006/relationships/image" Target="/ppt/media/image4.png" Id="R6d14a94999be4995" /><Relationship Type="http://schemas.openxmlformats.org/officeDocument/2006/relationships/image" Target="/ppt/media/image5.png" Id="Refc46fb604ab4d2b" /><Relationship Type="http://schemas.openxmlformats.org/officeDocument/2006/relationships/image" Target="/ppt/media/image6.png" Id="Rd430faea23954fb2" /><Relationship Type="http://schemas.openxmlformats.org/officeDocument/2006/relationships/notesSlide" Target="/ppt/notesSlides/notesSlide1.xml" Id="R8c923f7f95c24d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pdf-path-0">
            <a:extLst xmlns:a="http://schemas.openxmlformats.org/drawingml/2006/main">
              <a:ext uri="{FF2B5EF4-FFF2-40B4-BE49-F238E27FC236}">
                <a16:creationId xmlns:a16="http://schemas.microsoft.com/office/drawing/2014/main" id="{07F9AE41-E110-4CD0-B4A6-B78DFD9D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208" y="2673055"/>
            <a:ext cx="1451940" cy="806634"/>
          </a:xfrm>
          <a:custGeom xmlns:a="http://schemas.openxmlformats.org/drawingml/2006/main">
            <a:pathLst>
              <a:path w="1451940" h="806634">
                <a:moveTo>
                  <a:pt x="87170" y="0"/>
                </a:moveTo>
                <a:lnTo>
                  <a:pt x="1364770" y="0"/>
                </a:lnTo>
                <a:cubicBezTo>
                  <a:pt x="1413115" y="0"/>
                  <a:pt x="1451940" y="38826"/>
                  <a:pt x="1451940" y="87170"/>
                </a:cubicBezTo>
                <a:lnTo>
                  <a:pt x="1451940" y="719678"/>
                </a:lnTo>
                <a:cubicBezTo>
                  <a:pt x="1451940" y="767754"/>
                  <a:pt x="1413115" y="806634"/>
                  <a:pt x="1364770" y="806634"/>
                </a:cubicBezTo>
                <a:lnTo>
                  <a:pt x="87170" y="806634"/>
                </a:lnTo>
                <a:cubicBezTo>
                  <a:pt x="38880" y="806634"/>
                  <a:pt x="0" y="767754"/>
                  <a:pt x="0" y="719678"/>
                </a:cubicBezTo>
                <a:lnTo>
                  <a:pt x="0" y="87170"/>
                </a:lnTo>
                <a:cubicBezTo>
                  <a:pt x="0" y="38826"/>
                  <a:pt x="38880" y="0"/>
                  <a:pt x="87170" y="0"/>
                </a:cubicBezTo>
              </a:path>
            </a:pathLst>
          </a:custGeom>
          <a:solidFill xmlns:a="http://schemas.openxmlformats.org/drawingml/2006/main">
            <a:srgbClr val="E2E2E2">
              <a:alpha val="4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df-path-1">
            <a:extLst xmlns:a="http://schemas.openxmlformats.org/drawingml/2006/main">
              <a:ext uri="{FF2B5EF4-FFF2-40B4-BE49-F238E27FC236}">
                <a16:creationId xmlns:a16="http://schemas.microsoft.com/office/drawing/2014/main" id="{F001F512-8558-4F3A-8410-4FFBD927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208" y="2108412"/>
            <a:ext cx="1451940" cy="362985"/>
          </a:xfrm>
          <a:custGeom xmlns:a="http://schemas.openxmlformats.org/drawingml/2006/main">
            <a:pathLst>
              <a:path w="1451940" h="362985">
                <a:moveTo>
                  <a:pt x="37428" y="0"/>
                </a:moveTo>
                <a:lnTo>
                  <a:pt x="1414566" y="0"/>
                </a:lnTo>
                <a:cubicBezTo>
                  <a:pt x="1435378" y="0"/>
                  <a:pt x="1451940" y="16778"/>
                  <a:pt x="1451940" y="37374"/>
                </a:cubicBezTo>
                <a:lnTo>
                  <a:pt x="1451940" y="325772"/>
                </a:lnTo>
                <a:cubicBezTo>
                  <a:pt x="1451940" y="346369"/>
                  <a:pt x="1435378" y="362985"/>
                  <a:pt x="1414566" y="362985"/>
                </a:cubicBezTo>
                <a:lnTo>
                  <a:pt x="37428" y="362985"/>
                </a:lnTo>
                <a:cubicBezTo>
                  <a:pt x="16617" y="362985"/>
                  <a:pt x="0" y="346369"/>
                  <a:pt x="0" y="325772"/>
                </a:cubicBezTo>
                <a:lnTo>
                  <a:pt x="0" y="37374"/>
                </a:lnTo>
                <a:cubicBezTo>
                  <a:pt x="0" y="16778"/>
                  <a:pt x="16617" y="0"/>
                  <a:pt x="37428" y="0"/>
                </a:cubicBezTo>
              </a:path>
            </a:pathLst>
          </a:custGeom>
          <a:solidFill xmlns:a="http://schemas.openxmlformats.org/drawingml/2006/main">
            <a:srgbClr val="E2E2E2">
              <a:alpha val="4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df-path-2">
            <a:extLst xmlns:a="http://schemas.openxmlformats.org/drawingml/2006/main">
              <a:ext uri="{FF2B5EF4-FFF2-40B4-BE49-F238E27FC236}">
                <a16:creationId xmlns:a16="http://schemas.microsoft.com/office/drawing/2014/main" id="{13600CF8-C962-4848-9D4A-FDBD8795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565" y="2147668"/>
            <a:ext cx="297271" cy="284634"/>
          </a:xfrm>
          <a:custGeom xmlns:a="http://schemas.openxmlformats.org/drawingml/2006/main">
            <a:pathLst>
              <a:path w="297271" h="284634">
                <a:moveTo>
                  <a:pt x="297271" y="142236"/>
                </a:moveTo>
                <a:cubicBezTo>
                  <a:pt x="297271" y="221018"/>
                  <a:pt x="230859" y="284634"/>
                  <a:pt x="148743" y="284634"/>
                </a:cubicBezTo>
                <a:cubicBezTo>
                  <a:pt x="66627" y="284634"/>
                  <a:pt x="0" y="221018"/>
                  <a:pt x="0" y="142236"/>
                </a:cubicBezTo>
                <a:cubicBezTo>
                  <a:pt x="0" y="63670"/>
                  <a:pt x="66627" y="0"/>
                  <a:pt x="148743" y="0"/>
                </a:cubicBezTo>
                <a:cubicBezTo>
                  <a:pt x="230859" y="0"/>
                  <a:pt x="297271" y="63670"/>
                  <a:pt x="297271" y="142236"/>
                </a:cubicBezTo>
              </a:path>
            </a:pathLst>
          </a:custGeom>
          <a:solidFill xmlns:a="http://schemas.openxmlformats.org/drawingml/2006/main">
            <a:srgbClr val="63D4DB">
              <a:alpha val="6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df-path-3">
            <a:extLst xmlns:a="http://schemas.openxmlformats.org/drawingml/2006/main">
              <a:ext uri="{FF2B5EF4-FFF2-40B4-BE49-F238E27FC236}">
                <a16:creationId xmlns:a16="http://schemas.microsoft.com/office/drawing/2014/main" id="{36CB589F-50AB-4981-8DF5-D21573FC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012" y="2187999"/>
            <a:ext cx="129168" cy="183375"/>
          </a:xfrm>
          <a:custGeom xmlns:a="http://schemas.openxmlformats.org/drawingml/2006/main">
            <a:pathLst>
              <a:path w="129168" h="183375">
                <a:moveTo>
                  <a:pt x="92171" y="5915"/>
                </a:moveTo>
                <a:cubicBezTo>
                  <a:pt x="92816" y="3388"/>
                  <a:pt x="92816" y="2958"/>
                  <a:pt x="92816" y="2743"/>
                </a:cubicBezTo>
                <a:cubicBezTo>
                  <a:pt x="92816" y="0"/>
                  <a:pt x="89858" y="0"/>
                  <a:pt x="87977" y="0"/>
                </a:cubicBezTo>
                <a:cubicBezTo>
                  <a:pt x="83997" y="0"/>
                  <a:pt x="83782" y="431"/>
                  <a:pt x="82760" y="4625"/>
                </a:cubicBezTo>
                <a:lnTo>
                  <a:pt x="72435" y="45172"/>
                </a:lnTo>
                <a:cubicBezTo>
                  <a:pt x="71629" y="47914"/>
                  <a:pt x="71629" y="48130"/>
                  <a:pt x="71414" y="48345"/>
                </a:cubicBezTo>
                <a:cubicBezTo>
                  <a:pt x="71199" y="48560"/>
                  <a:pt x="70983" y="48775"/>
                  <a:pt x="67381" y="48936"/>
                </a:cubicBezTo>
                <a:cubicBezTo>
                  <a:pt x="25167" y="51248"/>
                  <a:pt x="0" y="80448"/>
                  <a:pt x="0" y="106530"/>
                </a:cubicBezTo>
                <a:cubicBezTo>
                  <a:pt x="0" y="128363"/>
                  <a:pt x="17638" y="143259"/>
                  <a:pt x="47645" y="144334"/>
                </a:cubicBezTo>
                <a:lnTo>
                  <a:pt x="38826" y="180686"/>
                </a:lnTo>
                <a:cubicBezTo>
                  <a:pt x="38826" y="183375"/>
                  <a:pt x="41783" y="183375"/>
                  <a:pt x="43666" y="183375"/>
                </a:cubicBezTo>
                <a:cubicBezTo>
                  <a:pt x="46838" y="183375"/>
                  <a:pt x="47860" y="183214"/>
                  <a:pt x="48720" y="179826"/>
                </a:cubicBezTo>
                <a:lnTo>
                  <a:pt x="55872" y="151056"/>
                </a:lnTo>
                <a:cubicBezTo>
                  <a:pt x="57324" y="145141"/>
                  <a:pt x="57540" y="144979"/>
                  <a:pt x="57755" y="144764"/>
                </a:cubicBezTo>
                <a:cubicBezTo>
                  <a:pt x="58185" y="144549"/>
                  <a:pt x="58562" y="144549"/>
                  <a:pt x="61950" y="144334"/>
                </a:cubicBezTo>
                <a:cubicBezTo>
                  <a:pt x="103518" y="141807"/>
                  <a:pt x="129168" y="113252"/>
                  <a:pt x="129168" y="86794"/>
                </a:cubicBezTo>
                <a:cubicBezTo>
                  <a:pt x="129168" y="64908"/>
                  <a:pt x="111746" y="50011"/>
                  <a:pt x="81469" y="48936"/>
                </a:cubicBezTo>
                <a:lnTo>
                  <a:pt x="92171" y="5915"/>
                </a:lnTo>
                <a:moveTo>
                  <a:pt x="49528" y="136967"/>
                </a:moveTo>
                <a:cubicBezTo>
                  <a:pt x="31889" y="135945"/>
                  <a:pt x="21187" y="128363"/>
                  <a:pt x="21187" y="111746"/>
                </a:cubicBezTo>
                <a:cubicBezTo>
                  <a:pt x="21187" y="106099"/>
                  <a:pt x="23284" y="87171"/>
                  <a:pt x="33986" y="73727"/>
                </a:cubicBezTo>
                <a:cubicBezTo>
                  <a:pt x="41138" y="64692"/>
                  <a:pt x="53130" y="57755"/>
                  <a:pt x="69908" y="56303"/>
                </a:cubicBezTo>
                <a:lnTo>
                  <a:pt x="49528" y="136967"/>
                </a:lnTo>
                <a:moveTo>
                  <a:pt x="79588" y="56303"/>
                </a:moveTo>
                <a:cubicBezTo>
                  <a:pt x="97225" y="57379"/>
                  <a:pt x="108143" y="64908"/>
                  <a:pt x="108143" y="81524"/>
                </a:cubicBezTo>
                <a:cubicBezTo>
                  <a:pt x="108143" y="87171"/>
                  <a:pt x="105830" y="106099"/>
                  <a:pt x="95344" y="119544"/>
                </a:cubicBezTo>
                <a:cubicBezTo>
                  <a:pt x="87977" y="128578"/>
                  <a:pt x="76254" y="135515"/>
                  <a:pt x="59422" y="136967"/>
                </a:cubicBezTo>
                <a:lnTo>
                  <a:pt x="79588" y="5630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df-path-4">
            <a:extLst xmlns:a="http://schemas.openxmlformats.org/drawingml/2006/main">
              <a:ext uri="{FF2B5EF4-FFF2-40B4-BE49-F238E27FC236}">
                <a16:creationId xmlns:a16="http://schemas.microsoft.com/office/drawing/2014/main" id="{6706FB25-3F27-4143-A4B0-5E0AEF5A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000" y="2293023"/>
            <a:ext cx="44311" cy="86794"/>
          </a:xfrm>
          <a:custGeom xmlns:a="http://schemas.openxmlformats.org/drawingml/2006/main">
            <a:pathLst>
              <a:path w="44311" h="86794">
                <a:moveTo>
                  <a:pt x="26672" y="31082"/>
                </a:moveTo>
                <a:lnTo>
                  <a:pt x="40116" y="31082"/>
                </a:lnTo>
                <a:cubicBezTo>
                  <a:pt x="42644" y="31082"/>
                  <a:pt x="44311" y="31082"/>
                  <a:pt x="44311" y="28608"/>
                </a:cubicBezTo>
                <a:cubicBezTo>
                  <a:pt x="44311" y="26511"/>
                  <a:pt x="42429" y="26511"/>
                  <a:pt x="40116" y="26511"/>
                </a:cubicBezTo>
                <a:lnTo>
                  <a:pt x="27748" y="26511"/>
                </a:lnTo>
                <a:lnTo>
                  <a:pt x="32534" y="7152"/>
                </a:lnTo>
                <a:cubicBezTo>
                  <a:pt x="33179" y="5055"/>
                  <a:pt x="33179" y="4410"/>
                  <a:pt x="33179" y="4410"/>
                </a:cubicBezTo>
                <a:cubicBezTo>
                  <a:pt x="33179" y="1506"/>
                  <a:pt x="31082" y="0"/>
                  <a:pt x="28770" y="0"/>
                </a:cubicBezTo>
                <a:cubicBezTo>
                  <a:pt x="24145" y="0"/>
                  <a:pt x="23123" y="3818"/>
                  <a:pt x="21618" y="9895"/>
                </a:cubicBezTo>
                <a:lnTo>
                  <a:pt x="17423" y="26511"/>
                </a:lnTo>
                <a:lnTo>
                  <a:pt x="4195" y="26511"/>
                </a:lnTo>
                <a:cubicBezTo>
                  <a:pt x="1667" y="26511"/>
                  <a:pt x="0" y="26511"/>
                  <a:pt x="0" y="29200"/>
                </a:cubicBezTo>
                <a:cubicBezTo>
                  <a:pt x="0" y="31082"/>
                  <a:pt x="1667" y="31082"/>
                  <a:pt x="3979" y="31082"/>
                </a:cubicBezTo>
                <a:lnTo>
                  <a:pt x="16187" y="31082"/>
                </a:lnTo>
                <a:lnTo>
                  <a:pt x="8174" y="63886"/>
                </a:lnTo>
                <a:cubicBezTo>
                  <a:pt x="7367" y="67219"/>
                  <a:pt x="6076" y="72059"/>
                  <a:pt x="6076" y="73941"/>
                </a:cubicBezTo>
                <a:cubicBezTo>
                  <a:pt x="6076" y="82169"/>
                  <a:pt x="12798" y="86794"/>
                  <a:pt x="19951" y="86794"/>
                </a:cubicBezTo>
                <a:cubicBezTo>
                  <a:pt x="34685" y="86794"/>
                  <a:pt x="42859" y="67434"/>
                  <a:pt x="42859" y="65982"/>
                </a:cubicBezTo>
                <a:cubicBezTo>
                  <a:pt x="42859" y="64531"/>
                  <a:pt x="41568" y="64100"/>
                  <a:pt x="40762" y="64100"/>
                </a:cubicBezTo>
                <a:cubicBezTo>
                  <a:pt x="39256" y="64100"/>
                  <a:pt x="39256" y="64745"/>
                  <a:pt x="38234" y="66843"/>
                </a:cubicBezTo>
                <a:cubicBezTo>
                  <a:pt x="35492" y="73350"/>
                  <a:pt x="28770" y="82975"/>
                  <a:pt x="20381" y="82975"/>
                </a:cubicBezTo>
                <a:cubicBezTo>
                  <a:pt x="17423" y="82975"/>
                  <a:pt x="15971" y="81094"/>
                  <a:pt x="15971" y="76469"/>
                </a:cubicBezTo>
                <a:cubicBezTo>
                  <a:pt x="15971" y="73941"/>
                  <a:pt x="16187" y="72489"/>
                  <a:pt x="16616" y="70607"/>
                </a:cubicBezTo>
                <a:lnTo>
                  <a:pt x="26672" y="3108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df-path-5">
            <a:extLst xmlns:a="http://schemas.openxmlformats.org/drawingml/2006/main">
              <a:ext uri="{FF2B5EF4-FFF2-40B4-BE49-F238E27FC236}">
                <a16:creationId xmlns:a16="http://schemas.microsoft.com/office/drawing/2014/main" id="{ACAAD48D-9E92-4699-912E-0BBC0781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404" y="2256079"/>
            <a:ext cx="133579" cy="45763"/>
          </a:xfrm>
          <a:custGeom xmlns:a="http://schemas.openxmlformats.org/drawingml/2006/main">
            <a:pathLst>
              <a:path w="133579" h="45763">
                <a:moveTo>
                  <a:pt x="127072" y="7744"/>
                </a:moveTo>
                <a:cubicBezTo>
                  <a:pt x="130030" y="7744"/>
                  <a:pt x="133579" y="7744"/>
                  <a:pt x="133579" y="3979"/>
                </a:cubicBezTo>
                <a:cubicBezTo>
                  <a:pt x="133579" y="0"/>
                  <a:pt x="130244" y="0"/>
                  <a:pt x="127072" y="0"/>
                </a:cubicBezTo>
                <a:lnTo>
                  <a:pt x="6507" y="0"/>
                </a:lnTo>
                <a:cubicBezTo>
                  <a:pt x="3549" y="0"/>
                  <a:pt x="0" y="0"/>
                  <a:pt x="0" y="3765"/>
                </a:cubicBezTo>
                <a:cubicBezTo>
                  <a:pt x="0" y="7744"/>
                  <a:pt x="3387" y="7744"/>
                  <a:pt x="6507" y="7744"/>
                </a:cubicBezTo>
                <a:lnTo>
                  <a:pt x="127072" y="7744"/>
                </a:lnTo>
                <a:moveTo>
                  <a:pt x="127072" y="45763"/>
                </a:moveTo>
                <a:cubicBezTo>
                  <a:pt x="130030" y="45763"/>
                  <a:pt x="133579" y="45763"/>
                  <a:pt x="133579" y="41999"/>
                </a:cubicBezTo>
                <a:cubicBezTo>
                  <a:pt x="133579" y="38235"/>
                  <a:pt x="130244" y="38235"/>
                  <a:pt x="127072" y="38235"/>
                </a:cubicBezTo>
                <a:lnTo>
                  <a:pt x="6507" y="38235"/>
                </a:lnTo>
                <a:cubicBezTo>
                  <a:pt x="3549" y="38235"/>
                  <a:pt x="0" y="38235"/>
                  <a:pt x="0" y="41784"/>
                </a:cubicBezTo>
                <a:cubicBezTo>
                  <a:pt x="0" y="45763"/>
                  <a:pt x="3387" y="45763"/>
                  <a:pt x="6507" y="45763"/>
                </a:cubicBezTo>
                <a:lnTo>
                  <a:pt x="127072" y="4576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df-path-6">
            <a:extLst xmlns:a="http://schemas.openxmlformats.org/drawingml/2006/main">
              <a:ext uri="{FF2B5EF4-FFF2-40B4-BE49-F238E27FC236}">
                <a16:creationId xmlns:a16="http://schemas.microsoft.com/office/drawing/2014/main" id="{4457E2AE-7C09-4D85-B781-D7131CBC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3742" y="2187999"/>
            <a:ext cx="104593" cy="183805"/>
          </a:xfrm>
          <a:custGeom xmlns:a="http://schemas.openxmlformats.org/drawingml/2006/main">
            <a:pathLst>
              <a:path w="104593" h="183805">
                <a:moveTo>
                  <a:pt x="78566" y="1883"/>
                </a:moveTo>
                <a:cubicBezTo>
                  <a:pt x="78566" y="0"/>
                  <a:pt x="77060" y="0"/>
                  <a:pt x="76468" y="0"/>
                </a:cubicBezTo>
                <a:cubicBezTo>
                  <a:pt x="74533" y="0"/>
                  <a:pt x="74372" y="431"/>
                  <a:pt x="73511" y="3819"/>
                </a:cubicBezTo>
                <a:lnTo>
                  <a:pt x="62595" y="47914"/>
                </a:lnTo>
                <a:cubicBezTo>
                  <a:pt x="61950" y="50657"/>
                  <a:pt x="61734" y="50872"/>
                  <a:pt x="61520" y="51034"/>
                </a:cubicBezTo>
                <a:cubicBezTo>
                  <a:pt x="61304" y="51248"/>
                  <a:pt x="59852" y="51463"/>
                  <a:pt x="59422" y="51463"/>
                </a:cubicBezTo>
                <a:cubicBezTo>
                  <a:pt x="25812" y="54421"/>
                  <a:pt x="0" y="82169"/>
                  <a:pt x="0" y="107767"/>
                </a:cubicBezTo>
                <a:cubicBezTo>
                  <a:pt x="0" y="129814"/>
                  <a:pt x="16993" y="143259"/>
                  <a:pt x="38449" y="144549"/>
                </a:cubicBezTo>
                <a:cubicBezTo>
                  <a:pt x="36729" y="150841"/>
                  <a:pt x="35277" y="157563"/>
                  <a:pt x="33609" y="163855"/>
                </a:cubicBezTo>
                <a:cubicBezTo>
                  <a:pt x="30652" y="174556"/>
                  <a:pt x="29200" y="181493"/>
                  <a:pt x="29200" y="182138"/>
                </a:cubicBezTo>
                <a:cubicBezTo>
                  <a:pt x="29200" y="182569"/>
                  <a:pt x="29200" y="183805"/>
                  <a:pt x="31082" y="183805"/>
                </a:cubicBezTo>
                <a:cubicBezTo>
                  <a:pt x="31727" y="183805"/>
                  <a:pt x="32534" y="183805"/>
                  <a:pt x="32964" y="182998"/>
                </a:cubicBezTo>
                <a:cubicBezTo>
                  <a:pt x="33395" y="182569"/>
                  <a:pt x="34631" y="177729"/>
                  <a:pt x="35491" y="174986"/>
                </a:cubicBezTo>
                <a:lnTo>
                  <a:pt x="43074" y="144549"/>
                </a:lnTo>
                <a:cubicBezTo>
                  <a:pt x="78136" y="142667"/>
                  <a:pt x="104593" y="114058"/>
                  <a:pt x="104593" y="88246"/>
                </a:cubicBezTo>
                <a:cubicBezTo>
                  <a:pt x="104593" y="67650"/>
                  <a:pt x="89052" y="52754"/>
                  <a:pt x="66360" y="51248"/>
                </a:cubicBezTo>
                <a:lnTo>
                  <a:pt x="78566" y="1883"/>
                </a:lnTo>
                <a:moveTo>
                  <a:pt x="65122" y="55443"/>
                </a:moveTo>
                <a:cubicBezTo>
                  <a:pt x="78781" y="56303"/>
                  <a:pt x="92225" y="63886"/>
                  <a:pt x="92225" y="84052"/>
                </a:cubicBezTo>
                <a:cubicBezTo>
                  <a:pt x="92225" y="107121"/>
                  <a:pt x="76039" y="137827"/>
                  <a:pt x="44096" y="140355"/>
                </a:cubicBezTo>
                <a:lnTo>
                  <a:pt x="65122" y="55443"/>
                </a:lnTo>
                <a:moveTo>
                  <a:pt x="39257" y="140570"/>
                </a:moveTo>
                <a:cubicBezTo>
                  <a:pt x="29415" y="139924"/>
                  <a:pt x="12584" y="134439"/>
                  <a:pt x="12584" y="111961"/>
                </a:cubicBezTo>
                <a:cubicBezTo>
                  <a:pt x="12584" y="86149"/>
                  <a:pt x="31082" y="57594"/>
                  <a:pt x="60712" y="55658"/>
                </a:cubicBezTo>
                <a:lnTo>
                  <a:pt x="39257" y="14057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df-path-7">
            <a:extLst xmlns:a="http://schemas.openxmlformats.org/drawingml/2006/main">
              <a:ext uri="{FF2B5EF4-FFF2-40B4-BE49-F238E27FC236}">
                <a16:creationId xmlns:a16="http://schemas.microsoft.com/office/drawing/2014/main" id="{802B5E90-1BFC-43E7-A239-65F93FBC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2911" y="2176438"/>
            <a:ext cx="46408" cy="205046"/>
          </a:xfrm>
          <a:custGeom xmlns:a="http://schemas.openxmlformats.org/drawingml/2006/main">
            <a:pathLst>
              <a:path w="46408" h="205046">
                <a:moveTo>
                  <a:pt x="46408" y="203379"/>
                </a:moveTo>
                <a:cubicBezTo>
                  <a:pt x="46408" y="202734"/>
                  <a:pt x="46408" y="202304"/>
                  <a:pt x="43074" y="198970"/>
                </a:cubicBezTo>
                <a:cubicBezTo>
                  <a:pt x="22478" y="178159"/>
                  <a:pt x="11132" y="144549"/>
                  <a:pt x="11132" y="102766"/>
                </a:cubicBezTo>
                <a:cubicBezTo>
                  <a:pt x="11132" y="62810"/>
                  <a:pt x="20596" y="28824"/>
                  <a:pt x="44311" y="4625"/>
                </a:cubicBezTo>
                <a:cubicBezTo>
                  <a:pt x="46408" y="2743"/>
                  <a:pt x="46408" y="2313"/>
                  <a:pt x="46408" y="1721"/>
                </a:cubicBezTo>
                <a:cubicBezTo>
                  <a:pt x="46408" y="430"/>
                  <a:pt x="45386" y="0"/>
                  <a:pt x="44526" y="0"/>
                </a:cubicBezTo>
                <a:cubicBezTo>
                  <a:pt x="41998" y="0"/>
                  <a:pt x="25221" y="14735"/>
                  <a:pt x="15111" y="34900"/>
                </a:cubicBezTo>
                <a:cubicBezTo>
                  <a:pt x="4624" y="55497"/>
                  <a:pt x="0" y="77544"/>
                  <a:pt x="0" y="102766"/>
                </a:cubicBezTo>
                <a:cubicBezTo>
                  <a:pt x="0" y="120780"/>
                  <a:pt x="2958" y="145194"/>
                  <a:pt x="13443" y="167242"/>
                </a:cubicBezTo>
                <a:cubicBezTo>
                  <a:pt x="25650" y="191817"/>
                  <a:pt x="42429" y="205046"/>
                  <a:pt x="44526" y="205046"/>
                </a:cubicBezTo>
                <a:cubicBezTo>
                  <a:pt x="45386" y="205046"/>
                  <a:pt x="46408" y="204616"/>
                  <a:pt x="46408" y="20337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df-path-8">
            <a:extLst xmlns:a="http://schemas.openxmlformats.org/drawingml/2006/main">
              <a:ext uri="{FF2B5EF4-FFF2-40B4-BE49-F238E27FC236}">
                <a16:creationId xmlns:a16="http://schemas.microsoft.com/office/drawing/2014/main" id="{19C5E865-5330-49FE-B9EB-CDD01E8E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443" y="2237581"/>
            <a:ext cx="85934" cy="94107"/>
          </a:xfrm>
          <a:custGeom xmlns:a="http://schemas.openxmlformats.org/drawingml/2006/main">
            <a:pathLst>
              <a:path w="85934" h="94107">
                <a:moveTo>
                  <a:pt x="73082" y="11777"/>
                </a:moveTo>
                <a:cubicBezTo>
                  <a:pt x="66360" y="14519"/>
                  <a:pt x="64477" y="20596"/>
                  <a:pt x="64477" y="23553"/>
                </a:cubicBezTo>
                <a:cubicBezTo>
                  <a:pt x="64477" y="28769"/>
                  <a:pt x="68887" y="31943"/>
                  <a:pt x="73297" y="31943"/>
                </a:cubicBezTo>
                <a:cubicBezTo>
                  <a:pt x="78351" y="31943"/>
                  <a:pt x="85934" y="27748"/>
                  <a:pt x="85934" y="18069"/>
                </a:cubicBezTo>
                <a:cubicBezTo>
                  <a:pt x="85934" y="7152"/>
                  <a:pt x="75017" y="0"/>
                  <a:pt x="56519" y="0"/>
                </a:cubicBezTo>
                <a:cubicBezTo>
                  <a:pt x="50603" y="0"/>
                  <a:pt x="39095" y="430"/>
                  <a:pt x="29846" y="7582"/>
                </a:cubicBezTo>
                <a:cubicBezTo>
                  <a:pt x="20596" y="14519"/>
                  <a:pt x="17209" y="26242"/>
                  <a:pt x="17209" y="31512"/>
                </a:cubicBezTo>
                <a:cubicBezTo>
                  <a:pt x="17209" y="37589"/>
                  <a:pt x="20167" y="43289"/>
                  <a:pt x="24576" y="47054"/>
                </a:cubicBezTo>
                <a:cubicBezTo>
                  <a:pt x="30275" y="51463"/>
                  <a:pt x="33825" y="52108"/>
                  <a:pt x="47699" y="54851"/>
                </a:cubicBezTo>
                <a:cubicBezTo>
                  <a:pt x="53991" y="55872"/>
                  <a:pt x="66144" y="58185"/>
                  <a:pt x="66144" y="67219"/>
                </a:cubicBezTo>
                <a:cubicBezTo>
                  <a:pt x="66144" y="68080"/>
                  <a:pt x="66144" y="86740"/>
                  <a:pt x="35707" y="86740"/>
                </a:cubicBezTo>
                <a:cubicBezTo>
                  <a:pt x="25651" y="86740"/>
                  <a:pt x="18069" y="84643"/>
                  <a:pt x="13660" y="81524"/>
                </a:cubicBezTo>
                <a:cubicBezTo>
                  <a:pt x="20596" y="79426"/>
                  <a:pt x="24790" y="73511"/>
                  <a:pt x="24790" y="67219"/>
                </a:cubicBezTo>
                <a:cubicBezTo>
                  <a:pt x="24790" y="59852"/>
                  <a:pt x="18929" y="57970"/>
                  <a:pt x="14682" y="57970"/>
                </a:cubicBezTo>
                <a:cubicBezTo>
                  <a:pt x="7798" y="57970"/>
                  <a:pt x="0" y="63670"/>
                  <a:pt x="0" y="73941"/>
                </a:cubicBezTo>
                <a:cubicBezTo>
                  <a:pt x="0" y="87170"/>
                  <a:pt x="14305" y="94107"/>
                  <a:pt x="35277" y="94107"/>
                </a:cubicBezTo>
                <a:cubicBezTo>
                  <a:pt x="81900" y="94107"/>
                  <a:pt x="81900" y="59045"/>
                  <a:pt x="81900" y="59045"/>
                </a:cubicBezTo>
                <a:cubicBezTo>
                  <a:pt x="81900" y="51893"/>
                  <a:pt x="78566" y="46408"/>
                  <a:pt x="73727" y="42429"/>
                </a:cubicBezTo>
                <a:cubicBezTo>
                  <a:pt x="67435" y="36783"/>
                  <a:pt x="59637" y="35277"/>
                  <a:pt x="52539" y="34255"/>
                </a:cubicBezTo>
                <a:cubicBezTo>
                  <a:pt x="41193" y="32157"/>
                  <a:pt x="33179" y="30652"/>
                  <a:pt x="33179" y="23123"/>
                </a:cubicBezTo>
                <a:cubicBezTo>
                  <a:pt x="33179" y="22693"/>
                  <a:pt x="33179" y="7367"/>
                  <a:pt x="56088" y="7367"/>
                </a:cubicBezTo>
                <a:cubicBezTo>
                  <a:pt x="60282" y="7367"/>
                  <a:pt x="67649" y="7797"/>
                  <a:pt x="73082" y="1177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df-path-9">
            <a:extLst xmlns:a="http://schemas.openxmlformats.org/drawingml/2006/main">
              <a:ext uri="{FF2B5EF4-FFF2-40B4-BE49-F238E27FC236}">
                <a16:creationId xmlns:a16="http://schemas.microsoft.com/office/drawing/2014/main" id="{1F91CFA4-F400-4DBD-BAEF-B911DBEE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057" y="2275385"/>
            <a:ext cx="44312" cy="86794"/>
          </a:xfrm>
          <a:custGeom xmlns:a="http://schemas.openxmlformats.org/drawingml/2006/main">
            <a:pathLst>
              <a:path w="44312" h="86794">
                <a:moveTo>
                  <a:pt x="26672" y="31083"/>
                </a:moveTo>
                <a:lnTo>
                  <a:pt x="40117" y="31083"/>
                </a:lnTo>
                <a:cubicBezTo>
                  <a:pt x="42644" y="31083"/>
                  <a:pt x="44312" y="31083"/>
                  <a:pt x="44312" y="28609"/>
                </a:cubicBezTo>
                <a:cubicBezTo>
                  <a:pt x="44312" y="26673"/>
                  <a:pt x="42644" y="26673"/>
                  <a:pt x="40332" y="26673"/>
                </a:cubicBezTo>
                <a:lnTo>
                  <a:pt x="27748" y="26673"/>
                </a:lnTo>
                <a:lnTo>
                  <a:pt x="32749" y="7152"/>
                </a:lnTo>
                <a:cubicBezTo>
                  <a:pt x="33179" y="5055"/>
                  <a:pt x="33179" y="4410"/>
                  <a:pt x="33179" y="4410"/>
                </a:cubicBezTo>
                <a:cubicBezTo>
                  <a:pt x="33179" y="1506"/>
                  <a:pt x="31083" y="0"/>
                  <a:pt x="28770" y="0"/>
                </a:cubicBezTo>
                <a:cubicBezTo>
                  <a:pt x="24145" y="0"/>
                  <a:pt x="23124" y="3819"/>
                  <a:pt x="21618" y="9895"/>
                </a:cubicBezTo>
                <a:lnTo>
                  <a:pt x="17423" y="26673"/>
                </a:lnTo>
                <a:lnTo>
                  <a:pt x="4410" y="26673"/>
                </a:lnTo>
                <a:cubicBezTo>
                  <a:pt x="1667" y="26673"/>
                  <a:pt x="0" y="26673"/>
                  <a:pt x="0" y="29200"/>
                </a:cubicBezTo>
                <a:cubicBezTo>
                  <a:pt x="0" y="31083"/>
                  <a:pt x="1667" y="31083"/>
                  <a:pt x="3980" y="31083"/>
                </a:cubicBezTo>
                <a:lnTo>
                  <a:pt x="16402" y="31083"/>
                </a:lnTo>
                <a:lnTo>
                  <a:pt x="8175" y="63886"/>
                </a:lnTo>
                <a:cubicBezTo>
                  <a:pt x="7367" y="67219"/>
                  <a:pt x="6077" y="72059"/>
                  <a:pt x="6077" y="73942"/>
                </a:cubicBezTo>
                <a:cubicBezTo>
                  <a:pt x="6077" y="82169"/>
                  <a:pt x="12799" y="86794"/>
                  <a:pt x="19951" y="86794"/>
                </a:cubicBezTo>
                <a:cubicBezTo>
                  <a:pt x="34685" y="86794"/>
                  <a:pt x="43074" y="67435"/>
                  <a:pt x="43074" y="65983"/>
                </a:cubicBezTo>
                <a:cubicBezTo>
                  <a:pt x="43074" y="64477"/>
                  <a:pt x="41785" y="64101"/>
                  <a:pt x="40977" y="64101"/>
                </a:cubicBezTo>
                <a:cubicBezTo>
                  <a:pt x="39526" y="64101"/>
                  <a:pt x="39310" y="64692"/>
                  <a:pt x="38235" y="66790"/>
                </a:cubicBezTo>
                <a:cubicBezTo>
                  <a:pt x="35492" y="73350"/>
                  <a:pt x="28770" y="82976"/>
                  <a:pt x="20381" y="82976"/>
                </a:cubicBezTo>
                <a:cubicBezTo>
                  <a:pt x="17639" y="82976"/>
                  <a:pt x="15972" y="81094"/>
                  <a:pt x="15972" y="76469"/>
                </a:cubicBezTo>
                <a:cubicBezTo>
                  <a:pt x="15972" y="73942"/>
                  <a:pt x="16402" y="72490"/>
                  <a:pt x="16832" y="70608"/>
                </a:cubicBezTo>
                <a:lnTo>
                  <a:pt x="26672" y="3108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df-path-10">
            <a:extLst xmlns:a="http://schemas.openxmlformats.org/drawingml/2006/main">
              <a:ext uri="{FF2B5EF4-FFF2-40B4-BE49-F238E27FC236}">
                <a16:creationId xmlns:a16="http://schemas.microsoft.com/office/drawing/2014/main" id="{D9CE24C6-949C-4675-805D-D99A28A6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8289" y="2310285"/>
            <a:ext cx="22263" cy="59422"/>
          </a:xfrm>
          <a:custGeom xmlns:a="http://schemas.openxmlformats.org/drawingml/2006/main">
            <a:pathLst>
              <a:path w="22263" h="59422">
                <a:moveTo>
                  <a:pt x="22263" y="20596"/>
                </a:moveTo>
                <a:cubicBezTo>
                  <a:pt x="22263" y="8819"/>
                  <a:pt x="18229" y="0"/>
                  <a:pt x="9841" y="0"/>
                </a:cubicBezTo>
                <a:cubicBezTo>
                  <a:pt x="3334" y="0"/>
                  <a:pt x="0" y="5216"/>
                  <a:pt x="0" y="9841"/>
                </a:cubicBezTo>
                <a:cubicBezTo>
                  <a:pt x="0" y="14250"/>
                  <a:pt x="3118" y="19736"/>
                  <a:pt x="10056" y="19736"/>
                </a:cubicBezTo>
                <a:cubicBezTo>
                  <a:pt x="12798" y="19736"/>
                  <a:pt x="15111" y="18875"/>
                  <a:pt x="16778" y="17208"/>
                </a:cubicBezTo>
                <a:cubicBezTo>
                  <a:pt x="17208" y="16778"/>
                  <a:pt x="17423" y="16778"/>
                  <a:pt x="17638" y="16778"/>
                </a:cubicBezTo>
                <a:cubicBezTo>
                  <a:pt x="18069" y="16778"/>
                  <a:pt x="18069" y="19521"/>
                  <a:pt x="18069" y="20596"/>
                </a:cubicBezTo>
                <a:cubicBezTo>
                  <a:pt x="18069" y="27264"/>
                  <a:pt x="16778" y="40708"/>
                  <a:pt x="5000" y="53991"/>
                </a:cubicBezTo>
                <a:cubicBezTo>
                  <a:pt x="2688" y="56464"/>
                  <a:pt x="2688" y="56894"/>
                  <a:pt x="2688" y="57324"/>
                </a:cubicBezTo>
                <a:cubicBezTo>
                  <a:pt x="2688" y="58400"/>
                  <a:pt x="3764" y="59422"/>
                  <a:pt x="4786" y="59422"/>
                </a:cubicBezTo>
                <a:cubicBezTo>
                  <a:pt x="6507" y="59422"/>
                  <a:pt x="22263" y="44096"/>
                  <a:pt x="22263" y="2059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df-path-11">
            <a:extLst xmlns:a="http://schemas.openxmlformats.org/drawingml/2006/main">
              <a:ext uri="{FF2B5EF4-FFF2-40B4-BE49-F238E27FC236}">
                <a16:creationId xmlns:a16="http://schemas.microsoft.com/office/drawing/2014/main" id="{D3B862C5-8262-48D3-83AE-F2B7200E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544" y="2237581"/>
            <a:ext cx="113466" cy="94107"/>
          </a:xfrm>
          <a:custGeom xmlns:a="http://schemas.openxmlformats.org/drawingml/2006/main">
            <a:pathLst>
              <a:path w="113466" h="94107">
                <a:moveTo>
                  <a:pt x="96204" y="27533"/>
                </a:moveTo>
                <a:cubicBezTo>
                  <a:pt x="97495" y="22478"/>
                  <a:pt x="99592" y="14304"/>
                  <a:pt x="99592" y="12422"/>
                </a:cubicBezTo>
                <a:cubicBezTo>
                  <a:pt x="99592" y="5861"/>
                  <a:pt x="94322" y="3388"/>
                  <a:pt x="89913" y="3388"/>
                </a:cubicBezTo>
                <a:cubicBezTo>
                  <a:pt x="86148" y="3388"/>
                  <a:pt x="81954" y="5485"/>
                  <a:pt x="79425" y="8604"/>
                </a:cubicBezTo>
                <a:cubicBezTo>
                  <a:pt x="76469" y="5270"/>
                  <a:pt x="69747" y="0"/>
                  <a:pt x="57809" y="0"/>
                </a:cubicBezTo>
                <a:cubicBezTo>
                  <a:pt x="22048" y="0"/>
                  <a:pt x="0" y="32373"/>
                  <a:pt x="0" y="60282"/>
                </a:cubicBezTo>
                <a:cubicBezTo>
                  <a:pt x="0" y="85503"/>
                  <a:pt x="18928" y="94107"/>
                  <a:pt x="35921" y="94107"/>
                </a:cubicBezTo>
                <a:cubicBezTo>
                  <a:pt x="50441" y="94107"/>
                  <a:pt x="61142" y="86148"/>
                  <a:pt x="64315" y="83191"/>
                </a:cubicBezTo>
                <a:cubicBezTo>
                  <a:pt x="72059" y="94107"/>
                  <a:pt x="85718" y="94107"/>
                  <a:pt x="87815" y="94107"/>
                </a:cubicBezTo>
                <a:cubicBezTo>
                  <a:pt x="95398" y="94107"/>
                  <a:pt x="101474" y="89913"/>
                  <a:pt x="105669" y="82546"/>
                </a:cubicBezTo>
                <a:cubicBezTo>
                  <a:pt x="110939" y="74371"/>
                  <a:pt x="113466" y="63240"/>
                  <a:pt x="113466" y="62164"/>
                </a:cubicBezTo>
                <a:cubicBezTo>
                  <a:pt x="113466" y="59260"/>
                  <a:pt x="110508" y="59260"/>
                  <a:pt x="108627" y="59260"/>
                </a:cubicBezTo>
                <a:cubicBezTo>
                  <a:pt x="106314" y="59260"/>
                  <a:pt x="105454" y="59260"/>
                  <a:pt x="104432" y="60282"/>
                </a:cubicBezTo>
                <a:cubicBezTo>
                  <a:pt x="104001" y="60712"/>
                  <a:pt x="104001" y="61143"/>
                  <a:pt x="102926" y="66413"/>
                </a:cubicBezTo>
                <a:cubicBezTo>
                  <a:pt x="98731" y="82761"/>
                  <a:pt x="94107" y="86740"/>
                  <a:pt x="88891" y="86740"/>
                </a:cubicBezTo>
                <a:cubicBezTo>
                  <a:pt x="86793" y="86740"/>
                  <a:pt x="84266" y="85933"/>
                  <a:pt x="84266" y="79211"/>
                </a:cubicBezTo>
                <a:cubicBezTo>
                  <a:pt x="84266" y="75608"/>
                  <a:pt x="85073" y="72489"/>
                  <a:pt x="86955" y="64261"/>
                </a:cubicBezTo>
                <a:cubicBezTo>
                  <a:pt x="88461" y="58615"/>
                  <a:pt x="90558" y="50441"/>
                  <a:pt x="91580" y="45817"/>
                </a:cubicBezTo>
                <a:lnTo>
                  <a:pt x="96204" y="27533"/>
                </a:lnTo>
                <a:moveTo>
                  <a:pt x="62380" y="73511"/>
                </a:moveTo>
                <a:cubicBezTo>
                  <a:pt x="56302" y="80448"/>
                  <a:pt x="46623" y="86740"/>
                  <a:pt x="36997" y="86740"/>
                </a:cubicBezTo>
                <a:cubicBezTo>
                  <a:pt x="24145" y="86740"/>
                  <a:pt x="23123" y="75608"/>
                  <a:pt x="23123" y="71199"/>
                </a:cubicBezTo>
                <a:cubicBezTo>
                  <a:pt x="23123" y="60497"/>
                  <a:pt x="30060" y="35277"/>
                  <a:pt x="33394" y="27318"/>
                </a:cubicBezTo>
                <a:cubicBezTo>
                  <a:pt x="39740" y="12422"/>
                  <a:pt x="49796" y="7367"/>
                  <a:pt x="58184" y="7367"/>
                </a:cubicBezTo>
                <a:cubicBezTo>
                  <a:pt x="70392" y="7367"/>
                  <a:pt x="75232" y="17047"/>
                  <a:pt x="75232" y="19144"/>
                </a:cubicBezTo>
                <a:lnTo>
                  <a:pt x="74802" y="22048"/>
                </a:lnTo>
                <a:lnTo>
                  <a:pt x="62380" y="7351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df-path-12">
            <a:extLst xmlns:a="http://schemas.openxmlformats.org/drawingml/2006/main">
              <a:ext uri="{FF2B5EF4-FFF2-40B4-BE49-F238E27FC236}">
                <a16:creationId xmlns:a16="http://schemas.microsoft.com/office/drawing/2014/main" id="{F3EC4F2A-34C4-4085-A56E-DB2F60CE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96" y="2275385"/>
            <a:ext cx="44312" cy="86794"/>
          </a:xfrm>
          <a:custGeom xmlns:a="http://schemas.openxmlformats.org/drawingml/2006/main">
            <a:pathLst>
              <a:path w="44312" h="86794">
                <a:moveTo>
                  <a:pt x="26674" y="31083"/>
                </a:moveTo>
                <a:lnTo>
                  <a:pt x="40117" y="31083"/>
                </a:lnTo>
                <a:cubicBezTo>
                  <a:pt x="42644" y="31083"/>
                  <a:pt x="44312" y="31083"/>
                  <a:pt x="44312" y="28609"/>
                </a:cubicBezTo>
                <a:cubicBezTo>
                  <a:pt x="44312" y="26673"/>
                  <a:pt x="42430" y="26673"/>
                  <a:pt x="40117" y="26673"/>
                </a:cubicBezTo>
                <a:lnTo>
                  <a:pt x="27748" y="26673"/>
                </a:lnTo>
                <a:lnTo>
                  <a:pt x="32535" y="7152"/>
                </a:lnTo>
                <a:cubicBezTo>
                  <a:pt x="33180" y="5055"/>
                  <a:pt x="33180" y="4410"/>
                  <a:pt x="33180" y="4410"/>
                </a:cubicBezTo>
                <a:cubicBezTo>
                  <a:pt x="33180" y="1506"/>
                  <a:pt x="31083" y="0"/>
                  <a:pt x="28770" y="0"/>
                </a:cubicBezTo>
                <a:cubicBezTo>
                  <a:pt x="24146" y="0"/>
                  <a:pt x="23125" y="3819"/>
                  <a:pt x="21618" y="9895"/>
                </a:cubicBezTo>
                <a:lnTo>
                  <a:pt x="17423" y="26673"/>
                </a:lnTo>
                <a:lnTo>
                  <a:pt x="4195" y="26673"/>
                </a:lnTo>
                <a:cubicBezTo>
                  <a:pt x="1667" y="26673"/>
                  <a:pt x="0" y="26673"/>
                  <a:pt x="0" y="29200"/>
                </a:cubicBezTo>
                <a:cubicBezTo>
                  <a:pt x="0" y="31083"/>
                  <a:pt x="1667" y="31083"/>
                  <a:pt x="3980" y="31083"/>
                </a:cubicBezTo>
                <a:lnTo>
                  <a:pt x="16402" y="31083"/>
                </a:lnTo>
                <a:lnTo>
                  <a:pt x="8175" y="63886"/>
                </a:lnTo>
                <a:cubicBezTo>
                  <a:pt x="7368" y="67219"/>
                  <a:pt x="6077" y="72059"/>
                  <a:pt x="6077" y="73942"/>
                </a:cubicBezTo>
                <a:cubicBezTo>
                  <a:pt x="6077" y="82169"/>
                  <a:pt x="12800" y="86794"/>
                  <a:pt x="19951" y="86794"/>
                </a:cubicBezTo>
                <a:cubicBezTo>
                  <a:pt x="34632" y="86794"/>
                  <a:pt x="42859" y="67435"/>
                  <a:pt x="42859" y="65983"/>
                </a:cubicBezTo>
                <a:cubicBezTo>
                  <a:pt x="42859" y="64477"/>
                  <a:pt x="41569" y="64101"/>
                  <a:pt x="40763" y="64101"/>
                </a:cubicBezTo>
                <a:cubicBezTo>
                  <a:pt x="39257" y="64101"/>
                  <a:pt x="39257" y="64692"/>
                  <a:pt x="38235" y="66790"/>
                </a:cubicBezTo>
                <a:cubicBezTo>
                  <a:pt x="35493" y="73350"/>
                  <a:pt x="28770" y="82976"/>
                  <a:pt x="20381" y="82976"/>
                </a:cubicBezTo>
                <a:cubicBezTo>
                  <a:pt x="17423" y="82976"/>
                  <a:pt x="15972" y="81094"/>
                  <a:pt x="15972" y="76469"/>
                </a:cubicBezTo>
                <a:cubicBezTo>
                  <a:pt x="15972" y="73942"/>
                  <a:pt x="16402" y="72490"/>
                  <a:pt x="16618" y="70608"/>
                </a:cubicBezTo>
                <a:lnTo>
                  <a:pt x="26674" y="3108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df-path-13">
            <a:extLst xmlns:a="http://schemas.openxmlformats.org/drawingml/2006/main">
              <a:ext uri="{FF2B5EF4-FFF2-40B4-BE49-F238E27FC236}">
                <a16:creationId xmlns:a16="http://schemas.microsoft.com/office/drawing/2014/main" id="{59C433A5-9709-4E43-912B-46C9F653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2168" y="2176438"/>
            <a:ext cx="46461" cy="205046"/>
          </a:xfrm>
          <a:custGeom xmlns:a="http://schemas.openxmlformats.org/drawingml/2006/main">
            <a:pathLst>
              <a:path w="46461" h="205046">
                <a:moveTo>
                  <a:pt x="46461" y="102766"/>
                </a:moveTo>
                <a:cubicBezTo>
                  <a:pt x="46461" y="87224"/>
                  <a:pt x="44365" y="61788"/>
                  <a:pt x="33018" y="38019"/>
                </a:cubicBezTo>
                <a:cubicBezTo>
                  <a:pt x="20811" y="13444"/>
                  <a:pt x="4033" y="0"/>
                  <a:pt x="1883" y="0"/>
                </a:cubicBezTo>
                <a:cubicBezTo>
                  <a:pt x="1075" y="0"/>
                  <a:pt x="0" y="430"/>
                  <a:pt x="0" y="1721"/>
                </a:cubicBezTo>
                <a:cubicBezTo>
                  <a:pt x="0" y="2313"/>
                  <a:pt x="0" y="2743"/>
                  <a:pt x="3388" y="6130"/>
                </a:cubicBezTo>
                <a:cubicBezTo>
                  <a:pt x="23984" y="26888"/>
                  <a:pt x="35492" y="60713"/>
                  <a:pt x="35492" y="102550"/>
                </a:cubicBezTo>
                <a:cubicBezTo>
                  <a:pt x="35492" y="142237"/>
                  <a:pt x="25866" y="176491"/>
                  <a:pt x="2097" y="200637"/>
                </a:cubicBezTo>
                <a:cubicBezTo>
                  <a:pt x="0" y="202304"/>
                  <a:pt x="0" y="202734"/>
                  <a:pt x="0" y="203379"/>
                </a:cubicBezTo>
                <a:cubicBezTo>
                  <a:pt x="0" y="204616"/>
                  <a:pt x="1075" y="205046"/>
                  <a:pt x="1883" y="205046"/>
                </a:cubicBezTo>
                <a:cubicBezTo>
                  <a:pt x="4410" y="205046"/>
                  <a:pt x="21241" y="190312"/>
                  <a:pt x="31297" y="170146"/>
                </a:cubicBezTo>
                <a:cubicBezTo>
                  <a:pt x="41837" y="149389"/>
                  <a:pt x="46461" y="127340"/>
                  <a:pt x="46461" y="10276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df-path-14">
            <a:extLst xmlns:a="http://schemas.openxmlformats.org/drawingml/2006/main">
              <a:ext uri="{FF2B5EF4-FFF2-40B4-BE49-F238E27FC236}">
                <a16:creationId xmlns:a16="http://schemas.microsoft.com/office/drawing/2014/main" id="{F3E4E7D1-1800-4329-95F3-CBEBAF5C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641" y="2888373"/>
            <a:ext cx="297271" cy="284849"/>
          </a:xfrm>
          <a:custGeom xmlns:a="http://schemas.openxmlformats.org/drawingml/2006/main">
            <a:pathLst>
              <a:path w="297271" h="284849">
                <a:moveTo>
                  <a:pt x="297271" y="142398"/>
                </a:moveTo>
                <a:cubicBezTo>
                  <a:pt x="297271" y="221179"/>
                  <a:pt x="230644" y="284849"/>
                  <a:pt x="148529" y="284849"/>
                </a:cubicBezTo>
                <a:cubicBezTo>
                  <a:pt x="66628" y="284849"/>
                  <a:pt x="0" y="221179"/>
                  <a:pt x="0" y="142398"/>
                </a:cubicBezTo>
                <a:cubicBezTo>
                  <a:pt x="0" y="63832"/>
                  <a:pt x="66628" y="0"/>
                  <a:pt x="148529" y="0"/>
                </a:cubicBezTo>
                <a:cubicBezTo>
                  <a:pt x="230644" y="0"/>
                  <a:pt x="297271" y="63832"/>
                  <a:pt x="297271" y="142398"/>
                </a:cubicBezTo>
              </a:path>
            </a:pathLst>
          </a:custGeom>
          <a:solidFill xmlns:a="http://schemas.openxmlformats.org/drawingml/2006/main">
            <a:srgbClr val="63D4DB">
              <a:alpha val="6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df-path-15">
            <a:extLst xmlns:a="http://schemas.openxmlformats.org/drawingml/2006/main">
              <a:ext uri="{FF2B5EF4-FFF2-40B4-BE49-F238E27FC236}">
                <a16:creationId xmlns:a16="http://schemas.microsoft.com/office/drawing/2014/main" id="{F4A1B1A5-E5C1-482B-A9FD-E7F1D1F9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088" y="2928919"/>
            <a:ext cx="129170" cy="183375"/>
          </a:xfrm>
          <a:custGeom xmlns:a="http://schemas.openxmlformats.org/drawingml/2006/main">
            <a:pathLst>
              <a:path w="129170" h="183375">
                <a:moveTo>
                  <a:pt x="92011" y="5862"/>
                </a:moveTo>
                <a:cubicBezTo>
                  <a:pt x="92602" y="3334"/>
                  <a:pt x="92602" y="2904"/>
                  <a:pt x="92602" y="2689"/>
                </a:cubicBezTo>
                <a:cubicBezTo>
                  <a:pt x="92602" y="0"/>
                  <a:pt x="89913" y="0"/>
                  <a:pt x="87977" y="0"/>
                </a:cubicBezTo>
                <a:cubicBezTo>
                  <a:pt x="83783" y="0"/>
                  <a:pt x="83568" y="377"/>
                  <a:pt x="82546" y="4625"/>
                </a:cubicBezTo>
                <a:lnTo>
                  <a:pt x="72437" y="45118"/>
                </a:lnTo>
                <a:cubicBezTo>
                  <a:pt x="71629" y="47861"/>
                  <a:pt x="71629" y="48076"/>
                  <a:pt x="71415" y="48291"/>
                </a:cubicBezTo>
                <a:cubicBezTo>
                  <a:pt x="70984" y="48506"/>
                  <a:pt x="70770" y="48721"/>
                  <a:pt x="67220" y="48936"/>
                </a:cubicBezTo>
                <a:cubicBezTo>
                  <a:pt x="24953" y="51248"/>
                  <a:pt x="0" y="80448"/>
                  <a:pt x="0" y="106476"/>
                </a:cubicBezTo>
                <a:cubicBezTo>
                  <a:pt x="0" y="128309"/>
                  <a:pt x="17423" y="143259"/>
                  <a:pt x="47646" y="144280"/>
                </a:cubicBezTo>
                <a:lnTo>
                  <a:pt x="38827" y="180633"/>
                </a:lnTo>
                <a:cubicBezTo>
                  <a:pt x="38827" y="183375"/>
                  <a:pt x="41569" y="183375"/>
                  <a:pt x="43451" y="183375"/>
                </a:cubicBezTo>
                <a:cubicBezTo>
                  <a:pt x="46839" y="183375"/>
                  <a:pt x="47861" y="183160"/>
                  <a:pt x="48721" y="179772"/>
                </a:cubicBezTo>
                <a:lnTo>
                  <a:pt x="55873" y="151002"/>
                </a:lnTo>
                <a:cubicBezTo>
                  <a:pt x="57325" y="145141"/>
                  <a:pt x="57541" y="144926"/>
                  <a:pt x="57755" y="144711"/>
                </a:cubicBezTo>
                <a:cubicBezTo>
                  <a:pt x="57971" y="144495"/>
                  <a:pt x="58401" y="144495"/>
                  <a:pt x="61735" y="144280"/>
                </a:cubicBezTo>
                <a:cubicBezTo>
                  <a:pt x="103358" y="141753"/>
                  <a:pt x="129170" y="113198"/>
                  <a:pt x="129170" y="86740"/>
                </a:cubicBezTo>
                <a:cubicBezTo>
                  <a:pt x="129170" y="64908"/>
                  <a:pt x="111530" y="49958"/>
                  <a:pt x="81470" y="48936"/>
                </a:cubicBezTo>
                <a:lnTo>
                  <a:pt x="92011" y="5862"/>
                </a:lnTo>
                <a:moveTo>
                  <a:pt x="49582" y="136913"/>
                </a:moveTo>
                <a:cubicBezTo>
                  <a:pt x="31890" y="135891"/>
                  <a:pt x="20973" y="128309"/>
                  <a:pt x="20973" y="111746"/>
                </a:cubicBezTo>
                <a:cubicBezTo>
                  <a:pt x="20973" y="106046"/>
                  <a:pt x="23285" y="87171"/>
                  <a:pt x="33825" y="73727"/>
                </a:cubicBezTo>
                <a:cubicBezTo>
                  <a:pt x="41139" y="64692"/>
                  <a:pt x="52915" y="57755"/>
                  <a:pt x="69747" y="56250"/>
                </a:cubicBezTo>
                <a:lnTo>
                  <a:pt x="49582" y="136913"/>
                </a:lnTo>
                <a:moveTo>
                  <a:pt x="79588" y="56250"/>
                </a:moveTo>
                <a:cubicBezTo>
                  <a:pt x="97227" y="57325"/>
                  <a:pt x="107929" y="64908"/>
                  <a:pt x="107929" y="81470"/>
                </a:cubicBezTo>
                <a:cubicBezTo>
                  <a:pt x="107929" y="87171"/>
                  <a:pt x="105831" y="106046"/>
                  <a:pt x="95129" y="119490"/>
                </a:cubicBezTo>
                <a:cubicBezTo>
                  <a:pt x="87977" y="128524"/>
                  <a:pt x="76039" y="135461"/>
                  <a:pt x="59207" y="136913"/>
                </a:cubicBezTo>
                <a:lnTo>
                  <a:pt x="79588" y="562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df-path-16">
            <a:extLst xmlns:a="http://schemas.openxmlformats.org/drawingml/2006/main">
              <a:ext uri="{FF2B5EF4-FFF2-40B4-BE49-F238E27FC236}">
                <a16:creationId xmlns:a16="http://schemas.microsoft.com/office/drawing/2014/main" id="{D2417880-F309-446B-99E8-D37AA8DE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2862" y="3033943"/>
            <a:ext cx="44311" cy="86740"/>
          </a:xfrm>
          <a:custGeom xmlns:a="http://schemas.openxmlformats.org/drawingml/2006/main">
            <a:pathLst>
              <a:path w="44311" h="86740">
                <a:moveTo>
                  <a:pt x="26672" y="31082"/>
                </a:moveTo>
                <a:lnTo>
                  <a:pt x="40116" y="31082"/>
                </a:lnTo>
                <a:cubicBezTo>
                  <a:pt x="42644" y="31082"/>
                  <a:pt x="44311" y="31082"/>
                  <a:pt x="44311" y="28340"/>
                </a:cubicBezTo>
                <a:cubicBezTo>
                  <a:pt x="44311" y="26458"/>
                  <a:pt x="42644" y="26458"/>
                  <a:pt x="40332" y="26458"/>
                </a:cubicBezTo>
                <a:lnTo>
                  <a:pt x="27748" y="26458"/>
                </a:lnTo>
                <a:lnTo>
                  <a:pt x="32803" y="7152"/>
                </a:lnTo>
                <a:cubicBezTo>
                  <a:pt x="33179" y="5001"/>
                  <a:pt x="33179" y="4410"/>
                  <a:pt x="33179" y="4195"/>
                </a:cubicBezTo>
                <a:cubicBezTo>
                  <a:pt x="33179" y="1452"/>
                  <a:pt x="31082" y="0"/>
                  <a:pt x="28770" y="0"/>
                </a:cubicBezTo>
                <a:cubicBezTo>
                  <a:pt x="24145" y="0"/>
                  <a:pt x="23123" y="3764"/>
                  <a:pt x="21618" y="9841"/>
                </a:cubicBezTo>
                <a:lnTo>
                  <a:pt x="17423" y="26458"/>
                </a:lnTo>
                <a:lnTo>
                  <a:pt x="4409" y="26458"/>
                </a:lnTo>
                <a:cubicBezTo>
                  <a:pt x="1667" y="26458"/>
                  <a:pt x="0" y="26458"/>
                  <a:pt x="0" y="29200"/>
                </a:cubicBezTo>
                <a:cubicBezTo>
                  <a:pt x="0" y="31082"/>
                  <a:pt x="1667" y="31082"/>
                  <a:pt x="3980" y="31082"/>
                </a:cubicBezTo>
                <a:lnTo>
                  <a:pt x="16401" y="31082"/>
                </a:lnTo>
                <a:lnTo>
                  <a:pt x="8174" y="63832"/>
                </a:lnTo>
                <a:cubicBezTo>
                  <a:pt x="7367" y="67219"/>
                  <a:pt x="6076" y="72059"/>
                  <a:pt x="6076" y="73941"/>
                </a:cubicBezTo>
                <a:cubicBezTo>
                  <a:pt x="6076" y="82115"/>
                  <a:pt x="12799" y="86740"/>
                  <a:pt x="19951" y="86740"/>
                </a:cubicBezTo>
                <a:cubicBezTo>
                  <a:pt x="34685" y="86740"/>
                  <a:pt x="43074" y="67434"/>
                  <a:pt x="43074" y="65929"/>
                </a:cubicBezTo>
                <a:cubicBezTo>
                  <a:pt x="43074" y="64261"/>
                  <a:pt x="41837" y="64047"/>
                  <a:pt x="40977" y="64047"/>
                </a:cubicBezTo>
                <a:cubicBezTo>
                  <a:pt x="39524" y="64047"/>
                  <a:pt x="39310" y="64692"/>
                  <a:pt x="38450" y="66574"/>
                </a:cubicBezTo>
                <a:cubicBezTo>
                  <a:pt x="35707" y="73296"/>
                  <a:pt x="28770" y="82975"/>
                  <a:pt x="20381" y="82975"/>
                </a:cubicBezTo>
                <a:cubicBezTo>
                  <a:pt x="17638" y="82975"/>
                  <a:pt x="15971" y="81094"/>
                  <a:pt x="15971" y="76469"/>
                </a:cubicBezTo>
                <a:cubicBezTo>
                  <a:pt x="15971" y="73941"/>
                  <a:pt x="16401" y="72436"/>
                  <a:pt x="16832" y="70553"/>
                </a:cubicBezTo>
                <a:lnTo>
                  <a:pt x="26672" y="3108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df-path-17">
            <a:extLst xmlns:a="http://schemas.openxmlformats.org/drawingml/2006/main">
              <a:ext uri="{FF2B5EF4-FFF2-40B4-BE49-F238E27FC236}">
                <a16:creationId xmlns:a16="http://schemas.microsoft.com/office/drawing/2014/main" id="{3BD8C55B-44F3-403E-901B-E3631603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574" y="696803"/>
            <a:ext cx="7058044" cy="967960"/>
          </a:xfrm>
          <a:custGeom xmlns:a="http://schemas.openxmlformats.org/drawingml/2006/main">
            <a:pathLst>
              <a:path w="7058044" h="967960">
                <a:moveTo>
                  <a:pt x="5848093" y="0"/>
                </a:moveTo>
                <a:lnTo>
                  <a:pt x="7058044" y="0"/>
                </a:lnTo>
                <a:lnTo>
                  <a:pt x="7058044" y="967960"/>
                </a:lnTo>
                <a:lnTo>
                  <a:pt x="0" y="967960"/>
                </a:lnTo>
                <a:lnTo>
                  <a:pt x="0" y="241990"/>
                </a:lnTo>
                <a:lnTo>
                  <a:pt x="1250282" y="241990"/>
                </a:lnTo>
              </a:path>
            </a:pathLst>
          </a:custGeom>
          <a:noFill xmlns:a="http://schemas.openxmlformats.org/drawingml/2006/main"/>
          <a:ln xmlns:a="http://schemas.openxmlformats.org/drawingml/2006/main" w="15243">
            <a:solidFill>
              <a:srgbClr val="000000"/>
            </a:solidFill>
            <a:prstDash val="solid"/>
          </a:ln>
        </p:spPr>
      </p:sp>
      <p:sp>
        <p:nvSpPr>
          <p:cNvPr id="19" name="pdf-path-18">
            <a:extLst xmlns:a="http://schemas.openxmlformats.org/drawingml/2006/main">
              <a:ext uri="{FF2B5EF4-FFF2-40B4-BE49-F238E27FC236}">
                <a16:creationId xmlns:a16="http://schemas.microsoft.com/office/drawing/2014/main" id="{2A6381C7-243A-412F-AC6C-C1EABAE5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3314" y="903086"/>
            <a:ext cx="61735" cy="71629"/>
          </a:xfrm>
          <a:custGeom xmlns:a="http://schemas.openxmlformats.org/drawingml/2006/main">
            <a:pathLst>
              <a:path w="61735" h="71629">
                <a:moveTo>
                  <a:pt x="61735" y="35707"/>
                </a:moveTo>
                <a:lnTo>
                  <a:pt x="0" y="71629"/>
                </a:lnTo>
                <a:lnTo>
                  <a:pt x="0" y="0"/>
                </a:lnTo>
                <a:lnTo>
                  <a:pt x="61735" y="3570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9543">
            <a:solidFill>
              <a:srgbClr val="000000"/>
            </a:solidFill>
            <a:prstDash val="solid"/>
          </a:ln>
        </p:spPr>
      </p:sp>
      <p:sp>
        <p:nvSpPr>
          <p:cNvPr id="20" name="pdf-path-20">
            <a:extLst xmlns:a="http://schemas.openxmlformats.org/drawingml/2006/main">
              <a:ext uri="{FF2B5EF4-FFF2-40B4-BE49-F238E27FC236}">
                <a16:creationId xmlns:a16="http://schemas.microsoft.com/office/drawing/2014/main" id="{4663136A-8043-4F36-A477-2BF50F56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465" y="2390734"/>
            <a:ext cx="1774594" cy="564643"/>
          </a:xfrm>
          <a:custGeom xmlns:a="http://schemas.openxmlformats.org/drawingml/2006/main">
            <a:pathLst>
              <a:path w="1774594" h="564643">
                <a:moveTo>
                  <a:pt x="887297" y="0"/>
                </a:moveTo>
                <a:lnTo>
                  <a:pt x="1774594" y="282322"/>
                </a:lnTo>
                <a:lnTo>
                  <a:pt x="887297" y="564643"/>
                </a:lnTo>
                <a:lnTo>
                  <a:pt x="0" y="282322"/>
                </a:lnTo>
                <a:lnTo>
                  <a:pt x="887297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43">
            <a:solidFill>
              <a:srgbClr val="000000"/>
            </a:solidFill>
            <a:prstDash val="solid"/>
          </a:ln>
        </p:spPr>
      </p:sp>
      <p:sp>
        <p:nvSpPr>
          <p:cNvPr id="21" name="pdf-text-0-0">
            <a:extLst xmlns:a="http://schemas.openxmlformats.org/drawingml/2006/main">
              <a:ext uri="{FF2B5EF4-FFF2-40B4-BE49-F238E27FC236}">
                <a16:creationId xmlns:a16="http://schemas.microsoft.com/office/drawing/2014/main" id="{13855520-A195-4DCF-B274-EA44AC46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295" y="2508452"/>
            <a:ext cx="860837" cy="161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are features</a:t>
            </a:r>
          </a:p>
        </p:txBody>
      </p:sp>
      <p:sp>
        <p:nvSpPr>
          <p:cNvPr id="22" name="pdf-text-0-1">
            <a:extLst xmlns:a="http://schemas.openxmlformats.org/drawingml/2006/main">
              <a:ext uri="{FF2B5EF4-FFF2-40B4-BE49-F238E27FC236}">
                <a16:creationId xmlns:a16="http://schemas.microsoft.com/office/drawing/2014/main" id="{40A9CC1B-2CEB-48FA-978A-89E9FD78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946" y="2653645"/>
            <a:ext cx="591929" cy="161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hand-de</a:t>
            </a:r>
          </a:p>
        </p:txBody>
      </p:sp>
      <p:sp>
        <p:nvSpPr>
          <p:cNvPr id="23" name="pdf-text-1-0">
            <a:extLst xmlns:a="http://schemas.openxmlformats.org/drawingml/2006/main">
              <a:ext uri="{FF2B5EF4-FFF2-40B4-BE49-F238E27FC236}">
                <a16:creationId xmlns:a16="http://schemas.microsoft.com/office/drawing/2014/main" id="{8B1E45A2-557D-4AD8-ACB0-301A1B10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851" y="2653645"/>
            <a:ext cx="80663" cy="161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ﬁ</a:t>
            </a:r>
          </a:p>
        </p:txBody>
      </p:sp>
      <p:sp>
        <p:nvSpPr>
          <p:cNvPr id="24" name="pdf-text-2-0">
            <a:extLst xmlns:a="http://schemas.openxmlformats.org/drawingml/2006/main">
              <a:ext uri="{FF2B5EF4-FFF2-40B4-BE49-F238E27FC236}">
                <a16:creationId xmlns:a16="http://schemas.microsoft.com/office/drawing/2014/main" id="{02BA2D0A-7B42-4523-A0BD-822B036A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513" y="2653645"/>
            <a:ext cx="358813" cy="161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ned?</a:t>
            </a:r>
          </a:p>
        </p:txBody>
      </p:sp>
      <p:sp>
        <p:nvSpPr>
          <p:cNvPr id="25" name="pdf-path-23">
            <a:extLst xmlns:a="http://schemas.openxmlformats.org/drawingml/2006/main">
              <a:ext uri="{FF2B5EF4-FFF2-40B4-BE49-F238E27FC236}">
                <a16:creationId xmlns:a16="http://schemas.microsoft.com/office/drawing/2014/main" id="{7487C85B-1397-49D6-AF85-ABAC523A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375" y="2385033"/>
            <a:ext cx="1774595" cy="564644"/>
          </a:xfrm>
          <a:custGeom xmlns:a="http://schemas.openxmlformats.org/drawingml/2006/main">
            <a:pathLst>
              <a:path w="1774595" h="564644">
                <a:moveTo>
                  <a:pt x="887298" y="0"/>
                </a:moveTo>
                <a:lnTo>
                  <a:pt x="1774595" y="282322"/>
                </a:lnTo>
                <a:lnTo>
                  <a:pt x="887298" y="564644"/>
                </a:lnTo>
                <a:lnTo>
                  <a:pt x="0" y="282322"/>
                </a:lnTo>
                <a:lnTo>
                  <a:pt x="887298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43">
            <a:solidFill>
              <a:srgbClr val="000000"/>
            </a:solidFill>
            <a:prstDash val="solid"/>
          </a:ln>
        </p:spPr>
      </p:sp>
      <p:sp>
        <p:nvSpPr>
          <p:cNvPr id="26" name="pdf-text-3-0">
            <a:extLst xmlns:a="http://schemas.openxmlformats.org/drawingml/2006/main">
              <a:ext uri="{FF2B5EF4-FFF2-40B4-BE49-F238E27FC236}">
                <a16:creationId xmlns:a16="http://schemas.microsoft.com/office/drawing/2014/main" id="{A592E9BC-F4D2-46F1-B07A-1DF133EA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5122" y="2522870"/>
            <a:ext cx="511107" cy="161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 state</a:t>
            </a:r>
          </a:p>
        </p:txBody>
      </p:sp>
      <p:sp>
        <p:nvSpPr>
          <p:cNvPr id="27" name="pdf-text-3-1">
            <a:extLst xmlns:a="http://schemas.openxmlformats.org/drawingml/2006/main">
              <a:ext uri="{FF2B5EF4-FFF2-40B4-BE49-F238E27FC236}">
                <a16:creationId xmlns:a16="http://schemas.microsoft.com/office/drawing/2014/main" id="{FAEC9383-1183-4050-A862-36B5F556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335" y="2668063"/>
            <a:ext cx="394629" cy="161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safe?</a:t>
            </a:r>
          </a:p>
        </p:txBody>
      </p:sp>
      <p:sp>
        <p:nvSpPr>
          <p:cNvPr id="28" name="pdf-path-26">
            <a:extLst xmlns:a="http://schemas.openxmlformats.org/drawingml/2006/main">
              <a:ext uri="{FF2B5EF4-FFF2-40B4-BE49-F238E27FC236}">
                <a16:creationId xmlns:a16="http://schemas.microsoft.com/office/drawing/2014/main" id="{FD826D06-D917-4C64-B1CD-0963C13E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7456" y="938793"/>
            <a:ext cx="806633" cy="95"/>
          </a:xfrm>
          <a:custGeom xmlns:a="http://schemas.openxmlformats.org/drawingml/2006/main">
            <a:pathLst>
              <a:path w="806633" h="95">
                <a:moveTo>
                  <a:pt x="0" y="0"/>
                </a:moveTo>
                <a:lnTo>
                  <a:pt x="8066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3">
            <a:solidFill>
              <a:srgbClr val="000000"/>
            </a:solidFill>
            <a:prstDash val="solid"/>
          </a:ln>
        </p:spPr>
      </p:sp>
      <p:sp>
        <p:nvSpPr>
          <p:cNvPr id="29" name="pdf-path-27">
            <a:extLst xmlns:a="http://schemas.openxmlformats.org/drawingml/2006/main">
              <a:ext uri="{FF2B5EF4-FFF2-40B4-BE49-F238E27FC236}">
                <a16:creationId xmlns:a16="http://schemas.microsoft.com/office/drawing/2014/main" id="{C23FAEDB-DB3E-4E22-8541-AF7AF656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3546" y="903086"/>
            <a:ext cx="61734" cy="71629"/>
          </a:xfrm>
          <a:custGeom xmlns:a="http://schemas.openxmlformats.org/drawingml/2006/main">
            <a:pathLst>
              <a:path w="61734" h="71629">
                <a:moveTo>
                  <a:pt x="61734" y="35707"/>
                </a:moveTo>
                <a:lnTo>
                  <a:pt x="0" y="71629"/>
                </a:lnTo>
                <a:lnTo>
                  <a:pt x="0" y="0"/>
                </a:lnTo>
                <a:lnTo>
                  <a:pt x="61734" y="3570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9543">
            <a:solidFill>
              <a:srgbClr val="000000"/>
            </a:solidFill>
            <a:prstDash val="solid"/>
          </a:ln>
        </p:spPr>
      </p:sp>
      <p:sp>
        <p:nvSpPr>
          <p:cNvPr id="30" name="pdf-path-29">
            <a:extLst xmlns:a="http://schemas.openxmlformats.org/drawingml/2006/main">
              <a:ext uri="{FF2B5EF4-FFF2-40B4-BE49-F238E27FC236}">
                <a16:creationId xmlns:a16="http://schemas.microsoft.com/office/drawing/2014/main" id="{B88BB378-2A69-4793-B955-A16B4A7F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747" y="938793"/>
            <a:ext cx="927628" cy="95"/>
          </a:xfrm>
          <a:custGeom xmlns:a="http://schemas.openxmlformats.org/drawingml/2006/main">
            <a:pathLst>
              <a:path w="927628" h="95">
                <a:moveTo>
                  <a:pt x="0" y="0"/>
                </a:moveTo>
                <a:lnTo>
                  <a:pt x="927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3">
            <a:solidFill>
              <a:srgbClr val="000000"/>
            </a:solidFill>
            <a:prstDash val="solid"/>
          </a:ln>
        </p:spPr>
      </p:sp>
      <p:sp>
        <p:nvSpPr>
          <p:cNvPr id="31" name="pdf-path-30">
            <a:extLst xmlns:a="http://schemas.openxmlformats.org/drawingml/2006/main">
              <a:ext uri="{FF2B5EF4-FFF2-40B4-BE49-F238E27FC236}">
                <a16:creationId xmlns:a16="http://schemas.microsoft.com/office/drawing/2014/main" id="{6AB98933-FD55-425B-AADF-89C41019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2834" y="903086"/>
            <a:ext cx="61733" cy="71629"/>
          </a:xfrm>
          <a:custGeom xmlns:a="http://schemas.openxmlformats.org/drawingml/2006/main">
            <a:pathLst>
              <a:path w="61733" h="71629">
                <a:moveTo>
                  <a:pt x="61733" y="35707"/>
                </a:moveTo>
                <a:lnTo>
                  <a:pt x="0" y="71629"/>
                </a:lnTo>
                <a:lnTo>
                  <a:pt x="0" y="0"/>
                </a:lnTo>
                <a:lnTo>
                  <a:pt x="61733" y="3570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9543">
            <a:solidFill>
              <a:srgbClr val="000000"/>
            </a:solidFill>
            <a:prstDash val="solid"/>
          </a:ln>
        </p:spPr>
      </p:sp>
      <p:sp>
        <p:nvSpPr>
          <p:cNvPr id="32" name="pdf-path-32">
            <a:extLst xmlns:a="http://schemas.openxmlformats.org/drawingml/2006/main">
              <a:ext uri="{FF2B5EF4-FFF2-40B4-BE49-F238E27FC236}">
                <a16:creationId xmlns:a16="http://schemas.microsoft.com/office/drawing/2014/main" id="{0B1BEE9A-B597-4384-B53A-2FCD564C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4371" y="293486"/>
            <a:ext cx="806633" cy="806634"/>
          </a:xfrm>
          <a:custGeom xmlns:a="http://schemas.openxmlformats.org/drawingml/2006/main">
            <a:pathLst>
              <a:path w="806633" h="806634">
                <a:moveTo>
                  <a:pt x="0" y="686660"/>
                </a:moveTo>
                <a:lnTo>
                  <a:pt x="0" y="120135"/>
                </a:lnTo>
                <a:cubicBezTo>
                  <a:pt x="0" y="53560"/>
                  <a:pt x="53561" y="0"/>
                  <a:pt x="119973" y="0"/>
                </a:cubicBezTo>
                <a:lnTo>
                  <a:pt x="686499" y="0"/>
                </a:lnTo>
                <a:cubicBezTo>
                  <a:pt x="753074" y="0"/>
                  <a:pt x="806633" y="53560"/>
                  <a:pt x="806633" y="120135"/>
                </a:cubicBezTo>
                <a:lnTo>
                  <a:pt x="806633" y="686660"/>
                </a:lnTo>
                <a:cubicBezTo>
                  <a:pt x="806633" y="753073"/>
                  <a:pt x="753074" y="806634"/>
                  <a:pt x="686499" y="806634"/>
                </a:cubicBezTo>
                <a:lnTo>
                  <a:pt x="119973" y="806634"/>
                </a:lnTo>
                <a:cubicBezTo>
                  <a:pt x="53561" y="806634"/>
                  <a:pt x="0" y="753073"/>
                  <a:pt x="0" y="686660"/>
                </a:cubicBezTo>
              </a:path>
            </a:pathLst>
          </a:custGeom>
          <a:solidFill xmlns:a="http://schemas.openxmlformats.org/drawingml/2006/main">
            <a:srgbClr val="8660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df-path-33">
            <a:extLst xmlns:a="http://schemas.openxmlformats.org/drawingml/2006/main">
              <a:ext uri="{FF2B5EF4-FFF2-40B4-BE49-F238E27FC236}">
                <a16:creationId xmlns:a16="http://schemas.microsoft.com/office/drawing/2014/main" id="{108866C7-B82A-4E57-B760-D4783876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1737" y="560858"/>
            <a:ext cx="367609" cy="307758"/>
          </a:xfrm>
          <a:custGeom xmlns:a="http://schemas.openxmlformats.org/drawingml/2006/main">
            <a:pathLst>
              <a:path w="367609" h="307758">
                <a:moveTo>
                  <a:pt x="162617" y="37858"/>
                </a:moveTo>
                <a:lnTo>
                  <a:pt x="241398" y="37858"/>
                </a:lnTo>
                <a:cubicBezTo>
                  <a:pt x="222470" y="115994"/>
                  <a:pt x="210693" y="166812"/>
                  <a:pt x="210693" y="222685"/>
                </a:cubicBezTo>
                <a:cubicBezTo>
                  <a:pt x="210693" y="232364"/>
                  <a:pt x="210693" y="307758"/>
                  <a:pt x="239302" y="307758"/>
                </a:cubicBezTo>
                <a:cubicBezTo>
                  <a:pt x="253982" y="307758"/>
                  <a:pt x="266405" y="294529"/>
                  <a:pt x="266405" y="282537"/>
                </a:cubicBezTo>
                <a:cubicBezTo>
                  <a:pt x="266405" y="278988"/>
                  <a:pt x="266405" y="277751"/>
                  <a:pt x="261564" y="267211"/>
                </a:cubicBezTo>
                <a:cubicBezTo>
                  <a:pt x="242635" y="219136"/>
                  <a:pt x="242635" y="159014"/>
                  <a:pt x="242635" y="154229"/>
                </a:cubicBezTo>
                <a:cubicBezTo>
                  <a:pt x="242635" y="149980"/>
                  <a:pt x="242635" y="100453"/>
                  <a:pt x="257370" y="37858"/>
                </a:cubicBezTo>
                <a:lnTo>
                  <a:pt x="335505" y="37858"/>
                </a:lnTo>
                <a:cubicBezTo>
                  <a:pt x="344539" y="37858"/>
                  <a:pt x="367609" y="37858"/>
                  <a:pt x="367609" y="15380"/>
                </a:cubicBezTo>
                <a:cubicBezTo>
                  <a:pt x="367609" y="0"/>
                  <a:pt x="354381" y="0"/>
                  <a:pt x="341798" y="0"/>
                </a:cubicBezTo>
                <a:lnTo>
                  <a:pt x="112391" y="0"/>
                </a:lnTo>
                <a:cubicBezTo>
                  <a:pt x="96258" y="0"/>
                  <a:pt x="72489" y="0"/>
                  <a:pt x="40546" y="34255"/>
                </a:cubicBezTo>
                <a:cubicBezTo>
                  <a:pt x="22263" y="54421"/>
                  <a:pt x="0" y="91419"/>
                  <a:pt x="0" y="95613"/>
                </a:cubicBezTo>
                <a:cubicBezTo>
                  <a:pt x="0" y="99808"/>
                  <a:pt x="3602" y="101260"/>
                  <a:pt x="7582" y="101260"/>
                </a:cubicBezTo>
                <a:cubicBezTo>
                  <a:pt x="12637" y="101260"/>
                  <a:pt x="13283" y="99162"/>
                  <a:pt x="16831" y="94968"/>
                </a:cubicBezTo>
                <a:cubicBezTo>
                  <a:pt x="52969" y="37858"/>
                  <a:pt x="89321" y="37858"/>
                  <a:pt x="106745" y="37858"/>
                </a:cubicBezTo>
                <a:lnTo>
                  <a:pt x="146431" y="37858"/>
                </a:lnTo>
                <a:cubicBezTo>
                  <a:pt x="131105" y="90128"/>
                  <a:pt x="113681" y="150841"/>
                  <a:pt x="56519" y="272911"/>
                </a:cubicBezTo>
                <a:cubicBezTo>
                  <a:pt x="50871" y="284043"/>
                  <a:pt x="50871" y="285280"/>
                  <a:pt x="50871" y="289474"/>
                </a:cubicBezTo>
                <a:cubicBezTo>
                  <a:pt x="50871" y="304208"/>
                  <a:pt x="63456" y="307758"/>
                  <a:pt x="69747" y="307758"/>
                </a:cubicBezTo>
                <a:cubicBezTo>
                  <a:pt x="89913" y="307758"/>
                  <a:pt x="95613" y="289474"/>
                  <a:pt x="104002" y="260274"/>
                </a:cubicBezTo>
                <a:cubicBezTo>
                  <a:pt x="115134" y="224567"/>
                  <a:pt x="115134" y="223330"/>
                  <a:pt x="122071" y="195367"/>
                </a:cubicBezTo>
                <a:lnTo>
                  <a:pt x="162617" y="3785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df-path-34">
            <a:extLst xmlns:a="http://schemas.openxmlformats.org/drawingml/2006/main">
              <a:ext uri="{FF2B5EF4-FFF2-40B4-BE49-F238E27FC236}">
                <a16:creationId xmlns:a16="http://schemas.microsoft.com/office/drawing/2014/main" id="{5B72474B-CF1A-4B55-8419-6532D1EF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599" y="454813"/>
            <a:ext cx="5444777" cy="95"/>
          </a:xfrm>
          <a:custGeom xmlns:a="http://schemas.openxmlformats.org/drawingml/2006/main">
            <a:pathLst>
              <a:path w="5444777" h="95">
                <a:moveTo>
                  <a:pt x="0" y="0"/>
                </a:moveTo>
                <a:lnTo>
                  <a:pt x="544477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3">
            <a:solidFill>
              <a:srgbClr val="000000"/>
            </a:solidFill>
            <a:prstDash val="solid"/>
          </a:ln>
        </p:spPr>
      </p:sp>
      <p:sp>
        <p:nvSpPr>
          <p:cNvPr id="35" name="pdf-path-35">
            <a:extLst xmlns:a="http://schemas.openxmlformats.org/drawingml/2006/main">
              <a:ext uri="{FF2B5EF4-FFF2-40B4-BE49-F238E27FC236}">
                <a16:creationId xmlns:a16="http://schemas.microsoft.com/office/drawing/2014/main" id="{C2524C81-74C5-4B3D-B693-2EDA9478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2834" y="419106"/>
            <a:ext cx="61733" cy="71629"/>
          </a:xfrm>
          <a:custGeom xmlns:a="http://schemas.openxmlformats.org/drawingml/2006/main">
            <a:pathLst>
              <a:path w="61733" h="71629">
                <a:moveTo>
                  <a:pt x="61733" y="35707"/>
                </a:moveTo>
                <a:lnTo>
                  <a:pt x="0" y="71629"/>
                </a:lnTo>
                <a:lnTo>
                  <a:pt x="0" y="0"/>
                </a:lnTo>
                <a:lnTo>
                  <a:pt x="61733" y="3570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9543">
            <a:solidFill>
              <a:srgbClr val="000000"/>
            </a:solidFill>
            <a:prstDash val="solid"/>
          </a:ln>
        </p:spPr>
      </p:sp>
      <p:sp>
        <p:nvSpPr>
          <p:cNvPr id="36" name="pdf-text-4-0">
            <a:extLst xmlns:a="http://schemas.openxmlformats.org/drawingml/2006/main">
              <a:ext uri="{FF2B5EF4-FFF2-40B4-BE49-F238E27FC236}">
                <a16:creationId xmlns:a16="http://schemas.microsoft.com/office/drawing/2014/main" id="{C2EF11BD-75AC-45BD-A144-423DCC93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875" y="2515149"/>
            <a:ext cx="1784131" cy="161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Commit        to repertoire</a:t>
            </a:r>
          </a:p>
        </p:txBody>
      </p:sp>
      <p:sp>
        <p:nvSpPr>
          <p:cNvPr id="37" name="pdf-path-38">
            <a:extLst xmlns:a="http://schemas.openxmlformats.org/drawingml/2006/main">
              <a:ext uri="{FF2B5EF4-FFF2-40B4-BE49-F238E27FC236}">
                <a16:creationId xmlns:a16="http://schemas.microsoft.com/office/drawing/2014/main" id="{47CF414A-FF22-43CE-AAE1-1A7DD824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10" y="253154"/>
            <a:ext cx="1774594" cy="2097248"/>
          </a:xfrm>
          <a:custGeom xmlns:a="http://schemas.openxmlformats.org/drawingml/2006/main">
            <a:pathLst>
              <a:path w="1774594" h="2097248">
                <a:moveTo>
                  <a:pt x="215747" y="0"/>
                </a:moveTo>
                <a:lnTo>
                  <a:pt x="1558900" y="0"/>
                </a:lnTo>
                <a:cubicBezTo>
                  <a:pt x="1678389" y="0"/>
                  <a:pt x="1774594" y="96205"/>
                  <a:pt x="1774594" y="215694"/>
                </a:cubicBezTo>
                <a:lnTo>
                  <a:pt x="1774594" y="1881715"/>
                </a:lnTo>
                <a:cubicBezTo>
                  <a:pt x="1774594" y="2001043"/>
                  <a:pt x="1678389" y="2097248"/>
                  <a:pt x="1558900" y="2097248"/>
                </a:cubicBezTo>
                <a:lnTo>
                  <a:pt x="215747" y="2097248"/>
                </a:lnTo>
                <a:cubicBezTo>
                  <a:pt x="96204" y="2097248"/>
                  <a:pt x="0" y="2001043"/>
                  <a:pt x="0" y="1881715"/>
                </a:cubicBezTo>
                <a:lnTo>
                  <a:pt x="0" y="215694"/>
                </a:lnTo>
                <a:cubicBezTo>
                  <a:pt x="0" y="96205"/>
                  <a:pt x="96204" y="0"/>
                  <a:pt x="215747" y="0"/>
                </a:cubicBezTo>
              </a:path>
            </a:pathLst>
          </a:custGeom>
          <a:solidFill xmlns:a="http://schemas.openxmlformats.org/drawingml/2006/main">
            <a:srgbClr val="E2E2E2">
              <a:alpha val="4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df-text-5-0">
            <a:extLst xmlns:a="http://schemas.openxmlformats.org/drawingml/2006/main">
              <a:ext uri="{FF2B5EF4-FFF2-40B4-BE49-F238E27FC236}">
                <a16:creationId xmlns:a16="http://schemas.microsoft.com/office/drawing/2014/main" id="{3F5956CF-CA01-436C-AB9F-B70B1C4B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38" y="411159"/>
            <a:ext cx="1303053" cy="215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9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9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9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Repertoire     </a:t>
            </a:r>
          </a:p>
        </p:txBody>
      </p:sp>
      <p:sp>
        <p:nvSpPr>
          <p:cNvPr id="39" name="pdf-text-5-1">
            <a:extLst xmlns:a="http://schemas.openxmlformats.org/drawingml/2006/main">
              <a:ext uri="{FF2B5EF4-FFF2-40B4-BE49-F238E27FC236}">
                <a16:creationId xmlns:a16="http://schemas.microsoft.com/office/drawing/2014/main" id="{0E412A67-6793-4A07-90F9-2E5753E4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20" y="647772"/>
            <a:ext cx="1458177" cy="215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9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9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9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 diverse skills</a:t>
            </a:r>
          </a:p>
        </p:txBody>
      </p:sp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38DAA8-857B-4E1B-8948-C588794A8D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86c73018024e9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094" y="841665"/>
            <a:ext cx="1919680" cy="1428149"/>
          </a:xfrm>
          <a:prstGeom xmlns:a="http://schemas.openxmlformats.org/drawingml/2006/main" prst="rect">
            <a:avLst/>
          </a:prstGeom>
        </p:spPr>
      </p:pic>
      <p:sp>
        <p:nvSpPr>
          <p:cNvPr id="41" name="pdf-source-image-0">
            <a:extLst xmlns:a="http://schemas.openxmlformats.org/drawingml/2006/main">
              <a:ext uri="{FF2B5EF4-FFF2-40B4-BE49-F238E27FC236}">
                <a16:creationId xmlns:a16="http://schemas.microsoft.com/office/drawing/2014/main" id="{CEC040D2-C590-4D10-9C92-3E6DE32E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94" y="841665"/>
            <a:ext cx="1919680" cy="1428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" name="pdf-path-42">
            <a:extLst xmlns:a="http://schemas.openxmlformats.org/drawingml/2006/main">
              <a:ext uri="{FF2B5EF4-FFF2-40B4-BE49-F238E27FC236}">
                <a16:creationId xmlns:a16="http://schemas.microsoft.com/office/drawing/2014/main" id="{ED18FD65-CE72-4700-BFDE-E04F96E7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624" y="2748449"/>
            <a:ext cx="403317" cy="564643"/>
          </a:xfrm>
          <a:custGeom xmlns:a="http://schemas.openxmlformats.org/drawingml/2006/main">
            <a:pathLst>
              <a:path w="403317" h="564643">
                <a:moveTo>
                  <a:pt x="403317" y="443649"/>
                </a:moveTo>
                <a:lnTo>
                  <a:pt x="0" y="564643"/>
                </a:lnTo>
                <a:lnTo>
                  <a:pt x="0" y="0"/>
                </a:lnTo>
                <a:lnTo>
                  <a:pt x="403317" y="120995"/>
                </a:lnTo>
                <a:lnTo>
                  <a:pt x="403317" y="443649"/>
                </a:lnTo>
              </a:path>
            </a:pathLst>
          </a:custGeom>
          <a:solidFill xmlns:a="http://schemas.openxmlformats.org/drawingml/2006/main">
            <a:srgbClr val="AAAA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df-path-43">
            <a:extLst xmlns:a="http://schemas.openxmlformats.org/drawingml/2006/main">
              <a:ext uri="{FF2B5EF4-FFF2-40B4-BE49-F238E27FC236}">
                <a16:creationId xmlns:a16="http://schemas.microsoft.com/office/drawing/2014/main" id="{FD0F3FE2-A6BF-4216-AB4A-FFA538AF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594" y="2748449"/>
            <a:ext cx="403317" cy="564643"/>
          </a:xfrm>
          <a:custGeom xmlns:a="http://schemas.openxmlformats.org/drawingml/2006/main">
            <a:pathLst>
              <a:path w="403317" h="564643">
                <a:moveTo>
                  <a:pt x="0" y="120995"/>
                </a:moveTo>
                <a:lnTo>
                  <a:pt x="403317" y="0"/>
                </a:lnTo>
                <a:lnTo>
                  <a:pt x="403317" y="564643"/>
                </a:lnTo>
                <a:lnTo>
                  <a:pt x="0" y="443649"/>
                </a:lnTo>
                <a:lnTo>
                  <a:pt x="0" y="120995"/>
                </a:lnTo>
              </a:path>
            </a:pathLst>
          </a:custGeom>
          <a:solidFill xmlns:a="http://schemas.openxmlformats.org/drawingml/2006/main">
            <a:srgbClr val="AAAA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df-path-44">
            <a:extLst xmlns:a="http://schemas.openxmlformats.org/drawingml/2006/main">
              <a:ext uri="{FF2B5EF4-FFF2-40B4-BE49-F238E27FC236}">
                <a16:creationId xmlns:a16="http://schemas.microsoft.com/office/drawing/2014/main" id="{3DAEE32D-DE4F-41EA-8291-EA5AA855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633" y="1664763"/>
            <a:ext cx="362986" cy="1008292"/>
          </a:xfrm>
          <a:custGeom xmlns:a="http://schemas.openxmlformats.org/drawingml/2006/main">
            <a:pathLst>
              <a:path w="362986" h="1008292">
                <a:moveTo>
                  <a:pt x="362986" y="0"/>
                </a:moveTo>
                <a:lnTo>
                  <a:pt x="362986" y="1008292"/>
                </a:lnTo>
                <a:lnTo>
                  <a:pt x="0" y="1008292"/>
                </a:lnTo>
              </a:path>
            </a:pathLst>
          </a:custGeom>
          <a:noFill xmlns:a="http://schemas.openxmlformats.org/drawingml/2006/main"/>
          <a:ln xmlns:a="http://schemas.openxmlformats.org/drawingml/2006/main" w="15243">
            <a:solidFill>
              <a:srgbClr val="000000"/>
            </a:solidFill>
            <a:prstDash val="solid"/>
          </a:ln>
        </p:spPr>
      </p:sp>
      <p:sp>
        <p:nvSpPr>
          <p:cNvPr id="45" name="pdf-path-45">
            <a:extLst xmlns:a="http://schemas.openxmlformats.org/drawingml/2006/main">
              <a:ext uri="{FF2B5EF4-FFF2-40B4-BE49-F238E27FC236}">
                <a16:creationId xmlns:a16="http://schemas.microsoft.com/office/drawing/2014/main" id="{5EA22EF2-2B42-4FF8-978E-927C1420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280" y="2637348"/>
            <a:ext cx="61950" cy="71629"/>
          </a:xfrm>
          <a:custGeom xmlns:a="http://schemas.openxmlformats.org/drawingml/2006/main">
            <a:pathLst>
              <a:path w="61950" h="71629">
                <a:moveTo>
                  <a:pt x="0" y="35707"/>
                </a:moveTo>
                <a:lnTo>
                  <a:pt x="61950" y="0"/>
                </a:lnTo>
                <a:lnTo>
                  <a:pt x="61950" y="71629"/>
                </a:lnTo>
                <a:lnTo>
                  <a:pt x="0" y="3570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9543">
            <a:solidFill>
              <a:srgbClr val="000000"/>
            </a:solidFill>
            <a:prstDash val="solid"/>
          </a:ln>
        </p:spPr>
      </p:sp>
      <p:sp>
        <p:nvSpPr>
          <p:cNvPr id="46" name="pdf-path-47">
            <a:extLst xmlns:a="http://schemas.openxmlformats.org/drawingml/2006/main">
              <a:ext uri="{FF2B5EF4-FFF2-40B4-BE49-F238E27FC236}">
                <a16:creationId xmlns:a16="http://schemas.microsoft.com/office/drawing/2014/main" id="{AE4E02C5-B37B-4756-89F8-17817496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722" y="2667355"/>
            <a:ext cx="322653" cy="95"/>
          </a:xfrm>
          <a:custGeom xmlns:a="http://schemas.openxmlformats.org/drawingml/2006/main">
            <a:pathLst>
              <a:path w="322653" h="95">
                <a:moveTo>
                  <a:pt x="32265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3">
            <a:solidFill>
              <a:srgbClr val="000000"/>
            </a:solidFill>
            <a:prstDash val="solid"/>
          </a:ln>
        </p:spPr>
      </p:sp>
      <p:sp>
        <p:nvSpPr>
          <p:cNvPr id="47" name="pdf-path-48">
            <a:extLst xmlns:a="http://schemas.openxmlformats.org/drawingml/2006/main">
              <a:ext uri="{FF2B5EF4-FFF2-40B4-BE49-F238E27FC236}">
                <a16:creationId xmlns:a16="http://schemas.microsoft.com/office/drawing/2014/main" id="{5D2BC655-1E9F-4DCB-A998-F79C4418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68" y="2631648"/>
            <a:ext cx="61951" cy="71414"/>
          </a:xfrm>
          <a:custGeom xmlns:a="http://schemas.openxmlformats.org/drawingml/2006/main">
            <a:pathLst>
              <a:path w="61951" h="71414">
                <a:moveTo>
                  <a:pt x="0" y="35707"/>
                </a:moveTo>
                <a:lnTo>
                  <a:pt x="61951" y="0"/>
                </a:lnTo>
                <a:lnTo>
                  <a:pt x="61951" y="71414"/>
                </a:lnTo>
                <a:lnTo>
                  <a:pt x="0" y="3570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9543">
            <a:solidFill>
              <a:srgbClr val="000000"/>
            </a:solidFill>
            <a:prstDash val="solid"/>
          </a:ln>
        </p:spPr>
      </p:sp>
      <p:sp>
        <p:nvSpPr>
          <p:cNvPr id="48" name="pdf-text-6-0">
            <a:extLst xmlns:a="http://schemas.openxmlformats.org/drawingml/2006/main">
              <a:ext uri="{FF2B5EF4-FFF2-40B4-BE49-F238E27FC236}">
                <a16:creationId xmlns:a16="http://schemas.microsoft.com/office/drawing/2014/main" id="{343A40BC-1AFD-455D-9747-36C0D8C7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8144" y="2474028"/>
            <a:ext cx="251024" cy="161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49" name="pdf-text-6-1">
            <a:extLst xmlns:a="http://schemas.openxmlformats.org/drawingml/2006/main">
              <a:ext uri="{FF2B5EF4-FFF2-40B4-BE49-F238E27FC236}">
                <a16:creationId xmlns:a16="http://schemas.microsoft.com/office/drawing/2014/main" id="{3A5526E5-337B-4BAB-96A2-F98C6A0D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552" y="2185799"/>
            <a:ext cx="251023" cy="161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50" name="pdf-text-6-2">
            <a:extLst xmlns:a="http://schemas.openxmlformats.org/drawingml/2006/main">
              <a:ext uri="{FF2B5EF4-FFF2-40B4-BE49-F238E27FC236}">
                <a16:creationId xmlns:a16="http://schemas.microsoft.com/office/drawing/2014/main" id="{369B6376-13B8-4F22-93F7-0C1030F6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755" y="2958246"/>
            <a:ext cx="179419" cy="161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51" name="pdf-text-6-3">
            <a:extLst xmlns:a="http://schemas.openxmlformats.org/drawingml/2006/main">
              <a:ext uri="{FF2B5EF4-FFF2-40B4-BE49-F238E27FC236}">
                <a16:creationId xmlns:a16="http://schemas.microsoft.com/office/drawing/2014/main" id="{00E2CD84-FF3C-4A55-A745-919F9800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9665" y="2958246"/>
            <a:ext cx="179419" cy="161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52" name="pdf-text-6-4">
            <a:extLst xmlns:a="http://schemas.openxmlformats.org/drawingml/2006/main">
              <a:ext uri="{FF2B5EF4-FFF2-40B4-BE49-F238E27FC236}">
                <a16:creationId xmlns:a16="http://schemas.microsoft.com/office/drawing/2014/main" id="{280C13B6-51DB-4A0E-B1CF-81180BD7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6762" y="3153760"/>
            <a:ext cx="1730574" cy="161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 addition to repertoire</a:t>
            </a:r>
          </a:p>
        </p:txBody>
      </p:sp>
      <p:sp>
        <p:nvSpPr>
          <p:cNvPr id="53" name="pdf-text-7-0">
            <a:extLst xmlns:a="http://schemas.openxmlformats.org/drawingml/2006/main">
              <a:ext uri="{FF2B5EF4-FFF2-40B4-BE49-F238E27FC236}">
                <a16:creationId xmlns:a16="http://schemas.microsoft.com/office/drawing/2014/main" id="{47CDD40F-801D-48BF-8CF8-6C2E06C0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847" y="3315089"/>
            <a:ext cx="310874" cy="161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23" b="0" i="0">
                <a:solidFill>
                  <a:srgbClr val="4D4D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23" b="0" i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1223" b="0" i="0">
                <a:solidFill>
                  <a:srgbClr val="4D4D4D"/>
                </a:solidFill>
                <a:latin typeface="Arial"/>
                <a:ea typeface="Arial"/>
                <a:cs typeface="Arial"/>
              </a:rPr>
              <a:t>VAE</a:t>
            </a:r>
          </a:p>
        </p:txBody>
      </p:sp>
      <p:sp>
        <p:nvSpPr>
          <p:cNvPr id="54" name="pdf-path-52">
            <a:extLst xmlns:a="http://schemas.openxmlformats.org/drawingml/2006/main">
              <a:ext uri="{FF2B5EF4-FFF2-40B4-BE49-F238E27FC236}">
                <a16:creationId xmlns:a16="http://schemas.microsoft.com/office/drawing/2014/main" id="{1A91760F-6E4C-4BAD-8628-949EEA1F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812" y="2269738"/>
            <a:ext cx="1209950" cy="120996"/>
          </a:xfrm>
          <a:custGeom xmlns:a="http://schemas.openxmlformats.org/drawingml/2006/main">
            <a:pathLst>
              <a:path w="1209950" h="120996">
                <a:moveTo>
                  <a:pt x="1209950" y="120996"/>
                </a:moveTo>
                <a:lnTo>
                  <a:pt x="1209950" y="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43">
            <a:solidFill>
              <a:srgbClr val="000000"/>
            </a:solidFill>
            <a:prstDash val="solid"/>
          </a:ln>
        </p:spPr>
      </p:sp>
      <p:sp>
        <p:nvSpPr>
          <p:cNvPr id="55" name="pdf-path-54">
            <a:extLst xmlns:a="http://schemas.openxmlformats.org/drawingml/2006/main">
              <a:ext uri="{FF2B5EF4-FFF2-40B4-BE49-F238E27FC236}">
                <a16:creationId xmlns:a16="http://schemas.microsoft.com/office/drawing/2014/main" id="{23902130-06A1-4DA3-A2CF-6CE4454D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1458" y="2234032"/>
            <a:ext cx="61950" cy="71629"/>
          </a:xfrm>
          <a:custGeom xmlns:a="http://schemas.openxmlformats.org/drawingml/2006/main">
            <a:pathLst>
              <a:path w="61950" h="71629">
                <a:moveTo>
                  <a:pt x="0" y="35707"/>
                </a:moveTo>
                <a:lnTo>
                  <a:pt x="61950" y="0"/>
                </a:lnTo>
                <a:lnTo>
                  <a:pt x="61950" y="71629"/>
                </a:lnTo>
                <a:lnTo>
                  <a:pt x="0" y="3570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9543">
            <a:solidFill>
              <a:srgbClr val="000000"/>
            </a:solidFill>
            <a:prstDash val="solid"/>
          </a:ln>
        </p:spPr>
      </p:sp>
      <p:sp>
        <p:nvSpPr>
          <p:cNvPr id="56" name="pdf-path-56">
            <a:extLst xmlns:a="http://schemas.openxmlformats.org/drawingml/2006/main">
              <a:ext uri="{FF2B5EF4-FFF2-40B4-BE49-F238E27FC236}">
                <a16:creationId xmlns:a16="http://schemas.microsoft.com/office/drawing/2014/main" id="{75F110FD-3541-4482-9B03-E6AF8389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812" y="2955377"/>
            <a:ext cx="1209950" cy="120995"/>
          </a:xfrm>
          <a:custGeom xmlns:a="http://schemas.openxmlformats.org/drawingml/2006/main">
            <a:pathLst>
              <a:path w="1209950" h="120995">
                <a:moveTo>
                  <a:pt x="1209950" y="0"/>
                </a:moveTo>
                <a:lnTo>
                  <a:pt x="1209950" y="120995"/>
                </a:lnTo>
                <a:lnTo>
                  <a:pt x="0" y="120995"/>
                </a:lnTo>
              </a:path>
            </a:pathLst>
          </a:custGeom>
          <a:noFill xmlns:a="http://schemas.openxmlformats.org/drawingml/2006/main"/>
          <a:ln xmlns:a="http://schemas.openxmlformats.org/drawingml/2006/main" w="15243">
            <a:solidFill>
              <a:srgbClr val="000000"/>
            </a:solidFill>
            <a:prstDash val="solid"/>
          </a:ln>
        </p:spPr>
      </p:sp>
      <p:sp>
        <p:nvSpPr>
          <p:cNvPr id="57" name="pdf-path-57">
            <a:extLst xmlns:a="http://schemas.openxmlformats.org/drawingml/2006/main">
              <a:ext uri="{FF2B5EF4-FFF2-40B4-BE49-F238E27FC236}">
                <a16:creationId xmlns:a16="http://schemas.microsoft.com/office/drawing/2014/main" id="{91247262-5D1A-4B92-BCB5-BC327AB5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1458" y="3040665"/>
            <a:ext cx="61950" cy="71629"/>
          </a:xfrm>
          <a:custGeom xmlns:a="http://schemas.openxmlformats.org/drawingml/2006/main">
            <a:pathLst>
              <a:path w="61950" h="71629">
                <a:moveTo>
                  <a:pt x="0" y="35707"/>
                </a:moveTo>
                <a:lnTo>
                  <a:pt x="61950" y="0"/>
                </a:lnTo>
                <a:lnTo>
                  <a:pt x="61950" y="71629"/>
                </a:lnTo>
                <a:lnTo>
                  <a:pt x="0" y="3570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9543">
            <a:solidFill>
              <a:srgbClr val="000000"/>
            </a:solidFill>
            <a:prstDash val="solid"/>
          </a:ln>
        </p:spPr>
      </p:sp>
      <p:sp>
        <p:nvSpPr>
          <p:cNvPr id="58" name="pdf-path-59">
            <a:extLst xmlns:a="http://schemas.openxmlformats.org/drawingml/2006/main">
              <a:ext uri="{FF2B5EF4-FFF2-40B4-BE49-F238E27FC236}">
                <a16:creationId xmlns:a16="http://schemas.microsoft.com/office/drawing/2014/main" id="{74687F53-F066-4B8A-AFF6-0FCDB09E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307" y="2471397"/>
            <a:ext cx="2177911" cy="322654"/>
          </a:xfrm>
          <a:custGeom xmlns:a="http://schemas.openxmlformats.org/drawingml/2006/main">
            <a:pathLst>
              <a:path w="2177911" h="322654">
                <a:moveTo>
                  <a:pt x="2177911" y="322654"/>
                </a:moveTo>
                <a:lnTo>
                  <a:pt x="0" y="32265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3">
            <a:solidFill>
              <a:srgbClr val="000000"/>
            </a:solidFill>
            <a:prstDash val="solid"/>
          </a:ln>
        </p:spPr>
      </p:sp>
      <p:sp>
        <p:nvSpPr>
          <p:cNvPr id="59" name="pdf-path-60">
            <a:extLst xmlns:a="http://schemas.openxmlformats.org/drawingml/2006/main">
              <a:ext uri="{FF2B5EF4-FFF2-40B4-BE49-F238E27FC236}">
                <a16:creationId xmlns:a16="http://schemas.microsoft.com/office/drawing/2014/main" id="{D2019402-4184-453D-AD7F-20399DF6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385" y="2430205"/>
            <a:ext cx="71629" cy="62003"/>
          </a:xfrm>
          <a:custGeom xmlns:a="http://schemas.openxmlformats.org/drawingml/2006/main">
            <a:pathLst>
              <a:path w="71629" h="62003">
                <a:moveTo>
                  <a:pt x="35922" y="0"/>
                </a:moveTo>
                <a:lnTo>
                  <a:pt x="71629" y="62003"/>
                </a:lnTo>
                <a:lnTo>
                  <a:pt x="0" y="62003"/>
                </a:lnTo>
                <a:lnTo>
                  <a:pt x="3592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9543">
            <a:solidFill>
              <a:srgbClr val="000000"/>
            </a:solidFill>
            <a:prstDash val="solid"/>
          </a:ln>
        </p:spPr>
      </p:sp>
      <p:sp>
        <p:nvSpPr>
          <p:cNvPr id="60" name="pdf-path-62">
            <a:extLst xmlns:a="http://schemas.openxmlformats.org/drawingml/2006/main">
              <a:ext uri="{FF2B5EF4-FFF2-40B4-BE49-F238E27FC236}">
                <a16:creationId xmlns:a16="http://schemas.microsoft.com/office/drawing/2014/main" id="{C061D0B8-8289-47F7-BF4F-1DD2CE19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084" y="696803"/>
            <a:ext cx="95" cy="483980"/>
          </a:xfrm>
          <a:custGeom xmlns:a="http://schemas.openxmlformats.org/drawingml/2006/main">
            <a:pathLst>
              <a:path w="95" h="483980">
                <a:moveTo>
                  <a:pt x="0" y="0"/>
                </a:moveTo>
                <a:lnTo>
                  <a:pt x="0" y="483980"/>
                </a:lnTo>
              </a:path>
            </a:pathLst>
          </a:custGeom>
          <a:noFill xmlns:a="http://schemas.openxmlformats.org/drawingml/2006/main"/>
          <a:ln xmlns:a="http://schemas.openxmlformats.org/drawingml/2006/main" w="15243">
            <a:solidFill>
              <a:srgbClr val="000000"/>
            </a:solidFill>
            <a:prstDash val="dash"/>
          </a:ln>
        </p:spPr>
      </p:sp>
      <p:sp>
        <p:nvSpPr>
          <p:cNvPr id="61" name="pdf-path-63">
            <a:extLst xmlns:a="http://schemas.openxmlformats.org/drawingml/2006/main">
              <a:ext uri="{FF2B5EF4-FFF2-40B4-BE49-F238E27FC236}">
                <a16:creationId xmlns:a16="http://schemas.microsoft.com/office/drawing/2014/main" id="{56C83274-1796-4ABE-8BC9-4BAF23D3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213" y="2068080"/>
            <a:ext cx="95" cy="1451941"/>
          </a:xfrm>
          <a:custGeom xmlns:a="http://schemas.openxmlformats.org/drawingml/2006/main">
            <a:pathLst>
              <a:path w="95" h="1451941">
                <a:moveTo>
                  <a:pt x="0" y="0"/>
                </a:moveTo>
                <a:lnTo>
                  <a:pt x="0" y="1451941"/>
                </a:lnTo>
              </a:path>
            </a:pathLst>
          </a:custGeom>
          <a:noFill xmlns:a="http://schemas.openxmlformats.org/drawingml/2006/main"/>
          <a:ln xmlns:a="http://schemas.openxmlformats.org/drawingml/2006/main" w="15243">
            <a:solidFill>
              <a:srgbClr val="000000"/>
            </a:solidFill>
            <a:prstDash val="dash"/>
          </a:ln>
        </p:spPr>
      </p:sp>
      <p:sp>
        <p:nvSpPr>
          <p:cNvPr id="62" name="pdf-path-64">
            <a:extLst xmlns:a="http://schemas.openxmlformats.org/drawingml/2006/main">
              <a:ext uri="{FF2B5EF4-FFF2-40B4-BE49-F238E27FC236}">
                <a16:creationId xmlns:a16="http://schemas.microsoft.com/office/drawing/2014/main" id="{F525F0F1-A1C2-4D9D-B4F5-1E5001FF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6629" y="250842"/>
            <a:ext cx="188000" cy="65714"/>
          </a:xfrm>
          <a:custGeom xmlns:a="http://schemas.openxmlformats.org/drawingml/2006/main">
            <a:pathLst>
              <a:path w="188000" h="65714">
                <a:moveTo>
                  <a:pt x="188000" y="9249"/>
                </a:moveTo>
                <a:cubicBezTo>
                  <a:pt x="188000" y="2904"/>
                  <a:pt x="186280" y="215"/>
                  <a:pt x="183967" y="215"/>
                </a:cubicBezTo>
                <a:cubicBezTo>
                  <a:pt x="182515" y="215"/>
                  <a:pt x="180203" y="2097"/>
                  <a:pt x="179987" y="7529"/>
                </a:cubicBezTo>
                <a:cubicBezTo>
                  <a:pt x="178965" y="34631"/>
                  <a:pt x="160252" y="50011"/>
                  <a:pt x="140516" y="50011"/>
                </a:cubicBezTo>
                <a:cubicBezTo>
                  <a:pt x="122877" y="50011"/>
                  <a:pt x="109219" y="38019"/>
                  <a:pt x="95560" y="25812"/>
                </a:cubicBezTo>
                <a:cubicBezTo>
                  <a:pt x="81040" y="12798"/>
                  <a:pt x="66575" y="0"/>
                  <a:pt x="47216" y="0"/>
                </a:cubicBezTo>
                <a:cubicBezTo>
                  <a:pt x="16564" y="0"/>
                  <a:pt x="0" y="30867"/>
                  <a:pt x="0" y="56518"/>
                </a:cubicBezTo>
                <a:cubicBezTo>
                  <a:pt x="0" y="65552"/>
                  <a:pt x="3765" y="65552"/>
                  <a:pt x="3980" y="65552"/>
                </a:cubicBezTo>
                <a:cubicBezTo>
                  <a:pt x="7099" y="65552"/>
                  <a:pt x="7960" y="59852"/>
                  <a:pt x="7960" y="58992"/>
                </a:cubicBezTo>
                <a:cubicBezTo>
                  <a:pt x="9034" y="28125"/>
                  <a:pt x="30223" y="15756"/>
                  <a:pt x="47216" y="15756"/>
                </a:cubicBezTo>
                <a:cubicBezTo>
                  <a:pt x="65122" y="15756"/>
                  <a:pt x="78566" y="27694"/>
                  <a:pt x="92387" y="39901"/>
                </a:cubicBezTo>
                <a:cubicBezTo>
                  <a:pt x="106691" y="52915"/>
                  <a:pt x="121372" y="65714"/>
                  <a:pt x="140516" y="65714"/>
                </a:cubicBezTo>
                <a:cubicBezTo>
                  <a:pt x="171384" y="65714"/>
                  <a:pt x="188000" y="34846"/>
                  <a:pt x="188000" y="924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df-path-65">
            <a:extLst xmlns:a="http://schemas.openxmlformats.org/drawingml/2006/main">
              <a:ext uri="{FF2B5EF4-FFF2-40B4-BE49-F238E27FC236}">
                <a16:creationId xmlns:a16="http://schemas.microsoft.com/office/drawing/2014/main" id="{0730385E-467F-43E0-B067-110930A2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0675" y="209435"/>
            <a:ext cx="155465" cy="144764"/>
          </a:xfrm>
          <a:custGeom xmlns:a="http://schemas.openxmlformats.org/drawingml/2006/main">
            <a:pathLst>
              <a:path w="155465" h="144764">
                <a:moveTo>
                  <a:pt x="40546" y="82761"/>
                </a:moveTo>
                <a:lnTo>
                  <a:pt x="40546" y="20166"/>
                </a:lnTo>
                <a:cubicBezTo>
                  <a:pt x="40546" y="8604"/>
                  <a:pt x="41837" y="6937"/>
                  <a:pt x="60712" y="6937"/>
                </a:cubicBezTo>
                <a:lnTo>
                  <a:pt x="60712" y="0"/>
                </a:lnTo>
                <a:cubicBezTo>
                  <a:pt x="52538" y="215"/>
                  <a:pt x="36567" y="860"/>
                  <a:pt x="30275" y="860"/>
                </a:cubicBezTo>
                <a:cubicBezTo>
                  <a:pt x="24198" y="860"/>
                  <a:pt x="8442" y="215"/>
                  <a:pt x="0" y="0"/>
                </a:cubicBezTo>
                <a:lnTo>
                  <a:pt x="0" y="6937"/>
                </a:lnTo>
                <a:cubicBezTo>
                  <a:pt x="18928" y="6937"/>
                  <a:pt x="20166" y="8604"/>
                  <a:pt x="20166" y="20166"/>
                </a:cubicBezTo>
                <a:lnTo>
                  <a:pt x="20166" y="124383"/>
                </a:lnTo>
                <a:cubicBezTo>
                  <a:pt x="20166" y="135945"/>
                  <a:pt x="18928" y="137612"/>
                  <a:pt x="0" y="137612"/>
                </a:cubicBezTo>
                <a:lnTo>
                  <a:pt x="0" y="144764"/>
                </a:lnTo>
                <a:cubicBezTo>
                  <a:pt x="8228" y="144549"/>
                  <a:pt x="24198" y="143904"/>
                  <a:pt x="30275" y="143904"/>
                </a:cubicBezTo>
                <a:cubicBezTo>
                  <a:pt x="36567" y="143904"/>
                  <a:pt x="52323" y="144549"/>
                  <a:pt x="60712" y="144764"/>
                </a:cubicBezTo>
                <a:lnTo>
                  <a:pt x="60712" y="137612"/>
                </a:lnTo>
                <a:cubicBezTo>
                  <a:pt x="41837" y="137612"/>
                  <a:pt x="40546" y="135945"/>
                  <a:pt x="40546" y="124383"/>
                </a:cubicBezTo>
                <a:lnTo>
                  <a:pt x="40546" y="92225"/>
                </a:lnTo>
                <a:lnTo>
                  <a:pt x="67650" y="68295"/>
                </a:lnTo>
                <a:lnTo>
                  <a:pt x="105024" y="118683"/>
                </a:lnTo>
                <a:cubicBezTo>
                  <a:pt x="107766" y="122501"/>
                  <a:pt x="111155" y="127717"/>
                  <a:pt x="111155" y="131750"/>
                </a:cubicBezTo>
                <a:cubicBezTo>
                  <a:pt x="111155" y="137181"/>
                  <a:pt x="104432" y="137612"/>
                  <a:pt x="102120" y="137612"/>
                </a:cubicBezTo>
                <a:lnTo>
                  <a:pt x="102120" y="144764"/>
                </a:lnTo>
                <a:cubicBezTo>
                  <a:pt x="107766" y="144549"/>
                  <a:pt x="126480" y="143904"/>
                  <a:pt x="131535" y="143904"/>
                </a:cubicBezTo>
                <a:cubicBezTo>
                  <a:pt x="139063" y="143904"/>
                  <a:pt x="147883" y="144119"/>
                  <a:pt x="155465" y="144764"/>
                </a:cubicBezTo>
                <a:lnTo>
                  <a:pt x="155465" y="137612"/>
                </a:lnTo>
                <a:cubicBezTo>
                  <a:pt x="146216" y="137612"/>
                  <a:pt x="140354" y="136751"/>
                  <a:pt x="129814" y="122501"/>
                </a:cubicBezTo>
                <a:lnTo>
                  <a:pt x="81094" y="56518"/>
                </a:lnTo>
                <a:cubicBezTo>
                  <a:pt x="134223" y="8013"/>
                  <a:pt x="140354" y="7798"/>
                  <a:pt x="152292" y="6937"/>
                </a:cubicBezTo>
                <a:lnTo>
                  <a:pt x="152292" y="0"/>
                </a:lnTo>
                <a:cubicBezTo>
                  <a:pt x="145785" y="430"/>
                  <a:pt x="141590" y="860"/>
                  <a:pt x="134654" y="860"/>
                </a:cubicBezTo>
                <a:cubicBezTo>
                  <a:pt x="127125" y="860"/>
                  <a:pt x="112391" y="215"/>
                  <a:pt x="108411" y="0"/>
                </a:cubicBezTo>
                <a:lnTo>
                  <a:pt x="108411" y="6937"/>
                </a:lnTo>
                <a:cubicBezTo>
                  <a:pt x="111584" y="7582"/>
                  <a:pt x="113251" y="9250"/>
                  <a:pt x="113251" y="12422"/>
                </a:cubicBezTo>
                <a:cubicBezTo>
                  <a:pt x="113251" y="17423"/>
                  <a:pt x="108411" y="23339"/>
                  <a:pt x="104002" y="27318"/>
                </a:cubicBezTo>
                <a:lnTo>
                  <a:pt x="40546" y="8276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pdf-path-66">
            <a:extLst xmlns:a="http://schemas.openxmlformats.org/drawingml/2006/main">
              <a:ext uri="{FF2B5EF4-FFF2-40B4-BE49-F238E27FC236}">
                <a16:creationId xmlns:a16="http://schemas.microsoft.com/office/drawing/2014/main" id="{906EFE7E-B534-4DA5-B9BF-A7AC67FF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0284" y="209435"/>
            <a:ext cx="148744" cy="144764"/>
          </a:xfrm>
          <a:custGeom xmlns:a="http://schemas.openxmlformats.org/drawingml/2006/main">
            <a:pathLst>
              <a:path w="148744" h="144764">
                <a:moveTo>
                  <a:pt x="20167" y="124383"/>
                </a:moveTo>
                <a:cubicBezTo>
                  <a:pt x="20167" y="135945"/>
                  <a:pt x="18930" y="137612"/>
                  <a:pt x="0" y="137612"/>
                </a:cubicBezTo>
                <a:lnTo>
                  <a:pt x="0" y="144764"/>
                </a:lnTo>
                <a:lnTo>
                  <a:pt x="79212" y="144764"/>
                </a:lnTo>
                <a:cubicBezTo>
                  <a:pt x="118899" y="144764"/>
                  <a:pt x="148744" y="111961"/>
                  <a:pt x="148744" y="73511"/>
                </a:cubicBezTo>
                <a:cubicBezTo>
                  <a:pt x="148744" y="34470"/>
                  <a:pt x="119759" y="0"/>
                  <a:pt x="79212" y="0"/>
                </a:cubicBezTo>
                <a:lnTo>
                  <a:pt x="0" y="0"/>
                </a:lnTo>
                <a:lnTo>
                  <a:pt x="0" y="6937"/>
                </a:lnTo>
                <a:cubicBezTo>
                  <a:pt x="18930" y="6937"/>
                  <a:pt x="20167" y="8604"/>
                  <a:pt x="20167" y="20166"/>
                </a:cubicBezTo>
                <a:lnTo>
                  <a:pt x="20167" y="124383"/>
                </a:lnTo>
                <a:moveTo>
                  <a:pt x="50873" y="137612"/>
                </a:moveTo>
                <a:cubicBezTo>
                  <a:pt x="40977" y="137612"/>
                  <a:pt x="39687" y="136751"/>
                  <a:pt x="39687" y="125620"/>
                </a:cubicBezTo>
                <a:lnTo>
                  <a:pt x="39687" y="19144"/>
                </a:lnTo>
                <a:cubicBezTo>
                  <a:pt x="39687" y="7798"/>
                  <a:pt x="40977" y="6937"/>
                  <a:pt x="50873" y="6937"/>
                </a:cubicBezTo>
                <a:lnTo>
                  <a:pt x="72705" y="6937"/>
                </a:lnTo>
                <a:cubicBezTo>
                  <a:pt x="96850" y="6937"/>
                  <a:pt x="109057" y="20166"/>
                  <a:pt x="112821" y="25221"/>
                </a:cubicBezTo>
                <a:cubicBezTo>
                  <a:pt x="119114" y="33180"/>
                  <a:pt x="125190" y="44956"/>
                  <a:pt x="125190" y="73511"/>
                </a:cubicBezTo>
                <a:cubicBezTo>
                  <a:pt x="125190" y="96635"/>
                  <a:pt x="120996" y="108412"/>
                  <a:pt x="115134" y="117446"/>
                </a:cubicBezTo>
                <a:cubicBezTo>
                  <a:pt x="110725" y="123522"/>
                  <a:pt x="98518" y="137612"/>
                  <a:pt x="72705" y="137612"/>
                </a:cubicBezTo>
                <a:lnTo>
                  <a:pt x="50873" y="13761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pdf-path-67">
            <a:extLst xmlns:a="http://schemas.openxmlformats.org/drawingml/2006/main">
              <a:ext uri="{FF2B5EF4-FFF2-40B4-BE49-F238E27FC236}">
                <a16:creationId xmlns:a16="http://schemas.microsoft.com/office/drawing/2014/main" id="{7D29ACE2-3584-4939-A51C-D5C61B03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5486" y="210295"/>
            <a:ext cx="136966" cy="143903"/>
          </a:xfrm>
          <a:custGeom xmlns:a="http://schemas.openxmlformats.org/drawingml/2006/main">
            <a:pathLst>
              <a:path w="136966" h="143903">
                <a:moveTo>
                  <a:pt x="125405" y="0"/>
                </a:moveTo>
                <a:lnTo>
                  <a:pt x="0" y="0"/>
                </a:lnTo>
                <a:lnTo>
                  <a:pt x="0" y="6937"/>
                </a:lnTo>
                <a:cubicBezTo>
                  <a:pt x="18928" y="6937"/>
                  <a:pt x="20381" y="8604"/>
                  <a:pt x="20381" y="20166"/>
                </a:cubicBezTo>
                <a:lnTo>
                  <a:pt x="20381" y="123522"/>
                </a:lnTo>
                <a:cubicBezTo>
                  <a:pt x="20381" y="135084"/>
                  <a:pt x="18928" y="136751"/>
                  <a:pt x="0" y="136751"/>
                </a:cubicBezTo>
                <a:lnTo>
                  <a:pt x="0" y="143903"/>
                </a:lnTo>
                <a:lnTo>
                  <a:pt x="128792" y="143903"/>
                </a:lnTo>
                <a:lnTo>
                  <a:pt x="136966" y="89267"/>
                </a:lnTo>
                <a:lnTo>
                  <a:pt x="130029" y="89267"/>
                </a:lnTo>
                <a:cubicBezTo>
                  <a:pt x="125190" y="123307"/>
                  <a:pt x="118467" y="136751"/>
                  <a:pt x="82330" y="136751"/>
                </a:cubicBezTo>
                <a:lnTo>
                  <a:pt x="51893" y="136751"/>
                </a:lnTo>
                <a:cubicBezTo>
                  <a:pt x="41998" y="136751"/>
                  <a:pt x="40762" y="135891"/>
                  <a:pt x="40762" y="124759"/>
                </a:cubicBezTo>
                <a:lnTo>
                  <a:pt x="40762" y="72651"/>
                </a:lnTo>
                <a:lnTo>
                  <a:pt x="60282" y="72651"/>
                </a:lnTo>
                <a:cubicBezTo>
                  <a:pt x="81309" y="72651"/>
                  <a:pt x="84642" y="78136"/>
                  <a:pt x="84642" y="97065"/>
                </a:cubicBezTo>
                <a:lnTo>
                  <a:pt x="91580" y="97065"/>
                </a:lnTo>
                <a:lnTo>
                  <a:pt x="91580" y="40977"/>
                </a:lnTo>
                <a:lnTo>
                  <a:pt x="84642" y="40977"/>
                </a:lnTo>
                <a:cubicBezTo>
                  <a:pt x="84642" y="59852"/>
                  <a:pt x="81309" y="65552"/>
                  <a:pt x="60282" y="65552"/>
                </a:cubicBezTo>
                <a:lnTo>
                  <a:pt x="40762" y="65552"/>
                </a:lnTo>
                <a:lnTo>
                  <a:pt x="40762" y="19090"/>
                </a:lnTo>
                <a:cubicBezTo>
                  <a:pt x="40762" y="7744"/>
                  <a:pt x="41998" y="6937"/>
                  <a:pt x="51893" y="6937"/>
                </a:cubicBezTo>
                <a:lnTo>
                  <a:pt x="80664" y="6937"/>
                </a:lnTo>
                <a:cubicBezTo>
                  <a:pt x="113412" y="6937"/>
                  <a:pt x="120565" y="16778"/>
                  <a:pt x="123737" y="47484"/>
                </a:cubicBezTo>
                <a:lnTo>
                  <a:pt x="130890" y="47484"/>
                </a:lnTo>
                <a:lnTo>
                  <a:pt x="125405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pdf-path-68">
            <a:extLst xmlns:a="http://schemas.openxmlformats.org/drawingml/2006/main">
              <a:ext uri="{FF2B5EF4-FFF2-40B4-BE49-F238E27FC236}">
                <a16:creationId xmlns:a16="http://schemas.microsoft.com/office/drawing/2014/main" id="{CC450040-AA6B-4512-8A76-A39043B7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5213" y="142861"/>
            <a:ext cx="63831" cy="281892"/>
          </a:xfrm>
          <a:custGeom xmlns:a="http://schemas.openxmlformats.org/drawingml/2006/main">
            <a:pathLst>
              <a:path w="63831" h="281892">
                <a:moveTo>
                  <a:pt x="63831" y="279794"/>
                </a:moveTo>
                <a:cubicBezTo>
                  <a:pt x="63831" y="278988"/>
                  <a:pt x="63831" y="278342"/>
                  <a:pt x="59046" y="273503"/>
                </a:cubicBezTo>
                <a:cubicBezTo>
                  <a:pt x="30868" y="245163"/>
                  <a:pt x="15112" y="198486"/>
                  <a:pt x="15112" y="141161"/>
                </a:cubicBezTo>
                <a:cubicBezTo>
                  <a:pt x="15112" y="86525"/>
                  <a:pt x="28340" y="39471"/>
                  <a:pt x="61143" y="6292"/>
                </a:cubicBezTo>
                <a:cubicBezTo>
                  <a:pt x="63831" y="3549"/>
                  <a:pt x="63831" y="3173"/>
                  <a:pt x="63831" y="2312"/>
                </a:cubicBezTo>
                <a:cubicBezTo>
                  <a:pt x="63831" y="645"/>
                  <a:pt x="62594" y="0"/>
                  <a:pt x="61358" y="0"/>
                </a:cubicBezTo>
                <a:cubicBezTo>
                  <a:pt x="57755" y="0"/>
                  <a:pt x="34631" y="20381"/>
                  <a:pt x="20811" y="47914"/>
                </a:cubicBezTo>
                <a:cubicBezTo>
                  <a:pt x="6506" y="76254"/>
                  <a:pt x="0" y="106476"/>
                  <a:pt x="0" y="141161"/>
                </a:cubicBezTo>
                <a:cubicBezTo>
                  <a:pt x="0" y="166167"/>
                  <a:pt x="3979" y="199776"/>
                  <a:pt x="18499" y="229783"/>
                </a:cubicBezTo>
                <a:cubicBezTo>
                  <a:pt x="35062" y="263608"/>
                  <a:pt x="58185" y="281892"/>
                  <a:pt x="61358" y="281892"/>
                </a:cubicBezTo>
                <a:cubicBezTo>
                  <a:pt x="62594" y="281892"/>
                  <a:pt x="63831" y="281461"/>
                  <a:pt x="63831" y="27979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pdf-path-69">
            <a:extLst xmlns:a="http://schemas.openxmlformats.org/drawingml/2006/main">
              <a:ext uri="{FF2B5EF4-FFF2-40B4-BE49-F238E27FC236}">
                <a16:creationId xmlns:a16="http://schemas.microsoft.com/office/drawing/2014/main" id="{D36CD56A-118C-4103-B03F-55045A76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997" y="142861"/>
            <a:ext cx="64047" cy="281892"/>
          </a:xfrm>
          <a:custGeom xmlns:a="http://schemas.openxmlformats.org/drawingml/2006/main">
            <a:pathLst>
              <a:path w="64047" h="281892">
                <a:moveTo>
                  <a:pt x="64047" y="141161"/>
                </a:moveTo>
                <a:cubicBezTo>
                  <a:pt x="64047" y="119758"/>
                  <a:pt x="61143" y="84858"/>
                  <a:pt x="45386" y="52109"/>
                </a:cubicBezTo>
                <a:cubicBezTo>
                  <a:pt x="28770" y="18284"/>
                  <a:pt x="5646" y="0"/>
                  <a:pt x="2527" y="0"/>
                </a:cubicBezTo>
                <a:cubicBezTo>
                  <a:pt x="1453" y="0"/>
                  <a:pt x="0" y="645"/>
                  <a:pt x="0" y="2312"/>
                </a:cubicBezTo>
                <a:cubicBezTo>
                  <a:pt x="0" y="3173"/>
                  <a:pt x="0" y="3549"/>
                  <a:pt x="4840" y="8389"/>
                </a:cubicBezTo>
                <a:cubicBezTo>
                  <a:pt x="32965" y="36998"/>
                  <a:pt x="48721" y="83406"/>
                  <a:pt x="48721" y="140946"/>
                </a:cubicBezTo>
                <a:cubicBezTo>
                  <a:pt x="48721" y="195582"/>
                  <a:pt x="35492" y="242635"/>
                  <a:pt x="2958" y="275815"/>
                </a:cubicBezTo>
                <a:cubicBezTo>
                  <a:pt x="0" y="278342"/>
                  <a:pt x="0" y="278988"/>
                  <a:pt x="0" y="279794"/>
                </a:cubicBezTo>
                <a:cubicBezTo>
                  <a:pt x="0" y="281461"/>
                  <a:pt x="1453" y="281892"/>
                  <a:pt x="2527" y="281892"/>
                </a:cubicBezTo>
                <a:cubicBezTo>
                  <a:pt x="6293" y="281892"/>
                  <a:pt x="29416" y="261726"/>
                  <a:pt x="43290" y="234031"/>
                </a:cubicBezTo>
                <a:cubicBezTo>
                  <a:pt x="57541" y="205423"/>
                  <a:pt x="64047" y="174986"/>
                  <a:pt x="64047" y="14116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pdf-path-73">
            <a:extLst xmlns:a="http://schemas.openxmlformats.org/drawingml/2006/main">
              <a:ext uri="{FF2B5EF4-FFF2-40B4-BE49-F238E27FC236}">
                <a16:creationId xmlns:a16="http://schemas.microsoft.com/office/drawing/2014/main" id="{6FE2B55E-61CF-4323-BD70-F446EDB7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673" y="2955377"/>
            <a:ext cx="95" cy="120995"/>
          </a:xfrm>
          <a:custGeom xmlns:a="http://schemas.openxmlformats.org/drawingml/2006/main">
            <a:pathLst>
              <a:path w="95" h="120995">
                <a:moveTo>
                  <a:pt x="0" y="0"/>
                </a:moveTo>
                <a:lnTo>
                  <a:pt x="0" y="120995"/>
                </a:lnTo>
              </a:path>
            </a:pathLst>
          </a:custGeom>
          <a:noFill xmlns:a="http://schemas.openxmlformats.org/drawingml/2006/main"/>
          <a:ln xmlns:a="http://schemas.openxmlformats.org/drawingml/2006/main" w="15243">
            <a:solidFill>
              <a:srgbClr val="000000"/>
            </a:solidFill>
            <a:prstDash val="solid"/>
          </a:ln>
        </p:spPr>
      </p:sp>
      <p:sp>
        <p:nvSpPr>
          <p:cNvPr id="69" name="pdf-path-74">
            <a:extLst xmlns:a="http://schemas.openxmlformats.org/drawingml/2006/main">
              <a:ext uri="{FF2B5EF4-FFF2-40B4-BE49-F238E27FC236}">
                <a16:creationId xmlns:a16="http://schemas.microsoft.com/office/drawing/2014/main" id="{A737874D-4D50-4498-970B-07745185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4750" y="3055776"/>
            <a:ext cx="71629" cy="61949"/>
          </a:xfrm>
          <a:custGeom xmlns:a="http://schemas.openxmlformats.org/drawingml/2006/main">
            <a:pathLst>
              <a:path w="71629" h="61949">
                <a:moveTo>
                  <a:pt x="35923" y="61949"/>
                </a:moveTo>
                <a:lnTo>
                  <a:pt x="0" y="0"/>
                </a:lnTo>
                <a:lnTo>
                  <a:pt x="71629" y="0"/>
                </a:lnTo>
                <a:lnTo>
                  <a:pt x="35923" y="6194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9543">
            <a:solidFill>
              <a:srgbClr val="000000"/>
            </a:solidFill>
            <a:prstDash val="solid"/>
          </a:ln>
        </p:spPr>
      </p:sp>
      <p:sp>
        <p:nvSpPr>
          <p:cNvPr id="70" name="pdf-path-77">
            <a:extLst xmlns:a="http://schemas.openxmlformats.org/drawingml/2006/main">
              <a:ext uri="{FF2B5EF4-FFF2-40B4-BE49-F238E27FC236}">
                <a16:creationId xmlns:a16="http://schemas.microsoft.com/office/drawing/2014/main" id="{635815BC-685C-4471-A123-3D403049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682" y="2901171"/>
            <a:ext cx="85718" cy="94322"/>
          </a:xfrm>
          <a:custGeom xmlns:a="http://schemas.openxmlformats.org/drawingml/2006/main">
            <a:pathLst>
              <a:path w="85718" h="94322">
                <a:moveTo>
                  <a:pt x="73080" y="11992"/>
                </a:moveTo>
                <a:cubicBezTo>
                  <a:pt x="66359" y="14466"/>
                  <a:pt x="64477" y="20811"/>
                  <a:pt x="64477" y="23500"/>
                </a:cubicBezTo>
                <a:cubicBezTo>
                  <a:pt x="64477" y="28985"/>
                  <a:pt x="68671" y="31943"/>
                  <a:pt x="73296" y="31943"/>
                </a:cubicBezTo>
                <a:cubicBezTo>
                  <a:pt x="78137" y="31943"/>
                  <a:pt x="85718" y="27909"/>
                  <a:pt x="85718" y="18069"/>
                </a:cubicBezTo>
                <a:cubicBezTo>
                  <a:pt x="85718" y="7152"/>
                  <a:pt x="74963" y="0"/>
                  <a:pt x="56519" y="0"/>
                </a:cubicBezTo>
                <a:cubicBezTo>
                  <a:pt x="50603" y="0"/>
                  <a:pt x="39095" y="430"/>
                  <a:pt x="29630" y="7582"/>
                </a:cubicBezTo>
                <a:cubicBezTo>
                  <a:pt x="20381" y="14466"/>
                  <a:pt x="17208" y="26457"/>
                  <a:pt x="17208" y="31512"/>
                </a:cubicBezTo>
                <a:cubicBezTo>
                  <a:pt x="17208" y="37804"/>
                  <a:pt x="19951" y="43505"/>
                  <a:pt x="24576" y="47054"/>
                </a:cubicBezTo>
                <a:cubicBezTo>
                  <a:pt x="30221" y="51678"/>
                  <a:pt x="33825" y="52324"/>
                  <a:pt x="47699" y="54797"/>
                </a:cubicBezTo>
                <a:cubicBezTo>
                  <a:pt x="53775" y="55873"/>
                  <a:pt x="66144" y="58185"/>
                  <a:pt x="66144" y="67434"/>
                </a:cubicBezTo>
                <a:cubicBezTo>
                  <a:pt x="66144" y="68241"/>
                  <a:pt x="66144" y="86955"/>
                  <a:pt x="35492" y="86955"/>
                </a:cubicBezTo>
                <a:cubicBezTo>
                  <a:pt x="25651" y="86955"/>
                  <a:pt x="18069" y="84858"/>
                  <a:pt x="13443" y="81524"/>
                </a:cubicBezTo>
                <a:cubicBezTo>
                  <a:pt x="20381" y="79427"/>
                  <a:pt x="24790" y="73511"/>
                  <a:pt x="24790" y="67434"/>
                </a:cubicBezTo>
                <a:cubicBezTo>
                  <a:pt x="24790" y="60067"/>
                  <a:pt x="18714" y="57970"/>
                  <a:pt x="14681" y="57970"/>
                </a:cubicBezTo>
                <a:cubicBezTo>
                  <a:pt x="7744" y="57970"/>
                  <a:pt x="0" y="63670"/>
                  <a:pt x="0" y="73942"/>
                </a:cubicBezTo>
                <a:cubicBezTo>
                  <a:pt x="0" y="87385"/>
                  <a:pt x="14304" y="94322"/>
                  <a:pt x="35061" y="94322"/>
                </a:cubicBezTo>
                <a:cubicBezTo>
                  <a:pt x="81900" y="94322"/>
                  <a:pt x="81900" y="59261"/>
                  <a:pt x="81900" y="59045"/>
                </a:cubicBezTo>
                <a:cubicBezTo>
                  <a:pt x="81900" y="52108"/>
                  <a:pt x="78351" y="46623"/>
                  <a:pt x="73726" y="42429"/>
                </a:cubicBezTo>
                <a:cubicBezTo>
                  <a:pt x="67435" y="36944"/>
                  <a:pt x="59637" y="35492"/>
                  <a:pt x="52324" y="34255"/>
                </a:cubicBezTo>
                <a:cubicBezTo>
                  <a:pt x="41192" y="32158"/>
                  <a:pt x="33179" y="30652"/>
                  <a:pt x="33179" y="23123"/>
                </a:cubicBezTo>
                <a:cubicBezTo>
                  <a:pt x="33179" y="22694"/>
                  <a:pt x="33179" y="7367"/>
                  <a:pt x="56088" y="7367"/>
                </a:cubicBezTo>
                <a:cubicBezTo>
                  <a:pt x="60068" y="7367"/>
                  <a:pt x="67649" y="7797"/>
                  <a:pt x="73080" y="1199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df-path-78">
            <a:extLst xmlns:a="http://schemas.openxmlformats.org/drawingml/2006/main">
              <a:ext uri="{FF2B5EF4-FFF2-40B4-BE49-F238E27FC236}">
                <a16:creationId xmlns:a16="http://schemas.microsoft.com/office/drawing/2014/main" id="{EABC2CD8-FC0E-4D8C-B12B-7960ABE4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082" y="2939191"/>
            <a:ext cx="44525" cy="86740"/>
          </a:xfrm>
          <a:custGeom xmlns:a="http://schemas.openxmlformats.org/drawingml/2006/main">
            <a:pathLst>
              <a:path w="44525" h="86740">
                <a:moveTo>
                  <a:pt x="26887" y="30867"/>
                </a:moveTo>
                <a:lnTo>
                  <a:pt x="40331" y="30867"/>
                </a:lnTo>
                <a:cubicBezTo>
                  <a:pt x="42859" y="30867"/>
                  <a:pt x="44525" y="30867"/>
                  <a:pt x="44525" y="28340"/>
                </a:cubicBezTo>
                <a:cubicBezTo>
                  <a:pt x="44525" y="26457"/>
                  <a:pt x="42644" y="26457"/>
                  <a:pt x="40331" y="26457"/>
                </a:cubicBezTo>
                <a:lnTo>
                  <a:pt x="27963" y="26457"/>
                </a:lnTo>
                <a:lnTo>
                  <a:pt x="32803" y="7152"/>
                </a:lnTo>
                <a:cubicBezTo>
                  <a:pt x="33394" y="5055"/>
                  <a:pt x="33394" y="4409"/>
                  <a:pt x="33394" y="4194"/>
                </a:cubicBezTo>
                <a:cubicBezTo>
                  <a:pt x="33394" y="1237"/>
                  <a:pt x="31298" y="0"/>
                  <a:pt x="28984" y="0"/>
                </a:cubicBezTo>
                <a:cubicBezTo>
                  <a:pt x="24145" y="0"/>
                  <a:pt x="23338" y="3549"/>
                  <a:pt x="21832" y="9894"/>
                </a:cubicBezTo>
                <a:lnTo>
                  <a:pt x="17638" y="26457"/>
                </a:lnTo>
                <a:lnTo>
                  <a:pt x="4409" y="26457"/>
                </a:lnTo>
                <a:cubicBezTo>
                  <a:pt x="1882" y="26457"/>
                  <a:pt x="0" y="26457"/>
                  <a:pt x="0" y="28985"/>
                </a:cubicBezTo>
                <a:cubicBezTo>
                  <a:pt x="0" y="30867"/>
                  <a:pt x="1882" y="30867"/>
                  <a:pt x="4194" y="30867"/>
                </a:cubicBezTo>
                <a:lnTo>
                  <a:pt x="16401" y="30867"/>
                </a:lnTo>
                <a:lnTo>
                  <a:pt x="8173" y="63670"/>
                </a:lnTo>
                <a:cubicBezTo>
                  <a:pt x="7582" y="67219"/>
                  <a:pt x="6291" y="71844"/>
                  <a:pt x="6291" y="73941"/>
                </a:cubicBezTo>
                <a:cubicBezTo>
                  <a:pt x="6291" y="82115"/>
                  <a:pt x="13013" y="86740"/>
                  <a:pt x="20165" y="86740"/>
                </a:cubicBezTo>
                <a:cubicBezTo>
                  <a:pt x="34899" y="86740"/>
                  <a:pt x="43074" y="67434"/>
                  <a:pt x="43074" y="65767"/>
                </a:cubicBezTo>
                <a:cubicBezTo>
                  <a:pt x="43074" y="64261"/>
                  <a:pt x="41783" y="64047"/>
                  <a:pt x="40976" y="64047"/>
                </a:cubicBezTo>
                <a:cubicBezTo>
                  <a:pt x="39470" y="64047"/>
                  <a:pt x="39470" y="64477"/>
                  <a:pt x="38448" y="66574"/>
                </a:cubicBezTo>
                <a:cubicBezTo>
                  <a:pt x="35707" y="73081"/>
                  <a:pt x="28984" y="82760"/>
                  <a:pt x="20596" y="82760"/>
                </a:cubicBezTo>
                <a:cubicBezTo>
                  <a:pt x="17638" y="82760"/>
                  <a:pt x="15971" y="80878"/>
                  <a:pt x="15971" y="76468"/>
                </a:cubicBezTo>
                <a:cubicBezTo>
                  <a:pt x="15971" y="73941"/>
                  <a:pt x="16401" y="72274"/>
                  <a:pt x="16830" y="70553"/>
                </a:cubicBezTo>
                <a:lnTo>
                  <a:pt x="26887" y="3086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pdf-path-79">
            <a:extLst xmlns:a="http://schemas.openxmlformats.org/drawingml/2006/main">
              <a:ext uri="{FF2B5EF4-FFF2-40B4-BE49-F238E27FC236}">
                <a16:creationId xmlns:a16="http://schemas.microsoft.com/office/drawing/2014/main" id="{B724DEE1-1A58-4AC3-A7CB-024E5C23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45" y="769454"/>
            <a:ext cx="85665" cy="94322"/>
          </a:xfrm>
          <a:custGeom xmlns:a="http://schemas.openxmlformats.org/drawingml/2006/main">
            <a:pathLst>
              <a:path w="85665" h="94322">
                <a:moveTo>
                  <a:pt x="73082" y="11992"/>
                </a:moveTo>
                <a:cubicBezTo>
                  <a:pt x="66360" y="14734"/>
                  <a:pt x="64477" y="20811"/>
                  <a:pt x="64477" y="23554"/>
                </a:cubicBezTo>
                <a:cubicBezTo>
                  <a:pt x="64477" y="28985"/>
                  <a:pt x="68672" y="31943"/>
                  <a:pt x="73297" y="31943"/>
                </a:cubicBezTo>
                <a:cubicBezTo>
                  <a:pt x="78137" y="31943"/>
                  <a:pt x="85665" y="27963"/>
                  <a:pt x="85665" y="18068"/>
                </a:cubicBezTo>
                <a:cubicBezTo>
                  <a:pt x="85665" y="7152"/>
                  <a:pt x="74964" y="0"/>
                  <a:pt x="56519" y="0"/>
                </a:cubicBezTo>
                <a:cubicBezTo>
                  <a:pt x="50388" y="0"/>
                  <a:pt x="39042" y="430"/>
                  <a:pt x="29631" y="7582"/>
                </a:cubicBezTo>
                <a:cubicBezTo>
                  <a:pt x="20381" y="14734"/>
                  <a:pt x="17209" y="26511"/>
                  <a:pt x="17209" y="31512"/>
                </a:cubicBezTo>
                <a:cubicBezTo>
                  <a:pt x="17209" y="37804"/>
                  <a:pt x="19951" y="43505"/>
                  <a:pt x="24576" y="47269"/>
                </a:cubicBezTo>
                <a:cubicBezTo>
                  <a:pt x="30223" y="51678"/>
                  <a:pt x="33826" y="52323"/>
                  <a:pt x="47646" y="55066"/>
                </a:cubicBezTo>
                <a:cubicBezTo>
                  <a:pt x="53776" y="55873"/>
                  <a:pt x="66144" y="58185"/>
                  <a:pt x="66144" y="67435"/>
                </a:cubicBezTo>
                <a:cubicBezTo>
                  <a:pt x="66144" y="68295"/>
                  <a:pt x="66144" y="87009"/>
                  <a:pt x="35492" y="87009"/>
                </a:cubicBezTo>
                <a:cubicBezTo>
                  <a:pt x="25598" y="87009"/>
                  <a:pt x="17854" y="84858"/>
                  <a:pt x="13444" y="81524"/>
                </a:cubicBezTo>
                <a:cubicBezTo>
                  <a:pt x="20381" y="79642"/>
                  <a:pt x="24792" y="73565"/>
                  <a:pt x="24792" y="67435"/>
                </a:cubicBezTo>
                <a:cubicBezTo>
                  <a:pt x="24792" y="60121"/>
                  <a:pt x="18660" y="57970"/>
                  <a:pt x="14682" y="57970"/>
                </a:cubicBezTo>
                <a:cubicBezTo>
                  <a:pt x="7745" y="57970"/>
                  <a:pt x="0" y="63885"/>
                  <a:pt x="0" y="73941"/>
                </a:cubicBezTo>
                <a:cubicBezTo>
                  <a:pt x="0" y="87385"/>
                  <a:pt x="14251" y="94322"/>
                  <a:pt x="35063" y="94322"/>
                </a:cubicBezTo>
                <a:cubicBezTo>
                  <a:pt x="81901" y="94322"/>
                  <a:pt x="81901" y="59261"/>
                  <a:pt x="81901" y="59046"/>
                </a:cubicBezTo>
                <a:cubicBezTo>
                  <a:pt x="81901" y="52109"/>
                  <a:pt x="78351" y="46677"/>
                  <a:pt x="73727" y="42429"/>
                </a:cubicBezTo>
                <a:cubicBezTo>
                  <a:pt x="67220" y="36998"/>
                  <a:pt x="59423" y="35492"/>
                  <a:pt x="52270" y="34255"/>
                </a:cubicBezTo>
                <a:cubicBezTo>
                  <a:pt x="41138" y="32158"/>
                  <a:pt x="33180" y="30921"/>
                  <a:pt x="33180" y="23123"/>
                </a:cubicBezTo>
                <a:cubicBezTo>
                  <a:pt x="33180" y="22908"/>
                  <a:pt x="33180" y="7367"/>
                  <a:pt x="56088" y="7367"/>
                </a:cubicBezTo>
                <a:cubicBezTo>
                  <a:pt x="60068" y="7367"/>
                  <a:pt x="67436" y="7797"/>
                  <a:pt x="73082" y="1199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df-path-80">
            <a:extLst xmlns:a="http://schemas.openxmlformats.org/drawingml/2006/main">
              <a:ext uri="{FF2B5EF4-FFF2-40B4-BE49-F238E27FC236}">
                <a16:creationId xmlns:a16="http://schemas.microsoft.com/office/drawing/2014/main" id="{E715BEC7-B8FA-44A8-92FD-4849775E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344" y="807473"/>
            <a:ext cx="44526" cy="86794"/>
          </a:xfrm>
          <a:custGeom xmlns:a="http://schemas.openxmlformats.org/drawingml/2006/main">
            <a:pathLst>
              <a:path w="44526" h="86794">
                <a:moveTo>
                  <a:pt x="26888" y="31136"/>
                </a:moveTo>
                <a:lnTo>
                  <a:pt x="40116" y="31136"/>
                </a:lnTo>
                <a:cubicBezTo>
                  <a:pt x="42859" y="31136"/>
                  <a:pt x="44526" y="31136"/>
                  <a:pt x="44526" y="28393"/>
                </a:cubicBezTo>
                <a:cubicBezTo>
                  <a:pt x="44526" y="26511"/>
                  <a:pt x="42644" y="26511"/>
                  <a:pt x="40332" y="26511"/>
                </a:cubicBezTo>
                <a:lnTo>
                  <a:pt x="27910" y="26511"/>
                </a:lnTo>
                <a:lnTo>
                  <a:pt x="32749" y="7152"/>
                </a:lnTo>
                <a:cubicBezTo>
                  <a:pt x="33395" y="5055"/>
                  <a:pt x="33395" y="4409"/>
                  <a:pt x="33395" y="4248"/>
                </a:cubicBezTo>
                <a:cubicBezTo>
                  <a:pt x="33395" y="1506"/>
                  <a:pt x="31082" y="0"/>
                  <a:pt x="28770" y="0"/>
                </a:cubicBezTo>
                <a:cubicBezTo>
                  <a:pt x="24145" y="0"/>
                  <a:pt x="23338" y="3818"/>
                  <a:pt x="21833" y="9895"/>
                </a:cubicBezTo>
                <a:lnTo>
                  <a:pt x="17639" y="26511"/>
                </a:lnTo>
                <a:lnTo>
                  <a:pt x="4409" y="26511"/>
                </a:lnTo>
                <a:cubicBezTo>
                  <a:pt x="1882" y="26511"/>
                  <a:pt x="0" y="26511"/>
                  <a:pt x="0" y="28985"/>
                </a:cubicBezTo>
                <a:cubicBezTo>
                  <a:pt x="0" y="31136"/>
                  <a:pt x="1882" y="31136"/>
                  <a:pt x="4195" y="31136"/>
                </a:cubicBezTo>
                <a:lnTo>
                  <a:pt x="16402" y="31136"/>
                </a:lnTo>
                <a:lnTo>
                  <a:pt x="8175" y="63885"/>
                </a:lnTo>
                <a:cubicBezTo>
                  <a:pt x="7367" y="67219"/>
                  <a:pt x="6292" y="72059"/>
                  <a:pt x="6292" y="73941"/>
                </a:cubicBezTo>
                <a:cubicBezTo>
                  <a:pt x="6292" y="82169"/>
                  <a:pt x="12799" y="86794"/>
                  <a:pt x="20166" y="86794"/>
                </a:cubicBezTo>
                <a:cubicBezTo>
                  <a:pt x="34631" y="86794"/>
                  <a:pt x="43074" y="67434"/>
                  <a:pt x="43074" y="65767"/>
                </a:cubicBezTo>
                <a:cubicBezTo>
                  <a:pt x="43074" y="64316"/>
                  <a:pt x="41784" y="64100"/>
                  <a:pt x="40977" y="64100"/>
                </a:cubicBezTo>
                <a:cubicBezTo>
                  <a:pt x="39472" y="64100"/>
                  <a:pt x="39256" y="64531"/>
                  <a:pt x="38449" y="66628"/>
                </a:cubicBezTo>
                <a:cubicBezTo>
                  <a:pt x="35707" y="73135"/>
                  <a:pt x="28770" y="82976"/>
                  <a:pt x="20596" y="82976"/>
                </a:cubicBezTo>
                <a:cubicBezTo>
                  <a:pt x="17639" y="82976"/>
                  <a:pt x="15971" y="80878"/>
                  <a:pt x="15971" y="76469"/>
                </a:cubicBezTo>
                <a:cubicBezTo>
                  <a:pt x="15971" y="73941"/>
                  <a:pt x="16402" y="72274"/>
                  <a:pt x="16778" y="70607"/>
                </a:cubicBezTo>
                <a:lnTo>
                  <a:pt x="26888" y="3113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df-path-81">
            <a:extLst xmlns:a="http://schemas.openxmlformats.org/drawingml/2006/main">
              <a:ext uri="{FF2B5EF4-FFF2-40B4-BE49-F238E27FC236}">
                <a16:creationId xmlns:a16="http://schemas.microsoft.com/office/drawing/2014/main" id="{C6D7C3B6-D6F0-47A7-9183-6808489D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814" y="2454565"/>
            <a:ext cx="297056" cy="284634"/>
          </a:xfrm>
          <a:custGeom xmlns:a="http://schemas.openxmlformats.org/drawingml/2006/main">
            <a:pathLst>
              <a:path w="297056" h="284634">
                <a:moveTo>
                  <a:pt x="297056" y="142236"/>
                </a:moveTo>
                <a:cubicBezTo>
                  <a:pt x="297056" y="221018"/>
                  <a:pt x="230643" y="284634"/>
                  <a:pt x="148528" y="284634"/>
                </a:cubicBezTo>
                <a:cubicBezTo>
                  <a:pt x="66413" y="284634"/>
                  <a:pt x="0" y="221018"/>
                  <a:pt x="0" y="142236"/>
                </a:cubicBezTo>
                <a:cubicBezTo>
                  <a:pt x="0" y="63670"/>
                  <a:pt x="66413" y="0"/>
                  <a:pt x="148528" y="0"/>
                </a:cubicBezTo>
                <a:cubicBezTo>
                  <a:pt x="230643" y="0"/>
                  <a:pt x="297056" y="63670"/>
                  <a:pt x="297056" y="142236"/>
                </a:cubicBezTo>
              </a:path>
            </a:pathLst>
          </a:custGeom>
          <a:solidFill xmlns:a="http://schemas.openxmlformats.org/drawingml/2006/main">
            <a:srgbClr val="63D4DB">
              <a:alpha val="6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df-path-82">
            <a:extLst xmlns:a="http://schemas.openxmlformats.org/drawingml/2006/main">
              <a:ext uri="{FF2B5EF4-FFF2-40B4-BE49-F238E27FC236}">
                <a16:creationId xmlns:a16="http://schemas.microsoft.com/office/drawing/2014/main" id="{AFAEC42E-EF7F-4C72-BD94-602B9104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046" y="2494897"/>
            <a:ext cx="129384" cy="183375"/>
          </a:xfrm>
          <a:custGeom xmlns:a="http://schemas.openxmlformats.org/drawingml/2006/main">
            <a:pathLst>
              <a:path w="129384" h="183375">
                <a:moveTo>
                  <a:pt x="92225" y="5915"/>
                </a:moveTo>
                <a:cubicBezTo>
                  <a:pt x="92817" y="3388"/>
                  <a:pt x="92817" y="2958"/>
                  <a:pt x="92817" y="2743"/>
                </a:cubicBezTo>
                <a:cubicBezTo>
                  <a:pt x="92817" y="0"/>
                  <a:pt x="89913" y="0"/>
                  <a:pt x="88192" y="0"/>
                </a:cubicBezTo>
                <a:cubicBezTo>
                  <a:pt x="83997" y="0"/>
                  <a:pt x="83783" y="430"/>
                  <a:pt x="82761" y="4625"/>
                </a:cubicBezTo>
                <a:lnTo>
                  <a:pt x="72651" y="45171"/>
                </a:lnTo>
                <a:cubicBezTo>
                  <a:pt x="71844" y="47914"/>
                  <a:pt x="71844" y="48129"/>
                  <a:pt x="71629" y="48345"/>
                </a:cubicBezTo>
                <a:cubicBezTo>
                  <a:pt x="71199" y="48559"/>
                  <a:pt x="70984" y="48774"/>
                  <a:pt x="67435" y="48936"/>
                </a:cubicBezTo>
                <a:cubicBezTo>
                  <a:pt x="25221" y="51248"/>
                  <a:pt x="0" y="80449"/>
                  <a:pt x="0" y="106530"/>
                </a:cubicBezTo>
                <a:cubicBezTo>
                  <a:pt x="0" y="128363"/>
                  <a:pt x="17638" y="143258"/>
                  <a:pt x="47861" y="144333"/>
                </a:cubicBezTo>
                <a:lnTo>
                  <a:pt x="39041" y="180686"/>
                </a:lnTo>
                <a:cubicBezTo>
                  <a:pt x="39041" y="183375"/>
                  <a:pt x="41784" y="183375"/>
                  <a:pt x="43666" y="183375"/>
                </a:cubicBezTo>
                <a:cubicBezTo>
                  <a:pt x="47054" y="183375"/>
                  <a:pt x="48076" y="183213"/>
                  <a:pt x="48721" y="179826"/>
                </a:cubicBezTo>
                <a:lnTo>
                  <a:pt x="56088" y="151056"/>
                </a:lnTo>
                <a:cubicBezTo>
                  <a:pt x="57325" y="145194"/>
                  <a:pt x="57540" y="144979"/>
                  <a:pt x="57755" y="144764"/>
                </a:cubicBezTo>
                <a:cubicBezTo>
                  <a:pt x="58185" y="144549"/>
                  <a:pt x="58615" y="144549"/>
                  <a:pt x="61950" y="144333"/>
                </a:cubicBezTo>
                <a:cubicBezTo>
                  <a:pt x="103572" y="141806"/>
                  <a:pt x="129384" y="113251"/>
                  <a:pt x="129384" y="86794"/>
                </a:cubicBezTo>
                <a:cubicBezTo>
                  <a:pt x="129384" y="64907"/>
                  <a:pt x="111746" y="50011"/>
                  <a:pt x="81470" y="48936"/>
                </a:cubicBezTo>
                <a:lnTo>
                  <a:pt x="92225" y="5915"/>
                </a:lnTo>
                <a:moveTo>
                  <a:pt x="49581" y="136966"/>
                </a:moveTo>
                <a:cubicBezTo>
                  <a:pt x="31943" y="135944"/>
                  <a:pt x="21188" y="128363"/>
                  <a:pt x="21188" y="111746"/>
                </a:cubicBezTo>
                <a:cubicBezTo>
                  <a:pt x="21188" y="106099"/>
                  <a:pt x="23500" y="87170"/>
                  <a:pt x="34040" y="73726"/>
                </a:cubicBezTo>
                <a:cubicBezTo>
                  <a:pt x="41138" y="64692"/>
                  <a:pt x="53130" y="57755"/>
                  <a:pt x="69962" y="56303"/>
                </a:cubicBezTo>
                <a:lnTo>
                  <a:pt x="49581" y="136966"/>
                </a:lnTo>
                <a:moveTo>
                  <a:pt x="79803" y="56303"/>
                </a:moveTo>
                <a:cubicBezTo>
                  <a:pt x="97226" y="57379"/>
                  <a:pt x="108197" y="64907"/>
                  <a:pt x="108197" y="81524"/>
                </a:cubicBezTo>
                <a:cubicBezTo>
                  <a:pt x="108197" y="87170"/>
                  <a:pt x="105884" y="106099"/>
                  <a:pt x="95344" y="119543"/>
                </a:cubicBezTo>
                <a:cubicBezTo>
                  <a:pt x="88192" y="128577"/>
                  <a:pt x="76254" y="135515"/>
                  <a:pt x="59422" y="136966"/>
                </a:cubicBezTo>
                <a:lnTo>
                  <a:pt x="79803" y="5630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pdf-path-83">
            <a:extLst xmlns:a="http://schemas.openxmlformats.org/drawingml/2006/main">
              <a:ext uri="{FF2B5EF4-FFF2-40B4-BE49-F238E27FC236}">
                <a16:creationId xmlns:a16="http://schemas.microsoft.com/office/drawing/2014/main" id="{BE142FA6-0102-4E3F-82B2-D9AC452C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8034" y="2599920"/>
            <a:ext cx="44311" cy="86794"/>
          </a:xfrm>
          <a:custGeom xmlns:a="http://schemas.openxmlformats.org/drawingml/2006/main">
            <a:pathLst>
              <a:path w="44311" h="86794">
                <a:moveTo>
                  <a:pt x="26673" y="31136"/>
                </a:moveTo>
                <a:lnTo>
                  <a:pt x="40116" y="31136"/>
                </a:lnTo>
                <a:cubicBezTo>
                  <a:pt x="42644" y="31136"/>
                  <a:pt x="44311" y="31136"/>
                  <a:pt x="44311" y="28609"/>
                </a:cubicBezTo>
                <a:cubicBezTo>
                  <a:pt x="44311" y="26511"/>
                  <a:pt x="42429" y="26511"/>
                  <a:pt x="40116" y="26511"/>
                </a:cubicBezTo>
                <a:lnTo>
                  <a:pt x="27748" y="26511"/>
                </a:lnTo>
                <a:lnTo>
                  <a:pt x="32804" y="7152"/>
                </a:lnTo>
                <a:cubicBezTo>
                  <a:pt x="33180" y="5055"/>
                  <a:pt x="33180" y="4410"/>
                  <a:pt x="33180" y="4410"/>
                </a:cubicBezTo>
                <a:cubicBezTo>
                  <a:pt x="33180" y="1506"/>
                  <a:pt x="31082" y="0"/>
                  <a:pt x="28770" y="0"/>
                </a:cubicBezTo>
                <a:cubicBezTo>
                  <a:pt x="24145" y="0"/>
                  <a:pt x="23124" y="3818"/>
                  <a:pt x="21672" y="9895"/>
                </a:cubicBezTo>
                <a:lnTo>
                  <a:pt x="17423" y="26511"/>
                </a:lnTo>
                <a:lnTo>
                  <a:pt x="4195" y="26511"/>
                </a:lnTo>
                <a:cubicBezTo>
                  <a:pt x="1667" y="26511"/>
                  <a:pt x="0" y="26511"/>
                  <a:pt x="0" y="29200"/>
                </a:cubicBezTo>
                <a:cubicBezTo>
                  <a:pt x="0" y="31136"/>
                  <a:pt x="1667" y="31136"/>
                  <a:pt x="3980" y="31136"/>
                </a:cubicBezTo>
                <a:lnTo>
                  <a:pt x="16402" y="31136"/>
                </a:lnTo>
                <a:lnTo>
                  <a:pt x="8228" y="63886"/>
                </a:lnTo>
                <a:cubicBezTo>
                  <a:pt x="7367" y="67219"/>
                  <a:pt x="6077" y="72059"/>
                  <a:pt x="6077" y="73942"/>
                </a:cubicBezTo>
                <a:cubicBezTo>
                  <a:pt x="6077" y="82169"/>
                  <a:pt x="12799" y="86794"/>
                  <a:pt x="19951" y="86794"/>
                </a:cubicBezTo>
                <a:cubicBezTo>
                  <a:pt x="34685" y="86794"/>
                  <a:pt x="42859" y="67435"/>
                  <a:pt x="42859" y="65983"/>
                </a:cubicBezTo>
                <a:cubicBezTo>
                  <a:pt x="42859" y="64531"/>
                  <a:pt x="41838" y="64101"/>
                  <a:pt x="40977" y="64101"/>
                </a:cubicBezTo>
                <a:cubicBezTo>
                  <a:pt x="39525" y="64101"/>
                  <a:pt x="39310" y="64746"/>
                  <a:pt x="38235" y="66843"/>
                </a:cubicBezTo>
                <a:cubicBezTo>
                  <a:pt x="35492" y="73350"/>
                  <a:pt x="28770" y="82976"/>
                  <a:pt x="20381" y="82976"/>
                </a:cubicBezTo>
                <a:cubicBezTo>
                  <a:pt x="17639" y="82976"/>
                  <a:pt x="15971" y="81094"/>
                  <a:pt x="15971" y="76469"/>
                </a:cubicBezTo>
                <a:cubicBezTo>
                  <a:pt x="15971" y="73942"/>
                  <a:pt x="16402" y="72490"/>
                  <a:pt x="16832" y="70607"/>
                </a:cubicBezTo>
                <a:lnTo>
                  <a:pt x="26673" y="3113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df-path-84">
            <a:extLst xmlns:a="http://schemas.openxmlformats.org/drawingml/2006/main">
              <a:ext uri="{FF2B5EF4-FFF2-40B4-BE49-F238E27FC236}">
                <a16:creationId xmlns:a16="http://schemas.microsoft.com/office/drawing/2014/main" id="{F71CE6BA-6F95-48D9-BDE2-A47D4488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787" y="758752"/>
            <a:ext cx="113412" cy="94107"/>
          </a:xfrm>
          <a:custGeom xmlns:a="http://schemas.openxmlformats.org/drawingml/2006/main">
            <a:pathLst>
              <a:path w="113412" h="94107">
                <a:moveTo>
                  <a:pt x="96205" y="27533"/>
                </a:moveTo>
                <a:cubicBezTo>
                  <a:pt x="97442" y="22478"/>
                  <a:pt x="99324" y="14304"/>
                  <a:pt x="99324" y="12422"/>
                </a:cubicBezTo>
                <a:cubicBezTo>
                  <a:pt x="99324" y="5862"/>
                  <a:pt x="94107" y="3388"/>
                  <a:pt x="89859" y="3388"/>
                </a:cubicBezTo>
                <a:cubicBezTo>
                  <a:pt x="85880" y="3388"/>
                  <a:pt x="81900" y="5485"/>
                  <a:pt x="79373" y="8389"/>
                </a:cubicBezTo>
                <a:cubicBezTo>
                  <a:pt x="76254" y="5270"/>
                  <a:pt x="69532" y="0"/>
                  <a:pt x="57755" y="0"/>
                </a:cubicBezTo>
                <a:cubicBezTo>
                  <a:pt x="22049" y="0"/>
                  <a:pt x="0" y="32373"/>
                  <a:pt x="0" y="60283"/>
                </a:cubicBezTo>
                <a:cubicBezTo>
                  <a:pt x="0" y="85503"/>
                  <a:pt x="18660" y="94107"/>
                  <a:pt x="35707" y="94107"/>
                </a:cubicBezTo>
                <a:cubicBezTo>
                  <a:pt x="50173" y="94107"/>
                  <a:pt x="60874" y="86149"/>
                  <a:pt x="64262" y="82976"/>
                </a:cubicBezTo>
                <a:cubicBezTo>
                  <a:pt x="72006" y="94107"/>
                  <a:pt x="85449" y="94107"/>
                  <a:pt x="87762" y="94107"/>
                </a:cubicBezTo>
                <a:cubicBezTo>
                  <a:pt x="95344" y="94107"/>
                  <a:pt x="101205" y="89913"/>
                  <a:pt x="105616" y="82331"/>
                </a:cubicBezTo>
                <a:cubicBezTo>
                  <a:pt x="110671" y="74157"/>
                  <a:pt x="113412" y="63240"/>
                  <a:pt x="113412" y="62165"/>
                </a:cubicBezTo>
                <a:cubicBezTo>
                  <a:pt x="113412" y="59261"/>
                  <a:pt x="110240" y="59261"/>
                  <a:pt x="108358" y="59261"/>
                </a:cubicBezTo>
                <a:cubicBezTo>
                  <a:pt x="106262" y="59261"/>
                  <a:pt x="105454" y="59261"/>
                  <a:pt x="104379" y="60283"/>
                </a:cubicBezTo>
                <a:cubicBezTo>
                  <a:pt x="103948" y="60713"/>
                  <a:pt x="103948" y="61143"/>
                  <a:pt x="102711" y="66198"/>
                </a:cubicBezTo>
                <a:cubicBezTo>
                  <a:pt x="98517" y="82546"/>
                  <a:pt x="93893" y="86740"/>
                  <a:pt x="88837" y="86740"/>
                </a:cubicBezTo>
                <a:cubicBezTo>
                  <a:pt x="86526" y="86740"/>
                  <a:pt x="83998" y="85933"/>
                  <a:pt x="83998" y="79212"/>
                </a:cubicBezTo>
                <a:cubicBezTo>
                  <a:pt x="83998" y="75608"/>
                  <a:pt x="84858" y="72490"/>
                  <a:pt x="86955" y="64262"/>
                </a:cubicBezTo>
                <a:cubicBezTo>
                  <a:pt x="88407" y="58400"/>
                  <a:pt x="90504" y="50226"/>
                  <a:pt x="91365" y="45817"/>
                </a:cubicBezTo>
                <a:lnTo>
                  <a:pt x="96205" y="27533"/>
                </a:lnTo>
                <a:moveTo>
                  <a:pt x="62164" y="73511"/>
                </a:moveTo>
                <a:cubicBezTo>
                  <a:pt x="56250" y="80448"/>
                  <a:pt x="46624" y="86740"/>
                  <a:pt x="36729" y="86740"/>
                </a:cubicBezTo>
                <a:cubicBezTo>
                  <a:pt x="24146" y="86740"/>
                  <a:pt x="23070" y="75608"/>
                  <a:pt x="23070" y="71199"/>
                </a:cubicBezTo>
                <a:cubicBezTo>
                  <a:pt x="23070" y="60498"/>
                  <a:pt x="30007" y="35277"/>
                  <a:pt x="33179" y="27318"/>
                </a:cubicBezTo>
                <a:cubicBezTo>
                  <a:pt x="39687" y="12422"/>
                  <a:pt x="49528" y="7367"/>
                  <a:pt x="57971" y="7367"/>
                </a:cubicBezTo>
                <a:cubicBezTo>
                  <a:pt x="70123" y="7367"/>
                  <a:pt x="74964" y="16832"/>
                  <a:pt x="74964" y="19144"/>
                </a:cubicBezTo>
                <a:lnTo>
                  <a:pt x="74533" y="22048"/>
                </a:lnTo>
                <a:lnTo>
                  <a:pt x="62164" y="7351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pdf-path-85">
            <a:extLst xmlns:a="http://schemas.openxmlformats.org/drawingml/2006/main">
              <a:ext uri="{FF2B5EF4-FFF2-40B4-BE49-F238E27FC236}">
                <a16:creationId xmlns:a16="http://schemas.microsoft.com/office/drawing/2014/main" id="{14AD6DBD-5C51-4434-8652-2498EDCD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6471" y="796556"/>
            <a:ext cx="44365" cy="86794"/>
          </a:xfrm>
          <a:custGeom xmlns:a="http://schemas.openxmlformats.org/drawingml/2006/main">
            <a:pathLst>
              <a:path w="44365" h="86794">
                <a:moveTo>
                  <a:pt x="26673" y="31082"/>
                </a:moveTo>
                <a:lnTo>
                  <a:pt x="40116" y="31082"/>
                </a:lnTo>
                <a:cubicBezTo>
                  <a:pt x="42644" y="31082"/>
                  <a:pt x="44365" y="31082"/>
                  <a:pt x="44365" y="28394"/>
                </a:cubicBezTo>
                <a:cubicBezTo>
                  <a:pt x="44365" y="26458"/>
                  <a:pt x="42644" y="26458"/>
                  <a:pt x="40332" y="26458"/>
                </a:cubicBezTo>
                <a:lnTo>
                  <a:pt x="27964" y="26458"/>
                </a:lnTo>
                <a:lnTo>
                  <a:pt x="32804" y="7152"/>
                </a:lnTo>
                <a:cubicBezTo>
                  <a:pt x="33395" y="5055"/>
                  <a:pt x="33395" y="4410"/>
                  <a:pt x="33395" y="4195"/>
                </a:cubicBezTo>
                <a:cubicBezTo>
                  <a:pt x="33395" y="1506"/>
                  <a:pt x="31136" y="0"/>
                  <a:pt x="28824" y="0"/>
                </a:cubicBezTo>
                <a:cubicBezTo>
                  <a:pt x="24199" y="0"/>
                  <a:pt x="23124" y="3818"/>
                  <a:pt x="21671" y="9895"/>
                </a:cubicBezTo>
                <a:lnTo>
                  <a:pt x="17477" y="26458"/>
                </a:lnTo>
                <a:lnTo>
                  <a:pt x="4410" y="26458"/>
                </a:lnTo>
                <a:cubicBezTo>
                  <a:pt x="1721" y="26458"/>
                  <a:pt x="0" y="26458"/>
                  <a:pt x="0" y="29200"/>
                </a:cubicBezTo>
                <a:cubicBezTo>
                  <a:pt x="0" y="31082"/>
                  <a:pt x="1721" y="31082"/>
                  <a:pt x="4033" y="31082"/>
                </a:cubicBezTo>
                <a:lnTo>
                  <a:pt x="16402" y="31082"/>
                </a:lnTo>
                <a:lnTo>
                  <a:pt x="8228" y="63885"/>
                </a:lnTo>
                <a:cubicBezTo>
                  <a:pt x="7368" y="67219"/>
                  <a:pt x="6130" y="72059"/>
                  <a:pt x="6130" y="73942"/>
                </a:cubicBezTo>
                <a:cubicBezTo>
                  <a:pt x="6130" y="82169"/>
                  <a:pt x="12853" y="86794"/>
                  <a:pt x="20166" y="86794"/>
                </a:cubicBezTo>
                <a:cubicBezTo>
                  <a:pt x="34685" y="86794"/>
                  <a:pt x="43074" y="67435"/>
                  <a:pt x="43074" y="65767"/>
                </a:cubicBezTo>
                <a:cubicBezTo>
                  <a:pt x="43074" y="64316"/>
                  <a:pt x="41838" y="64101"/>
                  <a:pt x="40977" y="64101"/>
                </a:cubicBezTo>
                <a:cubicBezTo>
                  <a:pt x="39525" y="64101"/>
                  <a:pt x="39310" y="64692"/>
                  <a:pt x="38449" y="66628"/>
                </a:cubicBezTo>
                <a:cubicBezTo>
                  <a:pt x="35707" y="73350"/>
                  <a:pt x="28824" y="82976"/>
                  <a:pt x="20380" y="82976"/>
                </a:cubicBezTo>
                <a:cubicBezTo>
                  <a:pt x="17693" y="82976"/>
                  <a:pt x="15971" y="81094"/>
                  <a:pt x="15971" y="76469"/>
                </a:cubicBezTo>
                <a:cubicBezTo>
                  <a:pt x="15971" y="73942"/>
                  <a:pt x="16402" y="72490"/>
                  <a:pt x="16831" y="70607"/>
                </a:cubicBezTo>
                <a:lnTo>
                  <a:pt x="26673" y="3108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pdf-path-86">
            <a:extLst xmlns:a="http://schemas.openxmlformats.org/drawingml/2006/main">
              <a:ext uri="{FF2B5EF4-FFF2-40B4-BE49-F238E27FC236}">
                <a16:creationId xmlns:a16="http://schemas.microsoft.com/office/drawing/2014/main" id="{C049CC38-E5E6-4358-98A1-EB6F624D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7985" y="246217"/>
            <a:ext cx="102066" cy="94752"/>
          </a:xfrm>
          <a:custGeom xmlns:a="http://schemas.openxmlformats.org/drawingml/2006/main">
            <a:pathLst>
              <a:path w="102066" h="94752">
                <a:moveTo>
                  <a:pt x="40977" y="22908"/>
                </a:moveTo>
                <a:cubicBezTo>
                  <a:pt x="43880" y="22693"/>
                  <a:pt x="46624" y="22908"/>
                  <a:pt x="49366" y="22693"/>
                </a:cubicBezTo>
                <a:cubicBezTo>
                  <a:pt x="57540" y="22263"/>
                  <a:pt x="67649" y="21618"/>
                  <a:pt x="76038" y="21402"/>
                </a:cubicBezTo>
                <a:cubicBezTo>
                  <a:pt x="70123" y="26888"/>
                  <a:pt x="67004" y="30222"/>
                  <a:pt x="46193" y="45978"/>
                </a:cubicBezTo>
                <a:cubicBezTo>
                  <a:pt x="4624" y="77706"/>
                  <a:pt x="0" y="90934"/>
                  <a:pt x="0" y="91795"/>
                </a:cubicBezTo>
                <a:cubicBezTo>
                  <a:pt x="0" y="94752"/>
                  <a:pt x="2904" y="94752"/>
                  <a:pt x="4840" y="94752"/>
                </a:cubicBezTo>
                <a:cubicBezTo>
                  <a:pt x="7959" y="94752"/>
                  <a:pt x="8174" y="94537"/>
                  <a:pt x="9626" y="92440"/>
                </a:cubicBezTo>
                <a:cubicBezTo>
                  <a:pt x="16993" y="82115"/>
                  <a:pt x="24790" y="80663"/>
                  <a:pt x="27910" y="80663"/>
                </a:cubicBezTo>
                <a:cubicBezTo>
                  <a:pt x="33609" y="80663"/>
                  <a:pt x="38235" y="84212"/>
                  <a:pt x="41353" y="86525"/>
                </a:cubicBezTo>
                <a:cubicBezTo>
                  <a:pt x="47645" y="90934"/>
                  <a:pt x="52915" y="94752"/>
                  <a:pt x="60712" y="94752"/>
                </a:cubicBezTo>
                <a:cubicBezTo>
                  <a:pt x="83783" y="94752"/>
                  <a:pt x="98731" y="69532"/>
                  <a:pt x="98731" y="61734"/>
                </a:cubicBezTo>
                <a:cubicBezTo>
                  <a:pt x="98731" y="58830"/>
                  <a:pt x="95344" y="58830"/>
                  <a:pt x="93892" y="58830"/>
                </a:cubicBezTo>
                <a:cubicBezTo>
                  <a:pt x="92441" y="58830"/>
                  <a:pt x="90128" y="58830"/>
                  <a:pt x="89483" y="60713"/>
                </a:cubicBezTo>
                <a:cubicBezTo>
                  <a:pt x="87815" y="64692"/>
                  <a:pt x="85718" y="69747"/>
                  <a:pt x="71845" y="71414"/>
                </a:cubicBezTo>
                <a:cubicBezTo>
                  <a:pt x="70553" y="71629"/>
                  <a:pt x="30437" y="73296"/>
                  <a:pt x="25812" y="73511"/>
                </a:cubicBezTo>
                <a:cubicBezTo>
                  <a:pt x="31727" y="67865"/>
                  <a:pt x="35062" y="64692"/>
                  <a:pt x="56088" y="48721"/>
                </a:cubicBezTo>
                <a:cubicBezTo>
                  <a:pt x="97656" y="16993"/>
                  <a:pt x="102066" y="3764"/>
                  <a:pt x="102066" y="2958"/>
                </a:cubicBezTo>
                <a:cubicBezTo>
                  <a:pt x="102066" y="0"/>
                  <a:pt x="99162" y="0"/>
                  <a:pt x="97441" y="0"/>
                </a:cubicBezTo>
                <a:cubicBezTo>
                  <a:pt x="94322" y="0"/>
                  <a:pt x="93892" y="0"/>
                  <a:pt x="92601" y="2097"/>
                </a:cubicBezTo>
                <a:cubicBezTo>
                  <a:pt x="87815" y="9249"/>
                  <a:pt x="83783" y="14089"/>
                  <a:pt x="78781" y="14089"/>
                </a:cubicBezTo>
                <a:cubicBezTo>
                  <a:pt x="73511" y="14089"/>
                  <a:pt x="68887" y="10701"/>
                  <a:pt x="64261" y="7367"/>
                </a:cubicBezTo>
                <a:cubicBezTo>
                  <a:pt x="59207" y="3764"/>
                  <a:pt x="54205" y="0"/>
                  <a:pt x="46624" y="0"/>
                </a:cubicBezTo>
                <a:cubicBezTo>
                  <a:pt x="28340" y="0"/>
                  <a:pt x="16563" y="18284"/>
                  <a:pt x="16563" y="24790"/>
                </a:cubicBezTo>
                <a:cubicBezTo>
                  <a:pt x="16563" y="27533"/>
                  <a:pt x="19951" y="27533"/>
                  <a:pt x="21618" y="27533"/>
                </a:cubicBezTo>
                <a:cubicBezTo>
                  <a:pt x="23500" y="27533"/>
                  <a:pt x="25812" y="27533"/>
                  <a:pt x="26242" y="25006"/>
                </a:cubicBezTo>
                <a:cubicBezTo>
                  <a:pt x="29200" y="23500"/>
                  <a:pt x="30652" y="23285"/>
                  <a:pt x="36729" y="22908"/>
                </a:cubicBezTo>
                <a:lnTo>
                  <a:pt x="40977" y="2290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df-path-87">
            <a:extLst xmlns:a="http://schemas.openxmlformats.org/drawingml/2006/main">
              <a:ext uri="{FF2B5EF4-FFF2-40B4-BE49-F238E27FC236}">
                <a16:creationId xmlns:a16="http://schemas.microsoft.com/office/drawing/2014/main" id="{5C1E89A6-2D39-4038-92C2-7CFD0EB1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772" y="773272"/>
            <a:ext cx="85933" cy="94107"/>
          </a:xfrm>
          <a:custGeom xmlns:a="http://schemas.openxmlformats.org/drawingml/2006/main">
            <a:pathLst>
              <a:path w="85933" h="94107">
                <a:moveTo>
                  <a:pt x="73134" y="11723"/>
                </a:moveTo>
                <a:cubicBezTo>
                  <a:pt x="66413" y="14466"/>
                  <a:pt x="64531" y="20542"/>
                  <a:pt x="64531" y="23500"/>
                </a:cubicBezTo>
                <a:cubicBezTo>
                  <a:pt x="64531" y="28770"/>
                  <a:pt x="68940" y="31889"/>
                  <a:pt x="73349" y="31889"/>
                </a:cubicBezTo>
                <a:cubicBezTo>
                  <a:pt x="78351" y="31889"/>
                  <a:pt x="85933" y="27694"/>
                  <a:pt x="85933" y="17853"/>
                </a:cubicBezTo>
                <a:cubicBezTo>
                  <a:pt x="85933" y="7098"/>
                  <a:pt x="75016" y="0"/>
                  <a:pt x="56519" y="0"/>
                </a:cubicBezTo>
                <a:cubicBezTo>
                  <a:pt x="50657" y="0"/>
                  <a:pt x="39094" y="376"/>
                  <a:pt x="29630" y="7529"/>
                </a:cubicBezTo>
                <a:cubicBezTo>
                  <a:pt x="20381" y="14466"/>
                  <a:pt x="17261" y="26243"/>
                  <a:pt x="17261" y="31512"/>
                </a:cubicBezTo>
                <a:cubicBezTo>
                  <a:pt x="17261" y="37589"/>
                  <a:pt x="19951" y="43236"/>
                  <a:pt x="24576" y="47054"/>
                </a:cubicBezTo>
                <a:cubicBezTo>
                  <a:pt x="30275" y="51463"/>
                  <a:pt x="33825" y="52055"/>
                  <a:pt x="47699" y="54797"/>
                </a:cubicBezTo>
                <a:cubicBezTo>
                  <a:pt x="53775" y="55873"/>
                  <a:pt x="66197" y="58185"/>
                  <a:pt x="66197" y="67435"/>
                </a:cubicBezTo>
                <a:cubicBezTo>
                  <a:pt x="66197" y="68241"/>
                  <a:pt x="66197" y="86740"/>
                  <a:pt x="35707" y="86740"/>
                </a:cubicBezTo>
                <a:cubicBezTo>
                  <a:pt x="25650" y="86740"/>
                  <a:pt x="18069" y="84858"/>
                  <a:pt x="13443" y="81470"/>
                </a:cubicBezTo>
                <a:cubicBezTo>
                  <a:pt x="20381" y="79373"/>
                  <a:pt x="24790" y="73511"/>
                  <a:pt x="24790" y="67435"/>
                </a:cubicBezTo>
                <a:cubicBezTo>
                  <a:pt x="24790" y="59852"/>
                  <a:pt x="18928" y="57970"/>
                  <a:pt x="14734" y="57970"/>
                </a:cubicBezTo>
                <a:cubicBezTo>
                  <a:pt x="7797" y="57970"/>
                  <a:pt x="0" y="63617"/>
                  <a:pt x="0" y="73941"/>
                </a:cubicBezTo>
                <a:cubicBezTo>
                  <a:pt x="0" y="87170"/>
                  <a:pt x="14304" y="94107"/>
                  <a:pt x="35330" y="94107"/>
                </a:cubicBezTo>
                <a:cubicBezTo>
                  <a:pt x="81954" y="94107"/>
                  <a:pt x="81954" y="59207"/>
                  <a:pt x="81954" y="58992"/>
                </a:cubicBezTo>
                <a:cubicBezTo>
                  <a:pt x="81954" y="51893"/>
                  <a:pt x="78566" y="46408"/>
                  <a:pt x="73726" y="42429"/>
                </a:cubicBezTo>
                <a:cubicBezTo>
                  <a:pt x="67435" y="36729"/>
                  <a:pt x="59691" y="35277"/>
                  <a:pt x="52539" y="34201"/>
                </a:cubicBezTo>
                <a:cubicBezTo>
                  <a:pt x="41192" y="32104"/>
                  <a:pt x="33233" y="30652"/>
                  <a:pt x="33233" y="23070"/>
                </a:cubicBezTo>
                <a:cubicBezTo>
                  <a:pt x="33233" y="22693"/>
                  <a:pt x="33233" y="7313"/>
                  <a:pt x="56088" y="7313"/>
                </a:cubicBezTo>
                <a:cubicBezTo>
                  <a:pt x="60282" y="7313"/>
                  <a:pt x="67649" y="7744"/>
                  <a:pt x="73134" y="1172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df-path-88">
            <a:extLst xmlns:a="http://schemas.openxmlformats.org/drawingml/2006/main">
              <a:ext uri="{FF2B5EF4-FFF2-40B4-BE49-F238E27FC236}">
                <a16:creationId xmlns:a16="http://schemas.microsoft.com/office/drawing/2014/main" id="{897D21D0-69A1-4E59-B2B6-801EFDE7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1387" y="811076"/>
            <a:ext cx="44364" cy="86955"/>
          </a:xfrm>
          <a:custGeom xmlns:a="http://schemas.openxmlformats.org/drawingml/2006/main">
            <a:pathLst>
              <a:path w="44364" h="86955">
                <a:moveTo>
                  <a:pt x="26726" y="31082"/>
                </a:moveTo>
                <a:lnTo>
                  <a:pt x="40170" y="31082"/>
                </a:lnTo>
                <a:cubicBezTo>
                  <a:pt x="42644" y="31082"/>
                  <a:pt x="44364" y="31082"/>
                  <a:pt x="44364" y="28555"/>
                </a:cubicBezTo>
                <a:cubicBezTo>
                  <a:pt x="44364" y="26673"/>
                  <a:pt x="42644" y="26673"/>
                  <a:pt x="40332" y="26673"/>
                </a:cubicBezTo>
                <a:lnTo>
                  <a:pt x="27963" y="26673"/>
                </a:lnTo>
                <a:lnTo>
                  <a:pt x="32803" y="7152"/>
                </a:lnTo>
                <a:cubicBezTo>
                  <a:pt x="33448" y="5055"/>
                  <a:pt x="33448" y="4410"/>
                  <a:pt x="33448" y="4410"/>
                </a:cubicBezTo>
                <a:cubicBezTo>
                  <a:pt x="33448" y="1452"/>
                  <a:pt x="31135" y="0"/>
                  <a:pt x="28824" y="0"/>
                </a:cubicBezTo>
                <a:cubicBezTo>
                  <a:pt x="24199" y="0"/>
                  <a:pt x="23123" y="3764"/>
                  <a:pt x="21672" y="9841"/>
                </a:cubicBezTo>
                <a:lnTo>
                  <a:pt x="17477" y="26673"/>
                </a:lnTo>
                <a:lnTo>
                  <a:pt x="4463" y="26673"/>
                </a:lnTo>
                <a:cubicBezTo>
                  <a:pt x="1721" y="26673"/>
                  <a:pt x="0" y="26673"/>
                  <a:pt x="0" y="29200"/>
                </a:cubicBezTo>
                <a:cubicBezTo>
                  <a:pt x="0" y="31082"/>
                  <a:pt x="1721" y="31082"/>
                  <a:pt x="4032" y="31082"/>
                </a:cubicBezTo>
                <a:lnTo>
                  <a:pt x="16401" y="31082"/>
                </a:lnTo>
                <a:lnTo>
                  <a:pt x="8228" y="63832"/>
                </a:lnTo>
                <a:cubicBezTo>
                  <a:pt x="7367" y="67219"/>
                  <a:pt x="6130" y="72059"/>
                  <a:pt x="6130" y="73941"/>
                </a:cubicBezTo>
                <a:cubicBezTo>
                  <a:pt x="6130" y="82115"/>
                  <a:pt x="12852" y="86955"/>
                  <a:pt x="20005" y="86955"/>
                </a:cubicBezTo>
                <a:cubicBezTo>
                  <a:pt x="34685" y="86955"/>
                  <a:pt x="43074" y="67650"/>
                  <a:pt x="43074" y="65929"/>
                </a:cubicBezTo>
                <a:cubicBezTo>
                  <a:pt x="43074" y="64477"/>
                  <a:pt x="41837" y="64262"/>
                  <a:pt x="40976" y="64262"/>
                </a:cubicBezTo>
                <a:cubicBezTo>
                  <a:pt x="39524" y="64262"/>
                  <a:pt x="39310" y="64692"/>
                  <a:pt x="38449" y="66789"/>
                </a:cubicBezTo>
                <a:cubicBezTo>
                  <a:pt x="35761" y="73296"/>
                  <a:pt x="28824" y="82976"/>
                  <a:pt x="20381" y="82976"/>
                </a:cubicBezTo>
                <a:cubicBezTo>
                  <a:pt x="17692" y="82976"/>
                  <a:pt x="15971" y="81094"/>
                  <a:pt x="15971" y="76684"/>
                </a:cubicBezTo>
                <a:cubicBezTo>
                  <a:pt x="15971" y="73941"/>
                  <a:pt x="16401" y="72436"/>
                  <a:pt x="16831" y="70769"/>
                </a:cubicBezTo>
                <a:lnTo>
                  <a:pt x="26726" y="3108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pdf-path-89">
            <a:extLst xmlns:a="http://schemas.openxmlformats.org/drawingml/2006/main">
              <a:ext uri="{FF2B5EF4-FFF2-40B4-BE49-F238E27FC236}">
                <a16:creationId xmlns:a16="http://schemas.microsoft.com/office/drawing/2014/main" id="{9072AA41-A0F7-4815-8CFC-E0E0EBBF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550" y="813980"/>
            <a:ext cx="96420" cy="96850"/>
          </a:xfrm>
          <a:custGeom xmlns:a="http://schemas.openxmlformats.org/drawingml/2006/main">
            <a:pathLst>
              <a:path w="96420" h="96850">
                <a:moveTo>
                  <a:pt x="51463" y="51517"/>
                </a:moveTo>
                <a:lnTo>
                  <a:pt x="91580" y="51517"/>
                </a:lnTo>
                <a:cubicBezTo>
                  <a:pt x="93462" y="51517"/>
                  <a:pt x="96420" y="51517"/>
                  <a:pt x="96420" y="48344"/>
                </a:cubicBezTo>
                <a:cubicBezTo>
                  <a:pt x="96420" y="45171"/>
                  <a:pt x="93462" y="45171"/>
                  <a:pt x="91580" y="45171"/>
                </a:cubicBezTo>
                <a:lnTo>
                  <a:pt x="51463" y="45171"/>
                </a:lnTo>
                <a:lnTo>
                  <a:pt x="51463" y="5055"/>
                </a:lnTo>
                <a:cubicBezTo>
                  <a:pt x="51463" y="2958"/>
                  <a:pt x="51463" y="0"/>
                  <a:pt x="48291" y="0"/>
                </a:cubicBezTo>
                <a:cubicBezTo>
                  <a:pt x="45172" y="0"/>
                  <a:pt x="45172" y="2958"/>
                  <a:pt x="45172" y="5055"/>
                </a:cubicBezTo>
                <a:lnTo>
                  <a:pt x="45172" y="45171"/>
                </a:lnTo>
                <a:lnTo>
                  <a:pt x="4840" y="45171"/>
                </a:lnTo>
                <a:cubicBezTo>
                  <a:pt x="2957" y="45171"/>
                  <a:pt x="0" y="45171"/>
                  <a:pt x="0" y="48344"/>
                </a:cubicBezTo>
                <a:cubicBezTo>
                  <a:pt x="0" y="51517"/>
                  <a:pt x="2957" y="51517"/>
                  <a:pt x="4840" y="51517"/>
                </a:cubicBezTo>
                <a:lnTo>
                  <a:pt x="45172" y="51517"/>
                </a:lnTo>
                <a:lnTo>
                  <a:pt x="45172" y="91849"/>
                </a:lnTo>
                <a:cubicBezTo>
                  <a:pt x="45172" y="93731"/>
                  <a:pt x="45172" y="96850"/>
                  <a:pt x="48291" y="96850"/>
                </a:cubicBezTo>
                <a:cubicBezTo>
                  <a:pt x="51463" y="96850"/>
                  <a:pt x="51463" y="93731"/>
                  <a:pt x="51463" y="91849"/>
                </a:cubicBezTo>
                <a:lnTo>
                  <a:pt x="51463" y="5151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pdf-path-90">
            <a:extLst xmlns:a="http://schemas.openxmlformats.org/drawingml/2006/main">
              <a:ext uri="{FF2B5EF4-FFF2-40B4-BE49-F238E27FC236}">
                <a16:creationId xmlns:a16="http://schemas.microsoft.com/office/drawing/2014/main" id="{B440E1D5-CB94-4B4D-BE29-DEFC61DB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6372" y="805591"/>
            <a:ext cx="48130" cy="90988"/>
          </a:xfrm>
          <a:custGeom xmlns:a="http://schemas.openxmlformats.org/drawingml/2006/main">
            <a:pathLst>
              <a:path w="48130" h="90988">
                <a:moveTo>
                  <a:pt x="29846" y="3979"/>
                </a:moveTo>
                <a:cubicBezTo>
                  <a:pt x="29846" y="215"/>
                  <a:pt x="29630" y="0"/>
                  <a:pt x="25866" y="0"/>
                </a:cubicBezTo>
                <a:cubicBezTo>
                  <a:pt x="20381" y="5485"/>
                  <a:pt x="13068" y="8819"/>
                  <a:pt x="0" y="8819"/>
                </a:cubicBezTo>
                <a:lnTo>
                  <a:pt x="0" y="13444"/>
                </a:lnTo>
                <a:cubicBezTo>
                  <a:pt x="3818" y="13444"/>
                  <a:pt x="11132" y="13444"/>
                  <a:pt x="19144" y="9680"/>
                </a:cubicBezTo>
                <a:lnTo>
                  <a:pt x="19144" y="79857"/>
                </a:lnTo>
                <a:cubicBezTo>
                  <a:pt x="19144" y="84858"/>
                  <a:pt x="18714" y="86579"/>
                  <a:pt x="5700" y="86579"/>
                </a:cubicBezTo>
                <a:lnTo>
                  <a:pt x="861" y="86579"/>
                </a:lnTo>
                <a:lnTo>
                  <a:pt x="861" y="90988"/>
                </a:lnTo>
                <a:cubicBezTo>
                  <a:pt x="6507" y="90558"/>
                  <a:pt x="18283" y="90558"/>
                  <a:pt x="24360" y="90558"/>
                </a:cubicBezTo>
                <a:cubicBezTo>
                  <a:pt x="30491" y="90558"/>
                  <a:pt x="42429" y="90558"/>
                  <a:pt x="48130" y="90988"/>
                </a:cubicBezTo>
                <a:lnTo>
                  <a:pt x="48130" y="86579"/>
                </a:lnTo>
                <a:lnTo>
                  <a:pt x="43290" y="86579"/>
                </a:lnTo>
                <a:cubicBezTo>
                  <a:pt x="30275" y="86579"/>
                  <a:pt x="29846" y="84858"/>
                  <a:pt x="29846" y="79857"/>
                </a:cubicBezTo>
                <a:lnTo>
                  <a:pt x="29846" y="397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D57A17C-ECC3-4870-AC9B-BB48B00BFA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e38da62dee4ca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6600" y="171450"/>
            <a:ext cx="257175" cy="228600"/>
          </a:xfrm>
          <a:prstGeom xmlns:a="http://schemas.openxmlformats.org/drawingml/2006/main" prst="rect">
            <a:avLst/>
          </a:prstGeom>
        </p:spPr>
      </p:pic>
      <p:sp>
        <p:nvSpPr>
          <p:cNvPr id="85" name="pdf-raster-0">
            <a:extLst xmlns:a="http://schemas.openxmlformats.org/drawingml/2006/main">
              <a:ext uri="{FF2B5EF4-FFF2-40B4-BE49-F238E27FC236}">
                <a16:creationId xmlns:a16="http://schemas.microsoft.com/office/drawing/2014/main" id="{80A15F0F-DF21-44E3-8E3A-D49C9A16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1450"/>
            <a:ext cx="257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E6F3714-3BE6-4EE0-AB90-B85613BA53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3b49c8243c483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86075" y="2457450"/>
            <a:ext cx="257175" cy="228600"/>
          </a:xfrm>
          <a:prstGeom xmlns:a="http://schemas.openxmlformats.org/drawingml/2006/main" prst="rect">
            <a:avLst/>
          </a:prstGeom>
        </p:spPr>
      </p:pic>
      <p:sp>
        <p:nvSpPr>
          <p:cNvPr id="87" name="pdf-raster-1">
            <a:extLst xmlns:a="http://schemas.openxmlformats.org/drawingml/2006/main">
              <a:ext uri="{FF2B5EF4-FFF2-40B4-BE49-F238E27FC236}">
                <a16:creationId xmlns:a16="http://schemas.microsoft.com/office/drawing/2014/main" id="{53619A32-7E8D-4E14-B808-52491D2D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457450"/>
            <a:ext cx="257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40E233E-1ED4-4AC6-A0D7-98EAAA72DD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14a94999be499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" y="371475"/>
            <a:ext cx="257175" cy="228600"/>
          </a:xfrm>
          <a:prstGeom xmlns:a="http://schemas.openxmlformats.org/drawingml/2006/main" prst="rect">
            <a:avLst/>
          </a:prstGeom>
        </p:spPr>
      </p:pic>
      <p:sp>
        <p:nvSpPr>
          <p:cNvPr id="89" name="pdf-raster-2">
            <a:extLst xmlns:a="http://schemas.openxmlformats.org/drawingml/2006/main">
              <a:ext uri="{FF2B5EF4-FFF2-40B4-BE49-F238E27FC236}">
                <a16:creationId xmlns:a16="http://schemas.microsoft.com/office/drawing/2014/main" id="{CF4454BD-D699-4BF0-AEDF-DEBFFA8B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"/>
            <a:ext cx="257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B00F2BA-C96E-4C8B-A513-74C3651D16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c46fb604ab4d2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86850" y="3086100"/>
            <a:ext cx="257175" cy="228600"/>
          </a:xfrm>
          <a:prstGeom xmlns:a="http://schemas.openxmlformats.org/drawingml/2006/main" prst="rect">
            <a:avLst/>
          </a:prstGeom>
        </p:spPr>
      </p:pic>
      <p:sp>
        <p:nvSpPr>
          <p:cNvPr id="91" name="pdf-raster-3">
            <a:extLst xmlns:a="http://schemas.openxmlformats.org/drawingml/2006/main">
              <a:ext uri="{FF2B5EF4-FFF2-40B4-BE49-F238E27FC236}">
                <a16:creationId xmlns:a16="http://schemas.microsoft.com/office/drawing/2014/main" id="{26DB9016-D16C-4A08-9775-A8E24D0D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86100"/>
            <a:ext cx="257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CC40CA8-D56D-4656-B3EC-CE86C27473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30faea23954fb2"/>
          <a:srcRect xmlns:a="http://schemas.openxmlformats.org/drawingml/2006/main" l="0" t="112" r="0" b="1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1077" y="535550"/>
            <a:ext cx="1445704" cy="806638"/>
          </a:xfrm>
          <a:prstGeom xmlns:a="http://schemas.openxmlformats.org/drawingml/2006/main" prst="rect">
            <a:avLst/>
          </a:prstGeom>
        </p:spPr>
      </p:pic>
      <p:sp>
        <p:nvSpPr>
          <p:cNvPr id="93" name="pdf-raster-4">
            <a:extLst xmlns:a="http://schemas.openxmlformats.org/drawingml/2006/main">
              <a:ext uri="{FF2B5EF4-FFF2-40B4-BE49-F238E27FC236}">
                <a16:creationId xmlns:a16="http://schemas.microsoft.com/office/drawing/2014/main" id="{55C8BE69-9986-4CBF-AAA3-15DF709A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1077" y="535550"/>
            <a:ext cx="1445704" cy="806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890288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2026-10-09T20:32:47.5140000Z</dcterms:created>
  <dcterms:modified xsi:type="dcterms:W3CDTF">2026-10-09T20:32:47.5140000Z</dcterms:modified>
</coreProperties>
</file>