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17fd23a43944b3" /><Relationship Type="http://schemas.openxmlformats.org/officeDocument/2006/relationships/extended-properties" Target="/docProps/app.xml" Id="R33e5e91db4524f7c" /><Relationship Type="http://schemas.openxmlformats.org/officeDocument/2006/relationships/officeDocument" Target="/ppt/presentation.xml" Id="Re22079dda5724e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39e1f878354a4e"/>
  </p:sldMasterIdLst>
  <p:notesMasterIdLst>
    <p:notesMasterId xmlns:r="http://schemas.openxmlformats.org/officeDocument/2006/relationships" r:id="R9c8020acf8e74e7f"/>
  </p:notesMasterIdLst>
  <p:sldIdLst>
    <p:sldId xmlns:r="http://schemas.openxmlformats.org/officeDocument/2006/relationships" id="256" r:id="Rdbf111f198ee4987"/>
  </p:sldIdLst>
  <p:sldSz cx="11172825" cy="4171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ad504807cf4497" /><Relationship Type="http://schemas.openxmlformats.org/officeDocument/2006/relationships/slideMaster" Target="/ppt/slideMasters/slideMaster1.xml" Id="R3239e1f878354a4e" /><Relationship Type="http://schemas.openxmlformats.org/officeDocument/2006/relationships/notesMaster" Target="/ppt/notesMasters/notesMaster1.xml" Id="R9c8020acf8e74e7f" /><Relationship Type="http://schemas.openxmlformats.org/officeDocument/2006/relationships/presProps" Target="/ppt/presProps.xml" Id="R58d55d27e8f14f2e" /><Relationship Type="http://schemas.openxmlformats.org/officeDocument/2006/relationships/tableStyles" Target="/ppt/tableStyles.xml" Id="Rd2a7c968d04b498b" /><Relationship Type="http://schemas.openxmlformats.org/officeDocument/2006/relationships/slide" Target="/ppt/slides/slide1.xml" Id="Rdbf111f198ee49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5045e137b24f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0d8519de554ee4" /><Relationship Type="http://schemas.openxmlformats.org/officeDocument/2006/relationships/notesMaster" Target="/ppt/notesMasters/notesMaster1.xml" Id="R84fc9793122548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"Bayesian Nonparametrics for Offline Skill Discovery",</a:t>
            </a:r>
          </a:p>
          <a:p xmlns:a="http://schemas.openxmlformats.org/drawingml/2006/main">
            <a:r>
              <a:t>  "paper_url": "https://arxiv.org/pdf/2202.04675v3",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"CC BY4.0; https://creativecommons.org/licenses/by/4.0/",</a:t>
            </a:r>
          </a:p>
          <a:p xmlns:a="http://schemas.openxmlformats.org/drawingml/2006/main">
            <a:r>
              <a:t>  "notes": "Original probabilistic graphical model. All source nodes and dependency curves retained as native vector paths. Mathematical labels outlined from embedded source fonts for exact glyph fidelity; editable as freeforms, not equation text.",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"90d62fe6d521dd25da850e0ef605f2581fa68eb7faa61179e875e96f0c4b2be0",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103,</a:t>
            </a:r>
          </a:p>
          <a:p xmlns:a="http://schemas.openxmlformats.org/drawingml/2006/main">
            <a:r>
              <a:t>    66,</a:t>
            </a:r>
          </a:p>
          <a:p xmlns:a="http://schemas.openxmlformats.org/drawingml/2006/main">
            <a:r>
              <a:t>    494,</a:t>
            </a:r>
          </a:p>
          <a:p xmlns:a="http://schemas.openxmlformats.org/drawingml/2006/main">
            <a:r>
              <a:t>    212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"CMMI10",</a:t>
            </a:r>
          </a:p>
          <a:p xmlns:a="http://schemas.openxmlformats.org/drawingml/2006/main">
            <a:r>
              <a:t>    "CMMI7",</a:t>
            </a:r>
          </a:p>
          <a:p xmlns:a="http://schemas.openxmlformats.org/drawingml/2006/main">
            <a:r>
              <a:t>    "CMR7",</a:t>
            </a:r>
          </a:p>
          <a:p xmlns:a="http://schemas.openxmlformats.org/drawingml/2006/main">
            <a:r>
              <a:t>    "CMSY7",</a:t>
            </a:r>
          </a:p>
          <a:p xmlns:a="http://schemas.openxmlformats.org/drawingml/2006/main">
            <a:r>
              <a:t>    "CMR10",</a:t>
            </a:r>
          </a:p>
          <a:p xmlns:a="http://schemas.openxmlformats.org/drawingml/2006/main">
            <a:r>
              <a:t>    "CMMI9",</a:t>
            </a:r>
          </a:p>
          <a:p xmlns:a="http://schemas.openxmlformats.org/drawingml/2006/main">
            <a:r>
              <a:t>    "CMR9"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1a928112e44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0095e1bf34e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29ff22f6242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b4cd88a8f45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75377431244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7df0f54b04d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D711F0-8ECF-4E57-8059-0C9EDCF3A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7283" y="1576070"/>
            <a:ext cx="8938260" cy="602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F0DF88-43AD-4A2F-B9BE-0819905B7B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75924" y="2294573"/>
            <a:ext cx="7820978" cy="46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B19779-6874-4B46-91A6-D44C9081BF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7283" y="1738312"/>
            <a:ext cx="893826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DB4825-2BDC-4DDD-A564-50021B762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471" y="324485"/>
            <a:ext cx="9915882" cy="50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8F1489-03A7-4C83-ADBD-00B7E43A77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471" y="1158875"/>
            <a:ext cx="9915882" cy="259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0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1pPr>
            <a:lvl2pPr marL="3244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2pPr>
            <a:lvl3pPr marL="5099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3pPr>
            <a:lvl4pPr marL="6953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4pPr>
            <a:lvl5pPr marL="88074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5pPr>
            <a:lvl6pPr marL="10661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6pPr>
            <a:lvl7pPr marL="12515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7pPr>
            <a:lvl8pPr marL="14370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8pPr>
            <a:lvl9pPr marL="16224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A72A69-0D63-443F-B599-4EB30B21B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471" y="324485"/>
            <a:ext cx="9915882" cy="50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75D669-8ECA-4349-930E-7208CE3D39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471" y="1158875"/>
            <a:ext cx="4608790" cy="259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0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1pPr>
            <a:lvl2pPr marL="3244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2pPr>
            <a:lvl3pPr marL="5099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3pPr>
            <a:lvl4pPr marL="6953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4pPr>
            <a:lvl5pPr marL="88074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5pPr>
            <a:lvl6pPr marL="10661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6pPr>
            <a:lvl7pPr marL="12515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7pPr>
            <a:lvl8pPr marL="14370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8pPr>
            <a:lvl9pPr marL="16224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263D84-1DE2-48B0-874C-6513601EEF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5563" y="1158875"/>
            <a:ext cx="4608790" cy="259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0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1pPr>
            <a:lvl2pPr marL="3244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2pPr>
            <a:lvl3pPr marL="5099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3pPr>
            <a:lvl4pPr marL="6953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4pPr>
            <a:lvl5pPr marL="88074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5pPr>
            <a:lvl6pPr marL="10661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6pPr>
            <a:lvl7pPr marL="12515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7pPr>
            <a:lvl8pPr marL="14370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8pPr>
            <a:lvl9pPr marL="16224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40F59B-90F5-4EAA-B267-C997F6CD8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471" y="324485"/>
            <a:ext cx="9915882" cy="50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327918-D6DD-45FE-A656-CAC4CFF83E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471" y="1158875"/>
            <a:ext cx="4608790" cy="259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0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1pPr>
            <a:lvl2pPr marL="3244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2pPr>
            <a:lvl3pPr marL="5099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3pPr>
            <a:lvl4pPr marL="6953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4pPr>
            <a:lvl5pPr marL="88074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5pPr>
            <a:lvl6pPr marL="106616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6pPr>
            <a:lvl7pPr marL="125158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7pPr>
            <a:lvl8pPr marL="143700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8pPr>
            <a:lvl9pPr marL="1622425" indent="-139065">
              <a:lnSpc>
                <a:spcPct val="110000"/>
              </a:lnSpc>
              <a:spcBef>
                <a:spcPts val="0"/>
              </a:spcBef>
              <a:spcAft>
                <a:spcPts val="7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ca1d9c467e4e0a" /><Relationship Type="http://schemas.openxmlformats.org/officeDocument/2006/relationships/slideLayout" Target="/ppt/slideLayouts/slideLayout1.xml" Id="R7379144e6c434dba" /><Relationship Type="http://schemas.openxmlformats.org/officeDocument/2006/relationships/slideLayout" Target="/ppt/slideLayouts/slideLayout2.xml" Id="R6a58b166dd6048fb" /><Relationship Type="http://schemas.openxmlformats.org/officeDocument/2006/relationships/slideLayout" Target="/ppt/slideLayouts/slideLayout3.xml" Id="Rc8302551e3384506" /><Relationship Type="http://schemas.openxmlformats.org/officeDocument/2006/relationships/slideLayout" Target="/ppt/slideLayouts/slideLayout4.xml" Id="R4770b33d8d774e54" /><Relationship Type="http://schemas.openxmlformats.org/officeDocument/2006/relationships/slideLayout" Target="/ppt/slideLayouts/slideLayout5.xml" Id="R1e71e1b29c144de2" /><Relationship Type="http://schemas.openxmlformats.org/officeDocument/2006/relationships/slideLayout" Target="/ppt/slideLayouts/slideLayout6.xml" Id="R532ce7de0d7941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79144e6c434dba"/>
    <p:sldLayoutId xmlns:r="http://schemas.openxmlformats.org/officeDocument/2006/relationships" id="2147483650" r:id="R6a58b166dd6048fb"/>
    <p:sldLayoutId xmlns:r="http://schemas.openxmlformats.org/officeDocument/2006/relationships" id="2147483651" r:id="Rc8302551e3384506"/>
    <p:sldLayoutId xmlns:r="http://schemas.openxmlformats.org/officeDocument/2006/relationships" id="2147483652" r:id="R4770b33d8d774e54"/>
    <p:sldLayoutId xmlns:r="http://schemas.openxmlformats.org/officeDocument/2006/relationships" id="2147483653" r:id="R1e71e1b29c144de2"/>
    <p:sldLayoutId xmlns:r="http://schemas.openxmlformats.org/officeDocument/2006/relationships" id="2147483654" r:id="R532ce7de0d7941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5568947c4439a" /><Relationship Type="http://schemas.openxmlformats.org/officeDocument/2006/relationships/notesSlide" Target="/ppt/notesSlides/notesSlide1.xml" Id="R31f30c8e15c141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pdf-path-2">
            <a:extLst xmlns:a="http://schemas.openxmlformats.org/drawingml/2006/main">
              <a:ext uri="{FF2B5EF4-FFF2-40B4-BE49-F238E27FC236}">
                <a16:creationId xmlns:a16="http://schemas.microsoft.com/office/drawing/2014/main" id="{1A2254AB-346B-4A4C-8A11-34396AAA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22" y="2971906"/>
            <a:ext cx="729008" cy="729009"/>
          </a:xfrm>
          <a:custGeom xmlns:a="http://schemas.openxmlformats.org/drawingml/2006/main">
            <a:pathLst>
              <a:path w="729008" h="729009">
                <a:moveTo>
                  <a:pt x="729008" y="364504"/>
                </a:moveTo>
                <a:cubicBezTo>
                  <a:pt x="729008" y="163192"/>
                  <a:pt x="565817" y="0"/>
                  <a:pt x="364504" y="0"/>
                </a:cubicBezTo>
                <a:cubicBezTo>
                  <a:pt x="163192" y="0"/>
                  <a:pt x="0" y="163192"/>
                  <a:pt x="0" y="364504"/>
                </a:cubicBezTo>
                <a:cubicBezTo>
                  <a:pt x="0" y="565817"/>
                  <a:pt x="163192" y="729009"/>
                  <a:pt x="364504" y="729009"/>
                </a:cubicBezTo>
                <a:cubicBezTo>
                  <a:pt x="565817" y="729009"/>
                  <a:pt x="729008" y="565817"/>
                  <a:pt x="729008" y="364504"/>
                </a:cubicBez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" name="pdf-path-5">
            <a:extLst xmlns:a="http://schemas.openxmlformats.org/drawingml/2006/main">
              <a:ext uri="{FF2B5EF4-FFF2-40B4-BE49-F238E27FC236}">
                <a16:creationId xmlns:a16="http://schemas.microsoft.com/office/drawing/2014/main" id="{ED4F08C8-B179-4303-AFB7-297604DE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87" y="2971906"/>
            <a:ext cx="729009" cy="729009"/>
          </a:xfrm>
          <a:custGeom xmlns:a="http://schemas.openxmlformats.org/drawingml/2006/main">
            <a:pathLst>
              <a:path w="729009" h="729009">
                <a:moveTo>
                  <a:pt x="729009" y="364504"/>
                </a:moveTo>
                <a:cubicBezTo>
                  <a:pt x="729009" y="163192"/>
                  <a:pt x="565817" y="0"/>
                  <a:pt x="364504" y="0"/>
                </a:cubicBezTo>
                <a:cubicBezTo>
                  <a:pt x="163192" y="0"/>
                  <a:pt x="0" y="163192"/>
                  <a:pt x="0" y="364504"/>
                </a:cubicBezTo>
                <a:cubicBezTo>
                  <a:pt x="0" y="565817"/>
                  <a:pt x="163192" y="729009"/>
                  <a:pt x="364504" y="729009"/>
                </a:cubicBezTo>
                <a:cubicBezTo>
                  <a:pt x="565817" y="729009"/>
                  <a:pt x="729009" y="565817"/>
                  <a:pt x="729009" y="364504"/>
                </a:cubicBez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" name="pdf-path-8">
            <a:extLst xmlns:a="http://schemas.openxmlformats.org/drawingml/2006/main">
              <a:ext uri="{FF2B5EF4-FFF2-40B4-BE49-F238E27FC236}">
                <a16:creationId xmlns:a16="http://schemas.microsoft.com/office/drawing/2014/main" id="{A16E8876-41DE-47EA-8BDF-14E7A887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22" y="1503640"/>
            <a:ext cx="729008" cy="729009"/>
          </a:xfrm>
          <a:custGeom xmlns:a="http://schemas.openxmlformats.org/drawingml/2006/main">
            <a:pathLst>
              <a:path w="729008" h="729009">
                <a:moveTo>
                  <a:pt x="729008" y="364505"/>
                </a:moveTo>
                <a:cubicBezTo>
                  <a:pt x="729008" y="163192"/>
                  <a:pt x="565817" y="0"/>
                  <a:pt x="364504" y="0"/>
                </a:cubicBezTo>
                <a:cubicBezTo>
                  <a:pt x="163192" y="0"/>
                  <a:pt x="0" y="163192"/>
                  <a:pt x="0" y="364505"/>
                </a:cubicBezTo>
                <a:cubicBezTo>
                  <a:pt x="0" y="565817"/>
                  <a:pt x="163192" y="729009"/>
                  <a:pt x="364504" y="729009"/>
                </a:cubicBezTo>
                <a:cubicBezTo>
                  <a:pt x="565817" y="729009"/>
                  <a:pt x="729008" y="565817"/>
                  <a:pt x="729008" y="3645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" name="pdf-path-11">
            <a:extLst xmlns:a="http://schemas.openxmlformats.org/drawingml/2006/main">
              <a:ext uri="{FF2B5EF4-FFF2-40B4-BE49-F238E27FC236}">
                <a16:creationId xmlns:a16="http://schemas.microsoft.com/office/drawing/2014/main" id="{DF03D3B3-4C48-407B-A4B4-7C34906B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87" y="1503640"/>
            <a:ext cx="729009" cy="729009"/>
          </a:xfrm>
          <a:custGeom xmlns:a="http://schemas.openxmlformats.org/drawingml/2006/main">
            <a:pathLst>
              <a:path w="729009" h="729009">
                <a:moveTo>
                  <a:pt x="729009" y="364505"/>
                </a:moveTo>
                <a:cubicBezTo>
                  <a:pt x="729009" y="163192"/>
                  <a:pt x="565817" y="0"/>
                  <a:pt x="364504" y="0"/>
                </a:cubicBezTo>
                <a:cubicBezTo>
                  <a:pt x="163192" y="0"/>
                  <a:pt x="0" y="163192"/>
                  <a:pt x="0" y="364505"/>
                </a:cubicBezTo>
                <a:cubicBezTo>
                  <a:pt x="0" y="565817"/>
                  <a:pt x="163192" y="729009"/>
                  <a:pt x="364504" y="729009"/>
                </a:cubicBezTo>
                <a:cubicBezTo>
                  <a:pt x="565817" y="729009"/>
                  <a:pt x="729009" y="565817"/>
                  <a:pt x="729009" y="3645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5" name="pdf-path-14">
            <a:extLst xmlns:a="http://schemas.openxmlformats.org/drawingml/2006/main">
              <a:ext uri="{FF2B5EF4-FFF2-40B4-BE49-F238E27FC236}">
                <a16:creationId xmlns:a16="http://schemas.microsoft.com/office/drawing/2014/main" id="{945C7FE6-ACBB-4A1D-BF98-BC073FB5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54" y="3336411"/>
            <a:ext cx="708205" cy="95"/>
          </a:xfrm>
          <a:custGeom xmlns:a="http://schemas.openxmlformats.org/drawingml/2006/main">
            <a:pathLst>
              <a:path w="708205" h="95">
                <a:moveTo>
                  <a:pt x="0" y="0"/>
                </a:moveTo>
                <a:lnTo>
                  <a:pt x="708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6" name="pdf-path-15">
            <a:extLst xmlns:a="http://schemas.openxmlformats.org/drawingml/2006/main">
              <a:ext uri="{FF2B5EF4-FFF2-40B4-BE49-F238E27FC236}">
                <a16:creationId xmlns:a16="http://schemas.microsoft.com/office/drawing/2014/main" id="{A85300BE-6E8B-470D-A457-7A3E74C9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538" y="3276345"/>
            <a:ext cx="141506" cy="120131"/>
          </a:xfrm>
          <a:custGeom xmlns:a="http://schemas.openxmlformats.org/drawingml/2006/main">
            <a:pathLst>
              <a:path w="141506" h="120131">
                <a:moveTo>
                  <a:pt x="0" y="0"/>
                </a:moveTo>
                <a:lnTo>
                  <a:pt x="141506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4C687DC2-DD03-4121-9D46-4B5031B2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92" y="2237773"/>
            <a:ext cx="95" cy="708205"/>
          </a:xfrm>
          <a:custGeom xmlns:a="http://schemas.openxmlformats.org/drawingml/2006/main">
            <a:pathLst>
              <a:path w="95" h="708205">
                <a:moveTo>
                  <a:pt x="0" y="0"/>
                </a:moveTo>
                <a:lnTo>
                  <a:pt x="0" y="708205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217CD391-31DF-448B-BE77-7C5447B7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726" y="2812158"/>
            <a:ext cx="120131" cy="141506"/>
          </a:xfrm>
          <a:custGeom xmlns:a="http://schemas.openxmlformats.org/drawingml/2006/main">
            <a:pathLst>
              <a:path w="120131" h="141506">
                <a:moveTo>
                  <a:pt x="120131" y="0"/>
                </a:moveTo>
                <a:lnTo>
                  <a:pt x="60066" y="141506"/>
                </a:lnTo>
                <a:lnTo>
                  <a:pt x="0" y="0"/>
                </a:lnTo>
                <a:lnTo>
                  <a:pt x="12013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9" name="pdf-path-20">
            <a:extLst xmlns:a="http://schemas.openxmlformats.org/drawingml/2006/main">
              <a:ext uri="{FF2B5EF4-FFF2-40B4-BE49-F238E27FC236}">
                <a16:creationId xmlns:a16="http://schemas.microsoft.com/office/drawing/2014/main" id="{BF97DCC0-5191-41B6-A54F-C55D20D7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54" y="1868145"/>
            <a:ext cx="708205" cy="95"/>
          </a:xfrm>
          <a:custGeom xmlns:a="http://schemas.openxmlformats.org/drawingml/2006/main">
            <a:pathLst>
              <a:path w="708205" h="95">
                <a:moveTo>
                  <a:pt x="0" y="0"/>
                </a:moveTo>
                <a:lnTo>
                  <a:pt x="708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0" name="pdf-path-21">
            <a:extLst xmlns:a="http://schemas.openxmlformats.org/drawingml/2006/main">
              <a:ext uri="{FF2B5EF4-FFF2-40B4-BE49-F238E27FC236}">
                <a16:creationId xmlns:a16="http://schemas.microsoft.com/office/drawing/2014/main" id="{E53F27E7-C43E-450A-BF45-FCABC92E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538" y="1808079"/>
            <a:ext cx="141506" cy="120131"/>
          </a:xfrm>
          <a:custGeom xmlns:a="http://schemas.openxmlformats.org/drawingml/2006/main">
            <a:pathLst>
              <a:path w="141506" h="120131">
                <a:moveTo>
                  <a:pt x="0" y="0"/>
                </a:moveTo>
                <a:lnTo>
                  <a:pt x="141506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1" name="pdf-path-23">
            <a:extLst xmlns:a="http://schemas.openxmlformats.org/drawingml/2006/main">
              <a:ext uri="{FF2B5EF4-FFF2-40B4-BE49-F238E27FC236}">
                <a16:creationId xmlns:a16="http://schemas.microsoft.com/office/drawing/2014/main" id="{337BE81E-65B0-44D9-BE0A-BE7FCBD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554" y="2971906"/>
            <a:ext cx="729008" cy="729009"/>
          </a:xfrm>
          <a:custGeom xmlns:a="http://schemas.openxmlformats.org/drawingml/2006/main">
            <a:pathLst>
              <a:path w="729008" h="729009">
                <a:moveTo>
                  <a:pt x="729008" y="364504"/>
                </a:moveTo>
                <a:cubicBezTo>
                  <a:pt x="729008" y="163192"/>
                  <a:pt x="565816" y="0"/>
                  <a:pt x="364504" y="0"/>
                </a:cubicBezTo>
                <a:cubicBezTo>
                  <a:pt x="163191" y="0"/>
                  <a:pt x="0" y="163192"/>
                  <a:pt x="0" y="364504"/>
                </a:cubicBezTo>
                <a:cubicBezTo>
                  <a:pt x="0" y="565817"/>
                  <a:pt x="163191" y="729009"/>
                  <a:pt x="364504" y="729009"/>
                </a:cubicBezTo>
                <a:cubicBezTo>
                  <a:pt x="565816" y="729009"/>
                  <a:pt x="729008" y="565817"/>
                  <a:pt x="729008" y="364504"/>
                </a:cubicBez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2" name="pdf-path-26">
            <a:extLst xmlns:a="http://schemas.openxmlformats.org/drawingml/2006/main">
              <a:ext uri="{FF2B5EF4-FFF2-40B4-BE49-F238E27FC236}">
                <a16:creationId xmlns:a16="http://schemas.microsoft.com/office/drawing/2014/main" id="{B2FA90B1-7491-4F68-8AB5-B882F825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820" y="2971906"/>
            <a:ext cx="729009" cy="729009"/>
          </a:xfrm>
          <a:custGeom xmlns:a="http://schemas.openxmlformats.org/drawingml/2006/main">
            <a:pathLst>
              <a:path w="729009" h="729009">
                <a:moveTo>
                  <a:pt x="729009" y="364504"/>
                </a:moveTo>
                <a:cubicBezTo>
                  <a:pt x="729009" y="163192"/>
                  <a:pt x="565817" y="0"/>
                  <a:pt x="364505" y="0"/>
                </a:cubicBezTo>
                <a:cubicBezTo>
                  <a:pt x="163192" y="0"/>
                  <a:pt x="0" y="163192"/>
                  <a:pt x="0" y="364504"/>
                </a:cubicBezTo>
                <a:cubicBezTo>
                  <a:pt x="0" y="565817"/>
                  <a:pt x="163192" y="729009"/>
                  <a:pt x="364505" y="729009"/>
                </a:cubicBezTo>
                <a:cubicBezTo>
                  <a:pt x="565817" y="729009"/>
                  <a:pt x="729009" y="565817"/>
                  <a:pt x="729009" y="364504"/>
                </a:cubicBez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3" name="pdf-path-29">
            <a:extLst xmlns:a="http://schemas.openxmlformats.org/drawingml/2006/main">
              <a:ext uri="{FF2B5EF4-FFF2-40B4-BE49-F238E27FC236}">
                <a16:creationId xmlns:a16="http://schemas.microsoft.com/office/drawing/2014/main" id="{695DB176-CD58-46C9-B6F3-E1A7C9B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554" y="1503640"/>
            <a:ext cx="729008" cy="729009"/>
          </a:xfrm>
          <a:custGeom xmlns:a="http://schemas.openxmlformats.org/drawingml/2006/main">
            <a:pathLst>
              <a:path w="729008" h="729009">
                <a:moveTo>
                  <a:pt x="729008" y="364505"/>
                </a:moveTo>
                <a:cubicBezTo>
                  <a:pt x="729008" y="163192"/>
                  <a:pt x="565816" y="0"/>
                  <a:pt x="364504" y="0"/>
                </a:cubicBezTo>
                <a:cubicBezTo>
                  <a:pt x="163191" y="0"/>
                  <a:pt x="0" y="163192"/>
                  <a:pt x="0" y="364505"/>
                </a:cubicBezTo>
                <a:cubicBezTo>
                  <a:pt x="0" y="565817"/>
                  <a:pt x="163191" y="729009"/>
                  <a:pt x="364504" y="729009"/>
                </a:cubicBezTo>
                <a:cubicBezTo>
                  <a:pt x="565816" y="729009"/>
                  <a:pt x="729008" y="565817"/>
                  <a:pt x="729008" y="3645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4" name="pdf-path-32">
            <a:extLst xmlns:a="http://schemas.openxmlformats.org/drawingml/2006/main">
              <a:ext uri="{FF2B5EF4-FFF2-40B4-BE49-F238E27FC236}">
                <a16:creationId xmlns:a16="http://schemas.microsoft.com/office/drawing/2014/main" id="{A61038FA-BCA3-448A-8C3F-38AE61A9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820" y="1503640"/>
            <a:ext cx="729009" cy="729009"/>
          </a:xfrm>
          <a:custGeom xmlns:a="http://schemas.openxmlformats.org/drawingml/2006/main">
            <a:pathLst>
              <a:path w="729009" h="729009">
                <a:moveTo>
                  <a:pt x="729009" y="364505"/>
                </a:moveTo>
                <a:cubicBezTo>
                  <a:pt x="729009" y="163192"/>
                  <a:pt x="565817" y="0"/>
                  <a:pt x="364505" y="0"/>
                </a:cubicBezTo>
                <a:cubicBezTo>
                  <a:pt x="163192" y="0"/>
                  <a:pt x="0" y="163192"/>
                  <a:pt x="0" y="364505"/>
                </a:cubicBezTo>
                <a:cubicBezTo>
                  <a:pt x="0" y="565817"/>
                  <a:pt x="163192" y="729009"/>
                  <a:pt x="364505" y="729009"/>
                </a:cubicBezTo>
                <a:cubicBezTo>
                  <a:pt x="565817" y="729009"/>
                  <a:pt x="729009" y="565817"/>
                  <a:pt x="729009" y="3645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5" name="pdf-path-35">
            <a:extLst xmlns:a="http://schemas.openxmlformats.org/drawingml/2006/main">
              <a:ext uri="{FF2B5EF4-FFF2-40B4-BE49-F238E27FC236}">
                <a16:creationId xmlns:a16="http://schemas.microsoft.com/office/drawing/2014/main" id="{7695CBEB-2A4A-4682-B713-E61376E5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686" y="3336411"/>
            <a:ext cx="708205" cy="95"/>
          </a:xfrm>
          <a:custGeom xmlns:a="http://schemas.openxmlformats.org/drawingml/2006/main">
            <a:pathLst>
              <a:path w="708205" h="95">
                <a:moveTo>
                  <a:pt x="0" y="0"/>
                </a:moveTo>
                <a:lnTo>
                  <a:pt x="708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6" name="pdf-path-36">
            <a:extLst xmlns:a="http://schemas.openxmlformats.org/drawingml/2006/main">
              <a:ext uri="{FF2B5EF4-FFF2-40B4-BE49-F238E27FC236}">
                <a16:creationId xmlns:a16="http://schemas.microsoft.com/office/drawing/2014/main" id="{4FE327DE-8C02-4FCB-A0EC-30E3A47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071" y="3276345"/>
            <a:ext cx="141507" cy="120131"/>
          </a:xfrm>
          <a:custGeom xmlns:a="http://schemas.openxmlformats.org/drawingml/2006/main">
            <a:pathLst>
              <a:path w="141507" h="120131">
                <a:moveTo>
                  <a:pt x="0" y="0"/>
                </a:moveTo>
                <a:lnTo>
                  <a:pt x="141507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7" name="pdf-path-38">
            <a:extLst xmlns:a="http://schemas.openxmlformats.org/drawingml/2006/main">
              <a:ext uri="{FF2B5EF4-FFF2-40B4-BE49-F238E27FC236}">
                <a16:creationId xmlns:a16="http://schemas.microsoft.com/office/drawing/2014/main" id="{752B01AD-A42F-4E9F-A58B-FB73CACF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058" y="2258577"/>
            <a:ext cx="95" cy="708205"/>
          </a:xfrm>
          <a:custGeom xmlns:a="http://schemas.openxmlformats.org/drawingml/2006/main">
            <a:pathLst>
              <a:path w="95" h="708205">
                <a:moveTo>
                  <a:pt x="0" y="7082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8" name="pdf-path-39">
            <a:extLst xmlns:a="http://schemas.openxmlformats.org/drawingml/2006/main">
              <a:ext uri="{FF2B5EF4-FFF2-40B4-BE49-F238E27FC236}">
                <a16:creationId xmlns:a16="http://schemas.microsoft.com/office/drawing/2014/main" id="{EE0DBC49-2E4B-4589-B608-2167894D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992" y="2250892"/>
            <a:ext cx="120131" cy="141506"/>
          </a:xfrm>
          <a:custGeom xmlns:a="http://schemas.openxmlformats.org/drawingml/2006/main">
            <a:pathLst>
              <a:path w="120131" h="141506">
                <a:moveTo>
                  <a:pt x="0" y="141506"/>
                </a:moveTo>
                <a:lnTo>
                  <a:pt x="60066" y="0"/>
                </a:lnTo>
                <a:lnTo>
                  <a:pt x="120131" y="141506"/>
                </a:lnTo>
                <a:lnTo>
                  <a:pt x="0" y="1415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19" name="pdf-path-41">
            <a:extLst xmlns:a="http://schemas.openxmlformats.org/drawingml/2006/main">
              <a:ext uri="{FF2B5EF4-FFF2-40B4-BE49-F238E27FC236}">
                <a16:creationId xmlns:a16="http://schemas.microsoft.com/office/drawing/2014/main" id="{204D5B53-0CFB-4623-B918-82339734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25" y="2237773"/>
            <a:ext cx="95" cy="708205"/>
          </a:xfrm>
          <a:custGeom xmlns:a="http://schemas.openxmlformats.org/drawingml/2006/main">
            <a:pathLst>
              <a:path w="95" h="708205">
                <a:moveTo>
                  <a:pt x="0" y="0"/>
                </a:moveTo>
                <a:lnTo>
                  <a:pt x="0" y="708205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0" name="pdf-path-42">
            <a:extLst xmlns:a="http://schemas.openxmlformats.org/drawingml/2006/main">
              <a:ext uri="{FF2B5EF4-FFF2-40B4-BE49-F238E27FC236}">
                <a16:creationId xmlns:a16="http://schemas.microsoft.com/office/drawing/2014/main" id="{683A7915-B56A-407D-9A36-3F089128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259" y="2812158"/>
            <a:ext cx="120132" cy="141506"/>
          </a:xfrm>
          <a:custGeom xmlns:a="http://schemas.openxmlformats.org/drawingml/2006/main">
            <a:pathLst>
              <a:path w="120132" h="141506">
                <a:moveTo>
                  <a:pt x="120132" y="0"/>
                </a:moveTo>
                <a:lnTo>
                  <a:pt x="60066" y="141506"/>
                </a:lnTo>
                <a:lnTo>
                  <a:pt x="0" y="0"/>
                </a:lnTo>
                <a:lnTo>
                  <a:pt x="1201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1" name="pdf-path-44">
            <a:extLst xmlns:a="http://schemas.openxmlformats.org/drawingml/2006/main">
              <a:ext uri="{FF2B5EF4-FFF2-40B4-BE49-F238E27FC236}">
                <a16:creationId xmlns:a16="http://schemas.microsoft.com/office/drawing/2014/main" id="{4D824D6C-0D5C-467A-8917-F8226D60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686" y="1868145"/>
            <a:ext cx="708205" cy="95"/>
          </a:xfrm>
          <a:custGeom xmlns:a="http://schemas.openxmlformats.org/drawingml/2006/main">
            <a:pathLst>
              <a:path w="708205" h="95">
                <a:moveTo>
                  <a:pt x="0" y="0"/>
                </a:moveTo>
                <a:lnTo>
                  <a:pt x="708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2" name="pdf-path-45">
            <a:extLst xmlns:a="http://schemas.openxmlformats.org/drawingml/2006/main">
              <a:ext uri="{FF2B5EF4-FFF2-40B4-BE49-F238E27FC236}">
                <a16:creationId xmlns:a16="http://schemas.microsoft.com/office/drawing/2014/main" id="{9E86FCBE-2850-4604-AA0A-77D0DA68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071" y="1808079"/>
            <a:ext cx="141507" cy="120131"/>
          </a:xfrm>
          <a:custGeom xmlns:a="http://schemas.openxmlformats.org/drawingml/2006/main">
            <a:pathLst>
              <a:path w="141507" h="120131">
                <a:moveTo>
                  <a:pt x="0" y="0"/>
                </a:moveTo>
                <a:lnTo>
                  <a:pt x="141507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3" name="pdf-path-47">
            <a:extLst xmlns:a="http://schemas.openxmlformats.org/drawingml/2006/main">
              <a:ext uri="{FF2B5EF4-FFF2-40B4-BE49-F238E27FC236}">
                <a16:creationId xmlns:a16="http://schemas.microsoft.com/office/drawing/2014/main" id="{A79596F3-485A-486F-863D-42C81C9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421" y="3336411"/>
            <a:ext cx="708205" cy="95"/>
          </a:xfrm>
          <a:custGeom xmlns:a="http://schemas.openxmlformats.org/drawingml/2006/main">
            <a:pathLst>
              <a:path w="708205" h="95">
                <a:moveTo>
                  <a:pt x="0" y="0"/>
                </a:moveTo>
                <a:lnTo>
                  <a:pt x="708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4" name="pdf-path-48">
            <a:extLst xmlns:a="http://schemas.openxmlformats.org/drawingml/2006/main">
              <a:ext uri="{FF2B5EF4-FFF2-40B4-BE49-F238E27FC236}">
                <a16:creationId xmlns:a16="http://schemas.microsoft.com/office/drawing/2014/main" id="{8120FCBD-6558-460D-88CD-EF01492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805" y="3276345"/>
            <a:ext cx="141506" cy="120131"/>
          </a:xfrm>
          <a:custGeom xmlns:a="http://schemas.openxmlformats.org/drawingml/2006/main">
            <a:pathLst>
              <a:path w="141506" h="120131">
                <a:moveTo>
                  <a:pt x="0" y="0"/>
                </a:moveTo>
                <a:lnTo>
                  <a:pt x="141506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5" name="pdf-path-50">
            <a:extLst xmlns:a="http://schemas.openxmlformats.org/drawingml/2006/main">
              <a:ext uri="{FF2B5EF4-FFF2-40B4-BE49-F238E27FC236}">
                <a16:creationId xmlns:a16="http://schemas.microsoft.com/office/drawing/2014/main" id="{20E194CF-F8E3-45BA-8487-F8FEC642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421" y="1868145"/>
            <a:ext cx="708205" cy="95"/>
          </a:xfrm>
          <a:custGeom xmlns:a="http://schemas.openxmlformats.org/drawingml/2006/main">
            <a:pathLst>
              <a:path w="708205" h="95">
                <a:moveTo>
                  <a:pt x="0" y="0"/>
                </a:moveTo>
                <a:lnTo>
                  <a:pt x="708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6" name="pdf-path-51">
            <a:extLst xmlns:a="http://schemas.openxmlformats.org/drawingml/2006/main">
              <a:ext uri="{FF2B5EF4-FFF2-40B4-BE49-F238E27FC236}">
                <a16:creationId xmlns:a16="http://schemas.microsoft.com/office/drawing/2014/main" id="{31FC711E-0FF5-4275-89DC-E5148944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805" y="1808079"/>
            <a:ext cx="141506" cy="120131"/>
          </a:xfrm>
          <a:custGeom xmlns:a="http://schemas.openxmlformats.org/drawingml/2006/main">
            <a:pathLst>
              <a:path w="141506" h="120131">
                <a:moveTo>
                  <a:pt x="0" y="0"/>
                </a:moveTo>
                <a:lnTo>
                  <a:pt x="141506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7" name="pdf-path-53">
            <a:extLst xmlns:a="http://schemas.openxmlformats.org/drawingml/2006/main">
              <a:ext uri="{FF2B5EF4-FFF2-40B4-BE49-F238E27FC236}">
                <a16:creationId xmlns:a16="http://schemas.microsoft.com/office/drawing/2014/main" id="{0F444F82-85FD-4144-9B63-083EE605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28" y="3521219"/>
            <a:ext cx="2278310" cy="447750"/>
          </a:xfrm>
          <a:custGeom xmlns:a="http://schemas.openxmlformats.org/drawingml/2006/main">
            <a:pathLst>
              <a:path w="2278310" h="447750">
                <a:moveTo>
                  <a:pt x="0" y="0"/>
                </a:moveTo>
                <a:cubicBezTo>
                  <a:pt x="775527" y="447750"/>
                  <a:pt x="1520800" y="447750"/>
                  <a:pt x="2278310" y="1040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28" name="pdf-path-54">
            <a:extLst xmlns:a="http://schemas.openxmlformats.org/drawingml/2006/main">
              <a:ext uri="{FF2B5EF4-FFF2-40B4-BE49-F238E27FC236}">
                <a16:creationId xmlns:a16="http://schemas.microsoft.com/office/drawing/2014/main" id="{6380BA2B-8C3B-486E-885F-3E743F43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017" y="3527778"/>
            <a:ext cx="152578" cy="122768"/>
          </a:xfrm>
          <a:custGeom xmlns:a="http://schemas.openxmlformats.org/drawingml/2006/main">
            <a:pathLst>
              <a:path w="152578" h="122768">
                <a:moveTo>
                  <a:pt x="0" y="18733"/>
                </a:moveTo>
                <a:lnTo>
                  <a:pt x="152578" y="0"/>
                </a:lnTo>
                <a:lnTo>
                  <a:pt x="60063" y="122768"/>
                </a:lnTo>
                <a:lnTo>
                  <a:pt x="0" y="187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875">
            <a:solidFill>
              <a:srgbClr val="000000"/>
            </a:solidFill>
            <a:prstDash val="solid"/>
          </a:ln>
        </p:spPr>
      </p:sp>
      <p:sp>
        <p:nvSpPr>
          <p:cNvPr id="29" name="pdf-path-56">
            <a:extLst xmlns:a="http://schemas.openxmlformats.org/drawingml/2006/main">
              <a:ext uri="{FF2B5EF4-FFF2-40B4-BE49-F238E27FC236}">
                <a16:creationId xmlns:a16="http://schemas.microsoft.com/office/drawing/2014/main" id="{5D91DB4E-CC26-42E5-A95F-37786DD0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895" y="1235587"/>
            <a:ext cx="2278310" cy="447749"/>
          </a:xfrm>
          <a:custGeom xmlns:a="http://schemas.openxmlformats.org/drawingml/2006/main">
            <a:pathLst>
              <a:path w="2278310" h="447749">
                <a:moveTo>
                  <a:pt x="0" y="447749"/>
                </a:moveTo>
                <a:cubicBezTo>
                  <a:pt x="775527" y="0"/>
                  <a:pt x="1520799" y="0"/>
                  <a:pt x="2278310" y="4373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0" name="pdf-path-57">
            <a:extLst xmlns:a="http://schemas.openxmlformats.org/drawingml/2006/main">
              <a:ext uri="{FF2B5EF4-FFF2-40B4-BE49-F238E27FC236}">
                <a16:creationId xmlns:a16="http://schemas.microsoft.com/office/drawing/2014/main" id="{282EA631-986F-4FAA-93CB-59CABC05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283" y="1554009"/>
            <a:ext cx="152578" cy="122768"/>
          </a:xfrm>
          <a:custGeom xmlns:a="http://schemas.openxmlformats.org/drawingml/2006/main">
            <a:pathLst>
              <a:path w="152578" h="122768">
                <a:moveTo>
                  <a:pt x="60063" y="0"/>
                </a:moveTo>
                <a:lnTo>
                  <a:pt x="152578" y="122768"/>
                </a:lnTo>
                <a:lnTo>
                  <a:pt x="0" y="104035"/>
                </a:lnTo>
                <a:lnTo>
                  <a:pt x="6006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875">
            <a:solidFill>
              <a:srgbClr val="000000"/>
            </a:solidFill>
            <a:prstDash val="solid"/>
          </a:ln>
        </p:spPr>
      </p:sp>
      <p:sp>
        <p:nvSpPr>
          <p:cNvPr id="31" name="pdf-path-63">
            <a:extLst xmlns:a="http://schemas.openxmlformats.org/drawingml/2006/main">
              <a:ext uri="{FF2B5EF4-FFF2-40B4-BE49-F238E27FC236}">
                <a16:creationId xmlns:a16="http://schemas.microsoft.com/office/drawing/2014/main" id="{EE81070C-DE0E-423D-AF01-FA19DDEF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56" y="2971906"/>
            <a:ext cx="729010" cy="729009"/>
          </a:xfrm>
          <a:custGeom xmlns:a="http://schemas.openxmlformats.org/drawingml/2006/main">
            <a:pathLst>
              <a:path w="729010" h="729009">
                <a:moveTo>
                  <a:pt x="729010" y="364504"/>
                </a:moveTo>
                <a:cubicBezTo>
                  <a:pt x="729010" y="163192"/>
                  <a:pt x="565817" y="0"/>
                  <a:pt x="364504" y="0"/>
                </a:cubicBezTo>
                <a:cubicBezTo>
                  <a:pt x="163192" y="0"/>
                  <a:pt x="0" y="163192"/>
                  <a:pt x="0" y="364504"/>
                </a:cubicBezTo>
                <a:cubicBezTo>
                  <a:pt x="0" y="565817"/>
                  <a:pt x="163192" y="729009"/>
                  <a:pt x="364504" y="729009"/>
                </a:cubicBezTo>
                <a:cubicBezTo>
                  <a:pt x="565817" y="729009"/>
                  <a:pt x="729010" y="565817"/>
                  <a:pt x="729010" y="364504"/>
                </a:cubicBez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2" name="pdf-path-66">
            <a:extLst xmlns:a="http://schemas.openxmlformats.org/drawingml/2006/main">
              <a:ext uri="{FF2B5EF4-FFF2-40B4-BE49-F238E27FC236}">
                <a16:creationId xmlns:a16="http://schemas.microsoft.com/office/drawing/2014/main" id="{EFD7F28F-A477-4C74-AC1A-EAE053B8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7322" y="2967898"/>
            <a:ext cx="737027" cy="737025"/>
          </a:xfrm>
          <a:custGeom xmlns:a="http://schemas.openxmlformats.org/drawingml/2006/main">
            <a:pathLst>
              <a:path w="737027" h="737025">
                <a:moveTo>
                  <a:pt x="737027" y="368513"/>
                </a:moveTo>
                <a:cubicBezTo>
                  <a:pt x="737027" y="164987"/>
                  <a:pt x="572039" y="0"/>
                  <a:pt x="368514" y="0"/>
                </a:cubicBezTo>
                <a:cubicBezTo>
                  <a:pt x="164986" y="0"/>
                  <a:pt x="0" y="164987"/>
                  <a:pt x="0" y="368513"/>
                </a:cubicBezTo>
                <a:cubicBezTo>
                  <a:pt x="0" y="572038"/>
                  <a:pt x="164986" y="737025"/>
                  <a:pt x="368514" y="737025"/>
                </a:cubicBezTo>
                <a:cubicBezTo>
                  <a:pt x="572039" y="737025"/>
                  <a:pt x="737027" y="572038"/>
                  <a:pt x="737027" y="368513"/>
                </a:cubicBez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3" name="pdf-path-69">
            <a:extLst xmlns:a="http://schemas.openxmlformats.org/drawingml/2006/main">
              <a:ext uri="{FF2B5EF4-FFF2-40B4-BE49-F238E27FC236}">
                <a16:creationId xmlns:a16="http://schemas.microsoft.com/office/drawing/2014/main" id="{B4976C03-B745-497D-9CA4-9FB28EA7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56" y="1503640"/>
            <a:ext cx="729010" cy="729009"/>
          </a:xfrm>
          <a:custGeom xmlns:a="http://schemas.openxmlformats.org/drawingml/2006/main">
            <a:pathLst>
              <a:path w="729010" h="729009">
                <a:moveTo>
                  <a:pt x="729010" y="364505"/>
                </a:moveTo>
                <a:cubicBezTo>
                  <a:pt x="729010" y="163192"/>
                  <a:pt x="565817" y="0"/>
                  <a:pt x="364504" y="0"/>
                </a:cubicBezTo>
                <a:cubicBezTo>
                  <a:pt x="163192" y="0"/>
                  <a:pt x="0" y="163192"/>
                  <a:pt x="0" y="364505"/>
                </a:cubicBezTo>
                <a:cubicBezTo>
                  <a:pt x="0" y="565817"/>
                  <a:pt x="163192" y="729009"/>
                  <a:pt x="364504" y="729009"/>
                </a:cubicBezTo>
                <a:cubicBezTo>
                  <a:pt x="565817" y="729009"/>
                  <a:pt x="729010" y="565817"/>
                  <a:pt x="729010" y="3645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4" name="pdf-path-72">
            <a:extLst xmlns:a="http://schemas.openxmlformats.org/drawingml/2006/main">
              <a:ext uri="{FF2B5EF4-FFF2-40B4-BE49-F238E27FC236}">
                <a16:creationId xmlns:a16="http://schemas.microsoft.com/office/drawing/2014/main" id="{46EB71DD-A352-4D0F-89AB-5D74573A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730" y="1480430"/>
            <a:ext cx="748210" cy="748210"/>
          </a:xfrm>
          <a:custGeom xmlns:a="http://schemas.openxmlformats.org/drawingml/2006/main">
            <a:pathLst>
              <a:path w="748210" h="748210">
                <a:moveTo>
                  <a:pt x="748210" y="374105"/>
                </a:moveTo>
                <a:cubicBezTo>
                  <a:pt x="748210" y="167490"/>
                  <a:pt x="580719" y="0"/>
                  <a:pt x="374105" y="0"/>
                </a:cubicBezTo>
                <a:cubicBezTo>
                  <a:pt x="167491" y="0"/>
                  <a:pt x="0" y="167490"/>
                  <a:pt x="0" y="374105"/>
                </a:cubicBezTo>
                <a:cubicBezTo>
                  <a:pt x="0" y="580720"/>
                  <a:pt x="167491" y="748210"/>
                  <a:pt x="374105" y="748210"/>
                </a:cubicBezTo>
                <a:cubicBezTo>
                  <a:pt x="580719" y="748210"/>
                  <a:pt x="748210" y="580720"/>
                  <a:pt x="748210" y="3741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5" name="pdf-path-75">
            <a:extLst xmlns:a="http://schemas.openxmlformats.org/drawingml/2006/main">
              <a:ext uri="{FF2B5EF4-FFF2-40B4-BE49-F238E27FC236}">
                <a16:creationId xmlns:a16="http://schemas.microsoft.com/office/drawing/2014/main" id="{9B655DFF-5E01-4F1D-A1EF-1AC54EDC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190" y="3336411"/>
            <a:ext cx="708204" cy="95"/>
          </a:xfrm>
          <a:custGeom xmlns:a="http://schemas.openxmlformats.org/drawingml/2006/main">
            <a:pathLst>
              <a:path w="708204" h="95">
                <a:moveTo>
                  <a:pt x="0" y="0"/>
                </a:moveTo>
                <a:lnTo>
                  <a:pt x="708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6" name="pdf-path-76">
            <a:extLst xmlns:a="http://schemas.openxmlformats.org/drawingml/2006/main">
              <a:ext uri="{FF2B5EF4-FFF2-40B4-BE49-F238E27FC236}">
                <a16:creationId xmlns:a16="http://schemas.microsoft.com/office/drawing/2014/main" id="{C403BE91-4D60-42DA-9B00-AF2EA5D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574" y="3276345"/>
            <a:ext cx="141507" cy="120131"/>
          </a:xfrm>
          <a:custGeom xmlns:a="http://schemas.openxmlformats.org/drawingml/2006/main">
            <a:pathLst>
              <a:path w="141507" h="120131">
                <a:moveTo>
                  <a:pt x="0" y="0"/>
                </a:moveTo>
                <a:lnTo>
                  <a:pt x="141507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7" name="pdf-path-78">
            <a:extLst xmlns:a="http://schemas.openxmlformats.org/drawingml/2006/main">
              <a:ext uri="{FF2B5EF4-FFF2-40B4-BE49-F238E27FC236}">
                <a16:creationId xmlns:a16="http://schemas.microsoft.com/office/drawing/2014/main" id="{0B3E8A23-2D14-4758-90F1-AD1D7202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60" y="2258577"/>
            <a:ext cx="95" cy="708205"/>
          </a:xfrm>
          <a:custGeom xmlns:a="http://schemas.openxmlformats.org/drawingml/2006/main">
            <a:pathLst>
              <a:path w="95" h="708205">
                <a:moveTo>
                  <a:pt x="0" y="7082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8" name="pdf-path-79">
            <a:extLst xmlns:a="http://schemas.openxmlformats.org/drawingml/2006/main">
              <a:ext uri="{FF2B5EF4-FFF2-40B4-BE49-F238E27FC236}">
                <a16:creationId xmlns:a16="http://schemas.microsoft.com/office/drawing/2014/main" id="{351F364C-B0BE-4C2A-9D63-97D70001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494" y="2250892"/>
            <a:ext cx="120132" cy="141506"/>
          </a:xfrm>
          <a:custGeom xmlns:a="http://schemas.openxmlformats.org/drawingml/2006/main">
            <a:pathLst>
              <a:path w="120132" h="141506">
                <a:moveTo>
                  <a:pt x="0" y="141506"/>
                </a:moveTo>
                <a:lnTo>
                  <a:pt x="60066" y="0"/>
                </a:lnTo>
                <a:lnTo>
                  <a:pt x="120132" y="141506"/>
                </a:lnTo>
                <a:lnTo>
                  <a:pt x="0" y="1415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39" name="pdf-path-81">
            <a:extLst xmlns:a="http://schemas.openxmlformats.org/drawingml/2006/main">
              <a:ext uri="{FF2B5EF4-FFF2-40B4-BE49-F238E27FC236}">
                <a16:creationId xmlns:a16="http://schemas.microsoft.com/office/drawing/2014/main" id="{2587DACE-E8CE-4726-A8C9-27DD097E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835" y="2233765"/>
            <a:ext cx="95" cy="708205"/>
          </a:xfrm>
          <a:custGeom xmlns:a="http://schemas.openxmlformats.org/drawingml/2006/main">
            <a:pathLst>
              <a:path w="95" h="708205">
                <a:moveTo>
                  <a:pt x="0" y="0"/>
                </a:moveTo>
                <a:lnTo>
                  <a:pt x="0" y="708205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0" name="pdf-path-82">
            <a:extLst xmlns:a="http://schemas.openxmlformats.org/drawingml/2006/main">
              <a:ext uri="{FF2B5EF4-FFF2-40B4-BE49-F238E27FC236}">
                <a16:creationId xmlns:a16="http://schemas.microsoft.com/office/drawing/2014/main" id="{BB9665C4-16C4-4B8C-B9AA-DECE88B0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769" y="2808149"/>
            <a:ext cx="120132" cy="141506"/>
          </a:xfrm>
          <a:custGeom xmlns:a="http://schemas.openxmlformats.org/drawingml/2006/main">
            <a:pathLst>
              <a:path w="120132" h="141506">
                <a:moveTo>
                  <a:pt x="120132" y="0"/>
                </a:moveTo>
                <a:lnTo>
                  <a:pt x="60066" y="141506"/>
                </a:lnTo>
                <a:lnTo>
                  <a:pt x="0" y="0"/>
                </a:lnTo>
                <a:lnTo>
                  <a:pt x="1201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1" name="pdf-path-84">
            <a:extLst xmlns:a="http://schemas.openxmlformats.org/drawingml/2006/main">
              <a:ext uri="{FF2B5EF4-FFF2-40B4-BE49-F238E27FC236}">
                <a16:creationId xmlns:a16="http://schemas.microsoft.com/office/drawing/2014/main" id="{D8B91BD0-67B4-4641-9C78-89BC6F2F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155" y="1858233"/>
            <a:ext cx="702683" cy="6494"/>
          </a:xfrm>
          <a:custGeom xmlns:a="http://schemas.openxmlformats.org/drawingml/2006/main">
            <a:pathLst>
              <a:path w="702683" h="6494">
                <a:moveTo>
                  <a:pt x="0" y="6494"/>
                </a:moveTo>
                <a:lnTo>
                  <a:pt x="7026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2" name="pdf-path-85">
            <a:extLst xmlns:a="http://schemas.openxmlformats.org/drawingml/2006/main">
              <a:ext uri="{FF2B5EF4-FFF2-40B4-BE49-F238E27FC236}">
                <a16:creationId xmlns:a16="http://schemas.microsoft.com/office/drawing/2014/main" id="{A6175536-57CE-495F-A3C8-613A06A3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476" y="1799407"/>
            <a:ext cx="142047" cy="120121"/>
          </a:xfrm>
          <a:custGeom xmlns:a="http://schemas.openxmlformats.org/drawingml/2006/main">
            <a:pathLst>
              <a:path w="142047" h="120121">
                <a:moveTo>
                  <a:pt x="0" y="0"/>
                </a:moveTo>
                <a:lnTo>
                  <a:pt x="142047" y="58755"/>
                </a:lnTo>
                <a:lnTo>
                  <a:pt x="1107" y="12012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3" name="pdf-path-87">
            <a:extLst xmlns:a="http://schemas.openxmlformats.org/drawingml/2006/main">
              <a:ext uri="{FF2B5EF4-FFF2-40B4-BE49-F238E27FC236}">
                <a16:creationId xmlns:a16="http://schemas.microsoft.com/office/drawing/2014/main" id="{77138351-A413-4BA9-AA80-67D860DF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3" y="3336411"/>
            <a:ext cx="729010" cy="95"/>
          </a:xfrm>
          <a:custGeom xmlns:a="http://schemas.openxmlformats.org/drawingml/2006/main">
            <a:pathLst>
              <a:path w="729010" h="95">
                <a:moveTo>
                  <a:pt x="0" y="0"/>
                </a:moveTo>
                <a:lnTo>
                  <a:pt x="729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4" name="pdf-path-88">
            <a:extLst xmlns:a="http://schemas.openxmlformats.org/drawingml/2006/main">
              <a:ext uri="{FF2B5EF4-FFF2-40B4-BE49-F238E27FC236}">
                <a16:creationId xmlns:a16="http://schemas.microsoft.com/office/drawing/2014/main" id="{8F5FBFD2-AF1A-47E2-8C4B-D20E79B0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3" y="1868145"/>
            <a:ext cx="729010" cy="95"/>
          </a:xfrm>
          <a:custGeom xmlns:a="http://schemas.openxmlformats.org/drawingml/2006/main">
            <a:pathLst>
              <a:path w="729010" h="95">
                <a:moveTo>
                  <a:pt x="0" y="0"/>
                </a:moveTo>
                <a:lnTo>
                  <a:pt x="729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5" name="pdf-path-89">
            <a:extLst xmlns:a="http://schemas.openxmlformats.org/drawingml/2006/main">
              <a:ext uri="{FF2B5EF4-FFF2-40B4-BE49-F238E27FC236}">
                <a16:creationId xmlns:a16="http://schemas.microsoft.com/office/drawing/2014/main" id="{BCFBD849-1AB5-4664-A9EB-0100E200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923" y="3336411"/>
            <a:ext cx="708204" cy="95"/>
          </a:xfrm>
          <a:custGeom xmlns:a="http://schemas.openxmlformats.org/drawingml/2006/main">
            <a:pathLst>
              <a:path w="708204" h="95">
                <a:moveTo>
                  <a:pt x="0" y="0"/>
                </a:moveTo>
                <a:lnTo>
                  <a:pt x="708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6" name="pdf-path-90">
            <a:extLst xmlns:a="http://schemas.openxmlformats.org/drawingml/2006/main">
              <a:ext uri="{FF2B5EF4-FFF2-40B4-BE49-F238E27FC236}">
                <a16:creationId xmlns:a16="http://schemas.microsoft.com/office/drawing/2014/main" id="{D27C8F2D-BAEA-42FD-9047-D26E8A34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306" y="3276345"/>
            <a:ext cx="141507" cy="120131"/>
          </a:xfrm>
          <a:custGeom xmlns:a="http://schemas.openxmlformats.org/drawingml/2006/main">
            <a:pathLst>
              <a:path w="141507" h="120131">
                <a:moveTo>
                  <a:pt x="0" y="0"/>
                </a:moveTo>
                <a:lnTo>
                  <a:pt x="141507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7" name="pdf-path-92">
            <a:extLst xmlns:a="http://schemas.openxmlformats.org/drawingml/2006/main">
              <a:ext uri="{FF2B5EF4-FFF2-40B4-BE49-F238E27FC236}">
                <a16:creationId xmlns:a16="http://schemas.microsoft.com/office/drawing/2014/main" id="{79777585-7A67-4466-90FB-EA8F1B15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923" y="1868145"/>
            <a:ext cx="708204" cy="95"/>
          </a:xfrm>
          <a:custGeom xmlns:a="http://schemas.openxmlformats.org/drawingml/2006/main">
            <a:pathLst>
              <a:path w="708204" h="95">
                <a:moveTo>
                  <a:pt x="0" y="0"/>
                </a:moveTo>
                <a:lnTo>
                  <a:pt x="708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8" name="pdf-path-93">
            <a:extLst xmlns:a="http://schemas.openxmlformats.org/drawingml/2006/main">
              <a:ext uri="{FF2B5EF4-FFF2-40B4-BE49-F238E27FC236}">
                <a16:creationId xmlns:a16="http://schemas.microsoft.com/office/drawing/2014/main" id="{8E05E1D8-E8C5-48DE-A807-15DB1156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306" y="1808079"/>
            <a:ext cx="141507" cy="120131"/>
          </a:xfrm>
          <a:custGeom xmlns:a="http://schemas.openxmlformats.org/drawingml/2006/main">
            <a:pathLst>
              <a:path w="141507" h="120131">
                <a:moveTo>
                  <a:pt x="0" y="0"/>
                </a:moveTo>
                <a:lnTo>
                  <a:pt x="141507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49" name="pdf-path-95">
            <a:extLst xmlns:a="http://schemas.openxmlformats.org/drawingml/2006/main">
              <a:ext uri="{FF2B5EF4-FFF2-40B4-BE49-F238E27FC236}">
                <a16:creationId xmlns:a16="http://schemas.microsoft.com/office/drawing/2014/main" id="{ADC42499-5FBC-416E-B4E6-3913F111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527" y="3559809"/>
            <a:ext cx="2272435" cy="597236"/>
          </a:xfrm>
          <a:custGeom xmlns:a="http://schemas.openxmlformats.org/drawingml/2006/main">
            <a:pathLst>
              <a:path w="2272435" h="597236">
                <a:moveTo>
                  <a:pt x="0" y="0"/>
                </a:moveTo>
                <a:cubicBezTo>
                  <a:pt x="724254" y="522558"/>
                  <a:pt x="1457758" y="597236"/>
                  <a:pt x="2272435" y="2312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50" name="pdf-path-96">
            <a:extLst xmlns:a="http://schemas.openxmlformats.org/drawingml/2006/main">
              <a:ext uri="{FF2B5EF4-FFF2-40B4-BE49-F238E27FC236}">
                <a16:creationId xmlns:a16="http://schemas.microsoft.com/office/drawing/2014/main" id="{6679C2AC-3179-43F6-B865-D9F5B6CD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554" y="1339364"/>
            <a:ext cx="836408" cy="268299"/>
          </a:xfrm>
          <a:custGeom xmlns:a="http://schemas.openxmlformats.org/drawingml/2006/main">
            <a:pathLst>
              <a:path w="836408" h="268299">
                <a:moveTo>
                  <a:pt x="0" y="268299"/>
                </a:moveTo>
                <a:cubicBezTo>
                  <a:pt x="252060" y="51251"/>
                  <a:pt x="522409" y="0"/>
                  <a:pt x="836408" y="1097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51" name="pdf-path-97">
            <a:extLst xmlns:a="http://schemas.openxmlformats.org/drawingml/2006/main">
              <a:ext uri="{FF2B5EF4-FFF2-40B4-BE49-F238E27FC236}">
                <a16:creationId xmlns:a16="http://schemas.microsoft.com/office/drawing/2014/main" id="{2C8B9BD5-C3C2-4FA3-A5FB-7B9DE15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923" y="3610466"/>
            <a:ext cx="820644" cy="254725"/>
          </a:xfrm>
          <a:custGeom xmlns:a="http://schemas.openxmlformats.org/drawingml/2006/main">
            <a:pathLst>
              <a:path w="820644" h="254725">
                <a:moveTo>
                  <a:pt x="0" y="144959"/>
                </a:moveTo>
                <a:cubicBezTo>
                  <a:pt x="314000" y="254725"/>
                  <a:pt x="584347" y="203474"/>
                  <a:pt x="82064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52" name="pdf-path-98">
            <a:extLst xmlns:a="http://schemas.openxmlformats.org/drawingml/2006/main">
              <a:ext uri="{FF2B5EF4-FFF2-40B4-BE49-F238E27FC236}">
                <a16:creationId xmlns:a16="http://schemas.microsoft.com/office/drawing/2014/main" id="{BA94AFBD-B084-44AD-B2BB-A026B87E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974" y="3605451"/>
            <a:ext cx="146417" cy="137845"/>
          </a:xfrm>
          <a:custGeom xmlns:a="http://schemas.openxmlformats.org/drawingml/2006/main">
            <a:pathLst>
              <a:path w="146417" h="137845">
                <a:moveTo>
                  <a:pt x="0" y="46816"/>
                </a:moveTo>
                <a:lnTo>
                  <a:pt x="146417" y="0"/>
                </a:lnTo>
                <a:lnTo>
                  <a:pt x="78383" y="137845"/>
                </a:lnTo>
                <a:lnTo>
                  <a:pt x="0" y="468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7766">
            <a:solidFill>
              <a:srgbClr val="000000"/>
            </a:solidFill>
            <a:prstDash val="solid"/>
          </a:ln>
        </p:spPr>
      </p:sp>
      <p:sp>
        <p:nvSpPr>
          <p:cNvPr id="53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5038F389-F72B-46A6-80CD-A1E59246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923" y="1041185"/>
            <a:ext cx="2250712" cy="573595"/>
          </a:xfrm>
          <a:custGeom xmlns:a="http://schemas.openxmlformats.org/drawingml/2006/main">
            <a:pathLst>
              <a:path w="2250712" h="573595">
                <a:moveTo>
                  <a:pt x="0" y="370843"/>
                </a:moveTo>
                <a:cubicBezTo>
                  <a:pt x="810385" y="0"/>
                  <a:pt x="1541313" y="69258"/>
                  <a:pt x="2250712" y="57359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54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8FB23E17-C3A5-4C67-8F7D-92C93223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773" y="1488294"/>
            <a:ext cx="150125" cy="130939"/>
          </a:xfrm>
          <a:custGeom xmlns:a="http://schemas.openxmlformats.org/drawingml/2006/main">
            <a:pathLst>
              <a:path w="150125" h="130939">
                <a:moveTo>
                  <a:pt x="69603" y="0"/>
                </a:moveTo>
                <a:lnTo>
                  <a:pt x="150125" y="130939"/>
                </a:lnTo>
                <a:lnTo>
                  <a:pt x="0" y="97904"/>
                </a:lnTo>
                <a:lnTo>
                  <a:pt x="6960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352">
            <a:solidFill>
              <a:srgbClr val="000000"/>
            </a:solidFill>
            <a:prstDash val="solid"/>
          </a:ln>
        </p:spPr>
      </p:sp>
      <p:sp>
        <p:nvSpPr>
          <p:cNvPr id="55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37EA41AA-EA75-4151-960C-E316D1BF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605" y="2971906"/>
            <a:ext cx="729010" cy="729009"/>
          </a:xfrm>
          <a:custGeom xmlns:a="http://schemas.openxmlformats.org/drawingml/2006/main">
            <a:pathLst>
              <a:path w="729010" h="729009">
                <a:moveTo>
                  <a:pt x="729010" y="364504"/>
                </a:moveTo>
                <a:cubicBezTo>
                  <a:pt x="729010" y="163192"/>
                  <a:pt x="565818" y="0"/>
                  <a:pt x="364506" y="0"/>
                </a:cubicBezTo>
                <a:cubicBezTo>
                  <a:pt x="163192" y="0"/>
                  <a:pt x="0" y="163192"/>
                  <a:pt x="0" y="364504"/>
                </a:cubicBezTo>
                <a:cubicBezTo>
                  <a:pt x="0" y="565817"/>
                  <a:pt x="163192" y="729009"/>
                  <a:pt x="364506" y="729009"/>
                </a:cubicBezTo>
                <a:cubicBezTo>
                  <a:pt x="565818" y="729009"/>
                  <a:pt x="729010" y="565817"/>
                  <a:pt x="729010" y="364504"/>
                </a:cubicBez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56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C759FF79-FB7A-4877-81D8-B610187A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473" y="3336411"/>
            <a:ext cx="708204" cy="95"/>
          </a:xfrm>
          <a:custGeom xmlns:a="http://schemas.openxmlformats.org/drawingml/2006/main">
            <a:pathLst>
              <a:path w="708204" h="95">
                <a:moveTo>
                  <a:pt x="0" y="0"/>
                </a:moveTo>
                <a:lnTo>
                  <a:pt x="708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57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F0780DB7-9389-4EC6-9825-352D66E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857" y="3276345"/>
            <a:ext cx="141507" cy="120131"/>
          </a:xfrm>
          <a:custGeom xmlns:a="http://schemas.openxmlformats.org/drawingml/2006/main">
            <a:pathLst>
              <a:path w="141507" h="120131">
                <a:moveTo>
                  <a:pt x="0" y="0"/>
                </a:moveTo>
                <a:lnTo>
                  <a:pt x="141507" y="60066"/>
                </a:lnTo>
                <a:lnTo>
                  <a:pt x="0" y="12013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58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CB5727E5-A45C-4E80-AFD0-2E65024E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663" y="3521219"/>
            <a:ext cx="2286328" cy="449313"/>
          </a:xfrm>
          <a:custGeom xmlns:a="http://schemas.openxmlformats.org/drawingml/2006/main">
            <a:pathLst>
              <a:path w="2286328" h="449313">
                <a:moveTo>
                  <a:pt x="0" y="0"/>
                </a:moveTo>
                <a:cubicBezTo>
                  <a:pt x="778234" y="449313"/>
                  <a:pt x="1526108" y="449313"/>
                  <a:pt x="2286328" y="1040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59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B3AAE57A-61ED-41BB-BFE5-9809FD25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4069" y="3527778"/>
            <a:ext cx="152578" cy="122768"/>
          </a:xfrm>
          <a:custGeom xmlns:a="http://schemas.openxmlformats.org/drawingml/2006/main">
            <a:pathLst>
              <a:path w="152578" h="122768">
                <a:moveTo>
                  <a:pt x="0" y="18733"/>
                </a:moveTo>
                <a:lnTo>
                  <a:pt x="152578" y="0"/>
                </a:lnTo>
                <a:lnTo>
                  <a:pt x="60063" y="122768"/>
                </a:lnTo>
                <a:lnTo>
                  <a:pt x="0" y="187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875">
            <a:solidFill>
              <a:srgbClr val="000000"/>
            </a:solidFill>
            <a:prstDash val="solid"/>
          </a:ln>
        </p:spPr>
      </p:sp>
      <p:sp>
        <p:nvSpPr>
          <p:cNvPr id="60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90E9D543-954D-4BC0-A61A-7E2CE43E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3" y="1251478"/>
            <a:ext cx="11067688" cy="2877357"/>
          </a:xfrm>
          <a:custGeom xmlns:a="http://schemas.openxmlformats.org/drawingml/2006/main">
            <a:pathLst>
              <a:path w="11067688" h="2877357">
                <a:moveTo>
                  <a:pt x="10965202" y="0"/>
                </a:moveTo>
                <a:lnTo>
                  <a:pt x="102487" y="0"/>
                </a:lnTo>
                <a:cubicBezTo>
                  <a:pt x="45885" y="0"/>
                  <a:pt x="0" y="45884"/>
                  <a:pt x="0" y="102487"/>
                </a:cubicBezTo>
                <a:lnTo>
                  <a:pt x="0" y="2774870"/>
                </a:lnTo>
                <a:cubicBezTo>
                  <a:pt x="0" y="2831472"/>
                  <a:pt x="45885" y="2877357"/>
                  <a:pt x="102487" y="2877357"/>
                </a:cubicBezTo>
                <a:lnTo>
                  <a:pt x="10965202" y="2877357"/>
                </a:lnTo>
                <a:cubicBezTo>
                  <a:pt x="11021804" y="2877357"/>
                  <a:pt x="11067688" y="2831472"/>
                  <a:pt x="11067688" y="2774870"/>
                </a:cubicBezTo>
                <a:lnTo>
                  <a:pt x="11067688" y="102487"/>
                </a:lnTo>
                <a:cubicBezTo>
                  <a:pt x="11067688" y="45884"/>
                  <a:pt x="11021804" y="0"/>
                  <a:pt x="1096520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61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B9C0B172-9E01-434E-9E88-3CA1387C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820" y="35374"/>
            <a:ext cx="729009" cy="729008"/>
          </a:xfrm>
          <a:custGeom xmlns:a="http://schemas.openxmlformats.org/drawingml/2006/main">
            <a:pathLst>
              <a:path w="729009" h="729008">
                <a:moveTo>
                  <a:pt x="729009" y="364505"/>
                </a:moveTo>
                <a:cubicBezTo>
                  <a:pt x="729009" y="163192"/>
                  <a:pt x="565817" y="0"/>
                  <a:pt x="364505" y="0"/>
                </a:cubicBezTo>
                <a:cubicBezTo>
                  <a:pt x="163192" y="0"/>
                  <a:pt x="0" y="163192"/>
                  <a:pt x="0" y="364505"/>
                </a:cubicBezTo>
                <a:cubicBezTo>
                  <a:pt x="0" y="565817"/>
                  <a:pt x="163192" y="729008"/>
                  <a:pt x="364505" y="729008"/>
                </a:cubicBezTo>
                <a:cubicBezTo>
                  <a:pt x="565817" y="729008"/>
                  <a:pt x="729009" y="565817"/>
                  <a:pt x="729009" y="36450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62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F20A3CA6-1DF9-4C77-BE52-74810D38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900" y="315747"/>
            <a:ext cx="2352478" cy="1226598"/>
          </a:xfrm>
          <a:custGeom xmlns:a="http://schemas.openxmlformats.org/drawingml/2006/main">
            <a:pathLst>
              <a:path w="2352478" h="1226598">
                <a:moveTo>
                  <a:pt x="2352478" y="61988"/>
                </a:moveTo>
                <a:cubicBezTo>
                  <a:pt x="1319827" y="0"/>
                  <a:pt x="558549" y="380652"/>
                  <a:pt x="0" y="122659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63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6DCECC47-828F-4373-9992-6CB0A3A1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66" y="1397582"/>
            <a:ext cx="128087" cy="151177"/>
          </a:xfrm>
          <a:custGeom xmlns:a="http://schemas.openxmlformats.org/drawingml/2006/main">
            <a:pathLst>
              <a:path w="128087" h="151177">
                <a:moveTo>
                  <a:pt x="128087" y="66188"/>
                </a:moveTo>
                <a:lnTo>
                  <a:pt x="0" y="151177"/>
                </a:lnTo>
                <a:lnTo>
                  <a:pt x="27841" y="0"/>
                </a:lnTo>
                <a:lnTo>
                  <a:pt x="128087" y="661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5646">
            <a:solidFill>
              <a:srgbClr val="000000"/>
            </a:solidFill>
            <a:prstDash val="solid"/>
          </a:ln>
        </p:spPr>
      </p:sp>
      <p:sp>
        <p:nvSpPr>
          <p:cNvPr id="64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07A8A44F-8874-4157-B5A8-2B4333E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325" y="769507"/>
            <a:ext cx="95" cy="708205"/>
          </a:xfrm>
          <a:custGeom xmlns:a="http://schemas.openxmlformats.org/drawingml/2006/main">
            <a:pathLst>
              <a:path w="95" h="708205">
                <a:moveTo>
                  <a:pt x="0" y="0"/>
                </a:moveTo>
                <a:lnTo>
                  <a:pt x="0" y="708205"/>
                </a:ln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65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49AF3E13-16F4-44A0-BEFA-B3E10858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259" y="1343892"/>
            <a:ext cx="120132" cy="141506"/>
          </a:xfrm>
          <a:custGeom xmlns:a="http://schemas.openxmlformats.org/drawingml/2006/main">
            <a:pathLst>
              <a:path w="120132" h="141506">
                <a:moveTo>
                  <a:pt x="120132" y="0"/>
                </a:moveTo>
                <a:lnTo>
                  <a:pt x="60066" y="141506"/>
                </a:lnTo>
                <a:lnTo>
                  <a:pt x="0" y="0"/>
                </a:lnTo>
                <a:lnTo>
                  <a:pt x="1201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66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04F97D42-3FFE-480A-85DE-2048AFF9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572" y="462641"/>
            <a:ext cx="936058" cy="947574"/>
          </a:xfrm>
          <a:custGeom xmlns:a="http://schemas.openxmlformats.org/drawingml/2006/main">
            <a:pathLst>
              <a:path w="936058" h="947574">
                <a:moveTo>
                  <a:pt x="0" y="0"/>
                </a:moveTo>
                <a:cubicBezTo>
                  <a:pt x="503160" y="138127"/>
                  <a:pt x="804097" y="442761"/>
                  <a:pt x="936058" y="9475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67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F0800FBC-DBE6-463D-B3FB-60D5CE13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535" y="57863"/>
            <a:ext cx="3525528" cy="1493339"/>
          </a:xfrm>
          <a:custGeom xmlns:a="http://schemas.openxmlformats.org/drawingml/2006/main">
            <a:pathLst>
              <a:path w="3525528" h="1493339">
                <a:moveTo>
                  <a:pt x="0" y="273517"/>
                </a:moveTo>
                <a:cubicBezTo>
                  <a:pt x="1439905" y="0"/>
                  <a:pt x="2582281" y="398862"/>
                  <a:pt x="3525528" y="149333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248">
            <a:solidFill>
              <a:srgbClr val="000000"/>
            </a:solidFill>
            <a:prstDash val="solid"/>
          </a:ln>
        </p:spPr>
      </p:sp>
      <p:sp>
        <p:nvSpPr>
          <p:cNvPr id="68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DE4C22E4-0A24-44E5-96A5-CE4E32B6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207" y="1410627"/>
            <a:ext cx="137873" cy="146396"/>
          </a:xfrm>
          <a:custGeom xmlns:a="http://schemas.openxmlformats.org/drawingml/2006/main">
            <a:pathLst>
              <a:path w="137873" h="146396">
                <a:moveTo>
                  <a:pt x="90995" y="0"/>
                </a:moveTo>
                <a:lnTo>
                  <a:pt x="137873" y="146396"/>
                </a:lnTo>
                <a:lnTo>
                  <a:pt x="0" y="78422"/>
                </a:lnTo>
                <a:lnTo>
                  <a:pt x="9099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6690">
            <a:solidFill>
              <a:srgbClr val="000000"/>
            </a:solidFill>
            <a:prstDash val="solid"/>
          </a:ln>
        </p:spPr>
      </p:sp>
      <p:sp>
        <p:nvSpPr>
          <p:cNvPr id="69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BFDEA098-F1DE-4725-8EA7-E6A0F10B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71" y="3322697"/>
            <a:ext cx="94289" cy="116096"/>
          </a:xfrm>
          <a:custGeom xmlns:a="http://schemas.openxmlformats.org/drawingml/2006/main">
            <a:pathLst>
              <a:path w="94289" h="116096">
                <a:moveTo>
                  <a:pt x="86857" y="17507"/>
                </a:moveTo>
                <a:cubicBezTo>
                  <a:pt x="79683" y="17765"/>
                  <a:pt x="74558" y="23402"/>
                  <a:pt x="74558" y="29040"/>
                </a:cubicBezTo>
                <a:cubicBezTo>
                  <a:pt x="74558" y="32629"/>
                  <a:pt x="76865" y="36472"/>
                  <a:pt x="82502" y="36472"/>
                </a:cubicBezTo>
                <a:cubicBezTo>
                  <a:pt x="88140" y="36472"/>
                  <a:pt x="94289" y="32116"/>
                  <a:pt x="94289" y="22124"/>
                </a:cubicBezTo>
                <a:cubicBezTo>
                  <a:pt x="94289" y="10540"/>
                  <a:pt x="83272" y="0"/>
                  <a:pt x="63799" y="0"/>
                </a:cubicBezTo>
                <a:cubicBezTo>
                  <a:pt x="29978" y="0"/>
                  <a:pt x="20498" y="26221"/>
                  <a:pt x="20498" y="37492"/>
                </a:cubicBezTo>
                <a:cubicBezTo>
                  <a:pt x="20498" y="57438"/>
                  <a:pt x="39458" y="61273"/>
                  <a:pt x="46887" y="62806"/>
                </a:cubicBezTo>
                <a:cubicBezTo>
                  <a:pt x="60210" y="65363"/>
                  <a:pt x="73534" y="68178"/>
                  <a:pt x="73534" y="82256"/>
                </a:cubicBezTo>
                <a:cubicBezTo>
                  <a:pt x="73534" y="88918"/>
                  <a:pt x="67642" y="110463"/>
                  <a:pt x="36898" y="110463"/>
                </a:cubicBezTo>
                <a:cubicBezTo>
                  <a:pt x="33309" y="110463"/>
                  <a:pt x="13582" y="110463"/>
                  <a:pt x="7686" y="96862"/>
                </a:cubicBezTo>
                <a:cubicBezTo>
                  <a:pt x="17425" y="98144"/>
                  <a:pt x="23828" y="90454"/>
                  <a:pt x="23828" y="83280"/>
                </a:cubicBezTo>
                <a:cubicBezTo>
                  <a:pt x="23828" y="77389"/>
                  <a:pt x="19731" y="74312"/>
                  <a:pt x="14348" y="74312"/>
                </a:cubicBezTo>
                <a:cubicBezTo>
                  <a:pt x="7686" y="74312"/>
                  <a:pt x="0" y="79695"/>
                  <a:pt x="0" y="91224"/>
                </a:cubicBezTo>
                <a:cubicBezTo>
                  <a:pt x="0" y="105842"/>
                  <a:pt x="14606" y="116096"/>
                  <a:pt x="36640" y="116096"/>
                </a:cubicBezTo>
                <a:cubicBezTo>
                  <a:pt x="78147" y="116096"/>
                  <a:pt x="88140" y="85074"/>
                  <a:pt x="88140" y="73546"/>
                </a:cubicBezTo>
                <a:cubicBezTo>
                  <a:pt x="88140" y="64343"/>
                  <a:pt x="83272" y="57951"/>
                  <a:pt x="80196" y="54881"/>
                </a:cubicBezTo>
                <a:cubicBezTo>
                  <a:pt x="73280" y="47719"/>
                  <a:pt x="65848" y="46441"/>
                  <a:pt x="54577" y="44142"/>
                </a:cubicBezTo>
                <a:cubicBezTo>
                  <a:pt x="45350" y="42097"/>
                  <a:pt x="35103" y="40307"/>
                  <a:pt x="35103" y="28786"/>
                </a:cubicBezTo>
                <a:cubicBezTo>
                  <a:pt x="35103" y="21354"/>
                  <a:pt x="41253" y="5637"/>
                  <a:pt x="63799" y="5637"/>
                </a:cubicBezTo>
                <a:cubicBezTo>
                  <a:pt x="70203" y="5637"/>
                  <a:pt x="83014" y="7444"/>
                  <a:pt x="86857" y="175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9659B9BA-CED6-467D-8661-789E62C6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75" y="3168442"/>
            <a:ext cx="46633" cy="179174"/>
          </a:xfrm>
          <a:custGeom xmlns:a="http://schemas.openxmlformats.org/drawingml/2006/main">
            <a:pathLst>
              <a:path w="46633" h="179174">
                <a:moveTo>
                  <a:pt x="43045" y="0"/>
                </a:moveTo>
                <a:cubicBezTo>
                  <a:pt x="8968" y="24036"/>
                  <a:pt x="0" y="62059"/>
                  <a:pt x="0" y="89499"/>
                </a:cubicBezTo>
                <a:cubicBezTo>
                  <a:pt x="0" y="114789"/>
                  <a:pt x="7534" y="154065"/>
                  <a:pt x="43045" y="179174"/>
                </a:cubicBezTo>
                <a:cubicBezTo>
                  <a:pt x="44479" y="179174"/>
                  <a:pt x="46633" y="179174"/>
                  <a:pt x="46633" y="177023"/>
                </a:cubicBezTo>
                <a:cubicBezTo>
                  <a:pt x="46633" y="175947"/>
                  <a:pt x="46093" y="175589"/>
                  <a:pt x="44837" y="174333"/>
                </a:cubicBezTo>
                <a:cubicBezTo>
                  <a:pt x="20985" y="152811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6" y="4307"/>
                </a:cubicBezTo>
                <a:cubicBezTo>
                  <a:pt x="46093" y="3588"/>
                  <a:pt x="46633" y="3052"/>
                  <a:pt x="46633" y="2154"/>
                </a:cubicBezTo>
                <a:cubicBezTo>
                  <a:pt x="46633" y="0"/>
                  <a:pt x="44479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A0A0C0C9-FE97-415D-9CC3-F2C886ED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40" y="3183992"/>
            <a:ext cx="54342" cy="120713"/>
          </a:xfrm>
          <a:custGeom xmlns:a="http://schemas.openxmlformats.org/drawingml/2006/main">
            <a:pathLst>
              <a:path w="54342" h="120713">
                <a:moveTo>
                  <a:pt x="49678" y="6814"/>
                </a:moveTo>
                <a:cubicBezTo>
                  <a:pt x="49678" y="3943"/>
                  <a:pt x="47527" y="0"/>
                  <a:pt x="42505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1"/>
                  <a:pt x="34794" y="16677"/>
                  <a:pt x="39635" y="16677"/>
                </a:cubicBezTo>
                <a:cubicBezTo>
                  <a:pt x="44837" y="16677"/>
                  <a:pt x="49678" y="11655"/>
                  <a:pt x="49678" y="6814"/>
                </a:cubicBezTo>
                <a:moveTo>
                  <a:pt x="13092" y="97931"/>
                </a:moveTo>
                <a:cubicBezTo>
                  <a:pt x="12375" y="100262"/>
                  <a:pt x="11477" y="102416"/>
                  <a:pt x="11477" y="105465"/>
                </a:cubicBezTo>
                <a:cubicBezTo>
                  <a:pt x="11477" y="113899"/>
                  <a:pt x="18650" y="120713"/>
                  <a:pt x="28516" y="120713"/>
                </a:cubicBezTo>
                <a:cubicBezTo>
                  <a:pt x="46452" y="120713"/>
                  <a:pt x="54342" y="95955"/>
                  <a:pt x="54342" y="93265"/>
                </a:cubicBezTo>
                <a:cubicBezTo>
                  <a:pt x="54342" y="90933"/>
                  <a:pt x="52010" y="90933"/>
                  <a:pt x="51473" y="90933"/>
                </a:cubicBezTo>
                <a:cubicBezTo>
                  <a:pt x="48961" y="90933"/>
                  <a:pt x="48783" y="92009"/>
                  <a:pt x="48064" y="93982"/>
                </a:cubicBezTo>
                <a:cubicBezTo>
                  <a:pt x="43939" y="108336"/>
                  <a:pt x="36047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6" y="101877"/>
                  <a:pt x="27440" y="97931"/>
                </a:cubicBezTo>
                <a:cubicBezTo>
                  <a:pt x="29233" y="93084"/>
                  <a:pt x="31206" y="88240"/>
                  <a:pt x="33179" y="83575"/>
                </a:cubicBezTo>
                <a:cubicBezTo>
                  <a:pt x="34794" y="79270"/>
                  <a:pt x="41249" y="62943"/>
                  <a:pt x="41966" y="60789"/>
                </a:cubicBezTo>
                <a:cubicBezTo>
                  <a:pt x="42505" y="58994"/>
                  <a:pt x="43042" y="56840"/>
                  <a:pt x="43042" y="55048"/>
                </a:cubicBezTo>
                <a:cubicBezTo>
                  <a:pt x="43042" y="46613"/>
                  <a:pt x="35869" y="39796"/>
                  <a:pt x="26004" y="39796"/>
                </a:cubicBezTo>
                <a:cubicBezTo>
                  <a:pt x="8248" y="39796"/>
                  <a:pt x="0" y="64196"/>
                  <a:pt x="0" y="67247"/>
                </a:cubicBezTo>
                <a:cubicBezTo>
                  <a:pt x="0" y="69579"/>
                  <a:pt x="2510" y="69579"/>
                  <a:pt x="3049" y="69579"/>
                </a:cubicBezTo>
                <a:cubicBezTo>
                  <a:pt x="5558" y="69579"/>
                  <a:pt x="5739" y="68684"/>
                  <a:pt x="6275" y="66708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5" y="44821"/>
                  <a:pt x="29950" y="46255"/>
                  <a:pt x="29950" y="51098"/>
                </a:cubicBezTo>
                <a:cubicBezTo>
                  <a:pt x="29950" y="55225"/>
                  <a:pt x="28874" y="57918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F30FAA4A-6D5F-4576-B7F0-D1E683BD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42" y="3168442"/>
            <a:ext cx="46449" cy="179174"/>
          </a:xfrm>
          <a:custGeom xmlns:a="http://schemas.openxmlformats.org/drawingml/2006/main">
            <a:pathLst>
              <a:path w="46449" h="179174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2"/>
                  <a:pt x="537" y="3588"/>
                  <a:pt x="1612" y="4844"/>
                </a:cubicBezTo>
                <a:cubicBezTo>
                  <a:pt x="17036" y="19014"/>
                  <a:pt x="34255" y="43225"/>
                  <a:pt x="34255" y="89499"/>
                </a:cubicBezTo>
                <a:cubicBezTo>
                  <a:pt x="34255" y="126983"/>
                  <a:pt x="22597" y="155321"/>
                  <a:pt x="3227" y="172898"/>
                </a:cubicBezTo>
                <a:cubicBezTo>
                  <a:pt x="178" y="175947"/>
                  <a:pt x="0" y="176125"/>
                  <a:pt x="0" y="177023"/>
                </a:cubicBezTo>
                <a:cubicBezTo>
                  <a:pt x="0" y="177921"/>
                  <a:pt x="537" y="179174"/>
                  <a:pt x="2332" y="179174"/>
                </a:cubicBezTo>
                <a:cubicBezTo>
                  <a:pt x="4483" y="179174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2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D8A37BCF-3E01-4960-A1A1-343A9E1B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76" y="3385273"/>
            <a:ext cx="83219" cy="122602"/>
          </a:xfrm>
          <a:custGeom xmlns:a="http://schemas.openxmlformats.org/drawingml/2006/main">
            <a:pathLst>
              <a:path w="83219" h="122602">
                <a:moveTo>
                  <a:pt x="83219" y="61840"/>
                </a:moveTo>
                <a:cubicBezTo>
                  <a:pt x="83219" y="42125"/>
                  <a:pt x="80887" y="27966"/>
                  <a:pt x="72639" y="15418"/>
                </a:cubicBezTo>
                <a:cubicBezTo>
                  <a:pt x="67078" y="7176"/>
                  <a:pt x="55959" y="0"/>
                  <a:pt x="41611" y="0"/>
                </a:cubicBezTo>
                <a:cubicBezTo>
                  <a:pt x="0" y="0"/>
                  <a:pt x="0" y="48937"/>
                  <a:pt x="0" y="61840"/>
                </a:cubicBezTo>
                <a:cubicBezTo>
                  <a:pt x="0" y="74746"/>
                  <a:pt x="0" y="122602"/>
                  <a:pt x="41611" y="122602"/>
                </a:cubicBezTo>
                <a:cubicBezTo>
                  <a:pt x="83219" y="122602"/>
                  <a:pt x="83219" y="74746"/>
                  <a:pt x="83219" y="61840"/>
                </a:cubicBezTo>
                <a:moveTo>
                  <a:pt x="41611" y="117580"/>
                </a:moveTo>
                <a:cubicBezTo>
                  <a:pt x="33360" y="117580"/>
                  <a:pt x="22418" y="112742"/>
                  <a:pt x="18833" y="98046"/>
                </a:cubicBezTo>
                <a:cubicBezTo>
                  <a:pt x="16321" y="87471"/>
                  <a:pt x="16321" y="72773"/>
                  <a:pt x="16321" y="59511"/>
                </a:cubicBezTo>
                <a:cubicBezTo>
                  <a:pt x="16321" y="46427"/>
                  <a:pt x="16321" y="32804"/>
                  <a:pt x="19011" y="22947"/>
                </a:cubicBezTo>
                <a:cubicBezTo>
                  <a:pt x="22777" y="8788"/>
                  <a:pt x="34257" y="5025"/>
                  <a:pt x="41611" y="5025"/>
                </a:cubicBezTo>
                <a:cubicBezTo>
                  <a:pt x="51296" y="5025"/>
                  <a:pt x="60622" y="10938"/>
                  <a:pt x="63849" y="21335"/>
                </a:cubicBezTo>
                <a:cubicBezTo>
                  <a:pt x="66719" y="31012"/>
                  <a:pt x="66897" y="43918"/>
                  <a:pt x="66897" y="59511"/>
                </a:cubicBezTo>
                <a:cubicBezTo>
                  <a:pt x="66897" y="72773"/>
                  <a:pt x="66897" y="86038"/>
                  <a:pt x="64566" y="97329"/>
                </a:cubicBezTo>
                <a:cubicBezTo>
                  <a:pt x="60981" y="113639"/>
                  <a:pt x="48783" y="117580"/>
                  <a:pt x="41611" y="1175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47492B57-B7DB-432E-98B7-4D857B73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573" y="3322697"/>
            <a:ext cx="117344" cy="116096"/>
          </a:xfrm>
          <a:custGeom xmlns:a="http://schemas.openxmlformats.org/drawingml/2006/main">
            <a:pathLst>
              <a:path w="117344" h="116096">
                <a:moveTo>
                  <a:pt x="85317" y="16404"/>
                </a:moveTo>
                <a:cubicBezTo>
                  <a:pt x="80708" y="6920"/>
                  <a:pt x="73276" y="0"/>
                  <a:pt x="61747" y="0"/>
                </a:cubicBezTo>
                <a:cubicBezTo>
                  <a:pt x="31768" y="0"/>
                  <a:pt x="0" y="37676"/>
                  <a:pt x="0" y="75094"/>
                </a:cubicBezTo>
                <a:cubicBezTo>
                  <a:pt x="0" y="99184"/>
                  <a:pt x="14090" y="116096"/>
                  <a:pt x="34075" y="116096"/>
                </a:cubicBezTo>
                <a:cubicBezTo>
                  <a:pt x="39200" y="116096"/>
                  <a:pt x="52012" y="115072"/>
                  <a:pt x="67384" y="96878"/>
                </a:cubicBezTo>
                <a:cubicBezTo>
                  <a:pt x="69433" y="107644"/>
                  <a:pt x="78401" y="116096"/>
                  <a:pt x="90700" y="116096"/>
                </a:cubicBezTo>
                <a:cubicBezTo>
                  <a:pt x="99669" y="116096"/>
                  <a:pt x="105560" y="110205"/>
                  <a:pt x="109658" y="102003"/>
                </a:cubicBezTo>
                <a:cubicBezTo>
                  <a:pt x="114017" y="92776"/>
                  <a:pt x="117344" y="77142"/>
                  <a:pt x="117344" y="76630"/>
                </a:cubicBezTo>
                <a:cubicBezTo>
                  <a:pt x="117344" y="74069"/>
                  <a:pt x="115041" y="74069"/>
                  <a:pt x="114271" y="74069"/>
                </a:cubicBezTo>
                <a:cubicBezTo>
                  <a:pt x="111710" y="74069"/>
                  <a:pt x="111452" y="75094"/>
                  <a:pt x="110686" y="78682"/>
                </a:cubicBezTo>
                <a:cubicBezTo>
                  <a:pt x="106327" y="95341"/>
                  <a:pt x="101717" y="110463"/>
                  <a:pt x="91213" y="110463"/>
                </a:cubicBezTo>
                <a:cubicBezTo>
                  <a:pt x="84293" y="110463"/>
                  <a:pt x="83527" y="103797"/>
                  <a:pt x="83527" y="98672"/>
                </a:cubicBezTo>
                <a:cubicBezTo>
                  <a:pt x="83527" y="93034"/>
                  <a:pt x="84038" y="90982"/>
                  <a:pt x="86857" y="79707"/>
                </a:cubicBezTo>
                <a:cubicBezTo>
                  <a:pt x="89676" y="68944"/>
                  <a:pt x="90188" y="66379"/>
                  <a:pt x="92491" y="56641"/>
                </a:cubicBezTo>
                <a:lnTo>
                  <a:pt x="101717" y="20759"/>
                </a:lnTo>
                <a:cubicBezTo>
                  <a:pt x="103512" y="13586"/>
                  <a:pt x="103512" y="13073"/>
                  <a:pt x="103512" y="12045"/>
                </a:cubicBezTo>
                <a:cubicBezTo>
                  <a:pt x="103512" y="7690"/>
                  <a:pt x="100435" y="5125"/>
                  <a:pt x="96080" y="5125"/>
                </a:cubicBezTo>
                <a:cubicBezTo>
                  <a:pt x="89930" y="5125"/>
                  <a:pt x="86087" y="10767"/>
                  <a:pt x="85317" y="16404"/>
                </a:cubicBezTo>
                <a:moveTo>
                  <a:pt x="68667" y="82784"/>
                </a:moveTo>
                <a:cubicBezTo>
                  <a:pt x="67384" y="87397"/>
                  <a:pt x="67384" y="87909"/>
                  <a:pt x="63541" y="92264"/>
                </a:cubicBezTo>
                <a:cubicBezTo>
                  <a:pt x="52266" y="106362"/>
                  <a:pt x="41761" y="110463"/>
                  <a:pt x="34587" y="110463"/>
                </a:cubicBezTo>
                <a:cubicBezTo>
                  <a:pt x="21780" y="110463"/>
                  <a:pt x="18191" y="96365"/>
                  <a:pt x="18191" y="86369"/>
                </a:cubicBezTo>
                <a:cubicBezTo>
                  <a:pt x="18191" y="73557"/>
                  <a:pt x="26389" y="42031"/>
                  <a:pt x="32281" y="30244"/>
                </a:cubicBezTo>
                <a:cubicBezTo>
                  <a:pt x="40225" y="15122"/>
                  <a:pt x="51754" y="5637"/>
                  <a:pt x="62005" y="5637"/>
                </a:cubicBezTo>
                <a:cubicBezTo>
                  <a:pt x="78659" y="5637"/>
                  <a:pt x="82244" y="26655"/>
                  <a:pt x="82244" y="28191"/>
                </a:cubicBezTo>
                <a:cubicBezTo>
                  <a:pt x="82244" y="29732"/>
                  <a:pt x="81732" y="31268"/>
                  <a:pt x="81474" y="32551"/>
                </a:cubicBezTo>
                <a:lnTo>
                  <a:pt x="68667" y="82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8C81B83C-7707-43B2-8D6D-049B11FD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78" y="3168442"/>
            <a:ext cx="46632" cy="179174"/>
          </a:xfrm>
          <a:custGeom xmlns:a="http://schemas.openxmlformats.org/drawingml/2006/main">
            <a:pathLst>
              <a:path w="46632" h="179174">
                <a:moveTo>
                  <a:pt x="43045" y="0"/>
                </a:moveTo>
                <a:cubicBezTo>
                  <a:pt x="8968" y="24036"/>
                  <a:pt x="0" y="62059"/>
                  <a:pt x="0" y="89499"/>
                </a:cubicBezTo>
                <a:cubicBezTo>
                  <a:pt x="0" y="114789"/>
                  <a:pt x="7534" y="154065"/>
                  <a:pt x="43045" y="179174"/>
                </a:cubicBezTo>
                <a:cubicBezTo>
                  <a:pt x="44479" y="179174"/>
                  <a:pt x="46632" y="179174"/>
                  <a:pt x="46632" y="177023"/>
                </a:cubicBezTo>
                <a:cubicBezTo>
                  <a:pt x="46632" y="175947"/>
                  <a:pt x="46093" y="175589"/>
                  <a:pt x="44837" y="174333"/>
                </a:cubicBezTo>
                <a:cubicBezTo>
                  <a:pt x="20985" y="152811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7" y="4307"/>
                </a:cubicBezTo>
                <a:cubicBezTo>
                  <a:pt x="46093" y="3588"/>
                  <a:pt x="46632" y="3051"/>
                  <a:pt x="46632" y="2154"/>
                </a:cubicBezTo>
                <a:cubicBezTo>
                  <a:pt x="46632" y="0"/>
                  <a:pt x="44479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DA82E54D-1CB8-4100-8222-1990FAA0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268" y="3183992"/>
            <a:ext cx="54342" cy="120713"/>
          </a:xfrm>
          <a:custGeom xmlns:a="http://schemas.openxmlformats.org/drawingml/2006/main">
            <a:pathLst>
              <a:path w="54342" h="120713">
                <a:moveTo>
                  <a:pt x="49678" y="6814"/>
                </a:moveTo>
                <a:cubicBezTo>
                  <a:pt x="49678" y="3943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1"/>
                  <a:pt x="34794" y="16677"/>
                  <a:pt x="39635" y="16677"/>
                </a:cubicBezTo>
                <a:cubicBezTo>
                  <a:pt x="44837" y="16677"/>
                  <a:pt x="49678" y="11655"/>
                  <a:pt x="49678" y="6814"/>
                </a:cubicBezTo>
                <a:moveTo>
                  <a:pt x="13092" y="97931"/>
                </a:moveTo>
                <a:cubicBezTo>
                  <a:pt x="12375" y="100262"/>
                  <a:pt x="11478" y="102416"/>
                  <a:pt x="11478" y="105465"/>
                </a:cubicBezTo>
                <a:cubicBezTo>
                  <a:pt x="11478" y="113899"/>
                  <a:pt x="18650" y="120713"/>
                  <a:pt x="28516" y="120713"/>
                </a:cubicBezTo>
                <a:cubicBezTo>
                  <a:pt x="46452" y="120713"/>
                  <a:pt x="54342" y="95955"/>
                  <a:pt x="54342" y="93265"/>
                </a:cubicBezTo>
                <a:cubicBezTo>
                  <a:pt x="54342" y="90933"/>
                  <a:pt x="52010" y="90933"/>
                  <a:pt x="51474" y="90933"/>
                </a:cubicBezTo>
                <a:cubicBezTo>
                  <a:pt x="48962" y="90933"/>
                  <a:pt x="48784" y="92009"/>
                  <a:pt x="48064" y="93982"/>
                </a:cubicBezTo>
                <a:cubicBezTo>
                  <a:pt x="43940" y="108336"/>
                  <a:pt x="36047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6" y="101877"/>
                  <a:pt x="27440" y="97931"/>
                </a:cubicBezTo>
                <a:cubicBezTo>
                  <a:pt x="29233" y="93084"/>
                  <a:pt x="31206" y="88240"/>
                  <a:pt x="33179" y="83575"/>
                </a:cubicBezTo>
                <a:cubicBezTo>
                  <a:pt x="34794" y="79270"/>
                  <a:pt x="41250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3"/>
                  <a:pt x="35869" y="39796"/>
                  <a:pt x="26004" y="39796"/>
                </a:cubicBezTo>
                <a:cubicBezTo>
                  <a:pt x="8249" y="39796"/>
                  <a:pt x="0" y="64196"/>
                  <a:pt x="0" y="67247"/>
                </a:cubicBezTo>
                <a:cubicBezTo>
                  <a:pt x="0" y="69579"/>
                  <a:pt x="2510" y="69579"/>
                  <a:pt x="3049" y="69579"/>
                </a:cubicBezTo>
                <a:cubicBezTo>
                  <a:pt x="5558" y="69579"/>
                  <a:pt x="5739" y="68684"/>
                  <a:pt x="6275" y="66708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5" y="44821"/>
                  <a:pt x="29950" y="46255"/>
                  <a:pt x="29950" y="51098"/>
                </a:cubicBezTo>
                <a:cubicBezTo>
                  <a:pt x="29950" y="55225"/>
                  <a:pt x="28875" y="57918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90CE80D1-A145-4760-9CD5-900C4722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044" y="3168442"/>
            <a:ext cx="46449" cy="179174"/>
          </a:xfrm>
          <a:custGeom xmlns:a="http://schemas.openxmlformats.org/drawingml/2006/main">
            <a:pathLst>
              <a:path w="46449" h="179174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6" y="3588"/>
                  <a:pt x="1612" y="4844"/>
                </a:cubicBezTo>
                <a:cubicBezTo>
                  <a:pt x="17036" y="19014"/>
                  <a:pt x="34255" y="43225"/>
                  <a:pt x="34255" y="89499"/>
                </a:cubicBezTo>
                <a:cubicBezTo>
                  <a:pt x="34255" y="126983"/>
                  <a:pt x="22597" y="155321"/>
                  <a:pt x="3227" y="172898"/>
                </a:cubicBezTo>
                <a:cubicBezTo>
                  <a:pt x="178" y="175947"/>
                  <a:pt x="0" y="176125"/>
                  <a:pt x="0" y="177023"/>
                </a:cubicBezTo>
                <a:cubicBezTo>
                  <a:pt x="0" y="177921"/>
                  <a:pt x="536" y="179174"/>
                  <a:pt x="2332" y="179174"/>
                </a:cubicBezTo>
                <a:cubicBezTo>
                  <a:pt x="4483" y="179174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2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258BC277-6BFB-473E-8B7C-07CE36BA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078" y="3385273"/>
            <a:ext cx="83219" cy="122602"/>
          </a:xfrm>
          <a:custGeom xmlns:a="http://schemas.openxmlformats.org/drawingml/2006/main">
            <a:pathLst>
              <a:path w="83219" h="122602">
                <a:moveTo>
                  <a:pt x="83219" y="61840"/>
                </a:moveTo>
                <a:cubicBezTo>
                  <a:pt x="83219" y="42125"/>
                  <a:pt x="80887" y="27966"/>
                  <a:pt x="72639" y="15418"/>
                </a:cubicBezTo>
                <a:cubicBezTo>
                  <a:pt x="67078" y="7176"/>
                  <a:pt x="55959" y="0"/>
                  <a:pt x="41611" y="0"/>
                </a:cubicBezTo>
                <a:cubicBezTo>
                  <a:pt x="0" y="0"/>
                  <a:pt x="0" y="48937"/>
                  <a:pt x="0" y="61840"/>
                </a:cubicBezTo>
                <a:cubicBezTo>
                  <a:pt x="0" y="74746"/>
                  <a:pt x="0" y="122602"/>
                  <a:pt x="41611" y="122602"/>
                </a:cubicBezTo>
                <a:cubicBezTo>
                  <a:pt x="83219" y="122602"/>
                  <a:pt x="83219" y="74746"/>
                  <a:pt x="83219" y="61840"/>
                </a:cubicBezTo>
                <a:moveTo>
                  <a:pt x="41611" y="117580"/>
                </a:moveTo>
                <a:cubicBezTo>
                  <a:pt x="33359" y="117580"/>
                  <a:pt x="22418" y="112742"/>
                  <a:pt x="18833" y="98046"/>
                </a:cubicBezTo>
                <a:cubicBezTo>
                  <a:pt x="16321" y="87471"/>
                  <a:pt x="16321" y="72773"/>
                  <a:pt x="16321" y="59511"/>
                </a:cubicBezTo>
                <a:cubicBezTo>
                  <a:pt x="16321" y="46427"/>
                  <a:pt x="16321" y="32804"/>
                  <a:pt x="19011" y="22947"/>
                </a:cubicBezTo>
                <a:cubicBezTo>
                  <a:pt x="22777" y="8788"/>
                  <a:pt x="34257" y="5024"/>
                  <a:pt x="41611" y="5024"/>
                </a:cubicBezTo>
                <a:cubicBezTo>
                  <a:pt x="51296" y="5024"/>
                  <a:pt x="60622" y="10938"/>
                  <a:pt x="63849" y="21335"/>
                </a:cubicBezTo>
                <a:cubicBezTo>
                  <a:pt x="66719" y="31011"/>
                  <a:pt x="66897" y="43918"/>
                  <a:pt x="66897" y="59511"/>
                </a:cubicBezTo>
                <a:cubicBezTo>
                  <a:pt x="66897" y="72773"/>
                  <a:pt x="66897" y="86037"/>
                  <a:pt x="64566" y="97329"/>
                </a:cubicBezTo>
                <a:cubicBezTo>
                  <a:pt x="60980" y="113639"/>
                  <a:pt x="48783" y="117580"/>
                  <a:pt x="41611" y="1175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F02D8AF3-7566-4DFA-A577-A6F8392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58" y="1789903"/>
            <a:ext cx="94286" cy="180650"/>
          </a:xfrm>
          <a:custGeom xmlns:a="http://schemas.openxmlformats.org/drawingml/2006/main">
            <a:pathLst>
              <a:path w="94286" h="180650">
                <a:moveTo>
                  <a:pt x="49193" y="2819"/>
                </a:moveTo>
                <a:cubicBezTo>
                  <a:pt x="49193" y="2565"/>
                  <a:pt x="49193" y="0"/>
                  <a:pt x="45862" y="0"/>
                </a:cubicBezTo>
                <a:cubicBezTo>
                  <a:pt x="39967" y="0"/>
                  <a:pt x="21264" y="2053"/>
                  <a:pt x="14602" y="2565"/>
                </a:cubicBezTo>
                <a:cubicBezTo>
                  <a:pt x="12553" y="2819"/>
                  <a:pt x="9735" y="3077"/>
                  <a:pt x="9735" y="7690"/>
                </a:cubicBezTo>
                <a:cubicBezTo>
                  <a:pt x="9735" y="10763"/>
                  <a:pt x="12041" y="10763"/>
                  <a:pt x="15884" y="10763"/>
                </a:cubicBezTo>
                <a:cubicBezTo>
                  <a:pt x="28184" y="10763"/>
                  <a:pt x="28696" y="12557"/>
                  <a:pt x="28696" y="15118"/>
                </a:cubicBezTo>
                <a:cubicBezTo>
                  <a:pt x="28696" y="16913"/>
                  <a:pt x="26389" y="25619"/>
                  <a:pt x="25107" y="30998"/>
                </a:cubicBezTo>
                <a:lnTo>
                  <a:pt x="4097" y="114533"/>
                </a:lnTo>
                <a:cubicBezTo>
                  <a:pt x="1024" y="127344"/>
                  <a:pt x="0" y="131446"/>
                  <a:pt x="0" y="140418"/>
                </a:cubicBezTo>
                <a:cubicBezTo>
                  <a:pt x="0" y="164762"/>
                  <a:pt x="13578" y="180650"/>
                  <a:pt x="32539" y="180650"/>
                </a:cubicBezTo>
                <a:cubicBezTo>
                  <a:pt x="62771" y="180650"/>
                  <a:pt x="94286" y="142466"/>
                  <a:pt x="94286" y="105561"/>
                </a:cubicBezTo>
                <a:cubicBezTo>
                  <a:pt x="94286" y="82240"/>
                  <a:pt x="80708" y="64554"/>
                  <a:pt x="60210" y="64554"/>
                </a:cubicBezTo>
                <a:cubicBezTo>
                  <a:pt x="48423" y="64554"/>
                  <a:pt x="37918" y="71986"/>
                  <a:pt x="30232" y="79934"/>
                </a:cubicBezTo>
                <a:lnTo>
                  <a:pt x="49193" y="2819"/>
                </a:lnTo>
                <a:moveTo>
                  <a:pt x="25107" y="99665"/>
                </a:moveTo>
                <a:cubicBezTo>
                  <a:pt x="26643" y="94028"/>
                  <a:pt x="26643" y="93515"/>
                  <a:pt x="28950" y="90697"/>
                </a:cubicBezTo>
                <a:cubicBezTo>
                  <a:pt x="41507" y="74038"/>
                  <a:pt x="53036" y="70191"/>
                  <a:pt x="59698" y="70191"/>
                </a:cubicBezTo>
                <a:cubicBezTo>
                  <a:pt x="68921" y="70191"/>
                  <a:pt x="75837" y="77881"/>
                  <a:pt x="75837" y="94286"/>
                </a:cubicBezTo>
                <a:cubicBezTo>
                  <a:pt x="75837" y="109404"/>
                  <a:pt x="67384" y="138878"/>
                  <a:pt x="62771" y="148616"/>
                </a:cubicBezTo>
                <a:cubicBezTo>
                  <a:pt x="54315" y="165790"/>
                  <a:pt x="42532" y="175017"/>
                  <a:pt x="32539" y="175017"/>
                </a:cubicBezTo>
                <a:cubicBezTo>
                  <a:pt x="23828" y="175017"/>
                  <a:pt x="15372" y="168097"/>
                  <a:pt x="15372" y="149132"/>
                </a:cubicBezTo>
                <a:cubicBezTo>
                  <a:pt x="15372" y="144261"/>
                  <a:pt x="15372" y="139389"/>
                  <a:pt x="19469" y="123243"/>
                </a:cubicBezTo>
                <a:lnTo>
                  <a:pt x="25107" y="996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9972ABC3-8433-42A0-A71D-EECBB890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08" y="1700201"/>
            <a:ext cx="46633" cy="179174"/>
          </a:xfrm>
          <a:custGeom xmlns:a="http://schemas.openxmlformats.org/drawingml/2006/main">
            <a:pathLst>
              <a:path w="46633" h="179174">
                <a:moveTo>
                  <a:pt x="43045" y="0"/>
                </a:moveTo>
                <a:cubicBezTo>
                  <a:pt x="8968" y="24036"/>
                  <a:pt x="0" y="62059"/>
                  <a:pt x="0" y="89499"/>
                </a:cubicBezTo>
                <a:cubicBezTo>
                  <a:pt x="0" y="114789"/>
                  <a:pt x="7534" y="154065"/>
                  <a:pt x="43045" y="179174"/>
                </a:cubicBezTo>
                <a:cubicBezTo>
                  <a:pt x="44479" y="179174"/>
                  <a:pt x="46633" y="179174"/>
                  <a:pt x="46633" y="177023"/>
                </a:cubicBezTo>
                <a:cubicBezTo>
                  <a:pt x="46633" y="175947"/>
                  <a:pt x="46093" y="175589"/>
                  <a:pt x="44837" y="174333"/>
                </a:cubicBezTo>
                <a:cubicBezTo>
                  <a:pt x="20985" y="152811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6" y="4307"/>
                </a:cubicBezTo>
                <a:cubicBezTo>
                  <a:pt x="46093" y="3588"/>
                  <a:pt x="46633" y="3051"/>
                  <a:pt x="46633" y="2154"/>
                </a:cubicBezTo>
                <a:cubicBezTo>
                  <a:pt x="46633" y="0"/>
                  <a:pt x="44479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D98203EF-0C2E-4185-B245-D617BA5F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72" y="1715750"/>
            <a:ext cx="54342" cy="120714"/>
          </a:xfrm>
          <a:custGeom xmlns:a="http://schemas.openxmlformats.org/drawingml/2006/main">
            <a:pathLst>
              <a:path w="54342" h="120714">
                <a:moveTo>
                  <a:pt x="49678" y="6814"/>
                </a:moveTo>
                <a:cubicBezTo>
                  <a:pt x="49678" y="3944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2"/>
                  <a:pt x="34794" y="16677"/>
                  <a:pt x="39635" y="16677"/>
                </a:cubicBezTo>
                <a:cubicBezTo>
                  <a:pt x="44837" y="16677"/>
                  <a:pt x="49678" y="11655"/>
                  <a:pt x="49678" y="6814"/>
                </a:cubicBezTo>
                <a:moveTo>
                  <a:pt x="13092" y="97931"/>
                </a:moveTo>
                <a:cubicBezTo>
                  <a:pt x="12375" y="100263"/>
                  <a:pt x="11477" y="102416"/>
                  <a:pt x="11477" y="105465"/>
                </a:cubicBezTo>
                <a:cubicBezTo>
                  <a:pt x="11477" y="113900"/>
                  <a:pt x="18650" y="120714"/>
                  <a:pt x="28516" y="120714"/>
                </a:cubicBezTo>
                <a:cubicBezTo>
                  <a:pt x="46452" y="120714"/>
                  <a:pt x="54342" y="95955"/>
                  <a:pt x="54342" y="93265"/>
                </a:cubicBezTo>
                <a:cubicBezTo>
                  <a:pt x="54342" y="90933"/>
                  <a:pt x="52010" y="90933"/>
                  <a:pt x="51473" y="90933"/>
                </a:cubicBezTo>
                <a:cubicBezTo>
                  <a:pt x="48961" y="90933"/>
                  <a:pt x="48783" y="92009"/>
                  <a:pt x="48064" y="93982"/>
                </a:cubicBezTo>
                <a:cubicBezTo>
                  <a:pt x="43939" y="108336"/>
                  <a:pt x="36047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6" y="101877"/>
                  <a:pt x="27440" y="97931"/>
                </a:cubicBezTo>
                <a:cubicBezTo>
                  <a:pt x="29233" y="93084"/>
                  <a:pt x="31206" y="88241"/>
                  <a:pt x="33179" y="83575"/>
                </a:cubicBezTo>
                <a:cubicBezTo>
                  <a:pt x="34794" y="79270"/>
                  <a:pt x="41249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3"/>
                  <a:pt x="35869" y="39796"/>
                  <a:pt x="26004" y="39796"/>
                </a:cubicBezTo>
                <a:cubicBezTo>
                  <a:pt x="8248" y="39796"/>
                  <a:pt x="0" y="64196"/>
                  <a:pt x="0" y="67248"/>
                </a:cubicBezTo>
                <a:cubicBezTo>
                  <a:pt x="0" y="69579"/>
                  <a:pt x="2510" y="69579"/>
                  <a:pt x="3049" y="69579"/>
                </a:cubicBezTo>
                <a:cubicBezTo>
                  <a:pt x="5558" y="69579"/>
                  <a:pt x="5739" y="68684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5" y="44821"/>
                  <a:pt x="29950" y="46255"/>
                  <a:pt x="29950" y="51099"/>
                </a:cubicBezTo>
                <a:cubicBezTo>
                  <a:pt x="29950" y="55226"/>
                  <a:pt x="28874" y="57918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CB4B3A54-8CC8-4C84-9249-7F635991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74" y="1700201"/>
            <a:ext cx="46449" cy="179174"/>
          </a:xfrm>
          <a:custGeom xmlns:a="http://schemas.openxmlformats.org/drawingml/2006/main">
            <a:pathLst>
              <a:path w="46449" h="179174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7" y="3588"/>
                  <a:pt x="1612" y="4844"/>
                </a:cubicBezTo>
                <a:cubicBezTo>
                  <a:pt x="17036" y="19014"/>
                  <a:pt x="34255" y="43225"/>
                  <a:pt x="34255" y="89499"/>
                </a:cubicBezTo>
                <a:cubicBezTo>
                  <a:pt x="34255" y="126983"/>
                  <a:pt x="22597" y="155321"/>
                  <a:pt x="3227" y="172898"/>
                </a:cubicBezTo>
                <a:cubicBezTo>
                  <a:pt x="178" y="175947"/>
                  <a:pt x="0" y="176125"/>
                  <a:pt x="0" y="177023"/>
                </a:cubicBezTo>
                <a:cubicBezTo>
                  <a:pt x="0" y="177921"/>
                  <a:pt x="537" y="179174"/>
                  <a:pt x="2332" y="179174"/>
                </a:cubicBezTo>
                <a:cubicBezTo>
                  <a:pt x="4483" y="179174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1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A8E9EBB0-8E59-4C25-BC17-82A2B0D5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08" y="1917008"/>
            <a:ext cx="83219" cy="122602"/>
          </a:xfrm>
          <a:custGeom xmlns:a="http://schemas.openxmlformats.org/drawingml/2006/main">
            <a:pathLst>
              <a:path w="83219" h="122602">
                <a:moveTo>
                  <a:pt x="83219" y="61840"/>
                </a:moveTo>
                <a:cubicBezTo>
                  <a:pt x="83219" y="42125"/>
                  <a:pt x="80887" y="27966"/>
                  <a:pt x="72639" y="15418"/>
                </a:cubicBezTo>
                <a:cubicBezTo>
                  <a:pt x="67078" y="7176"/>
                  <a:pt x="55959" y="0"/>
                  <a:pt x="41611" y="0"/>
                </a:cubicBezTo>
                <a:cubicBezTo>
                  <a:pt x="0" y="0"/>
                  <a:pt x="0" y="48937"/>
                  <a:pt x="0" y="61840"/>
                </a:cubicBezTo>
                <a:cubicBezTo>
                  <a:pt x="0" y="74746"/>
                  <a:pt x="0" y="122602"/>
                  <a:pt x="41611" y="122602"/>
                </a:cubicBezTo>
                <a:cubicBezTo>
                  <a:pt x="83219" y="122602"/>
                  <a:pt x="83219" y="74746"/>
                  <a:pt x="83219" y="61840"/>
                </a:cubicBezTo>
                <a:moveTo>
                  <a:pt x="41611" y="117580"/>
                </a:moveTo>
                <a:cubicBezTo>
                  <a:pt x="33360" y="117580"/>
                  <a:pt x="22419" y="112742"/>
                  <a:pt x="18833" y="98046"/>
                </a:cubicBezTo>
                <a:cubicBezTo>
                  <a:pt x="16321" y="87471"/>
                  <a:pt x="16321" y="72773"/>
                  <a:pt x="16321" y="59511"/>
                </a:cubicBezTo>
                <a:cubicBezTo>
                  <a:pt x="16321" y="46427"/>
                  <a:pt x="16321" y="32804"/>
                  <a:pt x="19011" y="22947"/>
                </a:cubicBezTo>
                <a:cubicBezTo>
                  <a:pt x="22777" y="8787"/>
                  <a:pt x="34257" y="5024"/>
                  <a:pt x="41611" y="5024"/>
                </a:cubicBezTo>
                <a:cubicBezTo>
                  <a:pt x="51296" y="5024"/>
                  <a:pt x="60622" y="10938"/>
                  <a:pt x="63849" y="21335"/>
                </a:cubicBezTo>
                <a:cubicBezTo>
                  <a:pt x="66719" y="31011"/>
                  <a:pt x="66897" y="43918"/>
                  <a:pt x="66897" y="59511"/>
                </a:cubicBezTo>
                <a:cubicBezTo>
                  <a:pt x="66897" y="72773"/>
                  <a:pt x="66897" y="86037"/>
                  <a:pt x="64566" y="97329"/>
                </a:cubicBezTo>
                <a:cubicBezTo>
                  <a:pt x="60981" y="113639"/>
                  <a:pt x="48783" y="117580"/>
                  <a:pt x="41611" y="1175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0BE9B7E1-B4E9-48C2-A831-C0F4BBC9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21" y="1789903"/>
            <a:ext cx="125800" cy="180650"/>
          </a:xfrm>
          <a:custGeom xmlns:a="http://schemas.openxmlformats.org/drawingml/2006/main">
            <a:pathLst>
              <a:path w="125800" h="180650">
                <a:moveTo>
                  <a:pt x="59440" y="2819"/>
                </a:moveTo>
                <a:cubicBezTo>
                  <a:pt x="59440" y="2565"/>
                  <a:pt x="59440" y="0"/>
                  <a:pt x="56109" y="0"/>
                </a:cubicBezTo>
                <a:cubicBezTo>
                  <a:pt x="50218" y="0"/>
                  <a:pt x="31515" y="2052"/>
                  <a:pt x="24853" y="2565"/>
                </a:cubicBezTo>
                <a:cubicBezTo>
                  <a:pt x="22804" y="2819"/>
                  <a:pt x="19985" y="3077"/>
                  <a:pt x="19985" y="7690"/>
                </a:cubicBezTo>
                <a:cubicBezTo>
                  <a:pt x="19985" y="10763"/>
                  <a:pt x="22292" y="10763"/>
                  <a:pt x="26135" y="10763"/>
                </a:cubicBezTo>
                <a:cubicBezTo>
                  <a:pt x="38430" y="10763"/>
                  <a:pt x="38943" y="12557"/>
                  <a:pt x="38943" y="15118"/>
                </a:cubicBezTo>
                <a:lnTo>
                  <a:pt x="38176" y="20240"/>
                </a:lnTo>
                <a:lnTo>
                  <a:pt x="1024" y="167839"/>
                </a:lnTo>
                <a:cubicBezTo>
                  <a:pt x="0" y="171428"/>
                  <a:pt x="0" y="171940"/>
                  <a:pt x="0" y="173477"/>
                </a:cubicBezTo>
                <a:cubicBezTo>
                  <a:pt x="0" y="179372"/>
                  <a:pt x="5125" y="180650"/>
                  <a:pt x="7432" y="180650"/>
                </a:cubicBezTo>
                <a:cubicBezTo>
                  <a:pt x="11529" y="180650"/>
                  <a:pt x="15630" y="177578"/>
                  <a:pt x="16908" y="173989"/>
                </a:cubicBezTo>
                <a:lnTo>
                  <a:pt x="21780" y="154511"/>
                </a:lnTo>
                <a:lnTo>
                  <a:pt x="27413" y="131446"/>
                </a:lnTo>
                <a:cubicBezTo>
                  <a:pt x="28954" y="125808"/>
                  <a:pt x="30490" y="120171"/>
                  <a:pt x="31768" y="114275"/>
                </a:cubicBezTo>
                <a:cubicBezTo>
                  <a:pt x="32285" y="112739"/>
                  <a:pt x="34333" y="104279"/>
                  <a:pt x="34587" y="102742"/>
                </a:cubicBezTo>
                <a:cubicBezTo>
                  <a:pt x="35357" y="100435"/>
                  <a:pt x="43302" y="86083"/>
                  <a:pt x="52012" y="79164"/>
                </a:cubicBezTo>
                <a:cubicBezTo>
                  <a:pt x="57650" y="75063"/>
                  <a:pt x="65590" y="70191"/>
                  <a:pt x="76607" y="70191"/>
                </a:cubicBezTo>
                <a:cubicBezTo>
                  <a:pt x="87624" y="70191"/>
                  <a:pt x="90442" y="78906"/>
                  <a:pt x="90442" y="88132"/>
                </a:cubicBezTo>
                <a:cubicBezTo>
                  <a:pt x="90442" y="101972"/>
                  <a:pt x="80708" y="129909"/>
                  <a:pt x="74558" y="145543"/>
                </a:cubicBezTo>
                <a:cubicBezTo>
                  <a:pt x="72510" y="151439"/>
                  <a:pt x="71227" y="154511"/>
                  <a:pt x="71227" y="159637"/>
                </a:cubicBezTo>
                <a:cubicBezTo>
                  <a:pt x="71227" y="171682"/>
                  <a:pt x="80196" y="180650"/>
                  <a:pt x="92237" y="180650"/>
                </a:cubicBezTo>
                <a:cubicBezTo>
                  <a:pt x="116320" y="180650"/>
                  <a:pt x="125800" y="143236"/>
                  <a:pt x="125800" y="141184"/>
                </a:cubicBezTo>
                <a:cubicBezTo>
                  <a:pt x="125800" y="138623"/>
                  <a:pt x="123493" y="138623"/>
                  <a:pt x="122727" y="138623"/>
                </a:cubicBezTo>
                <a:cubicBezTo>
                  <a:pt x="120163" y="138623"/>
                  <a:pt x="120163" y="139389"/>
                  <a:pt x="118884" y="143236"/>
                </a:cubicBezTo>
                <a:cubicBezTo>
                  <a:pt x="115041" y="156818"/>
                  <a:pt x="106843" y="175017"/>
                  <a:pt x="92749" y="175017"/>
                </a:cubicBezTo>
                <a:cubicBezTo>
                  <a:pt x="88394" y="175017"/>
                  <a:pt x="86599" y="172452"/>
                  <a:pt x="86599" y="166557"/>
                </a:cubicBezTo>
                <a:cubicBezTo>
                  <a:pt x="86599" y="160149"/>
                  <a:pt x="88906" y="154000"/>
                  <a:pt x="91213" y="148362"/>
                </a:cubicBezTo>
                <a:cubicBezTo>
                  <a:pt x="95310" y="137341"/>
                  <a:pt x="106843" y="106843"/>
                  <a:pt x="106843" y="91979"/>
                </a:cubicBezTo>
                <a:cubicBezTo>
                  <a:pt x="106843" y="75321"/>
                  <a:pt x="96592" y="64554"/>
                  <a:pt x="77377" y="64554"/>
                </a:cubicBezTo>
                <a:cubicBezTo>
                  <a:pt x="61235" y="64554"/>
                  <a:pt x="48935" y="72498"/>
                  <a:pt x="39458" y="84289"/>
                </a:cubicBezTo>
                <a:lnTo>
                  <a:pt x="59440" y="28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32D12138-36E1-4965-9EAA-B20F2E4F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473" y="1700200"/>
            <a:ext cx="46633" cy="179174"/>
          </a:xfrm>
          <a:custGeom xmlns:a="http://schemas.openxmlformats.org/drawingml/2006/main">
            <a:pathLst>
              <a:path w="46633" h="179174">
                <a:moveTo>
                  <a:pt x="43045" y="0"/>
                </a:moveTo>
                <a:cubicBezTo>
                  <a:pt x="8968" y="24036"/>
                  <a:pt x="0" y="62059"/>
                  <a:pt x="0" y="89499"/>
                </a:cubicBezTo>
                <a:cubicBezTo>
                  <a:pt x="0" y="114789"/>
                  <a:pt x="7534" y="154065"/>
                  <a:pt x="43045" y="179174"/>
                </a:cubicBezTo>
                <a:cubicBezTo>
                  <a:pt x="44479" y="179174"/>
                  <a:pt x="46633" y="179174"/>
                  <a:pt x="46633" y="177023"/>
                </a:cubicBezTo>
                <a:cubicBezTo>
                  <a:pt x="46633" y="175947"/>
                  <a:pt x="46093" y="175589"/>
                  <a:pt x="44837" y="174333"/>
                </a:cubicBezTo>
                <a:cubicBezTo>
                  <a:pt x="20985" y="152811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7" y="4307"/>
                </a:cubicBezTo>
                <a:cubicBezTo>
                  <a:pt x="46093" y="3588"/>
                  <a:pt x="46633" y="3051"/>
                  <a:pt x="46633" y="2154"/>
                </a:cubicBezTo>
                <a:cubicBezTo>
                  <a:pt x="46633" y="0"/>
                  <a:pt x="44479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19613282-AB9D-4301-9406-BE4A7400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363" y="1715750"/>
            <a:ext cx="54342" cy="120714"/>
          </a:xfrm>
          <a:custGeom xmlns:a="http://schemas.openxmlformats.org/drawingml/2006/main">
            <a:pathLst>
              <a:path w="54342" h="120714">
                <a:moveTo>
                  <a:pt x="49678" y="6814"/>
                </a:moveTo>
                <a:cubicBezTo>
                  <a:pt x="49678" y="3944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2"/>
                  <a:pt x="34794" y="16677"/>
                  <a:pt x="39635" y="16677"/>
                </a:cubicBezTo>
                <a:cubicBezTo>
                  <a:pt x="44837" y="16677"/>
                  <a:pt x="49678" y="11655"/>
                  <a:pt x="49678" y="6814"/>
                </a:cubicBezTo>
                <a:moveTo>
                  <a:pt x="13092" y="97931"/>
                </a:moveTo>
                <a:cubicBezTo>
                  <a:pt x="12375" y="100263"/>
                  <a:pt x="11478" y="102416"/>
                  <a:pt x="11478" y="105465"/>
                </a:cubicBezTo>
                <a:cubicBezTo>
                  <a:pt x="11478" y="113900"/>
                  <a:pt x="18650" y="120714"/>
                  <a:pt x="28516" y="120714"/>
                </a:cubicBezTo>
                <a:cubicBezTo>
                  <a:pt x="46452" y="120714"/>
                  <a:pt x="54342" y="95955"/>
                  <a:pt x="54342" y="93265"/>
                </a:cubicBezTo>
                <a:cubicBezTo>
                  <a:pt x="54342" y="90933"/>
                  <a:pt x="52010" y="90933"/>
                  <a:pt x="51474" y="90933"/>
                </a:cubicBezTo>
                <a:cubicBezTo>
                  <a:pt x="48962" y="90933"/>
                  <a:pt x="48784" y="92009"/>
                  <a:pt x="48064" y="93982"/>
                </a:cubicBezTo>
                <a:cubicBezTo>
                  <a:pt x="43940" y="108336"/>
                  <a:pt x="36048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6" y="101877"/>
                  <a:pt x="27440" y="97931"/>
                </a:cubicBezTo>
                <a:cubicBezTo>
                  <a:pt x="29233" y="93084"/>
                  <a:pt x="31206" y="88241"/>
                  <a:pt x="33179" y="83574"/>
                </a:cubicBezTo>
                <a:cubicBezTo>
                  <a:pt x="34794" y="79270"/>
                  <a:pt x="41250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3"/>
                  <a:pt x="35870" y="39796"/>
                  <a:pt x="26004" y="39796"/>
                </a:cubicBezTo>
                <a:cubicBezTo>
                  <a:pt x="8249" y="39796"/>
                  <a:pt x="0" y="64196"/>
                  <a:pt x="0" y="67248"/>
                </a:cubicBezTo>
                <a:cubicBezTo>
                  <a:pt x="0" y="69579"/>
                  <a:pt x="2510" y="69579"/>
                  <a:pt x="3049" y="69579"/>
                </a:cubicBezTo>
                <a:cubicBezTo>
                  <a:pt x="5558" y="69579"/>
                  <a:pt x="5739" y="68684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6" y="44821"/>
                  <a:pt x="29950" y="46255"/>
                  <a:pt x="29950" y="51099"/>
                </a:cubicBezTo>
                <a:cubicBezTo>
                  <a:pt x="29950" y="55226"/>
                  <a:pt x="28875" y="57918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6C3CD523-EF9A-4E2F-9B7E-5D56FC6C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139" y="1700200"/>
            <a:ext cx="46449" cy="179174"/>
          </a:xfrm>
          <a:custGeom xmlns:a="http://schemas.openxmlformats.org/drawingml/2006/main">
            <a:pathLst>
              <a:path w="46449" h="179174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6" y="3588"/>
                  <a:pt x="1612" y="4844"/>
                </a:cubicBezTo>
                <a:cubicBezTo>
                  <a:pt x="17036" y="19014"/>
                  <a:pt x="34255" y="43225"/>
                  <a:pt x="34255" y="89499"/>
                </a:cubicBezTo>
                <a:cubicBezTo>
                  <a:pt x="34255" y="126983"/>
                  <a:pt x="22597" y="155321"/>
                  <a:pt x="3227" y="172899"/>
                </a:cubicBezTo>
                <a:cubicBezTo>
                  <a:pt x="178" y="175947"/>
                  <a:pt x="0" y="176125"/>
                  <a:pt x="0" y="177023"/>
                </a:cubicBezTo>
                <a:cubicBezTo>
                  <a:pt x="0" y="177921"/>
                  <a:pt x="536" y="179174"/>
                  <a:pt x="2332" y="179174"/>
                </a:cubicBezTo>
                <a:cubicBezTo>
                  <a:pt x="4483" y="179174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1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0D5FF949-C5FE-4EF7-B875-D56483D4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73" y="1917008"/>
            <a:ext cx="83219" cy="122602"/>
          </a:xfrm>
          <a:custGeom xmlns:a="http://schemas.openxmlformats.org/drawingml/2006/main">
            <a:pathLst>
              <a:path w="83219" h="122602">
                <a:moveTo>
                  <a:pt x="83219" y="61840"/>
                </a:moveTo>
                <a:cubicBezTo>
                  <a:pt x="83219" y="42125"/>
                  <a:pt x="80887" y="27966"/>
                  <a:pt x="72639" y="15418"/>
                </a:cubicBezTo>
                <a:cubicBezTo>
                  <a:pt x="67078" y="7175"/>
                  <a:pt x="55959" y="0"/>
                  <a:pt x="41611" y="0"/>
                </a:cubicBezTo>
                <a:cubicBezTo>
                  <a:pt x="0" y="0"/>
                  <a:pt x="0" y="48937"/>
                  <a:pt x="0" y="61840"/>
                </a:cubicBezTo>
                <a:cubicBezTo>
                  <a:pt x="0" y="74746"/>
                  <a:pt x="0" y="122602"/>
                  <a:pt x="41611" y="122602"/>
                </a:cubicBezTo>
                <a:cubicBezTo>
                  <a:pt x="83219" y="122602"/>
                  <a:pt x="83219" y="74746"/>
                  <a:pt x="83219" y="61840"/>
                </a:cubicBezTo>
                <a:moveTo>
                  <a:pt x="41611" y="117580"/>
                </a:moveTo>
                <a:cubicBezTo>
                  <a:pt x="33360" y="117580"/>
                  <a:pt x="22418" y="112742"/>
                  <a:pt x="18833" y="98046"/>
                </a:cubicBezTo>
                <a:cubicBezTo>
                  <a:pt x="16321" y="87471"/>
                  <a:pt x="16321" y="72773"/>
                  <a:pt x="16321" y="59511"/>
                </a:cubicBezTo>
                <a:cubicBezTo>
                  <a:pt x="16321" y="46427"/>
                  <a:pt x="16321" y="32804"/>
                  <a:pt x="19011" y="22947"/>
                </a:cubicBezTo>
                <a:cubicBezTo>
                  <a:pt x="22777" y="8787"/>
                  <a:pt x="34257" y="5024"/>
                  <a:pt x="41611" y="5024"/>
                </a:cubicBezTo>
                <a:cubicBezTo>
                  <a:pt x="51296" y="5024"/>
                  <a:pt x="60622" y="10938"/>
                  <a:pt x="63849" y="21335"/>
                </a:cubicBezTo>
                <a:cubicBezTo>
                  <a:pt x="66719" y="31011"/>
                  <a:pt x="66897" y="43918"/>
                  <a:pt x="66897" y="59511"/>
                </a:cubicBezTo>
                <a:cubicBezTo>
                  <a:pt x="66897" y="72773"/>
                  <a:pt x="66897" y="86037"/>
                  <a:pt x="64566" y="97329"/>
                </a:cubicBezTo>
                <a:cubicBezTo>
                  <a:pt x="60981" y="113639"/>
                  <a:pt x="48783" y="117580"/>
                  <a:pt x="41611" y="1175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346A9310-1B64-442C-9913-3B71C6A9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76" y="3322697"/>
            <a:ext cx="94290" cy="116097"/>
          </a:xfrm>
          <a:custGeom xmlns:a="http://schemas.openxmlformats.org/drawingml/2006/main">
            <a:pathLst>
              <a:path w="94290" h="116097">
                <a:moveTo>
                  <a:pt x="86858" y="17507"/>
                </a:moveTo>
                <a:cubicBezTo>
                  <a:pt x="79684" y="17765"/>
                  <a:pt x="74559" y="23402"/>
                  <a:pt x="74559" y="29040"/>
                </a:cubicBezTo>
                <a:cubicBezTo>
                  <a:pt x="74559" y="32629"/>
                  <a:pt x="76865" y="36472"/>
                  <a:pt x="82502" y="36472"/>
                </a:cubicBezTo>
                <a:cubicBezTo>
                  <a:pt x="88140" y="36472"/>
                  <a:pt x="94290" y="32117"/>
                  <a:pt x="94290" y="22124"/>
                </a:cubicBezTo>
                <a:cubicBezTo>
                  <a:pt x="94290" y="10540"/>
                  <a:pt x="83273" y="0"/>
                  <a:pt x="63799" y="0"/>
                </a:cubicBezTo>
                <a:cubicBezTo>
                  <a:pt x="29978" y="0"/>
                  <a:pt x="20498" y="26221"/>
                  <a:pt x="20498" y="37492"/>
                </a:cubicBezTo>
                <a:cubicBezTo>
                  <a:pt x="20498" y="57439"/>
                  <a:pt x="39459" y="61274"/>
                  <a:pt x="46887" y="62806"/>
                </a:cubicBezTo>
                <a:cubicBezTo>
                  <a:pt x="60210" y="65363"/>
                  <a:pt x="73534" y="68178"/>
                  <a:pt x="73534" y="82256"/>
                </a:cubicBezTo>
                <a:cubicBezTo>
                  <a:pt x="73534" y="88918"/>
                  <a:pt x="67642" y="110463"/>
                  <a:pt x="36898" y="110463"/>
                </a:cubicBezTo>
                <a:cubicBezTo>
                  <a:pt x="33309" y="110463"/>
                  <a:pt x="13582" y="110463"/>
                  <a:pt x="7686" y="96862"/>
                </a:cubicBezTo>
                <a:cubicBezTo>
                  <a:pt x="17425" y="98145"/>
                  <a:pt x="23828" y="90455"/>
                  <a:pt x="23828" y="83281"/>
                </a:cubicBezTo>
                <a:cubicBezTo>
                  <a:pt x="23828" y="77389"/>
                  <a:pt x="19732" y="74312"/>
                  <a:pt x="14348" y="74312"/>
                </a:cubicBezTo>
                <a:cubicBezTo>
                  <a:pt x="7686" y="74312"/>
                  <a:pt x="0" y="79696"/>
                  <a:pt x="0" y="91225"/>
                </a:cubicBezTo>
                <a:cubicBezTo>
                  <a:pt x="0" y="105843"/>
                  <a:pt x="14606" y="116097"/>
                  <a:pt x="36640" y="116097"/>
                </a:cubicBezTo>
                <a:cubicBezTo>
                  <a:pt x="78147" y="116097"/>
                  <a:pt x="88140" y="85075"/>
                  <a:pt x="88140" y="73546"/>
                </a:cubicBezTo>
                <a:cubicBezTo>
                  <a:pt x="88140" y="64343"/>
                  <a:pt x="83273" y="57951"/>
                  <a:pt x="80196" y="54882"/>
                </a:cubicBezTo>
                <a:cubicBezTo>
                  <a:pt x="73280" y="47720"/>
                  <a:pt x="65848" y="46441"/>
                  <a:pt x="54577" y="44142"/>
                </a:cubicBezTo>
                <a:cubicBezTo>
                  <a:pt x="45350" y="42098"/>
                  <a:pt x="35104" y="40307"/>
                  <a:pt x="35104" y="28786"/>
                </a:cubicBezTo>
                <a:cubicBezTo>
                  <a:pt x="35104" y="21354"/>
                  <a:pt x="41253" y="5638"/>
                  <a:pt x="63799" y="5638"/>
                </a:cubicBezTo>
                <a:cubicBezTo>
                  <a:pt x="70203" y="5638"/>
                  <a:pt x="83015" y="7444"/>
                  <a:pt x="86858" y="175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A6465B84-1BC9-4FFD-A127-4EAB301A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980" y="3168442"/>
            <a:ext cx="46633" cy="179174"/>
          </a:xfrm>
          <a:custGeom xmlns:a="http://schemas.openxmlformats.org/drawingml/2006/main">
            <a:pathLst>
              <a:path w="46633" h="179174">
                <a:moveTo>
                  <a:pt x="43045" y="0"/>
                </a:moveTo>
                <a:cubicBezTo>
                  <a:pt x="8968" y="24036"/>
                  <a:pt x="0" y="62059"/>
                  <a:pt x="0" y="89499"/>
                </a:cubicBezTo>
                <a:cubicBezTo>
                  <a:pt x="0" y="114789"/>
                  <a:pt x="7534" y="154065"/>
                  <a:pt x="43045" y="179174"/>
                </a:cubicBezTo>
                <a:cubicBezTo>
                  <a:pt x="44479" y="179174"/>
                  <a:pt x="46633" y="179174"/>
                  <a:pt x="46633" y="177023"/>
                </a:cubicBezTo>
                <a:cubicBezTo>
                  <a:pt x="46633" y="175947"/>
                  <a:pt x="46093" y="175589"/>
                  <a:pt x="44837" y="174333"/>
                </a:cubicBezTo>
                <a:cubicBezTo>
                  <a:pt x="20985" y="152812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7" y="4307"/>
                </a:cubicBezTo>
                <a:cubicBezTo>
                  <a:pt x="46093" y="3588"/>
                  <a:pt x="46633" y="3051"/>
                  <a:pt x="46633" y="2154"/>
                </a:cubicBezTo>
                <a:cubicBezTo>
                  <a:pt x="46633" y="0"/>
                  <a:pt x="44479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798E555D-BD0E-43F7-9750-53509B53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845" y="3183992"/>
            <a:ext cx="54342" cy="120714"/>
          </a:xfrm>
          <a:custGeom xmlns:a="http://schemas.openxmlformats.org/drawingml/2006/main">
            <a:pathLst>
              <a:path w="54342" h="120714">
                <a:moveTo>
                  <a:pt x="49679" y="6815"/>
                </a:moveTo>
                <a:cubicBezTo>
                  <a:pt x="49679" y="3944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2"/>
                  <a:pt x="34794" y="16677"/>
                  <a:pt x="39635" y="16677"/>
                </a:cubicBezTo>
                <a:cubicBezTo>
                  <a:pt x="44838" y="16677"/>
                  <a:pt x="49679" y="11656"/>
                  <a:pt x="49679" y="6815"/>
                </a:cubicBezTo>
                <a:moveTo>
                  <a:pt x="13092" y="97931"/>
                </a:moveTo>
                <a:cubicBezTo>
                  <a:pt x="12375" y="100263"/>
                  <a:pt x="11478" y="102417"/>
                  <a:pt x="11478" y="105465"/>
                </a:cubicBezTo>
                <a:cubicBezTo>
                  <a:pt x="11478" y="113900"/>
                  <a:pt x="18650" y="120714"/>
                  <a:pt x="28516" y="120714"/>
                </a:cubicBezTo>
                <a:cubicBezTo>
                  <a:pt x="46452" y="120714"/>
                  <a:pt x="54342" y="95955"/>
                  <a:pt x="54342" y="93265"/>
                </a:cubicBezTo>
                <a:cubicBezTo>
                  <a:pt x="54342" y="90934"/>
                  <a:pt x="52010" y="90934"/>
                  <a:pt x="51474" y="90934"/>
                </a:cubicBezTo>
                <a:cubicBezTo>
                  <a:pt x="48962" y="90934"/>
                  <a:pt x="48784" y="92009"/>
                  <a:pt x="48064" y="93982"/>
                </a:cubicBezTo>
                <a:cubicBezTo>
                  <a:pt x="43940" y="108336"/>
                  <a:pt x="36048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6" y="101877"/>
                  <a:pt x="27440" y="97931"/>
                </a:cubicBezTo>
                <a:cubicBezTo>
                  <a:pt x="29233" y="93085"/>
                  <a:pt x="31206" y="88241"/>
                  <a:pt x="33179" y="83575"/>
                </a:cubicBezTo>
                <a:cubicBezTo>
                  <a:pt x="34794" y="79270"/>
                  <a:pt x="41250" y="62943"/>
                  <a:pt x="41967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4"/>
                  <a:pt x="35870" y="39796"/>
                  <a:pt x="26004" y="39796"/>
                </a:cubicBezTo>
                <a:cubicBezTo>
                  <a:pt x="8249" y="39796"/>
                  <a:pt x="0" y="64197"/>
                  <a:pt x="0" y="67248"/>
                </a:cubicBezTo>
                <a:cubicBezTo>
                  <a:pt x="0" y="69580"/>
                  <a:pt x="2510" y="69580"/>
                  <a:pt x="3049" y="69580"/>
                </a:cubicBezTo>
                <a:cubicBezTo>
                  <a:pt x="5558" y="69580"/>
                  <a:pt x="5739" y="68684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6" y="44821"/>
                  <a:pt x="29950" y="46255"/>
                  <a:pt x="29950" y="51099"/>
                </a:cubicBezTo>
                <a:cubicBezTo>
                  <a:pt x="29950" y="55226"/>
                  <a:pt x="28875" y="57919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742E81E0-E21F-4530-9774-92C21C3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647" y="3168442"/>
            <a:ext cx="46449" cy="179174"/>
          </a:xfrm>
          <a:custGeom xmlns:a="http://schemas.openxmlformats.org/drawingml/2006/main">
            <a:pathLst>
              <a:path w="46449" h="179174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6" y="3588"/>
                  <a:pt x="1612" y="4844"/>
                </a:cubicBezTo>
                <a:cubicBezTo>
                  <a:pt x="17036" y="19014"/>
                  <a:pt x="34255" y="43225"/>
                  <a:pt x="34255" y="89499"/>
                </a:cubicBezTo>
                <a:cubicBezTo>
                  <a:pt x="34255" y="126983"/>
                  <a:pt x="22597" y="155321"/>
                  <a:pt x="3227" y="172899"/>
                </a:cubicBezTo>
                <a:cubicBezTo>
                  <a:pt x="178" y="175947"/>
                  <a:pt x="0" y="176125"/>
                  <a:pt x="0" y="177023"/>
                </a:cubicBezTo>
                <a:cubicBezTo>
                  <a:pt x="0" y="177921"/>
                  <a:pt x="536" y="179174"/>
                  <a:pt x="2332" y="179174"/>
                </a:cubicBezTo>
                <a:cubicBezTo>
                  <a:pt x="4483" y="179174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1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C801FE80-0533-44A8-B128-5E0BB65E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905" y="3385274"/>
            <a:ext cx="65283" cy="119099"/>
          </a:xfrm>
          <a:custGeom xmlns:a="http://schemas.openxmlformats.org/drawingml/2006/main">
            <a:pathLst>
              <a:path w="65283" h="119099">
                <a:moveTo>
                  <a:pt x="40532" y="5011"/>
                </a:moveTo>
                <a:cubicBezTo>
                  <a:pt x="40532" y="181"/>
                  <a:pt x="40174" y="0"/>
                  <a:pt x="35152" y="0"/>
                </a:cubicBezTo>
                <a:cubicBezTo>
                  <a:pt x="23675" y="11231"/>
                  <a:pt x="7353" y="11409"/>
                  <a:pt x="0" y="11409"/>
                </a:cubicBezTo>
                <a:lnTo>
                  <a:pt x="0" y="17865"/>
                </a:lnTo>
                <a:cubicBezTo>
                  <a:pt x="4304" y="17865"/>
                  <a:pt x="16141" y="17865"/>
                  <a:pt x="26006" y="12843"/>
                </a:cubicBezTo>
                <a:lnTo>
                  <a:pt x="26006" y="104387"/>
                </a:lnTo>
                <a:cubicBezTo>
                  <a:pt x="26006" y="110311"/>
                  <a:pt x="26006" y="112643"/>
                  <a:pt x="8070" y="112643"/>
                </a:cubicBezTo>
                <a:lnTo>
                  <a:pt x="1256" y="112643"/>
                </a:lnTo>
                <a:lnTo>
                  <a:pt x="1256" y="119099"/>
                </a:lnTo>
                <a:cubicBezTo>
                  <a:pt x="4482" y="118921"/>
                  <a:pt x="26543" y="118382"/>
                  <a:pt x="33179" y="118382"/>
                </a:cubicBezTo>
                <a:cubicBezTo>
                  <a:pt x="38740" y="118382"/>
                  <a:pt x="61336" y="118921"/>
                  <a:pt x="65283" y="119099"/>
                </a:cubicBezTo>
                <a:lnTo>
                  <a:pt x="65283" y="112643"/>
                </a:lnTo>
                <a:lnTo>
                  <a:pt x="58469" y="112643"/>
                </a:lnTo>
                <a:cubicBezTo>
                  <a:pt x="40532" y="112643"/>
                  <a:pt x="40532" y="110311"/>
                  <a:pt x="40532" y="104387"/>
                </a:cubicBezTo>
                <a:lnTo>
                  <a:pt x="40532" y="50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42C3C2A2-3676-4E9D-A4B6-040BD827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081" y="3322697"/>
            <a:ext cx="117344" cy="116097"/>
          </a:xfrm>
          <a:custGeom xmlns:a="http://schemas.openxmlformats.org/drawingml/2006/main">
            <a:pathLst>
              <a:path w="117344" h="116097">
                <a:moveTo>
                  <a:pt x="85318" y="16404"/>
                </a:moveTo>
                <a:cubicBezTo>
                  <a:pt x="80708" y="6920"/>
                  <a:pt x="73277" y="0"/>
                  <a:pt x="61747" y="0"/>
                </a:cubicBezTo>
                <a:cubicBezTo>
                  <a:pt x="31769" y="0"/>
                  <a:pt x="0" y="37676"/>
                  <a:pt x="0" y="75094"/>
                </a:cubicBezTo>
                <a:cubicBezTo>
                  <a:pt x="0" y="99184"/>
                  <a:pt x="14090" y="116097"/>
                  <a:pt x="34076" y="116097"/>
                </a:cubicBezTo>
                <a:cubicBezTo>
                  <a:pt x="39201" y="116097"/>
                  <a:pt x="52013" y="115073"/>
                  <a:pt x="67385" y="96878"/>
                </a:cubicBezTo>
                <a:cubicBezTo>
                  <a:pt x="69434" y="107645"/>
                  <a:pt x="78402" y="116097"/>
                  <a:pt x="90701" y="116097"/>
                </a:cubicBezTo>
                <a:cubicBezTo>
                  <a:pt x="99670" y="116097"/>
                  <a:pt x="105561" y="110205"/>
                  <a:pt x="109658" y="102003"/>
                </a:cubicBezTo>
                <a:cubicBezTo>
                  <a:pt x="114017" y="92777"/>
                  <a:pt x="117344" y="77142"/>
                  <a:pt x="117344" y="76630"/>
                </a:cubicBezTo>
                <a:cubicBezTo>
                  <a:pt x="117344" y="74070"/>
                  <a:pt x="115042" y="74070"/>
                  <a:pt x="114271" y="74070"/>
                </a:cubicBezTo>
                <a:cubicBezTo>
                  <a:pt x="111711" y="74070"/>
                  <a:pt x="111453" y="75094"/>
                  <a:pt x="110686" y="78683"/>
                </a:cubicBezTo>
                <a:cubicBezTo>
                  <a:pt x="106328" y="95341"/>
                  <a:pt x="101718" y="110463"/>
                  <a:pt x="91214" y="110463"/>
                </a:cubicBezTo>
                <a:cubicBezTo>
                  <a:pt x="84293" y="110463"/>
                  <a:pt x="83527" y="103798"/>
                  <a:pt x="83527" y="98672"/>
                </a:cubicBezTo>
                <a:cubicBezTo>
                  <a:pt x="83527" y="93035"/>
                  <a:pt x="84039" y="90982"/>
                  <a:pt x="86858" y="79707"/>
                </a:cubicBezTo>
                <a:cubicBezTo>
                  <a:pt x="89677" y="68944"/>
                  <a:pt x="90189" y="66380"/>
                  <a:pt x="92492" y="56641"/>
                </a:cubicBezTo>
                <a:lnTo>
                  <a:pt x="101718" y="20760"/>
                </a:lnTo>
                <a:cubicBezTo>
                  <a:pt x="103513" y="13586"/>
                  <a:pt x="103513" y="13074"/>
                  <a:pt x="103513" y="12045"/>
                </a:cubicBezTo>
                <a:cubicBezTo>
                  <a:pt x="103513" y="7690"/>
                  <a:pt x="100435" y="5125"/>
                  <a:pt x="96080" y="5125"/>
                </a:cubicBezTo>
                <a:cubicBezTo>
                  <a:pt x="89931" y="5125"/>
                  <a:pt x="86088" y="10767"/>
                  <a:pt x="85318" y="16404"/>
                </a:cubicBezTo>
                <a:moveTo>
                  <a:pt x="68667" y="82784"/>
                </a:moveTo>
                <a:cubicBezTo>
                  <a:pt x="67385" y="87397"/>
                  <a:pt x="67385" y="87909"/>
                  <a:pt x="63542" y="92264"/>
                </a:cubicBezTo>
                <a:cubicBezTo>
                  <a:pt x="52267" y="106362"/>
                  <a:pt x="41762" y="110463"/>
                  <a:pt x="34588" y="110463"/>
                </a:cubicBezTo>
                <a:cubicBezTo>
                  <a:pt x="21780" y="110463"/>
                  <a:pt x="18192" y="96366"/>
                  <a:pt x="18192" y="86369"/>
                </a:cubicBezTo>
                <a:cubicBezTo>
                  <a:pt x="18192" y="73557"/>
                  <a:pt x="26390" y="42031"/>
                  <a:pt x="32281" y="30244"/>
                </a:cubicBezTo>
                <a:cubicBezTo>
                  <a:pt x="40225" y="15122"/>
                  <a:pt x="51755" y="5638"/>
                  <a:pt x="62006" y="5638"/>
                </a:cubicBezTo>
                <a:cubicBezTo>
                  <a:pt x="78660" y="5638"/>
                  <a:pt x="82245" y="26655"/>
                  <a:pt x="82245" y="28192"/>
                </a:cubicBezTo>
                <a:cubicBezTo>
                  <a:pt x="82245" y="29732"/>
                  <a:pt x="81733" y="31268"/>
                  <a:pt x="81475" y="32551"/>
                </a:cubicBezTo>
                <a:lnTo>
                  <a:pt x="68667" y="82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C64B5A98-AAE1-4626-86B3-3BD9285D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887" y="3168442"/>
            <a:ext cx="46632" cy="179174"/>
          </a:xfrm>
          <a:custGeom xmlns:a="http://schemas.openxmlformats.org/drawingml/2006/main">
            <a:pathLst>
              <a:path w="46632" h="179174">
                <a:moveTo>
                  <a:pt x="43045" y="0"/>
                </a:moveTo>
                <a:cubicBezTo>
                  <a:pt x="8968" y="24036"/>
                  <a:pt x="0" y="62059"/>
                  <a:pt x="0" y="89499"/>
                </a:cubicBezTo>
                <a:cubicBezTo>
                  <a:pt x="0" y="114789"/>
                  <a:pt x="7534" y="154065"/>
                  <a:pt x="43045" y="179174"/>
                </a:cubicBezTo>
                <a:cubicBezTo>
                  <a:pt x="44478" y="179174"/>
                  <a:pt x="46632" y="179174"/>
                  <a:pt x="46632" y="177023"/>
                </a:cubicBezTo>
                <a:cubicBezTo>
                  <a:pt x="46632" y="175948"/>
                  <a:pt x="46093" y="175589"/>
                  <a:pt x="44837" y="174333"/>
                </a:cubicBezTo>
                <a:cubicBezTo>
                  <a:pt x="20984" y="152812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6" y="4307"/>
                </a:cubicBezTo>
                <a:cubicBezTo>
                  <a:pt x="46093" y="3588"/>
                  <a:pt x="46632" y="3051"/>
                  <a:pt x="46632" y="2154"/>
                </a:cubicBezTo>
                <a:cubicBezTo>
                  <a:pt x="46632" y="0"/>
                  <a:pt x="44478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C3EC270C-611C-4B03-9C45-16A44B7F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751" y="3183992"/>
            <a:ext cx="54341" cy="120714"/>
          </a:xfrm>
          <a:custGeom xmlns:a="http://schemas.openxmlformats.org/drawingml/2006/main">
            <a:pathLst>
              <a:path w="54341" h="120714">
                <a:moveTo>
                  <a:pt x="49678" y="6815"/>
                </a:moveTo>
                <a:cubicBezTo>
                  <a:pt x="49678" y="3944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1"/>
                  <a:pt x="34794" y="16677"/>
                  <a:pt x="39635" y="16677"/>
                </a:cubicBezTo>
                <a:cubicBezTo>
                  <a:pt x="44837" y="16677"/>
                  <a:pt x="49678" y="11656"/>
                  <a:pt x="49678" y="6815"/>
                </a:cubicBezTo>
                <a:moveTo>
                  <a:pt x="13092" y="97931"/>
                </a:moveTo>
                <a:cubicBezTo>
                  <a:pt x="12375" y="100263"/>
                  <a:pt x="11477" y="102417"/>
                  <a:pt x="11477" y="105465"/>
                </a:cubicBezTo>
                <a:cubicBezTo>
                  <a:pt x="11477" y="113900"/>
                  <a:pt x="18650" y="120714"/>
                  <a:pt x="28516" y="120714"/>
                </a:cubicBezTo>
                <a:cubicBezTo>
                  <a:pt x="46452" y="120714"/>
                  <a:pt x="54341" y="95955"/>
                  <a:pt x="54341" y="93265"/>
                </a:cubicBezTo>
                <a:cubicBezTo>
                  <a:pt x="54341" y="90934"/>
                  <a:pt x="52010" y="90934"/>
                  <a:pt x="51473" y="90934"/>
                </a:cubicBezTo>
                <a:cubicBezTo>
                  <a:pt x="48962" y="90934"/>
                  <a:pt x="48784" y="92009"/>
                  <a:pt x="48063" y="93982"/>
                </a:cubicBezTo>
                <a:cubicBezTo>
                  <a:pt x="43939" y="108336"/>
                  <a:pt x="36047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5" y="101877"/>
                  <a:pt x="27440" y="97931"/>
                </a:cubicBezTo>
                <a:cubicBezTo>
                  <a:pt x="29233" y="93085"/>
                  <a:pt x="31206" y="88241"/>
                  <a:pt x="33178" y="83575"/>
                </a:cubicBezTo>
                <a:cubicBezTo>
                  <a:pt x="34794" y="79270"/>
                  <a:pt x="41249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4"/>
                  <a:pt x="35869" y="39796"/>
                  <a:pt x="26003" y="39796"/>
                </a:cubicBezTo>
                <a:cubicBezTo>
                  <a:pt x="8248" y="39796"/>
                  <a:pt x="0" y="64197"/>
                  <a:pt x="0" y="67248"/>
                </a:cubicBezTo>
                <a:cubicBezTo>
                  <a:pt x="0" y="69580"/>
                  <a:pt x="2509" y="69580"/>
                  <a:pt x="3049" y="69580"/>
                </a:cubicBezTo>
                <a:cubicBezTo>
                  <a:pt x="5558" y="69580"/>
                  <a:pt x="5739" y="68684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5" y="44821"/>
                  <a:pt x="29949" y="46255"/>
                  <a:pt x="29949" y="51099"/>
                </a:cubicBezTo>
                <a:cubicBezTo>
                  <a:pt x="29949" y="55226"/>
                  <a:pt x="28874" y="57919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8553ABDF-E635-46C4-94D1-847264F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553" y="3168442"/>
            <a:ext cx="46449" cy="179174"/>
          </a:xfrm>
          <a:custGeom xmlns:a="http://schemas.openxmlformats.org/drawingml/2006/main">
            <a:pathLst>
              <a:path w="46449" h="179174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6" y="3588"/>
                  <a:pt x="1612" y="4844"/>
                </a:cubicBezTo>
                <a:cubicBezTo>
                  <a:pt x="17036" y="19014"/>
                  <a:pt x="34255" y="43225"/>
                  <a:pt x="34255" y="89499"/>
                </a:cubicBezTo>
                <a:cubicBezTo>
                  <a:pt x="34255" y="126983"/>
                  <a:pt x="22596" y="155321"/>
                  <a:pt x="3227" y="172899"/>
                </a:cubicBezTo>
                <a:cubicBezTo>
                  <a:pt x="178" y="175948"/>
                  <a:pt x="0" y="176125"/>
                  <a:pt x="0" y="177023"/>
                </a:cubicBezTo>
                <a:cubicBezTo>
                  <a:pt x="0" y="177921"/>
                  <a:pt x="536" y="179174"/>
                  <a:pt x="2332" y="179174"/>
                </a:cubicBezTo>
                <a:cubicBezTo>
                  <a:pt x="4483" y="179174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1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FB3113B8-7A75-42B9-AFB1-64BA7FF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811" y="3385274"/>
            <a:ext cx="65284" cy="119099"/>
          </a:xfrm>
          <a:custGeom xmlns:a="http://schemas.openxmlformats.org/drawingml/2006/main">
            <a:pathLst>
              <a:path w="65284" h="119099">
                <a:moveTo>
                  <a:pt x="40532" y="5011"/>
                </a:moveTo>
                <a:cubicBezTo>
                  <a:pt x="40532" y="181"/>
                  <a:pt x="40174" y="0"/>
                  <a:pt x="35153" y="0"/>
                </a:cubicBezTo>
                <a:cubicBezTo>
                  <a:pt x="23675" y="11231"/>
                  <a:pt x="7354" y="11409"/>
                  <a:pt x="0" y="11409"/>
                </a:cubicBezTo>
                <a:lnTo>
                  <a:pt x="0" y="17865"/>
                </a:lnTo>
                <a:cubicBezTo>
                  <a:pt x="4305" y="17865"/>
                  <a:pt x="16141" y="17865"/>
                  <a:pt x="26007" y="12843"/>
                </a:cubicBezTo>
                <a:lnTo>
                  <a:pt x="26007" y="104387"/>
                </a:lnTo>
                <a:cubicBezTo>
                  <a:pt x="26007" y="110312"/>
                  <a:pt x="26007" y="112644"/>
                  <a:pt x="8071" y="112644"/>
                </a:cubicBezTo>
                <a:lnTo>
                  <a:pt x="1257" y="112644"/>
                </a:lnTo>
                <a:lnTo>
                  <a:pt x="1257" y="119099"/>
                </a:lnTo>
                <a:cubicBezTo>
                  <a:pt x="4483" y="118921"/>
                  <a:pt x="26543" y="118382"/>
                  <a:pt x="33179" y="118382"/>
                </a:cubicBezTo>
                <a:cubicBezTo>
                  <a:pt x="38740" y="118382"/>
                  <a:pt x="61337" y="118921"/>
                  <a:pt x="65284" y="119099"/>
                </a:cubicBezTo>
                <a:lnTo>
                  <a:pt x="65284" y="112644"/>
                </a:lnTo>
                <a:lnTo>
                  <a:pt x="58469" y="112644"/>
                </a:lnTo>
                <a:cubicBezTo>
                  <a:pt x="40532" y="112644"/>
                  <a:pt x="40532" y="110312"/>
                  <a:pt x="40532" y="104387"/>
                </a:cubicBezTo>
                <a:lnTo>
                  <a:pt x="40532" y="50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77BBF53D-65BD-49AD-927C-9844C30D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363" y="1789900"/>
            <a:ext cx="94286" cy="180651"/>
          </a:xfrm>
          <a:custGeom xmlns:a="http://schemas.openxmlformats.org/drawingml/2006/main">
            <a:pathLst>
              <a:path w="94286" h="180651">
                <a:moveTo>
                  <a:pt x="49194" y="2819"/>
                </a:moveTo>
                <a:cubicBezTo>
                  <a:pt x="49194" y="2565"/>
                  <a:pt x="49194" y="0"/>
                  <a:pt x="45863" y="0"/>
                </a:cubicBezTo>
                <a:cubicBezTo>
                  <a:pt x="39967" y="0"/>
                  <a:pt x="21264" y="2053"/>
                  <a:pt x="14602" y="2565"/>
                </a:cubicBezTo>
                <a:cubicBezTo>
                  <a:pt x="12553" y="2819"/>
                  <a:pt x="9735" y="3077"/>
                  <a:pt x="9735" y="7690"/>
                </a:cubicBezTo>
                <a:cubicBezTo>
                  <a:pt x="9735" y="10763"/>
                  <a:pt x="12042" y="10763"/>
                  <a:pt x="15885" y="10763"/>
                </a:cubicBezTo>
                <a:cubicBezTo>
                  <a:pt x="28184" y="10763"/>
                  <a:pt x="28696" y="12557"/>
                  <a:pt x="28696" y="15118"/>
                </a:cubicBezTo>
                <a:cubicBezTo>
                  <a:pt x="28696" y="16913"/>
                  <a:pt x="26389" y="25619"/>
                  <a:pt x="25107" y="30999"/>
                </a:cubicBezTo>
                <a:lnTo>
                  <a:pt x="4097" y="114533"/>
                </a:lnTo>
                <a:cubicBezTo>
                  <a:pt x="1025" y="127345"/>
                  <a:pt x="0" y="131446"/>
                  <a:pt x="0" y="140418"/>
                </a:cubicBezTo>
                <a:cubicBezTo>
                  <a:pt x="0" y="164763"/>
                  <a:pt x="13578" y="180651"/>
                  <a:pt x="32539" y="180651"/>
                </a:cubicBezTo>
                <a:cubicBezTo>
                  <a:pt x="62771" y="180651"/>
                  <a:pt x="94286" y="142467"/>
                  <a:pt x="94286" y="105561"/>
                </a:cubicBezTo>
                <a:cubicBezTo>
                  <a:pt x="94286" y="82241"/>
                  <a:pt x="80708" y="64554"/>
                  <a:pt x="60210" y="64554"/>
                </a:cubicBezTo>
                <a:cubicBezTo>
                  <a:pt x="48423" y="64554"/>
                  <a:pt x="37918" y="71986"/>
                  <a:pt x="30232" y="79934"/>
                </a:cubicBezTo>
                <a:lnTo>
                  <a:pt x="49194" y="2819"/>
                </a:lnTo>
                <a:moveTo>
                  <a:pt x="25107" y="99665"/>
                </a:moveTo>
                <a:cubicBezTo>
                  <a:pt x="26643" y="94028"/>
                  <a:pt x="26643" y="93516"/>
                  <a:pt x="28950" y="90697"/>
                </a:cubicBezTo>
                <a:cubicBezTo>
                  <a:pt x="41507" y="74038"/>
                  <a:pt x="53037" y="70192"/>
                  <a:pt x="59699" y="70192"/>
                </a:cubicBezTo>
                <a:cubicBezTo>
                  <a:pt x="68921" y="70192"/>
                  <a:pt x="75837" y="77881"/>
                  <a:pt x="75837" y="94286"/>
                </a:cubicBezTo>
                <a:cubicBezTo>
                  <a:pt x="75837" y="109404"/>
                  <a:pt x="67385" y="138878"/>
                  <a:pt x="62771" y="148617"/>
                </a:cubicBezTo>
                <a:cubicBezTo>
                  <a:pt x="54315" y="165791"/>
                  <a:pt x="42532" y="175018"/>
                  <a:pt x="32539" y="175018"/>
                </a:cubicBezTo>
                <a:cubicBezTo>
                  <a:pt x="23828" y="175018"/>
                  <a:pt x="15372" y="168097"/>
                  <a:pt x="15372" y="149132"/>
                </a:cubicBezTo>
                <a:cubicBezTo>
                  <a:pt x="15372" y="144261"/>
                  <a:pt x="15372" y="139390"/>
                  <a:pt x="19470" y="123244"/>
                </a:cubicBezTo>
                <a:lnTo>
                  <a:pt x="25107" y="996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81035AF2-4DF1-47F2-9904-6EF1E8D5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914" y="1700198"/>
            <a:ext cx="46633" cy="179174"/>
          </a:xfrm>
          <a:custGeom xmlns:a="http://schemas.openxmlformats.org/drawingml/2006/main">
            <a:pathLst>
              <a:path w="46633" h="179174">
                <a:moveTo>
                  <a:pt x="43045" y="0"/>
                </a:moveTo>
                <a:cubicBezTo>
                  <a:pt x="8968" y="24036"/>
                  <a:pt x="0" y="62059"/>
                  <a:pt x="0" y="89499"/>
                </a:cubicBezTo>
                <a:cubicBezTo>
                  <a:pt x="0" y="114789"/>
                  <a:pt x="7534" y="154065"/>
                  <a:pt x="43045" y="179174"/>
                </a:cubicBezTo>
                <a:cubicBezTo>
                  <a:pt x="44479" y="179174"/>
                  <a:pt x="46633" y="179174"/>
                  <a:pt x="46633" y="177023"/>
                </a:cubicBezTo>
                <a:cubicBezTo>
                  <a:pt x="46633" y="175948"/>
                  <a:pt x="46093" y="175589"/>
                  <a:pt x="44837" y="174333"/>
                </a:cubicBezTo>
                <a:cubicBezTo>
                  <a:pt x="20985" y="152812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7" y="4307"/>
                </a:cubicBezTo>
                <a:cubicBezTo>
                  <a:pt x="46093" y="3588"/>
                  <a:pt x="46633" y="3051"/>
                  <a:pt x="46633" y="2154"/>
                </a:cubicBezTo>
                <a:cubicBezTo>
                  <a:pt x="46633" y="0"/>
                  <a:pt x="44479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3C7D10C3-63D6-4CB0-A180-508FF3F1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778" y="1715747"/>
            <a:ext cx="54342" cy="120714"/>
          </a:xfrm>
          <a:custGeom xmlns:a="http://schemas.openxmlformats.org/drawingml/2006/main">
            <a:pathLst>
              <a:path w="54342" h="120714">
                <a:moveTo>
                  <a:pt x="49679" y="6814"/>
                </a:moveTo>
                <a:cubicBezTo>
                  <a:pt x="49679" y="3944"/>
                  <a:pt x="47527" y="0"/>
                  <a:pt x="42506" y="0"/>
                </a:cubicBezTo>
                <a:cubicBezTo>
                  <a:pt x="37662" y="0"/>
                  <a:pt x="32463" y="4663"/>
                  <a:pt x="32463" y="9863"/>
                </a:cubicBezTo>
                <a:cubicBezTo>
                  <a:pt x="32463" y="12912"/>
                  <a:pt x="34794" y="16677"/>
                  <a:pt x="39635" y="16677"/>
                </a:cubicBezTo>
                <a:cubicBezTo>
                  <a:pt x="44838" y="16677"/>
                  <a:pt x="49679" y="11655"/>
                  <a:pt x="49679" y="6814"/>
                </a:cubicBezTo>
                <a:moveTo>
                  <a:pt x="13092" y="97931"/>
                </a:moveTo>
                <a:cubicBezTo>
                  <a:pt x="12376" y="100263"/>
                  <a:pt x="11478" y="102417"/>
                  <a:pt x="11478" y="105465"/>
                </a:cubicBezTo>
                <a:cubicBezTo>
                  <a:pt x="11478" y="113900"/>
                  <a:pt x="18650" y="120714"/>
                  <a:pt x="28516" y="120714"/>
                </a:cubicBezTo>
                <a:cubicBezTo>
                  <a:pt x="46452" y="120714"/>
                  <a:pt x="54342" y="95955"/>
                  <a:pt x="54342" y="93265"/>
                </a:cubicBezTo>
                <a:cubicBezTo>
                  <a:pt x="54342" y="90934"/>
                  <a:pt x="52010" y="90934"/>
                  <a:pt x="51474" y="90934"/>
                </a:cubicBezTo>
                <a:cubicBezTo>
                  <a:pt x="48962" y="90934"/>
                  <a:pt x="48784" y="92009"/>
                  <a:pt x="48064" y="93982"/>
                </a:cubicBezTo>
                <a:cubicBezTo>
                  <a:pt x="43940" y="108336"/>
                  <a:pt x="36048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6" y="101877"/>
                  <a:pt x="27440" y="97931"/>
                </a:cubicBezTo>
                <a:cubicBezTo>
                  <a:pt x="29233" y="93085"/>
                  <a:pt x="31206" y="88241"/>
                  <a:pt x="33179" y="83575"/>
                </a:cubicBezTo>
                <a:cubicBezTo>
                  <a:pt x="34794" y="79270"/>
                  <a:pt x="41250" y="62943"/>
                  <a:pt x="41967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3"/>
                  <a:pt x="35870" y="39796"/>
                  <a:pt x="26004" y="39796"/>
                </a:cubicBezTo>
                <a:cubicBezTo>
                  <a:pt x="8249" y="39796"/>
                  <a:pt x="0" y="64197"/>
                  <a:pt x="0" y="67248"/>
                </a:cubicBezTo>
                <a:cubicBezTo>
                  <a:pt x="0" y="69580"/>
                  <a:pt x="2510" y="69580"/>
                  <a:pt x="3049" y="69580"/>
                </a:cubicBezTo>
                <a:cubicBezTo>
                  <a:pt x="5558" y="69580"/>
                  <a:pt x="5739" y="68684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6" y="44821"/>
                  <a:pt x="29950" y="46255"/>
                  <a:pt x="29950" y="51099"/>
                </a:cubicBezTo>
                <a:cubicBezTo>
                  <a:pt x="29950" y="55226"/>
                  <a:pt x="28875" y="57919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5AE28FBD-9EE4-496A-BA13-2DB378C8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581" y="1700198"/>
            <a:ext cx="46449" cy="179174"/>
          </a:xfrm>
          <a:custGeom xmlns:a="http://schemas.openxmlformats.org/drawingml/2006/main">
            <a:pathLst>
              <a:path w="46449" h="179174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6" y="3588"/>
                  <a:pt x="1612" y="4844"/>
                </a:cubicBezTo>
                <a:cubicBezTo>
                  <a:pt x="17036" y="19014"/>
                  <a:pt x="34255" y="43225"/>
                  <a:pt x="34255" y="89499"/>
                </a:cubicBezTo>
                <a:cubicBezTo>
                  <a:pt x="34255" y="126984"/>
                  <a:pt x="22597" y="155321"/>
                  <a:pt x="3227" y="172899"/>
                </a:cubicBezTo>
                <a:cubicBezTo>
                  <a:pt x="178" y="175948"/>
                  <a:pt x="0" y="176126"/>
                  <a:pt x="0" y="177023"/>
                </a:cubicBezTo>
                <a:cubicBezTo>
                  <a:pt x="0" y="177921"/>
                  <a:pt x="536" y="179174"/>
                  <a:pt x="2332" y="179174"/>
                </a:cubicBezTo>
                <a:cubicBezTo>
                  <a:pt x="4483" y="179174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1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2343F43C-7A7C-4BBA-8D98-A5F1D57F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838" y="1917006"/>
            <a:ext cx="65283" cy="119099"/>
          </a:xfrm>
          <a:custGeom xmlns:a="http://schemas.openxmlformats.org/drawingml/2006/main">
            <a:pathLst>
              <a:path w="65283" h="119099">
                <a:moveTo>
                  <a:pt x="40532" y="5011"/>
                </a:moveTo>
                <a:cubicBezTo>
                  <a:pt x="40532" y="181"/>
                  <a:pt x="40174" y="0"/>
                  <a:pt x="35152" y="0"/>
                </a:cubicBezTo>
                <a:cubicBezTo>
                  <a:pt x="23675" y="11231"/>
                  <a:pt x="7353" y="11409"/>
                  <a:pt x="0" y="11409"/>
                </a:cubicBezTo>
                <a:lnTo>
                  <a:pt x="0" y="17865"/>
                </a:lnTo>
                <a:cubicBezTo>
                  <a:pt x="4304" y="17865"/>
                  <a:pt x="16141" y="17865"/>
                  <a:pt x="26006" y="12843"/>
                </a:cubicBezTo>
                <a:lnTo>
                  <a:pt x="26006" y="104387"/>
                </a:lnTo>
                <a:cubicBezTo>
                  <a:pt x="26006" y="110312"/>
                  <a:pt x="26006" y="112644"/>
                  <a:pt x="8070" y="112644"/>
                </a:cubicBezTo>
                <a:lnTo>
                  <a:pt x="1256" y="112644"/>
                </a:lnTo>
                <a:lnTo>
                  <a:pt x="1256" y="119099"/>
                </a:lnTo>
                <a:cubicBezTo>
                  <a:pt x="4482" y="118921"/>
                  <a:pt x="26543" y="118382"/>
                  <a:pt x="33179" y="118382"/>
                </a:cubicBezTo>
                <a:cubicBezTo>
                  <a:pt x="38740" y="118382"/>
                  <a:pt x="61337" y="118921"/>
                  <a:pt x="65283" y="119099"/>
                </a:cubicBezTo>
                <a:lnTo>
                  <a:pt x="65283" y="112644"/>
                </a:lnTo>
                <a:lnTo>
                  <a:pt x="58469" y="112644"/>
                </a:lnTo>
                <a:cubicBezTo>
                  <a:pt x="40532" y="112644"/>
                  <a:pt x="40532" y="110312"/>
                  <a:pt x="40532" y="104387"/>
                </a:cubicBezTo>
                <a:lnTo>
                  <a:pt x="40532" y="50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94E50C02-F2F6-4D3F-9EA4-75F572C0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830" y="1789900"/>
            <a:ext cx="125800" cy="180651"/>
          </a:xfrm>
          <a:custGeom xmlns:a="http://schemas.openxmlformats.org/drawingml/2006/main">
            <a:pathLst>
              <a:path w="125800" h="180651">
                <a:moveTo>
                  <a:pt x="59441" y="2819"/>
                </a:moveTo>
                <a:cubicBezTo>
                  <a:pt x="59441" y="2565"/>
                  <a:pt x="59441" y="0"/>
                  <a:pt x="56110" y="0"/>
                </a:cubicBezTo>
                <a:cubicBezTo>
                  <a:pt x="50218" y="0"/>
                  <a:pt x="31515" y="2053"/>
                  <a:pt x="24853" y="2565"/>
                </a:cubicBezTo>
                <a:cubicBezTo>
                  <a:pt x="22805" y="2819"/>
                  <a:pt x="19985" y="3077"/>
                  <a:pt x="19985" y="7690"/>
                </a:cubicBezTo>
                <a:cubicBezTo>
                  <a:pt x="19985" y="10763"/>
                  <a:pt x="22293" y="10763"/>
                  <a:pt x="26136" y="10763"/>
                </a:cubicBezTo>
                <a:cubicBezTo>
                  <a:pt x="38431" y="10763"/>
                  <a:pt x="38943" y="12557"/>
                  <a:pt x="38943" y="15118"/>
                </a:cubicBezTo>
                <a:lnTo>
                  <a:pt x="38177" y="20240"/>
                </a:lnTo>
                <a:lnTo>
                  <a:pt x="1025" y="167840"/>
                </a:lnTo>
                <a:cubicBezTo>
                  <a:pt x="0" y="171429"/>
                  <a:pt x="0" y="171941"/>
                  <a:pt x="0" y="173477"/>
                </a:cubicBezTo>
                <a:cubicBezTo>
                  <a:pt x="0" y="179372"/>
                  <a:pt x="5126" y="180651"/>
                  <a:pt x="7432" y="180651"/>
                </a:cubicBezTo>
                <a:cubicBezTo>
                  <a:pt x="11529" y="180651"/>
                  <a:pt x="15630" y="177578"/>
                  <a:pt x="16909" y="173989"/>
                </a:cubicBezTo>
                <a:lnTo>
                  <a:pt x="21780" y="154512"/>
                </a:lnTo>
                <a:lnTo>
                  <a:pt x="27414" y="131446"/>
                </a:lnTo>
                <a:cubicBezTo>
                  <a:pt x="28954" y="125808"/>
                  <a:pt x="30491" y="120171"/>
                  <a:pt x="31769" y="114275"/>
                </a:cubicBezTo>
                <a:cubicBezTo>
                  <a:pt x="32286" y="112739"/>
                  <a:pt x="34334" y="104279"/>
                  <a:pt x="34588" y="102742"/>
                </a:cubicBezTo>
                <a:cubicBezTo>
                  <a:pt x="35358" y="100435"/>
                  <a:pt x="43302" y="86084"/>
                  <a:pt x="52013" y="79164"/>
                </a:cubicBezTo>
                <a:cubicBezTo>
                  <a:pt x="57650" y="75063"/>
                  <a:pt x="65590" y="70191"/>
                  <a:pt x="76607" y="70191"/>
                </a:cubicBezTo>
                <a:cubicBezTo>
                  <a:pt x="87624" y="70191"/>
                  <a:pt x="90443" y="78906"/>
                  <a:pt x="90443" y="88132"/>
                </a:cubicBezTo>
                <a:cubicBezTo>
                  <a:pt x="90443" y="101972"/>
                  <a:pt x="80708" y="129910"/>
                  <a:pt x="74559" y="145543"/>
                </a:cubicBezTo>
                <a:cubicBezTo>
                  <a:pt x="72510" y="151439"/>
                  <a:pt x="71228" y="154512"/>
                  <a:pt x="71228" y="159637"/>
                </a:cubicBezTo>
                <a:cubicBezTo>
                  <a:pt x="71228" y="171682"/>
                  <a:pt x="80196" y="180651"/>
                  <a:pt x="92237" y="180651"/>
                </a:cubicBezTo>
                <a:cubicBezTo>
                  <a:pt x="116321" y="180651"/>
                  <a:pt x="125800" y="143237"/>
                  <a:pt x="125800" y="141185"/>
                </a:cubicBezTo>
                <a:cubicBezTo>
                  <a:pt x="125800" y="138624"/>
                  <a:pt x="123494" y="138624"/>
                  <a:pt x="122728" y="138624"/>
                </a:cubicBezTo>
                <a:cubicBezTo>
                  <a:pt x="120164" y="138624"/>
                  <a:pt x="120164" y="139390"/>
                  <a:pt x="118885" y="143237"/>
                </a:cubicBezTo>
                <a:cubicBezTo>
                  <a:pt x="115042" y="156818"/>
                  <a:pt x="106843" y="175018"/>
                  <a:pt x="92750" y="175018"/>
                </a:cubicBezTo>
                <a:cubicBezTo>
                  <a:pt x="88394" y="175018"/>
                  <a:pt x="86600" y="172453"/>
                  <a:pt x="86600" y="166557"/>
                </a:cubicBezTo>
                <a:cubicBezTo>
                  <a:pt x="86600" y="160150"/>
                  <a:pt x="88907" y="154000"/>
                  <a:pt x="91214" y="148362"/>
                </a:cubicBezTo>
                <a:cubicBezTo>
                  <a:pt x="95310" y="137341"/>
                  <a:pt x="106843" y="106843"/>
                  <a:pt x="106843" y="91979"/>
                </a:cubicBezTo>
                <a:cubicBezTo>
                  <a:pt x="106843" y="75321"/>
                  <a:pt x="96592" y="64554"/>
                  <a:pt x="77378" y="64554"/>
                </a:cubicBezTo>
                <a:cubicBezTo>
                  <a:pt x="61236" y="64554"/>
                  <a:pt x="48935" y="72498"/>
                  <a:pt x="39459" y="84289"/>
                </a:cubicBezTo>
                <a:lnTo>
                  <a:pt x="59441" y="28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6A261E39-42F0-409E-B186-DE60C10A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983" y="1700198"/>
            <a:ext cx="46632" cy="179174"/>
          </a:xfrm>
          <a:custGeom xmlns:a="http://schemas.openxmlformats.org/drawingml/2006/main">
            <a:pathLst>
              <a:path w="46632" h="179174">
                <a:moveTo>
                  <a:pt x="43045" y="0"/>
                </a:moveTo>
                <a:cubicBezTo>
                  <a:pt x="8968" y="24036"/>
                  <a:pt x="0" y="62059"/>
                  <a:pt x="0" y="89499"/>
                </a:cubicBezTo>
                <a:cubicBezTo>
                  <a:pt x="0" y="114789"/>
                  <a:pt x="7534" y="154065"/>
                  <a:pt x="43045" y="179174"/>
                </a:cubicBezTo>
                <a:cubicBezTo>
                  <a:pt x="44478" y="179174"/>
                  <a:pt x="46632" y="179174"/>
                  <a:pt x="46632" y="177023"/>
                </a:cubicBezTo>
                <a:cubicBezTo>
                  <a:pt x="46632" y="175948"/>
                  <a:pt x="46093" y="175589"/>
                  <a:pt x="44837" y="174333"/>
                </a:cubicBezTo>
                <a:cubicBezTo>
                  <a:pt x="20985" y="152812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6" y="4307"/>
                </a:cubicBezTo>
                <a:cubicBezTo>
                  <a:pt x="46093" y="3588"/>
                  <a:pt x="46632" y="3051"/>
                  <a:pt x="46632" y="2154"/>
                </a:cubicBezTo>
                <a:cubicBezTo>
                  <a:pt x="46632" y="0"/>
                  <a:pt x="44478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0AA94BCB-05A1-460D-889B-CA86AFE3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48" y="1715747"/>
            <a:ext cx="54341" cy="120714"/>
          </a:xfrm>
          <a:custGeom xmlns:a="http://schemas.openxmlformats.org/drawingml/2006/main">
            <a:pathLst>
              <a:path w="54341" h="120714">
                <a:moveTo>
                  <a:pt x="49678" y="6814"/>
                </a:moveTo>
                <a:cubicBezTo>
                  <a:pt x="49678" y="3944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1"/>
                  <a:pt x="34794" y="16677"/>
                  <a:pt x="39635" y="16677"/>
                </a:cubicBezTo>
                <a:cubicBezTo>
                  <a:pt x="44837" y="16677"/>
                  <a:pt x="49678" y="11655"/>
                  <a:pt x="49678" y="6814"/>
                </a:cubicBezTo>
                <a:moveTo>
                  <a:pt x="13092" y="97931"/>
                </a:moveTo>
                <a:cubicBezTo>
                  <a:pt x="12375" y="100263"/>
                  <a:pt x="11477" y="102417"/>
                  <a:pt x="11477" y="105465"/>
                </a:cubicBezTo>
                <a:cubicBezTo>
                  <a:pt x="11477" y="113900"/>
                  <a:pt x="18650" y="120714"/>
                  <a:pt x="28516" y="120714"/>
                </a:cubicBezTo>
                <a:cubicBezTo>
                  <a:pt x="46452" y="120714"/>
                  <a:pt x="54341" y="95955"/>
                  <a:pt x="54341" y="93265"/>
                </a:cubicBezTo>
                <a:cubicBezTo>
                  <a:pt x="54341" y="90934"/>
                  <a:pt x="52010" y="90934"/>
                  <a:pt x="51474" y="90934"/>
                </a:cubicBezTo>
                <a:cubicBezTo>
                  <a:pt x="48962" y="90934"/>
                  <a:pt x="48784" y="92009"/>
                  <a:pt x="48063" y="93982"/>
                </a:cubicBezTo>
                <a:cubicBezTo>
                  <a:pt x="43939" y="108336"/>
                  <a:pt x="36047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5" y="101877"/>
                  <a:pt x="27440" y="97931"/>
                </a:cubicBezTo>
                <a:cubicBezTo>
                  <a:pt x="29233" y="93085"/>
                  <a:pt x="31206" y="88241"/>
                  <a:pt x="33179" y="83575"/>
                </a:cubicBezTo>
                <a:cubicBezTo>
                  <a:pt x="34794" y="79270"/>
                  <a:pt x="41249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3"/>
                  <a:pt x="35869" y="39796"/>
                  <a:pt x="26003" y="39796"/>
                </a:cubicBezTo>
                <a:cubicBezTo>
                  <a:pt x="8248" y="39796"/>
                  <a:pt x="0" y="64197"/>
                  <a:pt x="0" y="67248"/>
                </a:cubicBezTo>
                <a:cubicBezTo>
                  <a:pt x="0" y="69580"/>
                  <a:pt x="2509" y="69580"/>
                  <a:pt x="3049" y="69580"/>
                </a:cubicBezTo>
                <a:cubicBezTo>
                  <a:pt x="5558" y="69580"/>
                  <a:pt x="5739" y="68684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5" y="44821"/>
                  <a:pt x="29949" y="46255"/>
                  <a:pt x="29949" y="51099"/>
                </a:cubicBezTo>
                <a:cubicBezTo>
                  <a:pt x="29949" y="55226"/>
                  <a:pt x="28874" y="57919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9A552F7A-0D29-4615-AFEA-64442F61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650" y="1700198"/>
            <a:ext cx="46449" cy="179175"/>
          </a:xfrm>
          <a:custGeom xmlns:a="http://schemas.openxmlformats.org/drawingml/2006/main">
            <a:pathLst>
              <a:path w="46449" h="179175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6" y="3588"/>
                  <a:pt x="1612" y="4844"/>
                </a:cubicBezTo>
                <a:cubicBezTo>
                  <a:pt x="17036" y="19014"/>
                  <a:pt x="34255" y="43225"/>
                  <a:pt x="34255" y="89500"/>
                </a:cubicBezTo>
                <a:cubicBezTo>
                  <a:pt x="34255" y="126984"/>
                  <a:pt x="22596" y="155322"/>
                  <a:pt x="3227" y="172899"/>
                </a:cubicBezTo>
                <a:cubicBezTo>
                  <a:pt x="178" y="175948"/>
                  <a:pt x="0" y="176126"/>
                  <a:pt x="0" y="177023"/>
                </a:cubicBezTo>
                <a:cubicBezTo>
                  <a:pt x="0" y="177921"/>
                  <a:pt x="536" y="179175"/>
                  <a:pt x="2332" y="179175"/>
                </a:cubicBezTo>
                <a:cubicBezTo>
                  <a:pt x="4483" y="179175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2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2D8CAF99-D591-4A15-B9D0-779E38FC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6" y="1917006"/>
            <a:ext cx="65284" cy="119099"/>
          </a:xfrm>
          <a:custGeom xmlns:a="http://schemas.openxmlformats.org/drawingml/2006/main">
            <a:pathLst>
              <a:path w="65284" h="119099">
                <a:moveTo>
                  <a:pt x="40533" y="5011"/>
                </a:moveTo>
                <a:cubicBezTo>
                  <a:pt x="40533" y="181"/>
                  <a:pt x="40174" y="0"/>
                  <a:pt x="35153" y="0"/>
                </a:cubicBezTo>
                <a:cubicBezTo>
                  <a:pt x="23675" y="11231"/>
                  <a:pt x="7354" y="11409"/>
                  <a:pt x="0" y="11409"/>
                </a:cubicBezTo>
                <a:lnTo>
                  <a:pt x="0" y="17865"/>
                </a:lnTo>
                <a:cubicBezTo>
                  <a:pt x="4305" y="17865"/>
                  <a:pt x="16141" y="17865"/>
                  <a:pt x="26007" y="12843"/>
                </a:cubicBezTo>
                <a:lnTo>
                  <a:pt x="26007" y="104387"/>
                </a:lnTo>
                <a:cubicBezTo>
                  <a:pt x="26007" y="110312"/>
                  <a:pt x="26007" y="112644"/>
                  <a:pt x="8071" y="112644"/>
                </a:cubicBezTo>
                <a:lnTo>
                  <a:pt x="1257" y="112644"/>
                </a:lnTo>
                <a:lnTo>
                  <a:pt x="1257" y="119099"/>
                </a:lnTo>
                <a:cubicBezTo>
                  <a:pt x="4483" y="118921"/>
                  <a:pt x="26543" y="118382"/>
                  <a:pt x="33179" y="118382"/>
                </a:cubicBezTo>
                <a:cubicBezTo>
                  <a:pt x="38740" y="118382"/>
                  <a:pt x="61337" y="118921"/>
                  <a:pt x="65284" y="119099"/>
                </a:cubicBezTo>
                <a:lnTo>
                  <a:pt x="65284" y="112644"/>
                </a:lnTo>
                <a:lnTo>
                  <a:pt x="58469" y="112644"/>
                </a:lnTo>
                <a:cubicBezTo>
                  <a:pt x="40533" y="112644"/>
                  <a:pt x="40533" y="110312"/>
                  <a:pt x="40533" y="104387"/>
                </a:cubicBezTo>
                <a:lnTo>
                  <a:pt x="40533" y="50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B229D402-1238-4443-97DA-965D7E6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63" y="3322759"/>
            <a:ext cx="27155" cy="27155"/>
          </a:xfrm>
          <a:custGeom xmlns:a="http://schemas.openxmlformats.org/drawingml/2006/main">
            <a:pathLst>
              <a:path w="27155" h="27155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5"/>
                  <a:pt x="13578" y="27155"/>
                </a:cubicBezTo>
                <a:cubicBezTo>
                  <a:pt x="21010" y="27155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CA4EED8B-070D-49F6-B848-6ECF7FFC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78" y="3322759"/>
            <a:ext cx="27155" cy="27155"/>
          </a:xfrm>
          <a:custGeom xmlns:a="http://schemas.openxmlformats.org/drawingml/2006/main">
            <a:pathLst>
              <a:path w="27155" h="27155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5"/>
                  <a:pt x="13578" y="27155"/>
                </a:cubicBezTo>
                <a:cubicBezTo>
                  <a:pt x="21010" y="27155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1DE6B421-2479-4281-B584-2C02048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237" y="3322759"/>
            <a:ext cx="27155" cy="27155"/>
          </a:xfrm>
          <a:custGeom xmlns:a="http://schemas.openxmlformats.org/drawingml/2006/main">
            <a:pathLst>
              <a:path w="27155" h="27155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5"/>
                  <a:pt x="13578" y="27155"/>
                </a:cubicBezTo>
                <a:cubicBezTo>
                  <a:pt x="21010" y="27155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03396DAC-6D97-4247-AC6D-2C1A8091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63" y="3676659"/>
            <a:ext cx="27155" cy="27155"/>
          </a:xfrm>
          <a:custGeom xmlns:a="http://schemas.openxmlformats.org/drawingml/2006/main">
            <a:pathLst>
              <a:path w="27155" h="27155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5"/>
                  <a:pt x="13578" y="27155"/>
                </a:cubicBezTo>
                <a:cubicBezTo>
                  <a:pt x="21010" y="27155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16C73702-9643-4353-B44E-E615CC67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78" y="3676659"/>
            <a:ext cx="27155" cy="27155"/>
          </a:xfrm>
          <a:custGeom xmlns:a="http://schemas.openxmlformats.org/drawingml/2006/main">
            <a:pathLst>
              <a:path w="27155" h="27155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5"/>
                  <a:pt x="13578" y="27155"/>
                </a:cubicBezTo>
                <a:cubicBezTo>
                  <a:pt x="21010" y="27155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8E928DC2-3338-4530-9677-6F373E76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237" y="3676659"/>
            <a:ext cx="27155" cy="27155"/>
          </a:xfrm>
          <a:custGeom xmlns:a="http://schemas.openxmlformats.org/drawingml/2006/main">
            <a:pathLst>
              <a:path w="27155" h="27155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5"/>
                  <a:pt x="13578" y="27155"/>
                </a:cubicBezTo>
                <a:cubicBezTo>
                  <a:pt x="21010" y="27155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6C9500C6-248B-441E-92D8-5A688094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63" y="1854516"/>
            <a:ext cx="27155" cy="27155"/>
          </a:xfrm>
          <a:custGeom xmlns:a="http://schemas.openxmlformats.org/drawingml/2006/main">
            <a:pathLst>
              <a:path w="27155" h="27155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5"/>
                  <a:pt x="13578" y="27155"/>
                </a:cubicBezTo>
                <a:cubicBezTo>
                  <a:pt x="21010" y="27155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9E48F22C-3240-4214-8D95-425BFF9C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78" y="1854516"/>
            <a:ext cx="27155" cy="27155"/>
          </a:xfrm>
          <a:custGeom xmlns:a="http://schemas.openxmlformats.org/drawingml/2006/main">
            <a:pathLst>
              <a:path w="27155" h="27155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5"/>
                  <a:pt x="13578" y="27155"/>
                </a:cubicBezTo>
                <a:cubicBezTo>
                  <a:pt x="21010" y="27155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FE60A4DA-4C13-4E58-AC16-845BCAB1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237" y="1854516"/>
            <a:ext cx="27155" cy="27155"/>
          </a:xfrm>
          <a:custGeom xmlns:a="http://schemas.openxmlformats.org/drawingml/2006/main">
            <a:pathLst>
              <a:path w="27155" h="27155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5"/>
                  <a:pt x="13578" y="27155"/>
                </a:cubicBezTo>
                <a:cubicBezTo>
                  <a:pt x="21010" y="27155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2BB67037-0F9F-47AF-A083-39EBDB8D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63" y="1500641"/>
            <a:ext cx="27155" cy="27156"/>
          </a:xfrm>
          <a:custGeom xmlns:a="http://schemas.openxmlformats.org/drawingml/2006/main">
            <a:pathLst>
              <a:path w="27155" h="27156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6"/>
                  <a:pt x="13578" y="27156"/>
                </a:cubicBezTo>
                <a:cubicBezTo>
                  <a:pt x="21010" y="27156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509490FD-AE43-478B-BD1B-103AAA53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78" y="1500641"/>
            <a:ext cx="27155" cy="27156"/>
          </a:xfrm>
          <a:custGeom xmlns:a="http://schemas.openxmlformats.org/drawingml/2006/main">
            <a:pathLst>
              <a:path w="27155" h="27156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6"/>
                  <a:pt x="13578" y="27156"/>
                </a:cubicBezTo>
                <a:cubicBezTo>
                  <a:pt x="21010" y="27156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51B0AD7E-6101-42F2-BBAA-D138AA9F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237" y="1500641"/>
            <a:ext cx="27155" cy="27156"/>
          </a:xfrm>
          <a:custGeom xmlns:a="http://schemas.openxmlformats.org/drawingml/2006/main">
            <a:pathLst>
              <a:path w="27155" h="27156">
                <a:moveTo>
                  <a:pt x="27155" y="13578"/>
                </a:moveTo>
                <a:cubicBezTo>
                  <a:pt x="27155" y="6150"/>
                  <a:pt x="21010" y="0"/>
                  <a:pt x="13578" y="0"/>
                </a:cubicBezTo>
                <a:cubicBezTo>
                  <a:pt x="6146" y="0"/>
                  <a:pt x="0" y="6150"/>
                  <a:pt x="0" y="13578"/>
                </a:cubicBezTo>
                <a:cubicBezTo>
                  <a:pt x="0" y="21010"/>
                  <a:pt x="6146" y="27156"/>
                  <a:pt x="13578" y="27156"/>
                </a:cubicBezTo>
                <a:cubicBezTo>
                  <a:pt x="21010" y="27156"/>
                  <a:pt x="27155" y="21010"/>
                  <a:pt x="27155" y="135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8F7C6094-236E-458D-B3E7-3771C354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908" y="3308526"/>
            <a:ext cx="94290" cy="116097"/>
          </a:xfrm>
          <a:custGeom xmlns:a="http://schemas.openxmlformats.org/drawingml/2006/main">
            <a:pathLst>
              <a:path w="94290" h="116097">
                <a:moveTo>
                  <a:pt x="86858" y="17507"/>
                </a:moveTo>
                <a:cubicBezTo>
                  <a:pt x="79684" y="17765"/>
                  <a:pt x="74559" y="23402"/>
                  <a:pt x="74559" y="29040"/>
                </a:cubicBezTo>
                <a:cubicBezTo>
                  <a:pt x="74559" y="32629"/>
                  <a:pt x="76865" y="36472"/>
                  <a:pt x="82503" y="36472"/>
                </a:cubicBezTo>
                <a:cubicBezTo>
                  <a:pt x="88141" y="36472"/>
                  <a:pt x="94290" y="32117"/>
                  <a:pt x="94290" y="22124"/>
                </a:cubicBezTo>
                <a:cubicBezTo>
                  <a:pt x="94290" y="10540"/>
                  <a:pt x="83273" y="0"/>
                  <a:pt x="63799" y="0"/>
                </a:cubicBezTo>
                <a:cubicBezTo>
                  <a:pt x="29978" y="0"/>
                  <a:pt x="20498" y="26221"/>
                  <a:pt x="20498" y="37492"/>
                </a:cubicBezTo>
                <a:cubicBezTo>
                  <a:pt x="20498" y="57439"/>
                  <a:pt x="39459" y="61274"/>
                  <a:pt x="46887" y="62806"/>
                </a:cubicBezTo>
                <a:cubicBezTo>
                  <a:pt x="60211" y="65363"/>
                  <a:pt x="73534" y="68178"/>
                  <a:pt x="73534" y="82256"/>
                </a:cubicBezTo>
                <a:cubicBezTo>
                  <a:pt x="73534" y="88918"/>
                  <a:pt x="67642" y="110463"/>
                  <a:pt x="36898" y="110463"/>
                </a:cubicBezTo>
                <a:cubicBezTo>
                  <a:pt x="33309" y="110463"/>
                  <a:pt x="13582" y="110463"/>
                  <a:pt x="7686" y="96862"/>
                </a:cubicBezTo>
                <a:cubicBezTo>
                  <a:pt x="17425" y="98145"/>
                  <a:pt x="23828" y="90455"/>
                  <a:pt x="23828" y="83281"/>
                </a:cubicBezTo>
                <a:cubicBezTo>
                  <a:pt x="23828" y="77389"/>
                  <a:pt x="19732" y="74312"/>
                  <a:pt x="14348" y="74312"/>
                </a:cubicBezTo>
                <a:cubicBezTo>
                  <a:pt x="7686" y="74312"/>
                  <a:pt x="0" y="79695"/>
                  <a:pt x="0" y="91225"/>
                </a:cubicBezTo>
                <a:cubicBezTo>
                  <a:pt x="0" y="105843"/>
                  <a:pt x="14606" y="116097"/>
                  <a:pt x="36640" y="116097"/>
                </a:cubicBezTo>
                <a:cubicBezTo>
                  <a:pt x="78148" y="116097"/>
                  <a:pt x="88141" y="85075"/>
                  <a:pt x="88141" y="73546"/>
                </a:cubicBezTo>
                <a:cubicBezTo>
                  <a:pt x="88141" y="64343"/>
                  <a:pt x="83273" y="57951"/>
                  <a:pt x="80196" y="54882"/>
                </a:cubicBezTo>
                <a:cubicBezTo>
                  <a:pt x="73280" y="47720"/>
                  <a:pt x="65848" y="46441"/>
                  <a:pt x="54577" y="44142"/>
                </a:cubicBezTo>
                <a:cubicBezTo>
                  <a:pt x="45350" y="42098"/>
                  <a:pt x="35104" y="40307"/>
                  <a:pt x="35104" y="28786"/>
                </a:cubicBezTo>
                <a:cubicBezTo>
                  <a:pt x="35104" y="21354"/>
                  <a:pt x="41254" y="5638"/>
                  <a:pt x="63799" y="5638"/>
                </a:cubicBezTo>
                <a:cubicBezTo>
                  <a:pt x="70204" y="5638"/>
                  <a:pt x="83015" y="7444"/>
                  <a:pt x="86858" y="175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91C37486-0047-4994-9C5F-F08A73FE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313" y="3154270"/>
            <a:ext cx="46632" cy="179174"/>
          </a:xfrm>
          <a:custGeom xmlns:a="http://schemas.openxmlformats.org/drawingml/2006/main">
            <a:pathLst>
              <a:path w="46632" h="179174">
                <a:moveTo>
                  <a:pt x="43045" y="0"/>
                </a:moveTo>
                <a:cubicBezTo>
                  <a:pt x="8968" y="24036"/>
                  <a:pt x="0" y="62059"/>
                  <a:pt x="0" y="89500"/>
                </a:cubicBezTo>
                <a:cubicBezTo>
                  <a:pt x="0" y="114789"/>
                  <a:pt x="7534" y="154065"/>
                  <a:pt x="43045" y="179174"/>
                </a:cubicBezTo>
                <a:cubicBezTo>
                  <a:pt x="44478" y="179174"/>
                  <a:pt x="46632" y="179174"/>
                  <a:pt x="46632" y="177023"/>
                </a:cubicBezTo>
                <a:cubicBezTo>
                  <a:pt x="46632" y="175948"/>
                  <a:pt x="46093" y="175589"/>
                  <a:pt x="44837" y="174333"/>
                </a:cubicBezTo>
                <a:cubicBezTo>
                  <a:pt x="20984" y="152812"/>
                  <a:pt x="12197" y="122320"/>
                  <a:pt x="12197" y="89680"/>
                </a:cubicBezTo>
                <a:cubicBezTo>
                  <a:pt x="12197" y="41253"/>
                  <a:pt x="30670" y="17580"/>
                  <a:pt x="45376" y="4308"/>
                </a:cubicBezTo>
                <a:cubicBezTo>
                  <a:pt x="46093" y="3588"/>
                  <a:pt x="46632" y="3052"/>
                  <a:pt x="46632" y="2154"/>
                </a:cubicBezTo>
                <a:cubicBezTo>
                  <a:pt x="46632" y="0"/>
                  <a:pt x="44478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00054">
            <a:extLst xmlns:a="http://schemas.openxmlformats.org/drawingml/2006/main">
              <a:ext uri="{FF2B5EF4-FFF2-40B4-BE49-F238E27FC236}">
                <a16:creationId xmlns:a16="http://schemas.microsoft.com/office/drawing/2014/main" id="{2D6DD16C-A84E-4E1E-A129-FFC855B1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203" y="3169820"/>
            <a:ext cx="54341" cy="120714"/>
          </a:xfrm>
          <a:custGeom xmlns:a="http://schemas.openxmlformats.org/drawingml/2006/main">
            <a:pathLst>
              <a:path w="54341" h="120714">
                <a:moveTo>
                  <a:pt x="49678" y="6815"/>
                </a:moveTo>
                <a:cubicBezTo>
                  <a:pt x="49678" y="3944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1"/>
                  <a:pt x="34794" y="16677"/>
                  <a:pt x="39635" y="16677"/>
                </a:cubicBezTo>
                <a:cubicBezTo>
                  <a:pt x="44837" y="16677"/>
                  <a:pt x="49678" y="11656"/>
                  <a:pt x="49678" y="6815"/>
                </a:cubicBezTo>
                <a:moveTo>
                  <a:pt x="13092" y="97931"/>
                </a:moveTo>
                <a:cubicBezTo>
                  <a:pt x="12375" y="100263"/>
                  <a:pt x="11477" y="102417"/>
                  <a:pt x="11477" y="105465"/>
                </a:cubicBezTo>
                <a:cubicBezTo>
                  <a:pt x="11477" y="113900"/>
                  <a:pt x="18650" y="120714"/>
                  <a:pt x="28516" y="120714"/>
                </a:cubicBezTo>
                <a:cubicBezTo>
                  <a:pt x="46452" y="120714"/>
                  <a:pt x="54341" y="95955"/>
                  <a:pt x="54341" y="93265"/>
                </a:cubicBezTo>
                <a:cubicBezTo>
                  <a:pt x="54341" y="90934"/>
                  <a:pt x="52010" y="90934"/>
                  <a:pt x="51473" y="90934"/>
                </a:cubicBezTo>
                <a:cubicBezTo>
                  <a:pt x="48962" y="90934"/>
                  <a:pt x="48784" y="92009"/>
                  <a:pt x="48063" y="93982"/>
                </a:cubicBezTo>
                <a:cubicBezTo>
                  <a:pt x="43939" y="108336"/>
                  <a:pt x="36047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5" y="101877"/>
                  <a:pt x="27440" y="97931"/>
                </a:cubicBezTo>
                <a:cubicBezTo>
                  <a:pt x="29233" y="93085"/>
                  <a:pt x="31206" y="88241"/>
                  <a:pt x="33178" y="83575"/>
                </a:cubicBezTo>
                <a:cubicBezTo>
                  <a:pt x="34794" y="79270"/>
                  <a:pt x="41249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4"/>
                  <a:pt x="35869" y="39796"/>
                  <a:pt x="26003" y="39796"/>
                </a:cubicBezTo>
                <a:cubicBezTo>
                  <a:pt x="8248" y="39796"/>
                  <a:pt x="0" y="64197"/>
                  <a:pt x="0" y="67248"/>
                </a:cubicBezTo>
                <a:cubicBezTo>
                  <a:pt x="0" y="69580"/>
                  <a:pt x="2509" y="69580"/>
                  <a:pt x="3049" y="69580"/>
                </a:cubicBezTo>
                <a:cubicBezTo>
                  <a:pt x="5558" y="69580"/>
                  <a:pt x="5739" y="68684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5" y="44821"/>
                  <a:pt x="29949" y="46255"/>
                  <a:pt x="29949" y="51099"/>
                </a:cubicBezTo>
                <a:cubicBezTo>
                  <a:pt x="29949" y="55226"/>
                  <a:pt x="28874" y="57919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00055">
            <a:extLst xmlns:a="http://schemas.openxmlformats.org/drawingml/2006/main">
              <a:ext uri="{FF2B5EF4-FFF2-40B4-BE49-F238E27FC236}">
                <a16:creationId xmlns:a16="http://schemas.microsoft.com/office/drawing/2014/main" id="{3B6D35BF-4701-420A-88B9-D273C080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979" y="3154270"/>
            <a:ext cx="46449" cy="179175"/>
          </a:xfrm>
          <a:custGeom xmlns:a="http://schemas.openxmlformats.org/drawingml/2006/main">
            <a:pathLst>
              <a:path w="46449" h="179175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2"/>
                  <a:pt x="536" y="3588"/>
                  <a:pt x="1612" y="4844"/>
                </a:cubicBezTo>
                <a:cubicBezTo>
                  <a:pt x="17036" y="19014"/>
                  <a:pt x="34255" y="43226"/>
                  <a:pt x="34255" y="89500"/>
                </a:cubicBezTo>
                <a:cubicBezTo>
                  <a:pt x="34255" y="126984"/>
                  <a:pt x="22596" y="155322"/>
                  <a:pt x="3227" y="172899"/>
                </a:cubicBezTo>
                <a:cubicBezTo>
                  <a:pt x="178" y="175948"/>
                  <a:pt x="0" y="176126"/>
                  <a:pt x="0" y="177023"/>
                </a:cubicBezTo>
                <a:cubicBezTo>
                  <a:pt x="0" y="177921"/>
                  <a:pt x="536" y="179175"/>
                  <a:pt x="2332" y="179175"/>
                </a:cubicBezTo>
                <a:cubicBezTo>
                  <a:pt x="4483" y="179175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2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00056">
            <a:extLst xmlns:a="http://schemas.openxmlformats.org/drawingml/2006/main">
              <a:ext uri="{FF2B5EF4-FFF2-40B4-BE49-F238E27FC236}">
                <a16:creationId xmlns:a16="http://schemas.microsoft.com/office/drawing/2014/main" id="{58D46CED-91A6-4E8A-A6D7-9D15DA38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402" y="3376002"/>
            <a:ext cx="133972" cy="121171"/>
          </a:xfrm>
          <a:custGeom xmlns:a="http://schemas.openxmlformats.org/drawingml/2006/main">
            <a:pathLst>
              <a:path w="133972" h="121171">
                <a:moveTo>
                  <a:pt x="79450" y="12731"/>
                </a:moveTo>
                <a:cubicBezTo>
                  <a:pt x="80706" y="7534"/>
                  <a:pt x="81065" y="6995"/>
                  <a:pt x="85011" y="6636"/>
                </a:cubicBezTo>
                <a:cubicBezTo>
                  <a:pt x="85906" y="6458"/>
                  <a:pt x="92183" y="6458"/>
                  <a:pt x="95772" y="6458"/>
                </a:cubicBezTo>
                <a:cubicBezTo>
                  <a:pt x="106712" y="6458"/>
                  <a:pt x="111373" y="6458"/>
                  <a:pt x="115858" y="7892"/>
                </a:cubicBezTo>
                <a:cubicBezTo>
                  <a:pt x="123929" y="10402"/>
                  <a:pt x="124287" y="15599"/>
                  <a:pt x="124287" y="22052"/>
                </a:cubicBezTo>
                <a:cubicBezTo>
                  <a:pt x="124287" y="24920"/>
                  <a:pt x="124287" y="27249"/>
                  <a:pt x="123031" y="36570"/>
                </a:cubicBezTo>
                <a:lnTo>
                  <a:pt x="122672" y="38540"/>
                </a:lnTo>
                <a:cubicBezTo>
                  <a:pt x="122672" y="40333"/>
                  <a:pt x="123929" y="41230"/>
                  <a:pt x="125721" y="41230"/>
                </a:cubicBezTo>
                <a:cubicBezTo>
                  <a:pt x="128411" y="41230"/>
                  <a:pt x="128770" y="39616"/>
                  <a:pt x="129132" y="36748"/>
                </a:cubicBezTo>
                <a:lnTo>
                  <a:pt x="133972" y="2512"/>
                </a:lnTo>
                <a:cubicBezTo>
                  <a:pt x="133972" y="0"/>
                  <a:pt x="131821" y="0"/>
                  <a:pt x="128592" y="0"/>
                </a:cubicBezTo>
                <a:lnTo>
                  <a:pt x="18291" y="0"/>
                </a:lnTo>
                <a:cubicBezTo>
                  <a:pt x="13809" y="0"/>
                  <a:pt x="13450" y="0"/>
                  <a:pt x="12194" y="3769"/>
                </a:cubicBezTo>
                <a:lnTo>
                  <a:pt x="895" y="35494"/>
                </a:lnTo>
                <a:cubicBezTo>
                  <a:pt x="717" y="36211"/>
                  <a:pt x="0" y="37823"/>
                  <a:pt x="0" y="38721"/>
                </a:cubicBezTo>
                <a:cubicBezTo>
                  <a:pt x="0" y="39438"/>
                  <a:pt x="358" y="41230"/>
                  <a:pt x="3048" y="41230"/>
                </a:cubicBezTo>
                <a:cubicBezTo>
                  <a:pt x="5380" y="41230"/>
                  <a:pt x="5738" y="40333"/>
                  <a:pt x="6814" y="36928"/>
                </a:cubicBezTo>
                <a:cubicBezTo>
                  <a:pt x="17216" y="8251"/>
                  <a:pt x="23135" y="6458"/>
                  <a:pt x="50395" y="6458"/>
                </a:cubicBezTo>
                <a:lnTo>
                  <a:pt x="57929" y="6458"/>
                </a:lnTo>
                <a:cubicBezTo>
                  <a:pt x="63309" y="6458"/>
                  <a:pt x="63487" y="6636"/>
                  <a:pt x="63487" y="8251"/>
                </a:cubicBezTo>
                <a:cubicBezTo>
                  <a:pt x="63487" y="8429"/>
                  <a:pt x="63487" y="9326"/>
                  <a:pt x="62770" y="12014"/>
                </a:cubicBezTo>
                <a:lnTo>
                  <a:pt x="39095" y="106292"/>
                </a:lnTo>
                <a:cubicBezTo>
                  <a:pt x="37484" y="112923"/>
                  <a:pt x="36944" y="114715"/>
                  <a:pt x="18113" y="114715"/>
                </a:cubicBezTo>
                <a:cubicBezTo>
                  <a:pt x="11655" y="114715"/>
                  <a:pt x="10043" y="114715"/>
                  <a:pt x="10043" y="118662"/>
                </a:cubicBezTo>
                <a:cubicBezTo>
                  <a:pt x="10043" y="119200"/>
                  <a:pt x="10402" y="121171"/>
                  <a:pt x="13092" y="121171"/>
                </a:cubicBezTo>
                <a:cubicBezTo>
                  <a:pt x="18113" y="121171"/>
                  <a:pt x="23494" y="120634"/>
                  <a:pt x="28516" y="120634"/>
                </a:cubicBezTo>
                <a:cubicBezTo>
                  <a:pt x="33537" y="120634"/>
                  <a:pt x="38917" y="120454"/>
                  <a:pt x="43939" y="120454"/>
                </a:cubicBezTo>
                <a:cubicBezTo>
                  <a:pt x="48961" y="120454"/>
                  <a:pt x="55058" y="120454"/>
                  <a:pt x="60080" y="120634"/>
                </a:cubicBezTo>
                <a:cubicBezTo>
                  <a:pt x="64924" y="120812"/>
                  <a:pt x="70304" y="121171"/>
                  <a:pt x="75145" y="121171"/>
                </a:cubicBezTo>
                <a:cubicBezTo>
                  <a:pt x="76579" y="121171"/>
                  <a:pt x="79272" y="121171"/>
                  <a:pt x="79272" y="117227"/>
                </a:cubicBezTo>
                <a:cubicBezTo>
                  <a:pt x="79272" y="114715"/>
                  <a:pt x="77477" y="114715"/>
                  <a:pt x="71919" y="114715"/>
                </a:cubicBezTo>
                <a:cubicBezTo>
                  <a:pt x="68509" y="114715"/>
                  <a:pt x="64924" y="114537"/>
                  <a:pt x="61514" y="114357"/>
                </a:cubicBezTo>
                <a:cubicBezTo>
                  <a:pt x="55416" y="113820"/>
                  <a:pt x="55058" y="113103"/>
                  <a:pt x="55058" y="110952"/>
                </a:cubicBezTo>
                <a:cubicBezTo>
                  <a:pt x="55058" y="109696"/>
                  <a:pt x="55058" y="109338"/>
                  <a:pt x="55776" y="106828"/>
                </a:cubicBezTo>
                <a:lnTo>
                  <a:pt x="79450" y="127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00057">
            <a:extLst xmlns:a="http://schemas.openxmlformats.org/drawingml/2006/main">
              <a:ext uri="{FF2B5EF4-FFF2-40B4-BE49-F238E27FC236}">
                <a16:creationId xmlns:a16="http://schemas.microsoft.com/office/drawing/2014/main" id="{C7E1F24F-3C00-4784-B076-943388C1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653" y="3447782"/>
            <a:ext cx="121242" cy="8790"/>
          </a:xfrm>
          <a:custGeom xmlns:a="http://schemas.openxmlformats.org/drawingml/2006/main">
            <a:pathLst>
              <a:path w="121242" h="8790">
                <a:moveTo>
                  <a:pt x="114066" y="8790"/>
                </a:moveTo>
                <a:cubicBezTo>
                  <a:pt x="116937" y="8790"/>
                  <a:pt x="121242" y="8790"/>
                  <a:pt x="121242" y="4485"/>
                </a:cubicBezTo>
                <a:cubicBezTo>
                  <a:pt x="121242" y="0"/>
                  <a:pt x="117115" y="0"/>
                  <a:pt x="114066" y="0"/>
                </a:cubicBezTo>
                <a:lnTo>
                  <a:pt x="7176" y="0"/>
                </a:lnTo>
                <a:cubicBezTo>
                  <a:pt x="4305" y="0"/>
                  <a:pt x="0" y="0"/>
                  <a:pt x="0" y="4305"/>
                </a:cubicBezTo>
                <a:cubicBezTo>
                  <a:pt x="0" y="8790"/>
                  <a:pt x="4127" y="8790"/>
                  <a:pt x="7176" y="8790"/>
                </a:cubicBezTo>
                <a:lnTo>
                  <a:pt x="114066" y="8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00058">
            <a:extLst xmlns:a="http://schemas.openxmlformats.org/drawingml/2006/main">
              <a:ext uri="{FF2B5EF4-FFF2-40B4-BE49-F238E27FC236}">
                <a16:creationId xmlns:a16="http://schemas.microsoft.com/office/drawing/2014/main" id="{B837B9CA-0DEC-4459-B6EB-CBFD23B2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976" y="3378073"/>
            <a:ext cx="65284" cy="119099"/>
          </a:xfrm>
          <a:custGeom xmlns:a="http://schemas.openxmlformats.org/drawingml/2006/main">
            <a:pathLst>
              <a:path w="65284" h="119099">
                <a:moveTo>
                  <a:pt x="40533" y="5011"/>
                </a:moveTo>
                <a:cubicBezTo>
                  <a:pt x="40533" y="181"/>
                  <a:pt x="40174" y="0"/>
                  <a:pt x="35153" y="0"/>
                </a:cubicBezTo>
                <a:cubicBezTo>
                  <a:pt x="23675" y="11231"/>
                  <a:pt x="7354" y="11409"/>
                  <a:pt x="0" y="11409"/>
                </a:cubicBezTo>
                <a:lnTo>
                  <a:pt x="0" y="17865"/>
                </a:lnTo>
                <a:cubicBezTo>
                  <a:pt x="4305" y="17865"/>
                  <a:pt x="16141" y="17865"/>
                  <a:pt x="26007" y="12843"/>
                </a:cubicBezTo>
                <a:lnTo>
                  <a:pt x="26007" y="104387"/>
                </a:lnTo>
                <a:cubicBezTo>
                  <a:pt x="26007" y="110312"/>
                  <a:pt x="26007" y="112644"/>
                  <a:pt x="8071" y="112644"/>
                </a:cubicBezTo>
                <a:lnTo>
                  <a:pt x="1257" y="112644"/>
                </a:lnTo>
                <a:lnTo>
                  <a:pt x="1257" y="119099"/>
                </a:lnTo>
                <a:cubicBezTo>
                  <a:pt x="4483" y="118921"/>
                  <a:pt x="26543" y="118382"/>
                  <a:pt x="33179" y="118382"/>
                </a:cubicBezTo>
                <a:cubicBezTo>
                  <a:pt x="38740" y="118382"/>
                  <a:pt x="61337" y="118921"/>
                  <a:pt x="65284" y="119099"/>
                </a:cubicBezTo>
                <a:lnTo>
                  <a:pt x="65284" y="112644"/>
                </a:lnTo>
                <a:lnTo>
                  <a:pt x="58469" y="112644"/>
                </a:lnTo>
                <a:cubicBezTo>
                  <a:pt x="40533" y="112644"/>
                  <a:pt x="40533" y="110312"/>
                  <a:pt x="40533" y="104387"/>
                </a:cubicBezTo>
                <a:lnTo>
                  <a:pt x="40533" y="50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00059">
            <a:extLst xmlns:a="http://schemas.openxmlformats.org/drawingml/2006/main">
              <a:ext uri="{FF2B5EF4-FFF2-40B4-BE49-F238E27FC236}">
                <a16:creationId xmlns:a16="http://schemas.microsoft.com/office/drawing/2014/main" id="{E9B82FA9-5196-419E-8263-722D278B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427" y="3308527"/>
            <a:ext cx="117344" cy="116097"/>
          </a:xfrm>
          <a:custGeom xmlns:a="http://schemas.openxmlformats.org/drawingml/2006/main">
            <a:pathLst>
              <a:path w="117344" h="116097">
                <a:moveTo>
                  <a:pt x="85318" y="16404"/>
                </a:moveTo>
                <a:cubicBezTo>
                  <a:pt x="80708" y="6920"/>
                  <a:pt x="73277" y="0"/>
                  <a:pt x="61747" y="0"/>
                </a:cubicBezTo>
                <a:cubicBezTo>
                  <a:pt x="31769" y="0"/>
                  <a:pt x="0" y="37676"/>
                  <a:pt x="0" y="75094"/>
                </a:cubicBezTo>
                <a:cubicBezTo>
                  <a:pt x="0" y="99184"/>
                  <a:pt x="14090" y="116097"/>
                  <a:pt x="34076" y="116097"/>
                </a:cubicBezTo>
                <a:cubicBezTo>
                  <a:pt x="39201" y="116097"/>
                  <a:pt x="52013" y="115073"/>
                  <a:pt x="67385" y="96878"/>
                </a:cubicBezTo>
                <a:cubicBezTo>
                  <a:pt x="69434" y="107645"/>
                  <a:pt x="78402" y="116097"/>
                  <a:pt x="90701" y="116097"/>
                </a:cubicBezTo>
                <a:cubicBezTo>
                  <a:pt x="99670" y="116097"/>
                  <a:pt x="105561" y="110205"/>
                  <a:pt x="109658" y="102003"/>
                </a:cubicBezTo>
                <a:cubicBezTo>
                  <a:pt x="114017" y="92777"/>
                  <a:pt x="117344" y="77142"/>
                  <a:pt x="117344" y="76630"/>
                </a:cubicBezTo>
                <a:cubicBezTo>
                  <a:pt x="117344" y="74070"/>
                  <a:pt x="115042" y="74070"/>
                  <a:pt x="114271" y="74070"/>
                </a:cubicBezTo>
                <a:cubicBezTo>
                  <a:pt x="111711" y="74070"/>
                  <a:pt x="111453" y="75094"/>
                  <a:pt x="110686" y="78683"/>
                </a:cubicBezTo>
                <a:cubicBezTo>
                  <a:pt x="106328" y="95341"/>
                  <a:pt x="101718" y="110463"/>
                  <a:pt x="91214" y="110463"/>
                </a:cubicBezTo>
                <a:cubicBezTo>
                  <a:pt x="84293" y="110463"/>
                  <a:pt x="83527" y="103798"/>
                  <a:pt x="83527" y="98672"/>
                </a:cubicBezTo>
                <a:cubicBezTo>
                  <a:pt x="83527" y="93035"/>
                  <a:pt x="84039" y="90982"/>
                  <a:pt x="86858" y="79707"/>
                </a:cubicBezTo>
                <a:cubicBezTo>
                  <a:pt x="89677" y="68944"/>
                  <a:pt x="90189" y="66380"/>
                  <a:pt x="92492" y="56641"/>
                </a:cubicBezTo>
                <a:lnTo>
                  <a:pt x="101718" y="20759"/>
                </a:lnTo>
                <a:cubicBezTo>
                  <a:pt x="103513" y="13586"/>
                  <a:pt x="103513" y="13073"/>
                  <a:pt x="103513" y="12045"/>
                </a:cubicBezTo>
                <a:cubicBezTo>
                  <a:pt x="103513" y="7690"/>
                  <a:pt x="100435" y="5125"/>
                  <a:pt x="96080" y="5125"/>
                </a:cubicBezTo>
                <a:cubicBezTo>
                  <a:pt x="89931" y="5125"/>
                  <a:pt x="86088" y="10767"/>
                  <a:pt x="85318" y="16404"/>
                </a:cubicBezTo>
                <a:moveTo>
                  <a:pt x="68667" y="82784"/>
                </a:moveTo>
                <a:cubicBezTo>
                  <a:pt x="67385" y="87397"/>
                  <a:pt x="67385" y="87909"/>
                  <a:pt x="63542" y="92264"/>
                </a:cubicBezTo>
                <a:cubicBezTo>
                  <a:pt x="52267" y="106362"/>
                  <a:pt x="41762" y="110463"/>
                  <a:pt x="34588" y="110463"/>
                </a:cubicBezTo>
                <a:cubicBezTo>
                  <a:pt x="21780" y="110463"/>
                  <a:pt x="18192" y="96366"/>
                  <a:pt x="18192" y="86369"/>
                </a:cubicBezTo>
                <a:cubicBezTo>
                  <a:pt x="18192" y="73557"/>
                  <a:pt x="26390" y="42031"/>
                  <a:pt x="32281" y="30244"/>
                </a:cubicBezTo>
                <a:cubicBezTo>
                  <a:pt x="40225" y="15122"/>
                  <a:pt x="51755" y="5637"/>
                  <a:pt x="62006" y="5637"/>
                </a:cubicBezTo>
                <a:cubicBezTo>
                  <a:pt x="78660" y="5637"/>
                  <a:pt x="82245" y="26655"/>
                  <a:pt x="82245" y="28191"/>
                </a:cubicBezTo>
                <a:cubicBezTo>
                  <a:pt x="82245" y="29732"/>
                  <a:pt x="81733" y="31268"/>
                  <a:pt x="81475" y="32551"/>
                </a:cubicBezTo>
                <a:lnTo>
                  <a:pt x="68667" y="82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00060">
            <a:extLst xmlns:a="http://schemas.openxmlformats.org/drawingml/2006/main">
              <a:ext uri="{FF2B5EF4-FFF2-40B4-BE49-F238E27FC236}">
                <a16:creationId xmlns:a16="http://schemas.microsoft.com/office/drawing/2014/main" id="{4995C812-BDBC-4FA8-9D3D-3CCDD6F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259" y="3154270"/>
            <a:ext cx="46632" cy="179175"/>
          </a:xfrm>
          <a:custGeom xmlns:a="http://schemas.openxmlformats.org/drawingml/2006/main">
            <a:pathLst>
              <a:path w="46632" h="179175">
                <a:moveTo>
                  <a:pt x="43045" y="0"/>
                </a:moveTo>
                <a:cubicBezTo>
                  <a:pt x="8968" y="24036"/>
                  <a:pt x="0" y="62059"/>
                  <a:pt x="0" y="89500"/>
                </a:cubicBezTo>
                <a:cubicBezTo>
                  <a:pt x="0" y="114789"/>
                  <a:pt x="7534" y="154065"/>
                  <a:pt x="43045" y="179175"/>
                </a:cubicBezTo>
                <a:cubicBezTo>
                  <a:pt x="44478" y="179175"/>
                  <a:pt x="46632" y="179175"/>
                  <a:pt x="46632" y="177023"/>
                </a:cubicBezTo>
                <a:cubicBezTo>
                  <a:pt x="46632" y="175948"/>
                  <a:pt x="46093" y="175589"/>
                  <a:pt x="44837" y="174333"/>
                </a:cubicBezTo>
                <a:cubicBezTo>
                  <a:pt x="20985" y="152812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6" y="4307"/>
                </a:cubicBezTo>
                <a:cubicBezTo>
                  <a:pt x="46093" y="3588"/>
                  <a:pt x="46632" y="3051"/>
                  <a:pt x="46632" y="2154"/>
                </a:cubicBezTo>
                <a:cubicBezTo>
                  <a:pt x="46632" y="0"/>
                  <a:pt x="44478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00061">
            <a:extLst xmlns:a="http://schemas.openxmlformats.org/drawingml/2006/main">
              <a:ext uri="{FF2B5EF4-FFF2-40B4-BE49-F238E27FC236}">
                <a16:creationId xmlns:a16="http://schemas.microsoft.com/office/drawing/2014/main" id="{0B564837-4B1A-446F-A424-CF5BB758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123" y="3169820"/>
            <a:ext cx="54341" cy="120714"/>
          </a:xfrm>
          <a:custGeom xmlns:a="http://schemas.openxmlformats.org/drawingml/2006/main">
            <a:pathLst>
              <a:path w="54341" h="120714">
                <a:moveTo>
                  <a:pt x="49678" y="6814"/>
                </a:moveTo>
                <a:cubicBezTo>
                  <a:pt x="49678" y="3943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1"/>
                  <a:pt x="34794" y="16677"/>
                  <a:pt x="39635" y="16677"/>
                </a:cubicBezTo>
                <a:cubicBezTo>
                  <a:pt x="44837" y="16677"/>
                  <a:pt x="49678" y="11655"/>
                  <a:pt x="49678" y="6814"/>
                </a:cubicBezTo>
                <a:moveTo>
                  <a:pt x="13092" y="97931"/>
                </a:moveTo>
                <a:cubicBezTo>
                  <a:pt x="12375" y="100263"/>
                  <a:pt x="11477" y="102417"/>
                  <a:pt x="11477" y="105465"/>
                </a:cubicBezTo>
                <a:cubicBezTo>
                  <a:pt x="11477" y="113900"/>
                  <a:pt x="18650" y="120714"/>
                  <a:pt x="28516" y="120714"/>
                </a:cubicBezTo>
                <a:cubicBezTo>
                  <a:pt x="46452" y="120714"/>
                  <a:pt x="54341" y="95955"/>
                  <a:pt x="54341" y="93265"/>
                </a:cubicBezTo>
                <a:cubicBezTo>
                  <a:pt x="54341" y="90934"/>
                  <a:pt x="52010" y="90934"/>
                  <a:pt x="51474" y="90934"/>
                </a:cubicBezTo>
                <a:cubicBezTo>
                  <a:pt x="48962" y="90934"/>
                  <a:pt x="48784" y="92009"/>
                  <a:pt x="48063" y="93982"/>
                </a:cubicBezTo>
                <a:cubicBezTo>
                  <a:pt x="43939" y="108336"/>
                  <a:pt x="36047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5" y="101877"/>
                  <a:pt x="27440" y="97931"/>
                </a:cubicBezTo>
                <a:cubicBezTo>
                  <a:pt x="29233" y="93085"/>
                  <a:pt x="31206" y="88241"/>
                  <a:pt x="33179" y="83575"/>
                </a:cubicBezTo>
                <a:cubicBezTo>
                  <a:pt x="34794" y="79270"/>
                  <a:pt x="41249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4"/>
                  <a:pt x="35869" y="39796"/>
                  <a:pt x="26003" y="39796"/>
                </a:cubicBezTo>
                <a:cubicBezTo>
                  <a:pt x="8248" y="39796"/>
                  <a:pt x="0" y="64197"/>
                  <a:pt x="0" y="67248"/>
                </a:cubicBezTo>
                <a:cubicBezTo>
                  <a:pt x="0" y="69580"/>
                  <a:pt x="2509" y="69580"/>
                  <a:pt x="3049" y="69580"/>
                </a:cubicBezTo>
                <a:cubicBezTo>
                  <a:pt x="5558" y="69580"/>
                  <a:pt x="5739" y="68684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5" y="44821"/>
                  <a:pt x="29949" y="46255"/>
                  <a:pt x="29949" y="51099"/>
                </a:cubicBezTo>
                <a:cubicBezTo>
                  <a:pt x="29949" y="55226"/>
                  <a:pt x="28874" y="57919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00062">
            <a:extLst xmlns:a="http://schemas.openxmlformats.org/drawingml/2006/main">
              <a:ext uri="{FF2B5EF4-FFF2-40B4-BE49-F238E27FC236}">
                <a16:creationId xmlns:a16="http://schemas.microsoft.com/office/drawing/2014/main" id="{1FB75FCB-2239-4095-AC45-B38E6F1D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926" y="3154270"/>
            <a:ext cx="46449" cy="179175"/>
          </a:xfrm>
          <a:custGeom xmlns:a="http://schemas.openxmlformats.org/drawingml/2006/main">
            <a:pathLst>
              <a:path w="46449" h="179175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6" y="3588"/>
                  <a:pt x="1612" y="4844"/>
                </a:cubicBezTo>
                <a:cubicBezTo>
                  <a:pt x="17036" y="19014"/>
                  <a:pt x="34255" y="43226"/>
                  <a:pt x="34255" y="89500"/>
                </a:cubicBezTo>
                <a:cubicBezTo>
                  <a:pt x="34255" y="126984"/>
                  <a:pt x="22596" y="155322"/>
                  <a:pt x="3227" y="172899"/>
                </a:cubicBezTo>
                <a:cubicBezTo>
                  <a:pt x="178" y="175948"/>
                  <a:pt x="0" y="176126"/>
                  <a:pt x="0" y="177023"/>
                </a:cubicBezTo>
                <a:cubicBezTo>
                  <a:pt x="0" y="177921"/>
                  <a:pt x="536" y="179175"/>
                  <a:pt x="2332" y="179175"/>
                </a:cubicBezTo>
                <a:cubicBezTo>
                  <a:pt x="4483" y="179175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2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00063">
            <a:extLst xmlns:a="http://schemas.openxmlformats.org/drawingml/2006/main">
              <a:ext uri="{FF2B5EF4-FFF2-40B4-BE49-F238E27FC236}">
                <a16:creationId xmlns:a16="http://schemas.microsoft.com/office/drawing/2014/main" id="{D57EB04C-E6C2-40DF-9AB5-664C4A5B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347" y="3376002"/>
            <a:ext cx="133972" cy="121171"/>
          </a:xfrm>
          <a:custGeom xmlns:a="http://schemas.openxmlformats.org/drawingml/2006/main">
            <a:pathLst>
              <a:path w="133972" h="121171">
                <a:moveTo>
                  <a:pt x="79450" y="12731"/>
                </a:moveTo>
                <a:cubicBezTo>
                  <a:pt x="80706" y="7534"/>
                  <a:pt x="81065" y="6995"/>
                  <a:pt x="85011" y="6636"/>
                </a:cubicBezTo>
                <a:cubicBezTo>
                  <a:pt x="85906" y="6458"/>
                  <a:pt x="92184" y="6458"/>
                  <a:pt x="95772" y="6458"/>
                </a:cubicBezTo>
                <a:cubicBezTo>
                  <a:pt x="106712" y="6458"/>
                  <a:pt x="111373" y="6458"/>
                  <a:pt x="115858" y="7892"/>
                </a:cubicBezTo>
                <a:cubicBezTo>
                  <a:pt x="123929" y="10402"/>
                  <a:pt x="124287" y="15599"/>
                  <a:pt x="124287" y="22052"/>
                </a:cubicBezTo>
                <a:cubicBezTo>
                  <a:pt x="124287" y="24920"/>
                  <a:pt x="124287" y="27249"/>
                  <a:pt x="123032" y="36570"/>
                </a:cubicBezTo>
                <a:lnTo>
                  <a:pt x="122673" y="38540"/>
                </a:lnTo>
                <a:cubicBezTo>
                  <a:pt x="122673" y="40333"/>
                  <a:pt x="123929" y="41230"/>
                  <a:pt x="125721" y="41230"/>
                </a:cubicBezTo>
                <a:cubicBezTo>
                  <a:pt x="128411" y="41230"/>
                  <a:pt x="128770" y="39616"/>
                  <a:pt x="129132" y="36748"/>
                </a:cubicBezTo>
                <a:lnTo>
                  <a:pt x="133972" y="2512"/>
                </a:lnTo>
                <a:cubicBezTo>
                  <a:pt x="133972" y="0"/>
                  <a:pt x="131822" y="0"/>
                  <a:pt x="128592" y="0"/>
                </a:cubicBezTo>
                <a:lnTo>
                  <a:pt x="18291" y="0"/>
                </a:lnTo>
                <a:cubicBezTo>
                  <a:pt x="13809" y="0"/>
                  <a:pt x="13450" y="0"/>
                  <a:pt x="12194" y="3768"/>
                </a:cubicBezTo>
                <a:lnTo>
                  <a:pt x="895" y="35494"/>
                </a:lnTo>
                <a:cubicBezTo>
                  <a:pt x="717" y="36211"/>
                  <a:pt x="0" y="37823"/>
                  <a:pt x="0" y="38721"/>
                </a:cubicBezTo>
                <a:cubicBezTo>
                  <a:pt x="0" y="39438"/>
                  <a:pt x="358" y="41230"/>
                  <a:pt x="3048" y="41230"/>
                </a:cubicBezTo>
                <a:cubicBezTo>
                  <a:pt x="5380" y="41230"/>
                  <a:pt x="5738" y="40333"/>
                  <a:pt x="6814" y="36928"/>
                </a:cubicBezTo>
                <a:cubicBezTo>
                  <a:pt x="17216" y="8251"/>
                  <a:pt x="23135" y="6458"/>
                  <a:pt x="50395" y="6458"/>
                </a:cubicBezTo>
                <a:lnTo>
                  <a:pt x="57929" y="6458"/>
                </a:lnTo>
                <a:cubicBezTo>
                  <a:pt x="63309" y="6458"/>
                  <a:pt x="63487" y="6636"/>
                  <a:pt x="63487" y="8251"/>
                </a:cubicBezTo>
                <a:cubicBezTo>
                  <a:pt x="63487" y="8429"/>
                  <a:pt x="63487" y="9326"/>
                  <a:pt x="62770" y="12014"/>
                </a:cubicBezTo>
                <a:lnTo>
                  <a:pt x="39095" y="106292"/>
                </a:lnTo>
                <a:cubicBezTo>
                  <a:pt x="37484" y="112923"/>
                  <a:pt x="36945" y="114715"/>
                  <a:pt x="18113" y="114715"/>
                </a:cubicBezTo>
                <a:cubicBezTo>
                  <a:pt x="11655" y="114715"/>
                  <a:pt x="10043" y="114715"/>
                  <a:pt x="10043" y="118661"/>
                </a:cubicBezTo>
                <a:cubicBezTo>
                  <a:pt x="10043" y="119200"/>
                  <a:pt x="10402" y="121171"/>
                  <a:pt x="13092" y="121171"/>
                </a:cubicBezTo>
                <a:cubicBezTo>
                  <a:pt x="18113" y="121171"/>
                  <a:pt x="23494" y="120634"/>
                  <a:pt x="28516" y="120634"/>
                </a:cubicBezTo>
                <a:cubicBezTo>
                  <a:pt x="33537" y="120634"/>
                  <a:pt x="38917" y="120454"/>
                  <a:pt x="43939" y="120454"/>
                </a:cubicBezTo>
                <a:cubicBezTo>
                  <a:pt x="48961" y="120454"/>
                  <a:pt x="55058" y="120454"/>
                  <a:pt x="60080" y="120634"/>
                </a:cubicBezTo>
                <a:cubicBezTo>
                  <a:pt x="64924" y="120812"/>
                  <a:pt x="70304" y="121171"/>
                  <a:pt x="75145" y="121171"/>
                </a:cubicBezTo>
                <a:cubicBezTo>
                  <a:pt x="76579" y="121171"/>
                  <a:pt x="79272" y="121171"/>
                  <a:pt x="79272" y="117227"/>
                </a:cubicBezTo>
                <a:cubicBezTo>
                  <a:pt x="79272" y="114715"/>
                  <a:pt x="77477" y="114715"/>
                  <a:pt x="71919" y="114715"/>
                </a:cubicBezTo>
                <a:cubicBezTo>
                  <a:pt x="68509" y="114715"/>
                  <a:pt x="64924" y="114537"/>
                  <a:pt x="61514" y="114357"/>
                </a:cubicBezTo>
                <a:cubicBezTo>
                  <a:pt x="55417" y="113820"/>
                  <a:pt x="55058" y="113103"/>
                  <a:pt x="55058" y="110952"/>
                </a:cubicBezTo>
                <a:cubicBezTo>
                  <a:pt x="55058" y="109696"/>
                  <a:pt x="55058" y="109338"/>
                  <a:pt x="55776" y="106828"/>
                </a:cubicBezTo>
                <a:lnTo>
                  <a:pt x="79450" y="127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00064">
            <a:extLst xmlns:a="http://schemas.openxmlformats.org/drawingml/2006/main">
              <a:ext uri="{FF2B5EF4-FFF2-40B4-BE49-F238E27FC236}">
                <a16:creationId xmlns:a16="http://schemas.microsoft.com/office/drawing/2014/main" id="{FF431D7F-1375-43A2-935B-5D755F46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598" y="3447782"/>
            <a:ext cx="121242" cy="8790"/>
          </a:xfrm>
          <a:custGeom xmlns:a="http://schemas.openxmlformats.org/drawingml/2006/main">
            <a:pathLst>
              <a:path w="121242" h="8790">
                <a:moveTo>
                  <a:pt x="114066" y="8790"/>
                </a:moveTo>
                <a:cubicBezTo>
                  <a:pt x="116937" y="8790"/>
                  <a:pt x="121242" y="8790"/>
                  <a:pt x="121242" y="4485"/>
                </a:cubicBezTo>
                <a:cubicBezTo>
                  <a:pt x="121242" y="0"/>
                  <a:pt x="117115" y="0"/>
                  <a:pt x="114066" y="0"/>
                </a:cubicBezTo>
                <a:lnTo>
                  <a:pt x="7176" y="0"/>
                </a:lnTo>
                <a:cubicBezTo>
                  <a:pt x="4305" y="0"/>
                  <a:pt x="0" y="0"/>
                  <a:pt x="0" y="4305"/>
                </a:cubicBezTo>
                <a:cubicBezTo>
                  <a:pt x="0" y="8790"/>
                  <a:pt x="4127" y="8790"/>
                  <a:pt x="7176" y="8790"/>
                </a:cubicBezTo>
                <a:lnTo>
                  <a:pt x="114066" y="8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00065">
            <a:extLst xmlns:a="http://schemas.openxmlformats.org/drawingml/2006/main">
              <a:ext uri="{FF2B5EF4-FFF2-40B4-BE49-F238E27FC236}">
                <a16:creationId xmlns:a16="http://schemas.microsoft.com/office/drawing/2014/main" id="{AD12D67A-D4E3-4873-BDB4-053E701E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898" y="3378073"/>
            <a:ext cx="65284" cy="119099"/>
          </a:xfrm>
          <a:custGeom xmlns:a="http://schemas.openxmlformats.org/drawingml/2006/main">
            <a:pathLst>
              <a:path w="65284" h="119099">
                <a:moveTo>
                  <a:pt x="40533" y="5011"/>
                </a:moveTo>
                <a:cubicBezTo>
                  <a:pt x="40533" y="181"/>
                  <a:pt x="40174" y="0"/>
                  <a:pt x="35153" y="0"/>
                </a:cubicBezTo>
                <a:cubicBezTo>
                  <a:pt x="23675" y="11231"/>
                  <a:pt x="7354" y="11409"/>
                  <a:pt x="0" y="11409"/>
                </a:cubicBezTo>
                <a:lnTo>
                  <a:pt x="0" y="17865"/>
                </a:lnTo>
                <a:cubicBezTo>
                  <a:pt x="4305" y="17865"/>
                  <a:pt x="16141" y="17865"/>
                  <a:pt x="26007" y="12843"/>
                </a:cubicBezTo>
                <a:lnTo>
                  <a:pt x="26007" y="104387"/>
                </a:lnTo>
                <a:cubicBezTo>
                  <a:pt x="26007" y="110312"/>
                  <a:pt x="26007" y="112644"/>
                  <a:pt x="8071" y="112644"/>
                </a:cubicBezTo>
                <a:lnTo>
                  <a:pt x="1257" y="112644"/>
                </a:lnTo>
                <a:lnTo>
                  <a:pt x="1257" y="119099"/>
                </a:lnTo>
                <a:cubicBezTo>
                  <a:pt x="4483" y="118921"/>
                  <a:pt x="26543" y="118382"/>
                  <a:pt x="33179" y="118382"/>
                </a:cubicBezTo>
                <a:cubicBezTo>
                  <a:pt x="38740" y="118382"/>
                  <a:pt x="61337" y="118921"/>
                  <a:pt x="65284" y="119099"/>
                </a:cubicBezTo>
                <a:lnTo>
                  <a:pt x="65284" y="112644"/>
                </a:lnTo>
                <a:lnTo>
                  <a:pt x="58469" y="112644"/>
                </a:lnTo>
                <a:cubicBezTo>
                  <a:pt x="40533" y="112644"/>
                  <a:pt x="40533" y="110312"/>
                  <a:pt x="40533" y="104387"/>
                </a:cubicBezTo>
                <a:lnTo>
                  <a:pt x="40533" y="50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00066">
            <a:extLst xmlns:a="http://schemas.openxmlformats.org/drawingml/2006/main">
              <a:ext uri="{FF2B5EF4-FFF2-40B4-BE49-F238E27FC236}">
                <a16:creationId xmlns:a16="http://schemas.microsoft.com/office/drawing/2014/main" id="{69E899D6-989E-4F4B-BE1E-2637E785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696" y="1775729"/>
            <a:ext cx="94286" cy="180651"/>
          </a:xfrm>
          <a:custGeom xmlns:a="http://schemas.openxmlformats.org/drawingml/2006/main">
            <a:pathLst>
              <a:path w="94286" h="180651">
                <a:moveTo>
                  <a:pt x="49194" y="2819"/>
                </a:moveTo>
                <a:cubicBezTo>
                  <a:pt x="49194" y="2565"/>
                  <a:pt x="49194" y="0"/>
                  <a:pt x="45863" y="0"/>
                </a:cubicBezTo>
                <a:cubicBezTo>
                  <a:pt x="39967" y="0"/>
                  <a:pt x="21264" y="2052"/>
                  <a:pt x="14602" y="2565"/>
                </a:cubicBezTo>
                <a:cubicBezTo>
                  <a:pt x="12554" y="2819"/>
                  <a:pt x="9735" y="3077"/>
                  <a:pt x="9735" y="7690"/>
                </a:cubicBezTo>
                <a:cubicBezTo>
                  <a:pt x="9735" y="10763"/>
                  <a:pt x="12041" y="10763"/>
                  <a:pt x="15884" y="10763"/>
                </a:cubicBezTo>
                <a:cubicBezTo>
                  <a:pt x="28184" y="10763"/>
                  <a:pt x="28696" y="12557"/>
                  <a:pt x="28696" y="15118"/>
                </a:cubicBezTo>
                <a:cubicBezTo>
                  <a:pt x="28696" y="16912"/>
                  <a:pt x="26390" y="25619"/>
                  <a:pt x="25107" y="30998"/>
                </a:cubicBezTo>
                <a:lnTo>
                  <a:pt x="4098" y="114533"/>
                </a:lnTo>
                <a:cubicBezTo>
                  <a:pt x="1025" y="127345"/>
                  <a:pt x="0" y="131446"/>
                  <a:pt x="0" y="140418"/>
                </a:cubicBezTo>
                <a:cubicBezTo>
                  <a:pt x="0" y="164763"/>
                  <a:pt x="13578" y="180651"/>
                  <a:pt x="32539" y="180651"/>
                </a:cubicBezTo>
                <a:cubicBezTo>
                  <a:pt x="62771" y="180651"/>
                  <a:pt x="94286" y="142467"/>
                  <a:pt x="94286" y="105561"/>
                </a:cubicBezTo>
                <a:cubicBezTo>
                  <a:pt x="94286" y="82241"/>
                  <a:pt x="80708" y="64554"/>
                  <a:pt x="60211" y="64554"/>
                </a:cubicBezTo>
                <a:cubicBezTo>
                  <a:pt x="48423" y="64554"/>
                  <a:pt x="37919" y="71986"/>
                  <a:pt x="30233" y="79934"/>
                </a:cubicBezTo>
                <a:lnTo>
                  <a:pt x="49194" y="2819"/>
                </a:lnTo>
                <a:moveTo>
                  <a:pt x="25107" y="99665"/>
                </a:moveTo>
                <a:cubicBezTo>
                  <a:pt x="26643" y="94028"/>
                  <a:pt x="26643" y="93516"/>
                  <a:pt x="28950" y="90697"/>
                </a:cubicBezTo>
                <a:cubicBezTo>
                  <a:pt x="41507" y="74038"/>
                  <a:pt x="53037" y="70191"/>
                  <a:pt x="59699" y="70191"/>
                </a:cubicBezTo>
                <a:cubicBezTo>
                  <a:pt x="68921" y="70191"/>
                  <a:pt x="75837" y="77881"/>
                  <a:pt x="75837" y="94286"/>
                </a:cubicBezTo>
                <a:cubicBezTo>
                  <a:pt x="75837" y="109404"/>
                  <a:pt x="67384" y="138878"/>
                  <a:pt x="62771" y="148617"/>
                </a:cubicBezTo>
                <a:cubicBezTo>
                  <a:pt x="54315" y="165791"/>
                  <a:pt x="42532" y="175018"/>
                  <a:pt x="32539" y="175018"/>
                </a:cubicBezTo>
                <a:cubicBezTo>
                  <a:pt x="23828" y="175018"/>
                  <a:pt x="15372" y="168097"/>
                  <a:pt x="15372" y="149132"/>
                </a:cubicBezTo>
                <a:cubicBezTo>
                  <a:pt x="15372" y="144261"/>
                  <a:pt x="15372" y="139390"/>
                  <a:pt x="19470" y="123244"/>
                </a:cubicBezTo>
                <a:lnTo>
                  <a:pt x="25107" y="996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00067">
            <a:extLst xmlns:a="http://schemas.openxmlformats.org/drawingml/2006/main">
              <a:ext uri="{FF2B5EF4-FFF2-40B4-BE49-F238E27FC236}">
                <a16:creationId xmlns:a16="http://schemas.microsoft.com/office/drawing/2014/main" id="{7CCFB9BF-F256-47BF-8FF7-67A31B0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246" y="1686027"/>
            <a:ext cx="46632" cy="179175"/>
          </a:xfrm>
          <a:custGeom xmlns:a="http://schemas.openxmlformats.org/drawingml/2006/main">
            <a:pathLst>
              <a:path w="46632" h="179175">
                <a:moveTo>
                  <a:pt x="43045" y="0"/>
                </a:moveTo>
                <a:cubicBezTo>
                  <a:pt x="8968" y="24036"/>
                  <a:pt x="0" y="62059"/>
                  <a:pt x="0" y="89500"/>
                </a:cubicBezTo>
                <a:cubicBezTo>
                  <a:pt x="0" y="114789"/>
                  <a:pt x="7534" y="154065"/>
                  <a:pt x="43045" y="179175"/>
                </a:cubicBezTo>
                <a:cubicBezTo>
                  <a:pt x="44478" y="179175"/>
                  <a:pt x="46632" y="179175"/>
                  <a:pt x="46632" y="177023"/>
                </a:cubicBezTo>
                <a:cubicBezTo>
                  <a:pt x="46632" y="175948"/>
                  <a:pt x="46093" y="175589"/>
                  <a:pt x="44837" y="174333"/>
                </a:cubicBezTo>
                <a:cubicBezTo>
                  <a:pt x="20985" y="152812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7" y="4307"/>
                </a:cubicBezTo>
                <a:cubicBezTo>
                  <a:pt x="46093" y="3588"/>
                  <a:pt x="46632" y="3051"/>
                  <a:pt x="46632" y="2154"/>
                </a:cubicBezTo>
                <a:cubicBezTo>
                  <a:pt x="46632" y="0"/>
                  <a:pt x="44478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00068">
            <a:extLst xmlns:a="http://schemas.openxmlformats.org/drawingml/2006/main">
              <a:ext uri="{FF2B5EF4-FFF2-40B4-BE49-F238E27FC236}">
                <a16:creationId xmlns:a16="http://schemas.microsoft.com/office/drawing/2014/main" id="{F4D07471-5094-4A56-8242-736673D6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110" y="1701577"/>
            <a:ext cx="54341" cy="120714"/>
          </a:xfrm>
          <a:custGeom xmlns:a="http://schemas.openxmlformats.org/drawingml/2006/main">
            <a:pathLst>
              <a:path w="54341" h="120714">
                <a:moveTo>
                  <a:pt x="49678" y="6814"/>
                </a:moveTo>
                <a:cubicBezTo>
                  <a:pt x="49678" y="3943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1"/>
                  <a:pt x="34794" y="16677"/>
                  <a:pt x="39635" y="16677"/>
                </a:cubicBezTo>
                <a:cubicBezTo>
                  <a:pt x="44837" y="16677"/>
                  <a:pt x="49678" y="11655"/>
                  <a:pt x="49678" y="6814"/>
                </a:cubicBezTo>
                <a:moveTo>
                  <a:pt x="13092" y="97931"/>
                </a:moveTo>
                <a:cubicBezTo>
                  <a:pt x="12375" y="100263"/>
                  <a:pt x="11477" y="102417"/>
                  <a:pt x="11477" y="105465"/>
                </a:cubicBezTo>
                <a:cubicBezTo>
                  <a:pt x="11477" y="113900"/>
                  <a:pt x="18650" y="120714"/>
                  <a:pt x="28516" y="120714"/>
                </a:cubicBezTo>
                <a:cubicBezTo>
                  <a:pt x="46452" y="120714"/>
                  <a:pt x="54341" y="95955"/>
                  <a:pt x="54341" y="93265"/>
                </a:cubicBezTo>
                <a:cubicBezTo>
                  <a:pt x="54341" y="90934"/>
                  <a:pt x="52010" y="90934"/>
                  <a:pt x="51474" y="90934"/>
                </a:cubicBezTo>
                <a:cubicBezTo>
                  <a:pt x="48962" y="90934"/>
                  <a:pt x="48784" y="92009"/>
                  <a:pt x="48063" y="93982"/>
                </a:cubicBezTo>
                <a:cubicBezTo>
                  <a:pt x="43939" y="108336"/>
                  <a:pt x="36047" y="115692"/>
                  <a:pt x="29055" y="115692"/>
                </a:cubicBezTo>
                <a:cubicBezTo>
                  <a:pt x="25467" y="115692"/>
                  <a:pt x="24570" y="113360"/>
                  <a:pt x="24570" y="109414"/>
                </a:cubicBezTo>
                <a:cubicBezTo>
                  <a:pt x="24570" y="105287"/>
                  <a:pt x="25825" y="101877"/>
                  <a:pt x="27440" y="97931"/>
                </a:cubicBezTo>
                <a:cubicBezTo>
                  <a:pt x="29233" y="93085"/>
                  <a:pt x="31206" y="88241"/>
                  <a:pt x="33179" y="83575"/>
                </a:cubicBezTo>
                <a:cubicBezTo>
                  <a:pt x="34794" y="79270"/>
                  <a:pt x="41249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3"/>
                  <a:pt x="35869" y="39796"/>
                  <a:pt x="26003" y="39796"/>
                </a:cubicBezTo>
                <a:cubicBezTo>
                  <a:pt x="8248" y="39796"/>
                  <a:pt x="0" y="64196"/>
                  <a:pt x="0" y="67248"/>
                </a:cubicBezTo>
                <a:cubicBezTo>
                  <a:pt x="0" y="69579"/>
                  <a:pt x="2509" y="69579"/>
                  <a:pt x="3049" y="69579"/>
                </a:cubicBezTo>
                <a:cubicBezTo>
                  <a:pt x="5558" y="69579"/>
                  <a:pt x="5739" y="68684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5" y="44821"/>
                  <a:pt x="29949" y="46255"/>
                  <a:pt x="29949" y="51099"/>
                </a:cubicBezTo>
                <a:cubicBezTo>
                  <a:pt x="29949" y="55226"/>
                  <a:pt x="28874" y="57918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00069">
            <a:extLst xmlns:a="http://schemas.openxmlformats.org/drawingml/2006/main">
              <a:ext uri="{FF2B5EF4-FFF2-40B4-BE49-F238E27FC236}">
                <a16:creationId xmlns:a16="http://schemas.microsoft.com/office/drawing/2014/main" id="{B327944B-2753-47A7-ABEC-63A28ACB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913" y="1686027"/>
            <a:ext cx="46449" cy="179175"/>
          </a:xfrm>
          <a:custGeom xmlns:a="http://schemas.openxmlformats.org/drawingml/2006/main">
            <a:pathLst>
              <a:path w="46449" h="179175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6" y="3588"/>
                  <a:pt x="1612" y="4844"/>
                </a:cubicBezTo>
                <a:cubicBezTo>
                  <a:pt x="17036" y="19014"/>
                  <a:pt x="34255" y="43225"/>
                  <a:pt x="34255" y="89500"/>
                </a:cubicBezTo>
                <a:cubicBezTo>
                  <a:pt x="34255" y="126983"/>
                  <a:pt x="22596" y="155322"/>
                  <a:pt x="3227" y="172899"/>
                </a:cubicBezTo>
                <a:cubicBezTo>
                  <a:pt x="178" y="175948"/>
                  <a:pt x="0" y="176126"/>
                  <a:pt x="0" y="177023"/>
                </a:cubicBezTo>
                <a:cubicBezTo>
                  <a:pt x="0" y="177921"/>
                  <a:pt x="536" y="179175"/>
                  <a:pt x="2332" y="179175"/>
                </a:cubicBezTo>
                <a:cubicBezTo>
                  <a:pt x="4483" y="179175"/>
                  <a:pt x="21521" y="167338"/>
                  <a:pt x="33357" y="144919"/>
                </a:cubicBezTo>
                <a:cubicBezTo>
                  <a:pt x="41250" y="130032"/>
                  <a:pt x="46449" y="110662"/>
                  <a:pt x="46449" y="89680"/>
                </a:cubicBezTo>
                <a:cubicBezTo>
                  <a:pt x="46449" y="64391"/>
                  <a:pt x="38918" y="25111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00070">
            <a:extLst xmlns:a="http://schemas.openxmlformats.org/drawingml/2006/main">
              <a:ext uri="{FF2B5EF4-FFF2-40B4-BE49-F238E27FC236}">
                <a16:creationId xmlns:a16="http://schemas.microsoft.com/office/drawing/2014/main" id="{6408E09D-5CD0-45E7-9524-5E80C0A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334" y="1907759"/>
            <a:ext cx="133972" cy="121171"/>
          </a:xfrm>
          <a:custGeom xmlns:a="http://schemas.openxmlformats.org/drawingml/2006/main">
            <a:pathLst>
              <a:path w="133972" h="121171">
                <a:moveTo>
                  <a:pt x="79450" y="12731"/>
                </a:moveTo>
                <a:cubicBezTo>
                  <a:pt x="80706" y="7534"/>
                  <a:pt x="81065" y="6995"/>
                  <a:pt x="85011" y="6636"/>
                </a:cubicBezTo>
                <a:cubicBezTo>
                  <a:pt x="85906" y="6458"/>
                  <a:pt x="92184" y="6458"/>
                  <a:pt x="95772" y="6458"/>
                </a:cubicBezTo>
                <a:cubicBezTo>
                  <a:pt x="106712" y="6458"/>
                  <a:pt x="111373" y="6458"/>
                  <a:pt x="115858" y="7892"/>
                </a:cubicBezTo>
                <a:cubicBezTo>
                  <a:pt x="123929" y="10402"/>
                  <a:pt x="124287" y="15599"/>
                  <a:pt x="124287" y="22052"/>
                </a:cubicBezTo>
                <a:cubicBezTo>
                  <a:pt x="124287" y="24920"/>
                  <a:pt x="124287" y="27249"/>
                  <a:pt x="123032" y="36570"/>
                </a:cubicBezTo>
                <a:lnTo>
                  <a:pt x="122673" y="38540"/>
                </a:lnTo>
                <a:cubicBezTo>
                  <a:pt x="122673" y="40333"/>
                  <a:pt x="123929" y="41230"/>
                  <a:pt x="125722" y="41230"/>
                </a:cubicBezTo>
                <a:cubicBezTo>
                  <a:pt x="128411" y="41230"/>
                  <a:pt x="128771" y="39615"/>
                  <a:pt x="129132" y="36748"/>
                </a:cubicBezTo>
                <a:lnTo>
                  <a:pt x="133972" y="2512"/>
                </a:lnTo>
                <a:cubicBezTo>
                  <a:pt x="133972" y="0"/>
                  <a:pt x="131822" y="0"/>
                  <a:pt x="128593" y="0"/>
                </a:cubicBezTo>
                <a:lnTo>
                  <a:pt x="18291" y="0"/>
                </a:lnTo>
                <a:cubicBezTo>
                  <a:pt x="13809" y="0"/>
                  <a:pt x="13450" y="0"/>
                  <a:pt x="12194" y="3768"/>
                </a:cubicBezTo>
                <a:lnTo>
                  <a:pt x="895" y="35494"/>
                </a:lnTo>
                <a:cubicBezTo>
                  <a:pt x="717" y="36211"/>
                  <a:pt x="0" y="37823"/>
                  <a:pt x="0" y="38721"/>
                </a:cubicBezTo>
                <a:cubicBezTo>
                  <a:pt x="0" y="39438"/>
                  <a:pt x="358" y="41230"/>
                  <a:pt x="3049" y="41230"/>
                </a:cubicBezTo>
                <a:cubicBezTo>
                  <a:pt x="5380" y="41230"/>
                  <a:pt x="5738" y="40333"/>
                  <a:pt x="6814" y="36928"/>
                </a:cubicBezTo>
                <a:cubicBezTo>
                  <a:pt x="17216" y="8251"/>
                  <a:pt x="23135" y="6458"/>
                  <a:pt x="50395" y="6458"/>
                </a:cubicBezTo>
                <a:lnTo>
                  <a:pt x="57929" y="6458"/>
                </a:lnTo>
                <a:cubicBezTo>
                  <a:pt x="63309" y="6458"/>
                  <a:pt x="63487" y="6636"/>
                  <a:pt x="63487" y="8251"/>
                </a:cubicBezTo>
                <a:cubicBezTo>
                  <a:pt x="63487" y="8429"/>
                  <a:pt x="63487" y="9326"/>
                  <a:pt x="62770" y="12014"/>
                </a:cubicBezTo>
                <a:lnTo>
                  <a:pt x="39095" y="106292"/>
                </a:lnTo>
                <a:cubicBezTo>
                  <a:pt x="37484" y="112923"/>
                  <a:pt x="36945" y="114715"/>
                  <a:pt x="18113" y="114715"/>
                </a:cubicBezTo>
                <a:cubicBezTo>
                  <a:pt x="11655" y="114715"/>
                  <a:pt x="10043" y="114715"/>
                  <a:pt x="10043" y="118661"/>
                </a:cubicBezTo>
                <a:cubicBezTo>
                  <a:pt x="10043" y="119200"/>
                  <a:pt x="10402" y="121171"/>
                  <a:pt x="13092" y="121171"/>
                </a:cubicBezTo>
                <a:cubicBezTo>
                  <a:pt x="18113" y="121171"/>
                  <a:pt x="23494" y="120634"/>
                  <a:pt x="28516" y="120634"/>
                </a:cubicBezTo>
                <a:cubicBezTo>
                  <a:pt x="33537" y="120634"/>
                  <a:pt x="38917" y="120454"/>
                  <a:pt x="43939" y="120454"/>
                </a:cubicBezTo>
                <a:cubicBezTo>
                  <a:pt x="48962" y="120454"/>
                  <a:pt x="55058" y="120454"/>
                  <a:pt x="60080" y="120634"/>
                </a:cubicBezTo>
                <a:cubicBezTo>
                  <a:pt x="64924" y="120812"/>
                  <a:pt x="70305" y="121171"/>
                  <a:pt x="75145" y="121171"/>
                </a:cubicBezTo>
                <a:cubicBezTo>
                  <a:pt x="76579" y="121171"/>
                  <a:pt x="79272" y="121171"/>
                  <a:pt x="79272" y="117227"/>
                </a:cubicBezTo>
                <a:cubicBezTo>
                  <a:pt x="79272" y="114715"/>
                  <a:pt x="77477" y="114715"/>
                  <a:pt x="71919" y="114715"/>
                </a:cubicBezTo>
                <a:cubicBezTo>
                  <a:pt x="68509" y="114715"/>
                  <a:pt x="64924" y="114537"/>
                  <a:pt x="61515" y="114357"/>
                </a:cubicBezTo>
                <a:cubicBezTo>
                  <a:pt x="55417" y="113820"/>
                  <a:pt x="55058" y="113103"/>
                  <a:pt x="55058" y="110952"/>
                </a:cubicBezTo>
                <a:cubicBezTo>
                  <a:pt x="55058" y="109696"/>
                  <a:pt x="55058" y="109338"/>
                  <a:pt x="55776" y="106828"/>
                </a:cubicBezTo>
                <a:lnTo>
                  <a:pt x="79450" y="127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00071">
            <a:extLst xmlns:a="http://schemas.openxmlformats.org/drawingml/2006/main">
              <a:ext uri="{FF2B5EF4-FFF2-40B4-BE49-F238E27FC236}">
                <a16:creationId xmlns:a16="http://schemas.microsoft.com/office/drawing/2014/main" id="{CDB34667-5182-4D12-B4E6-3E271CB8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585" y="1979539"/>
            <a:ext cx="121242" cy="8790"/>
          </a:xfrm>
          <a:custGeom xmlns:a="http://schemas.openxmlformats.org/drawingml/2006/main">
            <a:pathLst>
              <a:path w="121242" h="8790">
                <a:moveTo>
                  <a:pt x="114067" y="8790"/>
                </a:moveTo>
                <a:cubicBezTo>
                  <a:pt x="116938" y="8790"/>
                  <a:pt x="121242" y="8790"/>
                  <a:pt x="121242" y="4485"/>
                </a:cubicBezTo>
                <a:cubicBezTo>
                  <a:pt x="121242" y="0"/>
                  <a:pt x="117116" y="0"/>
                  <a:pt x="114067" y="0"/>
                </a:cubicBezTo>
                <a:lnTo>
                  <a:pt x="7176" y="0"/>
                </a:lnTo>
                <a:cubicBezTo>
                  <a:pt x="4305" y="0"/>
                  <a:pt x="0" y="0"/>
                  <a:pt x="0" y="4304"/>
                </a:cubicBezTo>
                <a:cubicBezTo>
                  <a:pt x="0" y="8790"/>
                  <a:pt x="4127" y="8790"/>
                  <a:pt x="7176" y="8790"/>
                </a:cubicBezTo>
                <a:lnTo>
                  <a:pt x="114067" y="8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00072">
            <a:extLst xmlns:a="http://schemas.openxmlformats.org/drawingml/2006/main">
              <a:ext uri="{FF2B5EF4-FFF2-40B4-BE49-F238E27FC236}">
                <a16:creationId xmlns:a16="http://schemas.microsoft.com/office/drawing/2014/main" id="{6D2C7F06-BD0F-4A29-BA7A-F921175E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909" y="1909831"/>
            <a:ext cx="65284" cy="119099"/>
          </a:xfrm>
          <a:custGeom xmlns:a="http://schemas.openxmlformats.org/drawingml/2006/main">
            <a:pathLst>
              <a:path w="65284" h="119099">
                <a:moveTo>
                  <a:pt x="40533" y="5011"/>
                </a:moveTo>
                <a:cubicBezTo>
                  <a:pt x="40533" y="181"/>
                  <a:pt x="40175" y="0"/>
                  <a:pt x="35153" y="0"/>
                </a:cubicBezTo>
                <a:cubicBezTo>
                  <a:pt x="23675" y="11231"/>
                  <a:pt x="7354" y="11409"/>
                  <a:pt x="0" y="11409"/>
                </a:cubicBezTo>
                <a:lnTo>
                  <a:pt x="0" y="17865"/>
                </a:lnTo>
                <a:cubicBezTo>
                  <a:pt x="4305" y="17865"/>
                  <a:pt x="16141" y="17865"/>
                  <a:pt x="26007" y="12843"/>
                </a:cubicBezTo>
                <a:lnTo>
                  <a:pt x="26007" y="104387"/>
                </a:lnTo>
                <a:cubicBezTo>
                  <a:pt x="26007" y="110312"/>
                  <a:pt x="26007" y="112644"/>
                  <a:pt x="8071" y="112644"/>
                </a:cubicBezTo>
                <a:lnTo>
                  <a:pt x="1257" y="112644"/>
                </a:lnTo>
                <a:lnTo>
                  <a:pt x="1257" y="119099"/>
                </a:lnTo>
                <a:cubicBezTo>
                  <a:pt x="4483" y="118921"/>
                  <a:pt x="26543" y="118382"/>
                  <a:pt x="33179" y="118382"/>
                </a:cubicBezTo>
                <a:cubicBezTo>
                  <a:pt x="38740" y="118382"/>
                  <a:pt x="61337" y="118921"/>
                  <a:pt x="65284" y="119099"/>
                </a:cubicBezTo>
                <a:lnTo>
                  <a:pt x="65284" y="112644"/>
                </a:lnTo>
                <a:lnTo>
                  <a:pt x="58469" y="112644"/>
                </a:lnTo>
                <a:cubicBezTo>
                  <a:pt x="40533" y="112644"/>
                  <a:pt x="40533" y="110312"/>
                  <a:pt x="40533" y="104387"/>
                </a:cubicBezTo>
                <a:lnTo>
                  <a:pt x="40533" y="50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00073">
            <a:extLst xmlns:a="http://schemas.openxmlformats.org/drawingml/2006/main">
              <a:ext uri="{FF2B5EF4-FFF2-40B4-BE49-F238E27FC236}">
                <a16:creationId xmlns:a16="http://schemas.microsoft.com/office/drawing/2014/main" id="{1EE51C60-2275-4FF2-B138-82AB21B5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76" y="1762124"/>
            <a:ext cx="125801" cy="180651"/>
          </a:xfrm>
          <a:custGeom xmlns:a="http://schemas.openxmlformats.org/drawingml/2006/main">
            <a:pathLst>
              <a:path w="125801" h="180651">
                <a:moveTo>
                  <a:pt x="59441" y="2819"/>
                </a:moveTo>
                <a:cubicBezTo>
                  <a:pt x="59441" y="2565"/>
                  <a:pt x="59441" y="0"/>
                  <a:pt x="56110" y="0"/>
                </a:cubicBezTo>
                <a:cubicBezTo>
                  <a:pt x="50218" y="0"/>
                  <a:pt x="31515" y="2053"/>
                  <a:pt x="24853" y="2565"/>
                </a:cubicBezTo>
                <a:cubicBezTo>
                  <a:pt x="22805" y="2819"/>
                  <a:pt x="19986" y="3077"/>
                  <a:pt x="19986" y="7690"/>
                </a:cubicBezTo>
                <a:cubicBezTo>
                  <a:pt x="19986" y="10763"/>
                  <a:pt x="22293" y="10763"/>
                  <a:pt x="26136" y="10763"/>
                </a:cubicBezTo>
                <a:cubicBezTo>
                  <a:pt x="38431" y="10763"/>
                  <a:pt x="38944" y="12558"/>
                  <a:pt x="38944" y="15118"/>
                </a:cubicBezTo>
                <a:lnTo>
                  <a:pt x="38177" y="20240"/>
                </a:lnTo>
                <a:lnTo>
                  <a:pt x="1025" y="167840"/>
                </a:lnTo>
                <a:cubicBezTo>
                  <a:pt x="0" y="171429"/>
                  <a:pt x="0" y="171941"/>
                  <a:pt x="0" y="173477"/>
                </a:cubicBezTo>
                <a:cubicBezTo>
                  <a:pt x="0" y="179373"/>
                  <a:pt x="5126" y="180651"/>
                  <a:pt x="7432" y="180651"/>
                </a:cubicBezTo>
                <a:cubicBezTo>
                  <a:pt x="11529" y="180651"/>
                  <a:pt x="15630" y="177578"/>
                  <a:pt x="16909" y="173990"/>
                </a:cubicBezTo>
                <a:lnTo>
                  <a:pt x="21780" y="154512"/>
                </a:lnTo>
                <a:lnTo>
                  <a:pt x="27414" y="131446"/>
                </a:lnTo>
                <a:cubicBezTo>
                  <a:pt x="28954" y="125809"/>
                  <a:pt x="30491" y="120171"/>
                  <a:pt x="31769" y="114275"/>
                </a:cubicBezTo>
                <a:cubicBezTo>
                  <a:pt x="32286" y="112739"/>
                  <a:pt x="34334" y="104279"/>
                  <a:pt x="34588" y="102742"/>
                </a:cubicBezTo>
                <a:cubicBezTo>
                  <a:pt x="35358" y="100436"/>
                  <a:pt x="43302" y="86084"/>
                  <a:pt x="52013" y="79164"/>
                </a:cubicBezTo>
                <a:cubicBezTo>
                  <a:pt x="57651" y="75063"/>
                  <a:pt x="65590" y="70192"/>
                  <a:pt x="76608" y="70192"/>
                </a:cubicBezTo>
                <a:cubicBezTo>
                  <a:pt x="87624" y="70192"/>
                  <a:pt x="90444" y="78906"/>
                  <a:pt x="90444" y="88132"/>
                </a:cubicBezTo>
                <a:cubicBezTo>
                  <a:pt x="90444" y="101972"/>
                  <a:pt x="80708" y="129910"/>
                  <a:pt x="74559" y="145544"/>
                </a:cubicBezTo>
                <a:cubicBezTo>
                  <a:pt x="72510" y="151439"/>
                  <a:pt x="71228" y="154512"/>
                  <a:pt x="71228" y="159638"/>
                </a:cubicBezTo>
                <a:cubicBezTo>
                  <a:pt x="71228" y="171683"/>
                  <a:pt x="80196" y="180651"/>
                  <a:pt x="92237" y="180651"/>
                </a:cubicBezTo>
                <a:cubicBezTo>
                  <a:pt x="116321" y="180651"/>
                  <a:pt x="125801" y="143237"/>
                  <a:pt x="125801" y="141185"/>
                </a:cubicBezTo>
                <a:cubicBezTo>
                  <a:pt x="125801" y="138624"/>
                  <a:pt x="123495" y="138624"/>
                  <a:pt x="122728" y="138624"/>
                </a:cubicBezTo>
                <a:cubicBezTo>
                  <a:pt x="120164" y="138624"/>
                  <a:pt x="120164" y="139390"/>
                  <a:pt x="118885" y="143237"/>
                </a:cubicBezTo>
                <a:cubicBezTo>
                  <a:pt x="115042" y="156819"/>
                  <a:pt x="106844" y="175018"/>
                  <a:pt x="92750" y="175018"/>
                </a:cubicBezTo>
                <a:cubicBezTo>
                  <a:pt x="88394" y="175018"/>
                  <a:pt x="86601" y="172453"/>
                  <a:pt x="86601" y="166558"/>
                </a:cubicBezTo>
                <a:cubicBezTo>
                  <a:pt x="86601" y="160150"/>
                  <a:pt x="88907" y="154000"/>
                  <a:pt x="91214" y="148363"/>
                </a:cubicBezTo>
                <a:cubicBezTo>
                  <a:pt x="95310" y="137342"/>
                  <a:pt x="106844" y="106843"/>
                  <a:pt x="106844" y="91979"/>
                </a:cubicBezTo>
                <a:cubicBezTo>
                  <a:pt x="106844" y="75321"/>
                  <a:pt x="96593" y="64554"/>
                  <a:pt x="77378" y="64554"/>
                </a:cubicBezTo>
                <a:cubicBezTo>
                  <a:pt x="61236" y="64554"/>
                  <a:pt x="48936" y="72498"/>
                  <a:pt x="39459" y="84289"/>
                </a:cubicBezTo>
                <a:lnTo>
                  <a:pt x="59441" y="28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00074">
            <a:extLst xmlns:a="http://schemas.openxmlformats.org/drawingml/2006/main">
              <a:ext uri="{FF2B5EF4-FFF2-40B4-BE49-F238E27FC236}">
                <a16:creationId xmlns:a16="http://schemas.microsoft.com/office/drawing/2014/main" id="{88D829BF-1ECF-4B0E-8B02-C2E80249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330" y="1672424"/>
            <a:ext cx="46632" cy="179175"/>
          </a:xfrm>
          <a:custGeom xmlns:a="http://schemas.openxmlformats.org/drawingml/2006/main">
            <a:pathLst>
              <a:path w="46632" h="179175">
                <a:moveTo>
                  <a:pt x="43045" y="0"/>
                </a:moveTo>
                <a:cubicBezTo>
                  <a:pt x="8968" y="24036"/>
                  <a:pt x="0" y="62059"/>
                  <a:pt x="0" y="89500"/>
                </a:cubicBezTo>
                <a:cubicBezTo>
                  <a:pt x="0" y="114789"/>
                  <a:pt x="7534" y="154065"/>
                  <a:pt x="43045" y="179175"/>
                </a:cubicBezTo>
                <a:cubicBezTo>
                  <a:pt x="44478" y="179175"/>
                  <a:pt x="46632" y="179175"/>
                  <a:pt x="46632" y="177023"/>
                </a:cubicBezTo>
                <a:cubicBezTo>
                  <a:pt x="46632" y="175948"/>
                  <a:pt x="46093" y="175590"/>
                  <a:pt x="44837" y="174333"/>
                </a:cubicBezTo>
                <a:cubicBezTo>
                  <a:pt x="20985" y="152812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7" y="4307"/>
                </a:cubicBezTo>
                <a:cubicBezTo>
                  <a:pt x="46093" y="3588"/>
                  <a:pt x="46632" y="3051"/>
                  <a:pt x="46632" y="2154"/>
                </a:cubicBezTo>
                <a:cubicBezTo>
                  <a:pt x="46632" y="0"/>
                  <a:pt x="44478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00075">
            <a:extLst xmlns:a="http://schemas.openxmlformats.org/drawingml/2006/main">
              <a:ext uri="{FF2B5EF4-FFF2-40B4-BE49-F238E27FC236}">
                <a16:creationId xmlns:a16="http://schemas.microsoft.com/office/drawing/2014/main" id="{AF0929EF-B9D8-49EF-86A5-2B6EC630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219" y="1687973"/>
            <a:ext cx="54342" cy="120714"/>
          </a:xfrm>
          <a:custGeom xmlns:a="http://schemas.openxmlformats.org/drawingml/2006/main">
            <a:pathLst>
              <a:path w="54342" h="120714">
                <a:moveTo>
                  <a:pt x="49678" y="6814"/>
                </a:moveTo>
                <a:cubicBezTo>
                  <a:pt x="49678" y="3944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2"/>
                  <a:pt x="34794" y="16677"/>
                  <a:pt x="39635" y="16677"/>
                </a:cubicBezTo>
                <a:cubicBezTo>
                  <a:pt x="44837" y="16677"/>
                  <a:pt x="49678" y="11655"/>
                  <a:pt x="49678" y="6814"/>
                </a:cubicBezTo>
                <a:moveTo>
                  <a:pt x="13092" y="97931"/>
                </a:moveTo>
                <a:cubicBezTo>
                  <a:pt x="12375" y="100263"/>
                  <a:pt x="11477" y="102417"/>
                  <a:pt x="11477" y="105466"/>
                </a:cubicBezTo>
                <a:cubicBezTo>
                  <a:pt x="11477" y="113900"/>
                  <a:pt x="18650" y="120714"/>
                  <a:pt x="28516" y="120714"/>
                </a:cubicBezTo>
                <a:cubicBezTo>
                  <a:pt x="46452" y="120714"/>
                  <a:pt x="54342" y="95956"/>
                  <a:pt x="54342" y="93265"/>
                </a:cubicBezTo>
                <a:cubicBezTo>
                  <a:pt x="54342" y="90934"/>
                  <a:pt x="52010" y="90934"/>
                  <a:pt x="51474" y="90934"/>
                </a:cubicBezTo>
                <a:cubicBezTo>
                  <a:pt x="48962" y="90934"/>
                  <a:pt x="48784" y="92009"/>
                  <a:pt x="48063" y="93983"/>
                </a:cubicBezTo>
                <a:cubicBezTo>
                  <a:pt x="43939" y="108336"/>
                  <a:pt x="36047" y="115692"/>
                  <a:pt x="29055" y="115692"/>
                </a:cubicBezTo>
                <a:cubicBezTo>
                  <a:pt x="25467" y="115692"/>
                  <a:pt x="24570" y="113361"/>
                  <a:pt x="24570" y="109414"/>
                </a:cubicBezTo>
                <a:cubicBezTo>
                  <a:pt x="24570" y="105288"/>
                  <a:pt x="25825" y="101878"/>
                  <a:pt x="27440" y="97931"/>
                </a:cubicBezTo>
                <a:cubicBezTo>
                  <a:pt x="29233" y="93085"/>
                  <a:pt x="31206" y="88241"/>
                  <a:pt x="33179" y="83575"/>
                </a:cubicBezTo>
                <a:cubicBezTo>
                  <a:pt x="34794" y="79270"/>
                  <a:pt x="41249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4"/>
                  <a:pt x="35869" y="39796"/>
                  <a:pt x="26003" y="39796"/>
                </a:cubicBezTo>
                <a:cubicBezTo>
                  <a:pt x="8248" y="39796"/>
                  <a:pt x="0" y="64197"/>
                  <a:pt x="0" y="67248"/>
                </a:cubicBezTo>
                <a:cubicBezTo>
                  <a:pt x="0" y="69580"/>
                  <a:pt x="2509" y="69580"/>
                  <a:pt x="3049" y="69580"/>
                </a:cubicBezTo>
                <a:cubicBezTo>
                  <a:pt x="5558" y="69580"/>
                  <a:pt x="5739" y="68685"/>
                  <a:pt x="6275" y="66709"/>
                </a:cubicBezTo>
                <a:cubicBezTo>
                  <a:pt x="10938" y="51279"/>
                  <a:pt x="18831" y="44821"/>
                  <a:pt x="25467" y="44821"/>
                </a:cubicBezTo>
                <a:cubicBezTo>
                  <a:pt x="28335" y="44821"/>
                  <a:pt x="29949" y="46255"/>
                  <a:pt x="29949" y="51099"/>
                </a:cubicBezTo>
                <a:cubicBezTo>
                  <a:pt x="29949" y="55226"/>
                  <a:pt x="28874" y="57919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00076">
            <a:extLst xmlns:a="http://schemas.openxmlformats.org/drawingml/2006/main">
              <a:ext uri="{FF2B5EF4-FFF2-40B4-BE49-F238E27FC236}">
                <a16:creationId xmlns:a16="http://schemas.microsoft.com/office/drawing/2014/main" id="{65B645F9-CFE3-40B7-A8D4-DEF53313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021" y="1672423"/>
            <a:ext cx="46449" cy="179175"/>
          </a:xfrm>
          <a:custGeom xmlns:a="http://schemas.openxmlformats.org/drawingml/2006/main">
            <a:pathLst>
              <a:path w="46449" h="179175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1"/>
                  <a:pt x="536" y="3588"/>
                  <a:pt x="1612" y="4844"/>
                </a:cubicBezTo>
                <a:cubicBezTo>
                  <a:pt x="17036" y="19014"/>
                  <a:pt x="34255" y="43226"/>
                  <a:pt x="34255" y="89500"/>
                </a:cubicBezTo>
                <a:cubicBezTo>
                  <a:pt x="34255" y="126984"/>
                  <a:pt x="22597" y="155322"/>
                  <a:pt x="3227" y="172900"/>
                </a:cubicBezTo>
                <a:cubicBezTo>
                  <a:pt x="178" y="175948"/>
                  <a:pt x="0" y="176126"/>
                  <a:pt x="0" y="177023"/>
                </a:cubicBezTo>
                <a:cubicBezTo>
                  <a:pt x="0" y="177921"/>
                  <a:pt x="536" y="179175"/>
                  <a:pt x="2332" y="179175"/>
                </a:cubicBezTo>
                <a:cubicBezTo>
                  <a:pt x="4483" y="179175"/>
                  <a:pt x="21521" y="167339"/>
                  <a:pt x="33357" y="144920"/>
                </a:cubicBezTo>
                <a:cubicBezTo>
                  <a:pt x="41250" y="130032"/>
                  <a:pt x="46449" y="110663"/>
                  <a:pt x="46449" y="89680"/>
                </a:cubicBezTo>
                <a:cubicBezTo>
                  <a:pt x="46449" y="64391"/>
                  <a:pt x="38918" y="25112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00077">
            <a:extLst xmlns:a="http://schemas.openxmlformats.org/drawingml/2006/main">
              <a:ext uri="{FF2B5EF4-FFF2-40B4-BE49-F238E27FC236}">
                <a16:creationId xmlns:a16="http://schemas.microsoft.com/office/drawing/2014/main" id="{4AEEACAE-6715-4B7C-A7C1-EA89838F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7" y="1894155"/>
            <a:ext cx="133972" cy="121171"/>
          </a:xfrm>
          <a:custGeom xmlns:a="http://schemas.openxmlformats.org/drawingml/2006/main">
            <a:pathLst>
              <a:path w="133972" h="121171">
                <a:moveTo>
                  <a:pt x="79451" y="12731"/>
                </a:moveTo>
                <a:cubicBezTo>
                  <a:pt x="80706" y="7534"/>
                  <a:pt x="81065" y="6995"/>
                  <a:pt x="85011" y="6637"/>
                </a:cubicBezTo>
                <a:cubicBezTo>
                  <a:pt x="85906" y="6459"/>
                  <a:pt x="92184" y="6459"/>
                  <a:pt x="95772" y="6459"/>
                </a:cubicBezTo>
                <a:cubicBezTo>
                  <a:pt x="106713" y="6459"/>
                  <a:pt x="111373" y="6459"/>
                  <a:pt x="115859" y="7893"/>
                </a:cubicBezTo>
                <a:cubicBezTo>
                  <a:pt x="123929" y="10402"/>
                  <a:pt x="124287" y="15599"/>
                  <a:pt x="124287" y="22052"/>
                </a:cubicBezTo>
                <a:cubicBezTo>
                  <a:pt x="124287" y="24920"/>
                  <a:pt x="124287" y="27249"/>
                  <a:pt x="123032" y="36570"/>
                </a:cubicBezTo>
                <a:lnTo>
                  <a:pt x="122673" y="38541"/>
                </a:lnTo>
                <a:cubicBezTo>
                  <a:pt x="122673" y="40333"/>
                  <a:pt x="123929" y="41230"/>
                  <a:pt x="125722" y="41230"/>
                </a:cubicBezTo>
                <a:cubicBezTo>
                  <a:pt x="128412" y="41230"/>
                  <a:pt x="128771" y="39616"/>
                  <a:pt x="129132" y="36748"/>
                </a:cubicBezTo>
                <a:lnTo>
                  <a:pt x="133972" y="2512"/>
                </a:lnTo>
                <a:cubicBezTo>
                  <a:pt x="133972" y="0"/>
                  <a:pt x="131822" y="0"/>
                  <a:pt x="128593" y="0"/>
                </a:cubicBezTo>
                <a:lnTo>
                  <a:pt x="18291" y="0"/>
                </a:lnTo>
                <a:cubicBezTo>
                  <a:pt x="13809" y="0"/>
                  <a:pt x="13450" y="0"/>
                  <a:pt x="12194" y="3769"/>
                </a:cubicBezTo>
                <a:lnTo>
                  <a:pt x="895" y="35495"/>
                </a:lnTo>
                <a:cubicBezTo>
                  <a:pt x="717" y="36211"/>
                  <a:pt x="0" y="37823"/>
                  <a:pt x="0" y="38721"/>
                </a:cubicBezTo>
                <a:cubicBezTo>
                  <a:pt x="0" y="39438"/>
                  <a:pt x="358" y="41230"/>
                  <a:pt x="3049" y="41230"/>
                </a:cubicBezTo>
                <a:cubicBezTo>
                  <a:pt x="5380" y="41230"/>
                  <a:pt x="5738" y="40333"/>
                  <a:pt x="6814" y="36929"/>
                </a:cubicBezTo>
                <a:cubicBezTo>
                  <a:pt x="17216" y="8251"/>
                  <a:pt x="23135" y="6459"/>
                  <a:pt x="50395" y="6459"/>
                </a:cubicBezTo>
                <a:lnTo>
                  <a:pt x="57930" y="6459"/>
                </a:lnTo>
                <a:cubicBezTo>
                  <a:pt x="63309" y="6459"/>
                  <a:pt x="63487" y="6637"/>
                  <a:pt x="63487" y="8251"/>
                </a:cubicBezTo>
                <a:cubicBezTo>
                  <a:pt x="63487" y="8429"/>
                  <a:pt x="63487" y="9327"/>
                  <a:pt x="62770" y="12014"/>
                </a:cubicBezTo>
                <a:lnTo>
                  <a:pt x="39095" y="106292"/>
                </a:lnTo>
                <a:cubicBezTo>
                  <a:pt x="37484" y="112923"/>
                  <a:pt x="36945" y="114716"/>
                  <a:pt x="18113" y="114716"/>
                </a:cubicBezTo>
                <a:cubicBezTo>
                  <a:pt x="11655" y="114716"/>
                  <a:pt x="10043" y="114716"/>
                  <a:pt x="10043" y="118662"/>
                </a:cubicBezTo>
                <a:cubicBezTo>
                  <a:pt x="10043" y="119201"/>
                  <a:pt x="10402" y="121171"/>
                  <a:pt x="13092" y="121171"/>
                </a:cubicBezTo>
                <a:cubicBezTo>
                  <a:pt x="18113" y="121171"/>
                  <a:pt x="23494" y="120635"/>
                  <a:pt x="28516" y="120635"/>
                </a:cubicBezTo>
                <a:cubicBezTo>
                  <a:pt x="33538" y="120635"/>
                  <a:pt x="38917" y="120454"/>
                  <a:pt x="43939" y="120454"/>
                </a:cubicBezTo>
                <a:cubicBezTo>
                  <a:pt x="48962" y="120454"/>
                  <a:pt x="55059" y="120454"/>
                  <a:pt x="60080" y="120635"/>
                </a:cubicBezTo>
                <a:cubicBezTo>
                  <a:pt x="64924" y="120813"/>
                  <a:pt x="70305" y="121171"/>
                  <a:pt x="75145" y="121171"/>
                </a:cubicBezTo>
                <a:cubicBezTo>
                  <a:pt x="76580" y="121171"/>
                  <a:pt x="79273" y="121171"/>
                  <a:pt x="79273" y="117228"/>
                </a:cubicBezTo>
                <a:cubicBezTo>
                  <a:pt x="79273" y="114716"/>
                  <a:pt x="77477" y="114716"/>
                  <a:pt x="71919" y="114716"/>
                </a:cubicBezTo>
                <a:cubicBezTo>
                  <a:pt x="68509" y="114716"/>
                  <a:pt x="64924" y="114538"/>
                  <a:pt x="61515" y="114357"/>
                </a:cubicBezTo>
                <a:cubicBezTo>
                  <a:pt x="55417" y="113820"/>
                  <a:pt x="55059" y="113104"/>
                  <a:pt x="55059" y="110953"/>
                </a:cubicBezTo>
                <a:cubicBezTo>
                  <a:pt x="55059" y="109697"/>
                  <a:pt x="55059" y="109338"/>
                  <a:pt x="55776" y="106828"/>
                </a:cubicBezTo>
                <a:lnTo>
                  <a:pt x="79451" y="127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00078">
            <a:extLst xmlns:a="http://schemas.openxmlformats.org/drawingml/2006/main">
              <a:ext uri="{FF2B5EF4-FFF2-40B4-BE49-F238E27FC236}">
                <a16:creationId xmlns:a16="http://schemas.microsoft.com/office/drawing/2014/main" id="{338CE970-27F9-436B-AB40-BFFACD10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69" y="1965936"/>
            <a:ext cx="121242" cy="8790"/>
          </a:xfrm>
          <a:custGeom xmlns:a="http://schemas.openxmlformats.org/drawingml/2006/main">
            <a:pathLst>
              <a:path w="121242" h="8790">
                <a:moveTo>
                  <a:pt x="114067" y="8790"/>
                </a:moveTo>
                <a:cubicBezTo>
                  <a:pt x="116938" y="8790"/>
                  <a:pt x="121242" y="8790"/>
                  <a:pt x="121242" y="4485"/>
                </a:cubicBezTo>
                <a:cubicBezTo>
                  <a:pt x="121242" y="0"/>
                  <a:pt x="117116" y="0"/>
                  <a:pt x="114067" y="0"/>
                </a:cubicBezTo>
                <a:lnTo>
                  <a:pt x="7176" y="0"/>
                </a:lnTo>
                <a:cubicBezTo>
                  <a:pt x="4305" y="0"/>
                  <a:pt x="0" y="0"/>
                  <a:pt x="0" y="4304"/>
                </a:cubicBezTo>
                <a:cubicBezTo>
                  <a:pt x="0" y="8790"/>
                  <a:pt x="4127" y="8790"/>
                  <a:pt x="7176" y="8790"/>
                </a:cubicBezTo>
                <a:lnTo>
                  <a:pt x="114067" y="8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00079">
            <a:extLst xmlns:a="http://schemas.openxmlformats.org/drawingml/2006/main">
              <a:ext uri="{FF2B5EF4-FFF2-40B4-BE49-F238E27FC236}">
                <a16:creationId xmlns:a16="http://schemas.microsoft.com/office/drawing/2014/main" id="{C56F3E03-1EE7-4577-A053-C583A0D7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992" y="1896227"/>
            <a:ext cx="65284" cy="119099"/>
          </a:xfrm>
          <a:custGeom xmlns:a="http://schemas.openxmlformats.org/drawingml/2006/main">
            <a:pathLst>
              <a:path w="65284" h="119099">
                <a:moveTo>
                  <a:pt x="40533" y="5011"/>
                </a:moveTo>
                <a:cubicBezTo>
                  <a:pt x="40533" y="181"/>
                  <a:pt x="40175" y="0"/>
                  <a:pt x="35153" y="0"/>
                </a:cubicBezTo>
                <a:cubicBezTo>
                  <a:pt x="23675" y="11231"/>
                  <a:pt x="7354" y="11409"/>
                  <a:pt x="0" y="11409"/>
                </a:cubicBezTo>
                <a:lnTo>
                  <a:pt x="0" y="17865"/>
                </a:lnTo>
                <a:cubicBezTo>
                  <a:pt x="4305" y="17865"/>
                  <a:pt x="16141" y="17865"/>
                  <a:pt x="26007" y="12843"/>
                </a:cubicBezTo>
                <a:lnTo>
                  <a:pt x="26007" y="104387"/>
                </a:lnTo>
                <a:cubicBezTo>
                  <a:pt x="26007" y="110312"/>
                  <a:pt x="26007" y="112644"/>
                  <a:pt x="8071" y="112644"/>
                </a:cubicBezTo>
                <a:lnTo>
                  <a:pt x="1257" y="112644"/>
                </a:lnTo>
                <a:lnTo>
                  <a:pt x="1257" y="119099"/>
                </a:lnTo>
                <a:cubicBezTo>
                  <a:pt x="4483" y="118921"/>
                  <a:pt x="26543" y="118382"/>
                  <a:pt x="33179" y="118382"/>
                </a:cubicBezTo>
                <a:cubicBezTo>
                  <a:pt x="38740" y="118382"/>
                  <a:pt x="61337" y="118921"/>
                  <a:pt x="65284" y="119099"/>
                </a:cubicBezTo>
                <a:lnTo>
                  <a:pt x="65284" y="112644"/>
                </a:lnTo>
                <a:lnTo>
                  <a:pt x="58469" y="112644"/>
                </a:lnTo>
                <a:cubicBezTo>
                  <a:pt x="40533" y="112644"/>
                  <a:pt x="40533" y="110312"/>
                  <a:pt x="40533" y="104387"/>
                </a:cubicBezTo>
                <a:lnTo>
                  <a:pt x="40533" y="50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00080">
            <a:extLst xmlns:a="http://schemas.openxmlformats.org/drawingml/2006/main">
              <a:ext uri="{FF2B5EF4-FFF2-40B4-BE49-F238E27FC236}">
                <a16:creationId xmlns:a16="http://schemas.microsoft.com/office/drawing/2014/main" id="{C0EC0B4E-DF46-4B1A-8082-1707E76C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560" y="3319201"/>
            <a:ext cx="94290" cy="116097"/>
          </a:xfrm>
          <a:custGeom xmlns:a="http://schemas.openxmlformats.org/drawingml/2006/main">
            <a:pathLst>
              <a:path w="94290" h="116097">
                <a:moveTo>
                  <a:pt x="86858" y="17507"/>
                </a:moveTo>
                <a:cubicBezTo>
                  <a:pt x="79684" y="17765"/>
                  <a:pt x="74559" y="23402"/>
                  <a:pt x="74559" y="29040"/>
                </a:cubicBezTo>
                <a:cubicBezTo>
                  <a:pt x="74559" y="32629"/>
                  <a:pt x="76865" y="36472"/>
                  <a:pt x="82503" y="36472"/>
                </a:cubicBezTo>
                <a:cubicBezTo>
                  <a:pt x="88141" y="36472"/>
                  <a:pt x="94290" y="32117"/>
                  <a:pt x="94290" y="22124"/>
                </a:cubicBezTo>
                <a:cubicBezTo>
                  <a:pt x="94290" y="10540"/>
                  <a:pt x="83273" y="0"/>
                  <a:pt x="63800" y="0"/>
                </a:cubicBezTo>
                <a:cubicBezTo>
                  <a:pt x="29978" y="0"/>
                  <a:pt x="20498" y="26221"/>
                  <a:pt x="20498" y="37492"/>
                </a:cubicBezTo>
                <a:cubicBezTo>
                  <a:pt x="20498" y="57439"/>
                  <a:pt x="39459" y="61274"/>
                  <a:pt x="46887" y="62806"/>
                </a:cubicBezTo>
                <a:cubicBezTo>
                  <a:pt x="60211" y="65363"/>
                  <a:pt x="73535" y="68178"/>
                  <a:pt x="73535" y="82256"/>
                </a:cubicBezTo>
                <a:cubicBezTo>
                  <a:pt x="73535" y="88918"/>
                  <a:pt x="67643" y="110464"/>
                  <a:pt x="36899" y="110464"/>
                </a:cubicBezTo>
                <a:cubicBezTo>
                  <a:pt x="33309" y="110464"/>
                  <a:pt x="13582" y="110464"/>
                  <a:pt x="7686" y="96863"/>
                </a:cubicBezTo>
                <a:cubicBezTo>
                  <a:pt x="17425" y="98145"/>
                  <a:pt x="23828" y="90455"/>
                  <a:pt x="23828" y="83281"/>
                </a:cubicBezTo>
                <a:cubicBezTo>
                  <a:pt x="23828" y="77389"/>
                  <a:pt x="19732" y="74313"/>
                  <a:pt x="14349" y="74313"/>
                </a:cubicBezTo>
                <a:cubicBezTo>
                  <a:pt x="7686" y="74313"/>
                  <a:pt x="0" y="79696"/>
                  <a:pt x="0" y="91225"/>
                </a:cubicBezTo>
                <a:cubicBezTo>
                  <a:pt x="0" y="105843"/>
                  <a:pt x="14606" y="116097"/>
                  <a:pt x="36640" y="116097"/>
                </a:cubicBezTo>
                <a:cubicBezTo>
                  <a:pt x="78148" y="116097"/>
                  <a:pt x="88141" y="85075"/>
                  <a:pt x="88141" y="73546"/>
                </a:cubicBezTo>
                <a:cubicBezTo>
                  <a:pt x="88141" y="64343"/>
                  <a:pt x="83273" y="57951"/>
                  <a:pt x="80196" y="54882"/>
                </a:cubicBezTo>
                <a:cubicBezTo>
                  <a:pt x="73280" y="47720"/>
                  <a:pt x="65849" y="46441"/>
                  <a:pt x="54577" y="44143"/>
                </a:cubicBezTo>
                <a:cubicBezTo>
                  <a:pt x="45350" y="42098"/>
                  <a:pt x="35104" y="40307"/>
                  <a:pt x="35104" y="28786"/>
                </a:cubicBezTo>
                <a:cubicBezTo>
                  <a:pt x="35104" y="21354"/>
                  <a:pt x="41254" y="5638"/>
                  <a:pt x="63800" y="5638"/>
                </a:cubicBezTo>
                <a:cubicBezTo>
                  <a:pt x="70204" y="5638"/>
                  <a:pt x="83015" y="7444"/>
                  <a:pt x="86858" y="175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00081">
            <a:extLst xmlns:a="http://schemas.openxmlformats.org/drawingml/2006/main">
              <a:ext uri="{FF2B5EF4-FFF2-40B4-BE49-F238E27FC236}">
                <a16:creationId xmlns:a16="http://schemas.microsoft.com/office/drawing/2014/main" id="{BAA5E346-2341-4495-9148-9D6E8483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966" y="3164945"/>
            <a:ext cx="46632" cy="179175"/>
          </a:xfrm>
          <a:custGeom xmlns:a="http://schemas.openxmlformats.org/drawingml/2006/main">
            <a:pathLst>
              <a:path w="46632" h="179175">
                <a:moveTo>
                  <a:pt x="43045" y="0"/>
                </a:moveTo>
                <a:cubicBezTo>
                  <a:pt x="8968" y="24036"/>
                  <a:pt x="0" y="62059"/>
                  <a:pt x="0" y="89500"/>
                </a:cubicBezTo>
                <a:cubicBezTo>
                  <a:pt x="0" y="114789"/>
                  <a:pt x="7534" y="154065"/>
                  <a:pt x="43045" y="179175"/>
                </a:cubicBezTo>
                <a:cubicBezTo>
                  <a:pt x="44478" y="179175"/>
                  <a:pt x="46632" y="179175"/>
                  <a:pt x="46632" y="177023"/>
                </a:cubicBezTo>
                <a:cubicBezTo>
                  <a:pt x="46632" y="175948"/>
                  <a:pt x="46093" y="175590"/>
                  <a:pt x="44837" y="174333"/>
                </a:cubicBezTo>
                <a:cubicBezTo>
                  <a:pt x="20985" y="152812"/>
                  <a:pt x="12197" y="122320"/>
                  <a:pt x="12197" y="89680"/>
                </a:cubicBezTo>
                <a:cubicBezTo>
                  <a:pt x="12197" y="41252"/>
                  <a:pt x="30670" y="17580"/>
                  <a:pt x="45377" y="4307"/>
                </a:cubicBezTo>
                <a:cubicBezTo>
                  <a:pt x="46093" y="3588"/>
                  <a:pt x="46632" y="3051"/>
                  <a:pt x="46632" y="2154"/>
                </a:cubicBezTo>
                <a:cubicBezTo>
                  <a:pt x="46632" y="0"/>
                  <a:pt x="44478" y="0"/>
                  <a:pt x="4304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00082">
            <a:extLst xmlns:a="http://schemas.openxmlformats.org/drawingml/2006/main">
              <a:ext uri="{FF2B5EF4-FFF2-40B4-BE49-F238E27FC236}">
                <a16:creationId xmlns:a16="http://schemas.microsoft.com/office/drawing/2014/main" id="{4056B186-DE85-4074-BD6B-FC1DA68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30" y="3180494"/>
            <a:ext cx="54342" cy="120714"/>
          </a:xfrm>
          <a:custGeom xmlns:a="http://schemas.openxmlformats.org/drawingml/2006/main">
            <a:pathLst>
              <a:path w="54342" h="120714">
                <a:moveTo>
                  <a:pt x="49678" y="6815"/>
                </a:moveTo>
                <a:cubicBezTo>
                  <a:pt x="49678" y="3944"/>
                  <a:pt x="47527" y="0"/>
                  <a:pt x="42506" y="0"/>
                </a:cubicBezTo>
                <a:cubicBezTo>
                  <a:pt x="37662" y="0"/>
                  <a:pt x="32462" y="4663"/>
                  <a:pt x="32462" y="9863"/>
                </a:cubicBezTo>
                <a:cubicBezTo>
                  <a:pt x="32462" y="12912"/>
                  <a:pt x="34794" y="16677"/>
                  <a:pt x="39635" y="16677"/>
                </a:cubicBezTo>
                <a:cubicBezTo>
                  <a:pt x="44837" y="16677"/>
                  <a:pt x="49678" y="11656"/>
                  <a:pt x="49678" y="6815"/>
                </a:cubicBezTo>
                <a:moveTo>
                  <a:pt x="13092" y="97931"/>
                </a:moveTo>
                <a:cubicBezTo>
                  <a:pt x="12375" y="100263"/>
                  <a:pt x="11477" y="102417"/>
                  <a:pt x="11477" y="105466"/>
                </a:cubicBezTo>
                <a:cubicBezTo>
                  <a:pt x="11477" y="113900"/>
                  <a:pt x="18650" y="120714"/>
                  <a:pt x="28516" y="120714"/>
                </a:cubicBezTo>
                <a:cubicBezTo>
                  <a:pt x="46452" y="120714"/>
                  <a:pt x="54342" y="95956"/>
                  <a:pt x="54342" y="93266"/>
                </a:cubicBezTo>
                <a:cubicBezTo>
                  <a:pt x="54342" y="90934"/>
                  <a:pt x="52010" y="90934"/>
                  <a:pt x="51474" y="90934"/>
                </a:cubicBezTo>
                <a:cubicBezTo>
                  <a:pt x="48962" y="90934"/>
                  <a:pt x="48784" y="92009"/>
                  <a:pt x="48063" y="93982"/>
                </a:cubicBezTo>
                <a:cubicBezTo>
                  <a:pt x="43939" y="108337"/>
                  <a:pt x="36048" y="115693"/>
                  <a:pt x="29055" y="115693"/>
                </a:cubicBezTo>
                <a:cubicBezTo>
                  <a:pt x="25467" y="115693"/>
                  <a:pt x="24570" y="113361"/>
                  <a:pt x="24570" y="109414"/>
                </a:cubicBezTo>
                <a:cubicBezTo>
                  <a:pt x="24570" y="105288"/>
                  <a:pt x="25825" y="101878"/>
                  <a:pt x="27440" y="97931"/>
                </a:cubicBezTo>
                <a:cubicBezTo>
                  <a:pt x="29233" y="93085"/>
                  <a:pt x="31206" y="88241"/>
                  <a:pt x="33179" y="83575"/>
                </a:cubicBezTo>
                <a:cubicBezTo>
                  <a:pt x="34794" y="79270"/>
                  <a:pt x="41249" y="62943"/>
                  <a:pt x="41966" y="60789"/>
                </a:cubicBezTo>
                <a:cubicBezTo>
                  <a:pt x="42506" y="58994"/>
                  <a:pt x="43042" y="56840"/>
                  <a:pt x="43042" y="55048"/>
                </a:cubicBezTo>
                <a:cubicBezTo>
                  <a:pt x="43042" y="46614"/>
                  <a:pt x="35870" y="39797"/>
                  <a:pt x="26003" y="39797"/>
                </a:cubicBezTo>
                <a:cubicBezTo>
                  <a:pt x="8248" y="39797"/>
                  <a:pt x="0" y="64197"/>
                  <a:pt x="0" y="67248"/>
                </a:cubicBezTo>
                <a:cubicBezTo>
                  <a:pt x="0" y="69580"/>
                  <a:pt x="2510" y="69580"/>
                  <a:pt x="3049" y="69580"/>
                </a:cubicBezTo>
                <a:cubicBezTo>
                  <a:pt x="5558" y="69580"/>
                  <a:pt x="5739" y="68685"/>
                  <a:pt x="6275" y="66709"/>
                </a:cubicBezTo>
                <a:cubicBezTo>
                  <a:pt x="10938" y="51280"/>
                  <a:pt x="18831" y="44821"/>
                  <a:pt x="25467" y="44821"/>
                </a:cubicBezTo>
                <a:cubicBezTo>
                  <a:pt x="28335" y="44821"/>
                  <a:pt x="29950" y="46255"/>
                  <a:pt x="29950" y="51099"/>
                </a:cubicBezTo>
                <a:cubicBezTo>
                  <a:pt x="29950" y="55226"/>
                  <a:pt x="28874" y="57919"/>
                  <a:pt x="24392" y="69043"/>
                </a:cubicBezTo>
                <a:lnTo>
                  <a:pt x="13092" y="97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00083">
            <a:extLst xmlns:a="http://schemas.openxmlformats.org/drawingml/2006/main">
              <a:ext uri="{FF2B5EF4-FFF2-40B4-BE49-F238E27FC236}">
                <a16:creationId xmlns:a16="http://schemas.microsoft.com/office/drawing/2014/main" id="{8CB894F6-4E5D-4494-8FC0-17062E29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0631" y="3164945"/>
            <a:ext cx="46449" cy="179175"/>
          </a:xfrm>
          <a:custGeom xmlns:a="http://schemas.openxmlformats.org/drawingml/2006/main">
            <a:pathLst>
              <a:path w="46449" h="179175">
                <a:moveTo>
                  <a:pt x="3407" y="0"/>
                </a:moveTo>
                <a:cubicBezTo>
                  <a:pt x="2151" y="0"/>
                  <a:pt x="0" y="0"/>
                  <a:pt x="0" y="2154"/>
                </a:cubicBezTo>
                <a:cubicBezTo>
                  <a:pt x="0" y="3052"/>
                  <a:pt x="536" y="3588"/>
                  <a:pt x="1612" y="4844"/>
                </a:cubicBezTo>
                <a:cubicBezTo>
                  <a:pt x="17036" y="19014"/>
                  <a:pt x="34255" y="43226"/>
                  <a:pt x="34255" y="89500"/>
                </a:cubicBezTo>
                <a:cubicBezTo>
                  <a:pt x="34255" y="126984"/>
                  <a:pt x="22597" y="155322"/>
                  <a:pt x="3227" y="172900"/>
                </a:cubicBezTo>
                <a:cubicBezTo>
                  <a:pt x="178" y="175948"/>
                  <a:pt x="0" y="176126"/>
                  <a:pt x="0" y="177024"/>
                </a:cubicBezTo>
                <a:cubicBezTo>
                  <a:pt x="0" y="177921"/>
                  <a:pt x="536" y="179175"/>
                  <a:pt x="2332" y="179175"/>
                </a:cubicBezTo>
                <a:cubicBezTo>
                  <a:pt x="4483" y="179175"/>
                  <a:pt x="21521" y="167339"/>
                  <a:pt x="33357" y="144920"/>
                </a:cubicBezTo>
                <a:cubicBezTo>
                  <a:pt x="41250" y="130032"/>
                  <a:pt x="46449" y="110663"/>
                  <a:pt x="46449" y="89681"/>
                </a:cubicBezTo>
                <a:cubicBezTo>
                  <a:pt x="46449" y="64391"/>
                  <a:pt x="38918" y="25112"/>
                  <a:pt x="34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00084">
            <a:extLst xmlns:a="http://schemas.openxmlformats.org/drawingml/2006/main">
              <a:ext uri="{FF2B5EF4-FFF2-40B4-BE49-F238E27FC236}">
                <a16:creationId xmlns:a16="http://schemas.microsoft.com/office/drawing/2014/main" id="{4F272863-5CBA-4FE6-B7E5-D798184A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54" y="3386677"/>
            <a:ext cx="133973" cy="121171"/>
          </a:xfrm>
          <a:custGeom xmlns:a="http://schemas.openxmlformats.org/drawingml/2006/main">
            <a:pathLst>
              <a:path w="133973" h="121171">
                <a:moveTo>
                  <a:pt x="79451" y="12731"/>
                </a:moveTo>
                <a:cubicBezTo>
                  <a:pt x="80706" y="7534"/>
                  <a:pt x="81065" y="6995"/>
                  <a:pt x="85012" y="6637"/>
                </a:cubicBezTo>
                <a:cubicBezTo>
                  <a:pt x="85906" y="6459"/>
                  <a:pt x="92184" y="6459"/>
                  <a:pt x="95772" y="6459"/>
                </a:cubicBezTo>
                <a:cubicBezTo>
                  <a:pt x="106713" y="6459"/>
                  <a:pt x="111373" y="6459"/>
                  <a:pt x="115859" y="7892"/>
                </a:cubicBezTo>
                <a:cubicBezTo>
                  <a:pt x="123929" y="10402"/>
                  <a:pt x="124287" y="15599"/>
                  <a:pt x="124287" y="22052"/>
                </a:cubicBezTo>
                <a:cubicBezTo>
                  <a:pt x="124287" y="24920"/>
                  <a:pt x="124287" y="27249"/>
                  <a:pt x="123032" y="36570"/>
                </a:cubicBezTo>
                <a:lnTo>
                  <a:pt x="122673" y="38541"/>
                </a:lnTo>
                <a:cubicBezTo>
                  <a:pt x="122673" y="40333"/>
                  <a:pt x="123929" y="41230"/>
                  <a:pt x="125722" y="41230"/>
                </a:cubicBezTo>
                <a:cubicBezTo>
                  <a:pt x="128412" y="41230"/>
                  <a:pt x="128771" y="39616"/>
                  <a:pt x="129132" y="36748"/>
                </a:cubicBezTo>
                <a:lnTo>
                  <a:pt x="133973" y="2512"/>
                </a:lnTo>
                <a:cubicBezTo>
                  <a:pt x="133973" y="0"/>
                  <a:pt x="131822" y="0"/>
                  <a:pt x="128593" y="0"/>
                </a:cubicBezTo>
                <a:lnTo>
                  <a:pt x="18291" y="0"/>
                </a:lnTo>
                <a:cubicBezTo>
                  <a:pt x="13809" y="0"/>
                  <a:pt x="13450" y="0"/>
                  <a:pt x="12194" y="3769"/>
                </a:cubicBezTo>
                <a:lnTo>
                  <a:pt x="895" y="35495"/>
                </a:lnTo>
                <a:cubicBezTo>
                  <a:pt x="717" y="36211"/>
                  <a:pt x="0" y="37823"/>
                  <a:pt x="0" y="38721"/>
                </a:cubicBezTo>
                <a:cubicBezTo>
                  <a:pt x="0" y="39438"/>
                  <a:pt x="358" y="41230"/>
                  <a:pt x="3049" y="41230"/>
                </a:cubicBezTo>
                <a:cubicBezTo>
                  <a:pt x="5380" y="41230"/>
                  <a:pt x="5738" y="40333"/>
                  <a:pt x="6814" y="36929"/>
                </a:cubicBezTo>
                <a:cubicBezTo>
                  <a:pt x="17216" y="8251"/>
                  <a:pt x="23135" y="6459"/>
                  <a:pt x="50395" y="6459"/>
                </a:cubicBezTo>
                <a:lnTo>
                  <a:pt x="57930" y="6459"/>
                </a:lnTo>
                <a:cubicBezTo>
                  <a:pt x="63309" y="6459"/>
                  <a:pt x="63487" y="6637"/>
                  <a:pt x="63487" y="8251"/>
                </a:cubicBezTo>
                <a:cubicBezTo>
                  <a:pt x="63487" y="8429"/>
                  <a:pt x="63487" y="9326"/>
                  <a:pt x="62770" y="12014"/>
                </a:cubicBezTo>
                <a:lnTo>
                  <a:pt x="39095" y="106292"/>
                </a:lnTo>
                <a:cubicBezTo>
                  <a:pt x="37484" y="112923"/>
                  <a:pt x="36945" y="114716"/>
                  <a:pt x="18113" y="114716"/>
                </a:cubicBezTo>
                <a:cubicBezTo>
                  <a:pt x="11655" y="114716"/>
                  <a:pt x="10043" y="114716"/>
                  <a:pt x="10043" y="118662"/>
                </a:cubicBezTo>
                <a:cubicBezTo>
                  <a:pt x="10043" y="119201"/>
                  <a:pt x="10402" y="121171"/>
                  <a:pt x="13092" y="121171"/>
                </a:cubicBezTo>
                <a:cubicBezTo>
                  <a:pt x="18113" y="121171"/>
                  <a:pt x="23494" y="120635"/>
                  <a:pt x="28516" y="120635"/>
                </a:cubicBezTo>
                <a:cubicBezTo>
                  <a:pt x="33538" y="120635"/>
                  <a:pt x="38917" y="120454"/>
                  <a:pt x="43939" y="120454"/>
                </a:cubicBezTo>
                <a:cubicBezTo>
                  <a:pt x="48962" y="120454"/>
                  <a:pt x="55059" y="120454"/>
                  <a:pt x="60080" y="120635"/>
                </a:cubicBezTo>
                <a:cubicBezTo>
                  <a:pt x="64924" y="120813"/>
                  <a:pt x="70305" y="121171"/>
                  <a:pt x="75145" y="121171"/>
                </a:cubicBezTo>
                <a:cubicBezTo>
                  <a:pt x="76580" y="121171"/>
                  <a:pt x="79273" y="121171"/>
                  <a:pt x="79273" y="117228"/>
                </a:cubicBezTo>
                <a:cubicBezTo>
                  <a:pt x="79273" y="114716"/>
                  <a:pt x="77477" y="114716"/>
                  <a:pt x="71919" y="114716"/>
                </a:cubicBezTo>
                <a:cubicBezTo>
                  <a:pt x="68509" y="114716"/>
                  <a:pt x="64924" y="114538"/>
                  <a:pt x="61515" y="114357"/>
                </a:cubicBezTo>
                <a:cubicBezTo>
                  <a:pt x="55417" y="113820"/>
                  <a:pt x="55059" y="113104"/>
                  <a:pt x="55059" y="110953"/>
                </a:cubicBezTo>
                <a:cubicBezTo>
                  <a:pt x="55059" y="109697"/>
                  <a:pt x="55059" y="109338"/>
                  <a:pt x="55776" y="106828"/>
                </a:cubicBezTo>
                <a:lnTo>
                  <a:pt x="79451" y="127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00085">
            <a:extLst xmlns:a="http://schemas.openxmlformats.org/drawingml/2006/main">
              <a:ext uri="{FF2B5EF4-FFF2-40B4-BE49-F238E27FC236}">
                <a16:creationId xmlns:a16="http://schemas.microsoft.com/office/drawing/2014/main" id="{09398075-A69E-4BB9-8FBD-85B73F0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698" y="3853485"/>
            <a:ext cx="63412" cy="154966"/>
          </a:xfrm>
          <a:custGeom xmlns:a="http://schemas.openxmlformats.org/drawingml/2006/main">
            <a:pathLst>
              <a:path w="63412" h="154966">
                <a:moveTo>
                  <a:pt x="60186" y="8533"/>
                </a:moveTo>
                <a:cubicBezTo>
                  <a:pt x="60186" y="3459"/>
                  <a:pt x="56495" y="0"/>
                  <a:pt x="51424" y="0"/>
                </a:cubicBezTo>
                <a:cubicBezTo>
                  <a:pt x="45197" y="0"/>
                  <a:pt x="38972" y="5996"/>
                  <a:pt x="38972" y="12224"/>
                </a:cubicBezTo>
                <a:cubicBezTo>
                  <a:pt x="38972" y="16833"/>
                  <a:pt x="42431" y="20753"/>
                  <a:pt x="47734" y="20753"/>
                </a:cubicBezTo>
                <a:cubicBezTo>
                  <a:pt x="53962" y="20753"/>
                  <a:pt x="60186" y="14989"/>
                  <a:pt x="60186" y="8533"/>
                </a:cubicBezTo>
                <a:moveTo>
                  <a:pt x="63412" y="119446"/>
                </a:moveTo>
                <a:cubicBezTo>
                  <a:pt x="63412" y="118296"/>
                  <a:pt x="62723" y="116681"/>
                  <a:pt x="60418" y="116681"/>
                </a:cubicBezTo>
                <a:cubicBezTo>
                  <a:pt x="57882" y="116681"/>
                  <a:pt x="57649" y="117831"/>
                  <a:pt x="56727" y="120832"/>
                </a:cubicBezTo>
                <a:cubicBezTo>
                  <a:pt x="51192" y="139745"/>
                  <a:pt x="41738" y="149203"/>
                  <a:pt x="32976" y="149203"/>
                </a:cubicBezTo>
                <a:cubicBezTo>
                  <a:pt x="29286" y="149203"/>
                  <a:pt x="27442" y="147359"/>
                  <a:pt x="27442" y="141592"/>
                </a:cubicBezTo>
                <a:cubicBezTo>
                  <a:pt x="27442" y="136054"/>
                  <a:pt x="29286" y="130980"/>
                  <a:pt x="31129" y="126599"/>
                </a:cubicBezTo>
                <a:cubicBezTo>
                  <a:pt x="35281" y="115527"/>
                  <a:pt x="35281" y="115065"/>
                  <a:pt x="38279" y="107912"/>
                </a:cubicBezTo>
                <a:cubicBezTo>
                  <a:pt x="41970" y="97997"/>
                  <a:pt x="47040" y="84848"/>
                  <a:pt x="49349" y="78388"/>
                </a:cubicBezTo>
                <a:cubicBezTo>
                  <a:pt x="50964" y="74235"/>
                  <a:pt x="50964" y="71931"/>
                  <a:pt x="50964" y="69855"/>
                </a:cubicBezTo>
                <a:cubicBezTo>
                  <a:pt x="50964" y="56706"/>
                  <a:pt x="40584" y="50478"/>
                  <a:pt x="31361" y="50478"/>
                </a:cubicBezTo>
                <a:cubicBezTo>
                  <a:pt x="8994" y="50478"/>
                  <a:pt x="0" y="83461"/>
                  <a:pt x="0" y="86002"/>
                </a:cubicBezTo>
                <a:cubicBezTo>
                  <a:pt x="0" y="88078"/>
                  <a:pt x="1615" y="88768"/>
                  <a:pt x="3230" y="88768"/>
                </a:cubicBezTo>
                <a:cubicBezTo>
                  <a:pt x="5763" y="88768"/>
                  <a:pt x="5996" y="87384"/>
                  <a:pt x="6918" y="84387"/>
                </a:cubicBezTo>
                <a:cubicBezTo>
                  <a:pt x="11759" y="68008"/>
                  <a:pt x="20524" y="56245"/>
                  <a:pt x="30669" y="56245"/>
                </a:cubicBezTo>
                <a:cubicBezTo>
                  <a:pt x="32976" y="56245"/>
                  <a:pt x="36203" y="56706"/>
                  <a:pt x="36203" y="63627"/>
                </a:cubicBezTo>
                <a:cubicBezTo>
                  <a:pt x="36203" y="69390"/>
                  <a:pt x="33899" y="75390"/>
                  <a:pt x="31822" y="80696"/>
                </a:cubicBezTo>
                <a:lnTo>
                  <a:pt x="15451" y="123369"/>
                </a:lnTo>
                <a:cubicBezTo>
                  <a:pt x="13836" y="127750"/>
                  <a:pt x="12453" y="131441"/>
                  <a:pt x="12453" y="135593"/>
                </a:cubicBezTo>
                <a:cubicBezTo>
                  <a:pt x="12453" y="146434"/>
                  <a:pt x="20524" y="154966"/>
                  <a:pt x="32284" y="154966"/>
                </a:cubicBezTo>
                <a:cubicBezTo>
                  <a:pt x="54652" y="154966"/>
                  <a:pt x="63412" y="121754"/>
                  <a:pt x="63412" y="1194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00086">
            <a:extLst xmlns:a="http://schemas.openxmlformats.org/drawingml/2006/main">
              <a:ext uri="{FF2B5EF4-FFF2-40B4-BE49-F238E27FC236}">
                <a16:creationId xmlns:a16="http://schemas.microsoft.com/office/drawing/2014/main" id="{0A385EEA-8C7D-434C-AB28-6E4B55D0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081" y="3919727"/>
            <a:ext cx="157728" cy="56973"/>
          </a:xfrm>
          <a:custGeom xmlns:a="http://schemas.openxmlformats.org/drawingml/2006/main">
            <a:pathLst>
              <a:path w="157728" h="56973">
                <a:moveTo>
                  <a:pt x="150118" y="9919"/>
                </a:moveTo>
                <a:cubicBezTo>
                  <a:pt x="153348" y="9919"/>
                  <a:pt x="157728" y="9919"/>
                  <a:pt x="157728" y="5074"/>
                </a:cubicBezTo>
                <a:cubicBezTo>
                  <a:pt x="157728" y="0"/>
                  <a:pt x="152655" y="0"/>
                  <a:pt x="149196" y="0"/>
                </a:cubicBezTo>
                <a:lnTo>
                  <a:pt x="8533" y="0"/>
                </a:lnTo>
                <a:cubicBezTo>
                  <a:pt x="5074" y="0"/>
                  <a:pt x="0" y="0"/>
                  <a:pt x="0" y="5074"/>
                </a:cubicBezTo>
                <a:cubicBezTo>
                  <a:pt x="0" y="9919"/>
                  <a:pt x="4613" y="9919"/>
                  <a:pt x="7611" y="9919"/>
                </a:cubicBezTo>
                <a:lnTo>
                  <a:pt x="150118" y="9919"/>
                </a:lnTo>
                <a:moveTo>
                  <a:pt x="149196" y="56973"/>
                </a:moveTo>
                <a:cubicBezTo>
                  <a:pt x="152655" y="56973"/>
                  <a:pt x="157728" y="56973"/>
                  <a:pt x="157728" y="51903"/>
                </a:cubicBezTo>
                <a:cubicBezTo>
                  <a:pt x="157728" y="47057"/>
                  <a:pt x="153348" y="47057"/>
                  <a:pt x="150118" y="47057"/>
                </a:cubicBezTo>
                <a:lnTo>
                  <a:pt x="7611" y="47057"/>
                </a:lnTo>
                <a:cubicBezTo>
                  <a:pt x="4613" y="47057"/>
                  <a:pt x="0" y="47057"/>
                  <a:pt x="0" y="51903"/>
                </a:cubicBezTo>
                <a:cubicBezTo>
                  <a:pt x="0" y="56973"/>
                  <a:pt x="5074" y="56973"/>
                  <a:pt x="8533" y="56973"/>
                </a:cubicBezTo>
                <a:lnTo>
                  <a:pt x="149196" y="569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00087">
            <a:extLst xmlns:a="http://schemas.openxmlformats.org/drawingml/2006/main">
              <a:ext uri="{FF2B5EF4-FFF2-40B4-BE49-F238E27FC236}">
                <a16:creationId xmlns:a16="http://schemas.microsoft.com/office/drawing/2014/main" id="{B79672AA-2690-45E7-9D88-0629D4CD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347" y="3852335"/>
            <a:ext cx="78172" cy="153639"/>
          </a:xfrm>
          <a:custGeom xmlns:a="http://schemas.openxmlformats.org/drawingml/2006/main">
            <a:pathLst>
              <a:path w="78172" h="153639">
                <a:moveTo>
                  <a:pt x="48655" y="6224"/>
                </a:moveTo>
                <a:cubicBezTo>
                  <a:pt x="48655" y="461"/>
                  <a:pt x="48426" y="0"/>
                  <a:pt x="42663" y="0"/>
                </a:cubicBezTo>
                <a:cubicBezTo>
                  <a:pt x="28363" y="14757"/>
                  <a:pt x="7150" y="14757"/>
                  <a:pt x="0" y="14757"/>
                </a:cubicBezTo>
                <a:lnTo>
                  <a:pt x="0" y="21903"/>
                </a:lnTo>
                <a:cubicBezTo>
                  <a:pt x="4384" y="21903"/>
                  <a:pt x="18448" y="21903"/>
                  <a:pt x="30900" y="15911"/>
                </a:cubicBezTo>
                <a:lnTo>
                  <a:pt x="30900" y="135188"/>
                </a:lnTo>
                <a:cubicBezTo>
                  <a:pt x="30900" y="143724"/>
                  <a:pt x="30210" y="146493"/>
                  <a:pt x="8765" y="146493"/>
                </a:cubicBezTo>
                <a:lnTo>
                  <a:pt x="1386" y="146493"/>
                </a:lnTo>
                <a:lnTo>
                  <a:pt x="1386" y="153639"/>
                </a:lnTo>
                <a:cubicBezTo>
                  <a:pt x="9687" y="152950"/>
                  <a:pt x="30210" y="152950"/>
                  <a:pt x="39665" y="152950"/>
                </a:cubicBezTo>
                <a:cubicBezTo>
                  <a:pt x="49119" y="152950"/>
                  <a:pt x="69872" y="152950"/>
                  <a:pt x="78172" y="153639"/>
                </a:cubicBezTo>
                <a:lnTo>
                  <a:pt x="78172" y="146493"/>
                </a:lnTo>
                <a:lnTo>
                  <a:pt x="70794" y="146493"/>
                </a:lnTo>
                <a:cubicBezTo>
                  <a:pt x="49348" y="146493"/>
                  <a:pt x="48655" y="143724"/>
                  <a:pt x="48655" y="135188"/>
                </a:cubicBezTo>
                <a:lnTo>
                  <a:pt x="48655" y="62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00088">
            <a:extLst xmlns:a="http://schemas.openxmlformats.org/drawingml/2006/main">
              <a:ext uri="{FF2B5EF4-FFF2-40B4-BE49-F238E27FC236}">
                <a16:creationId xmlns:a16="http://schemas.microsoft.com/office/drawing/2014/main" id="{D03E59B1-FF71-4AFF-9EC3-15A8FCC4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894" y="3981074"/>
            <a:ext cx="27439" cy="69489"/>
          </a:xfrm>
          <a:custGeom xmlns:a="http://schemas.openxmlformats.org/drawingml/2006/main">
            <a:pathLst>
              <a:path w="27439" h="69489">
                <a:moveTo>
                  <a:pt x="21675" y="21214"/>
                </a:moveTo>
                <a:cubicBezTo>
                  <a:pt x="21675" y="28831"/>
                  <a:pt x="21675" y="47779"/>
                  <a:pt x="4610" y="64186"/>
                </a:cubicBezTo>
                <a:cubicBezTo>
                  <a:pt x="3227" y="65569"/>
                  <a:pt x="3227" y="65802"/>
                  <a:pt x="3227" y="66723"/>
                </a:cubicBezTo>
                <a:cubicBezTo>
                  <a:pt x="3227" y="68338"/>
                  <a:pt x="4842" y="69489"/>
                  <a:pt x="6225" y="69489"/>
                </a:cubicBezTo>
                <a:cubicBezTo>
                  <a:pt x="8761" y="69489"/>
                  <a:pt x="27439" y="51477"/>
                  <a:pt x="27439" y="24440"/>
                </a:cubicBezTo>
                <a:cubicBezTo>
                  <a:pt x="27439" y="10144"/>
                  <a:pt x="22368" y="0"/>
                  <a:pt x="12453" y="0"/>
                </a:cubicBezTo>
                <a:cubicBezTo>
                  <a:pt x="4610" y="0"/>
                  <a:pt x="0" y="5996"/>
                  <a:pt x="0" y="12452"/>
                </a:cubicBezTo>
                <a:cubicBezTo>
                  <a:pt x="0" y="18909"/>
                  <a:pt x="4610" y="24901"/>
                  <a:pt x="12453" y="24901"/>
                </a:cubicBezTo>
                <a:cubicBezTo>
                  <a:pt x="15911" y="24901"/>
                  <a:pt x="19370" y="23750"/>
                  <a:pt x="21675" y="212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00089">
            <a:extLst xmlns:a="http://schemas.openxmlformats.org/drawingml/2006/main">
              <a:ext uri="{FF2B5EF4-FFF2-40B4-BE49-F238E27FC236}">
                <a16:creationId xmlns:a16="http://schemas.microsoft.com/office/drawing/2014/main" id="{62618AAF-8920-4938-B38C-9F8FC895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277" y="3981074"/>
            <a:ext cx="24905" cy="24901"/>
          </a:xfrm>
          <a:custGeom xmlns:a="http://schemas.openxmlformats.org/drawingml/2006/main">
            <a:pathLst>
              <a:path w="24905" h="24901">
                <a:moveTo>
                  <a:pt x="24905" y="12452"/>
                </a:moveTo>
                <a:cubicBezTo>
                  <a:pt x="24905" y="5763"/>
                  <a:pt x="19599" y="0"/>
                  <a:pt x="12453" y="0"/>
                </a:cubicBezTo>
                <a:cubicBezTo>
                  <a:pt x="5303" y="0"/>
                  <a:pt x="0" y="5763"/>
                  <a:pt x="0" y="12452"/>
                </a:cubicBezTo>
                <a:cubicBezTo>
                  <a:pt x="0" y="19138"/>
                  <a:pt x="5303" y="24901"/>
                  <a:pt x="12453" y="24901"/>
                </a:cubicBezTo>
                <a:cubicBezTo>
                  <a:pt x="19599" y="24901"/>
                  <a:pt x="24905" y="19138"/>
                  <a:pt x="24905" y="12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00090">
            <a:extLst xmlns:a="http://schemas.openxmlformats.org/drawingml/2006/main">
              <a:ext uri="{FF2B5EF4-FFF2-40B4-BE49-F238E27FC236}">
                <a16:creationId xmlns:a16="http://schemas.microsoft.com/office/drawing/2014/main" id="{6D4484F5-EE08-47B1-920E-0AA25CEB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888" y="3981074"/>
            <a:ext cx="24905" cy="24901"/>
          </a:xfrm>
          <a:custGeom xmlns:a="http://schemas.openxmlformats.org/drawingml/2006/main">
            <a:pathLst>
              <a:path w="24905" h="24901">
                <a:moveTo>
                  <a:pt x="24905" y="12452"/>
                </a:moveTo>
                <a:cubicBezTo>
                  <a:pt x="24905" y="5763"/>
                  <a:pt x="19599" y="0"/>
                  <a:pt x="12453" y="0"/>
                </a:cubicBezTo>
                <a:cubicBezTo>
                  <a:pt x="5303" y="0"/>
                  <a:pt x="0" y="5763"/>
                  <a:pt x="0" y="12452"/>
                </a:cubicBezTo>
                <a:cubicBezTo>
                  <a:pt x="0" y="19138"/>
                  <a:pt x="5303" y="24901"/>
                  <a:pt x="12453" y="24901"/>
                </a:cubicBezTo>
                <a:cubicBezTo>
                  <a:pt x="19599" y="24901"/>
                  <a:pt x="24905" y="19138"/>
                  <a:pt x="24905" y="12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00091">
            <a:extLst xmlns:a="http://schemas.openxmlformats.org/drawingml/2006/main">
              <a:ext uri="{FF2B5EF4-FFF2-40B4-BE49-F238E27FC236}">
                <a16:creationId xmlns:a16="http://schemas.microsoft.com/office/drawing/2014/main" id="{C5F9621B-877E-4CEE-9387-75F5A1CB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69" y="3981074"/>
            <a:ext cx="24905" cy="24901"/>
          </a:xfrm>
          <a:custGeom xmlns:a="http://schemas.openxmlformats.org/drawingml/2006/main">
            <a:pathLst>
              <a:path w="24905" h="24901">
                <a:moveTo>
                  <a:pt x="24905" y="12452"/>
                </a:moveTo>
                <a:cubicBezTo>
                  <a:pt x="24905" y="5763"/>
                  <a:pt x="19599" y="0"/>
                  <a:pt x="12453" y="0"/>
                </a:cubicBezTo>
                <a:cubicBezTo>
                  <a:pt x="5303" y="0"/>
                  <a:pt x="0" y="5763"/>
                  <a:pt x="0" y="12452"/>
                </a:cubicBezTo>
                <a:cubicBezTo>
                  <a:pt x="0" y="19138"/>
                  <a:pt x="5303" y="24901"/>
                  <a:pt x="12453" y="24901"/>
                </a:cubicBezTo>
                <a:cubicBezTo>
                  <a:pt x="19599" y="24901"/>
                  <a:pt x="24905" y="19138"/>
                  <a:pt x="24905" y="12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00092">
            <a:extLst xmlns:a="http://schemas.openxmlformats.org/drawingml/2006/main">
              <a:ext uri="{FF2B5EF4-FFF2-40B4-BE49-F238E27FC236}">
                <a16:creationId xmlns:a16="http://schemas.microsoft.com/office/drawing/2014/main" id="{19EB79F7-1AC2-470A-8C01-150D3680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651" y="3981074"/>
            <a:ext cx="27439" cy="69489"/>
          </a:xfrm>
          <a:custGeom xmlns:a="http://schemas.openxmlformats.org/drawingml/2006/main">
            <a:pathLst>
              <a:path w="27439" h="69489">
                <a:moveTo>
                  <a:pt x="21675" y="21214"/>
                </a:moveTo>
                <a:cubicBezTo>
                  <a:pt x="21675" y="28831"/>
                  <a:pt x="21675" y="47779"/>
                  <a:pt x="4610" y="64186"/>
                </a:cubicBezTo>
                <a:cubicBezTo>
                  <a:pt x="3227" y="65569"/>
                  <a:pt x="3227" y="65802"/>
                  <a:pt x="3227" y="66723"/>
                </a:cubicBezTo>
                <a:cubicBezTo>
                  <a:pt x="3227" y="68338"/>
                  <a:pt x="4842" y="69489"/>
                  <a:pt x="6225" y="69489"/>
                </a:cubicBezTo>
                <a:cubicBezTo>
                  <a:pt x="8761" y="69489"/>
                  <a:pt x="27439" y="51477"/>
                  <a:pt x="27439" y="24440"/>
                </a:cubicBezTo>
                <a:cubicBezTo>
                  <a:pt x="27439" y="10144"/>
                  <a:pt x="22368" y="0"/>
                  <a:pt x="12453" y="0"/>
                </a:cubicBezTo>
                <a:cubicBezTo>
                  <a:pt x="4610" y="0"/>
                  <a:pt x="0" y="5996"/>
                  <a:pt x="0" y="12452"/>
                </a:cubicBezTo>
                <a:cubicBezTo>
                  <a:pt x="0" y="18909"/>
                  <a:pt x="4610" y="24901"/>
                  <a:pt x="12453" y="24901"/>
                </a:cubicBezTo>
                <a:cubicBezTo>
                  <a:pt x="15911" y="24901"/>
                  <a:pt x="19370" y="23750"/>
                  <a:pt x="21675" y="212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00093">
            <a:extLst xmlns:a="http://schemas.openxmlformats.org/drawingml/2006/main">
              <a:ext uri="{FF2B5EF4-FFF2-40B4-BE49-F238E27FC236}">
                <a16:creationId xmlns:a16="http://schemas.microsoft.com/office/drawing/2014/main" id="{652AA19D-31BC-4D05-B41E-D387DF47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886" y="3848567"/>
            <a:ext cx="196696" cy="157408"/>
          </a:xfrm>
          <a:custGeom xmlns:a="http://schemas.openxmlformats.org/drawingml/2006/main">
            <a:pathLst>
              <a:path w="196696" h="157408">
                <a:moveTo>
                  <a:pt x="167872" y="24898"/>
                </a:moveTo>
                <a:cubicBezTo>
                  <a:pt x="170180" y="15446"/>
                  <a:pt x="174561" y="7843"/>
                  <a:pt x="192548" y="7150"/>
                </a:cubicBezTo>
                <a:cubicBezTo>
                  <a:pt x="193931" y="7150"/>
                  <a:pt x="196696" y="6921"/>
                  <a:pt x="196696" y="2998"/>
                </a:cubicBezTo>
                <a:cubicBezTo>
                  <a:pt x="196696" y="1154"/>
                  <a:pt x="195313" y="0"/>
                  <a:pt x="193470" y="0"/>
                </a:cubicBezTo>
                <a:cubicBezTo>
                  <a:pt x="188396" y="0"/>
                  <a:pt x="175483" y="693"/>
                  <a:pt x="170409" y="693"/>
                </a:cubicBezTo>
                <a:cubicBezTo>
                  <a:pt x="164645" y="693"/>
                  <a:pt x="164184" y="693"/>
                  <a:pt x="158650" y="464"/>
                </a:cubicBezTo>
                <a:cubicBezTo>
                  <a:pt x="154959" y="464"/>
                  <a:pt x="150117" y="0"/>
                  <a:pt x="146659" y="0"/>
                </a:cubicBezTo>
                <a:cubicBezTo>
                  <a:pt x="145736" y="0"/>
                  <a:pt x="142506" y="0"/>
                  <a:pt x="142506" y="4152"/>
                </a:cubicBezTo>
                <a:cubicBezTo>
                  <a:pt x="142506" y="7150"/>
                  <a:pt x="145276" y="7150"/>
                  <a:pt x="146659" y="7150"/>
                </a:cubicBezTo>
                <a:cubicBezTo>
                  <a:pt x="155419" y="7382"/>
                  <a:pt x="162109" y="9454"/>
                  <a:pt x="162109" y="17061"/>
                </a:cubicBezTo>
                <a:cubicBezTo>
                  <a:pt x="162109" y="18212"/>
                  <a:pt x="161415" y="21439"/>
                  <a:pt x="161415" y="21671"/>
                </a:cubicBezTo>
                <a:lnTo>
                  <a:pt x="135589" y="124221"/>
                </a:lnTo>
                <a:lnTo>
                  <a:pt x="82785" y="4613"/>
                </a:lnTo>
                <a:cubicBezTo>
                  <a:pt x="80709" y="232"/>
                  <a:pt x="80477" y="0"/>
                  <a:pt x="75174" y="0"/>
                </a:cubicBezTo>
                <a:lnTo>
                  <a:pt x="44506" y="0"/>
                </a:lnTo>
                <a:cubicBezTo>
                  <a:pt x="40123" y="0"/>
                  <a:pt x="37586" y="0"/>
                  <a:pt x="37586" y="4152"/>
                </a:cubicBezTo>
                <a:cubicBezTo>
                  <a:pt x="37586" y="7150"/>
                  <a:pt x="39893" y="7150"/>
                  <a:pt x="44506" y="7150"/>
                </a:cubicBezTo>
                <a:cubicBezTo>
                  <a:pt x="45657" y="7150"/>
                  <a:pt x="54189" y="7150"/>
                  <a:pt x="59724" y="8532"/>
                </a:cubicBezTo>
                <a:lnTo>
                  <a:pt x="28595" y="132978"/>
                </a:lnTo>
                <a:cubicBezTo>
                  <a:pt x="25826" y="144269"/>
                  <a:pt x="20063" y="149568"/>
                  <a:pt x="3920" y="150262"/>
                </a:cubicBezTo>
                <a:cubicBezTo>
                  <a:pt x="2997" y="150262"/>
                  <a:pt x="0" y="150491"/>
                  <a:pt x="0" y="154414"/>
                </a:cubicBezTo>
                <a:cubicBezTo>
                  <a:pt x="0" y="154875"/>
                  <a:pt x="0" y="157408"/>
                  <a:pt x="3230" y="157408"/>
                </a:cubicBezTo>
                <a:cubicBezTo>
                  <a:pt x="5995" y="157408"/>
                  <a:pt x="11759" y="157179"/>
                  <a:pt x="14757" y="156947"/>
                </a:cubicBezTo>
                <a:cubicBezTo>
                  <a:pt x="18448" y="156718"/>
                  <a:pt x="18908" y="156718"/>
                  <a:pt x="26287" y="156718"/>
                </a:cubicBezTo>
                <a:cubicBezTo>
                  <a:pt x="32054" y="156718"/>
                  <a:pt x="32515" y="156718"/>
                  <a:pt x="38050" y="156947"/>
                </a:cubicBezTo>
                <a:cubicBezTo>
                  <a:pt x="41738" y="156947"/>
                  <a:pt x="46579" y="157408"/>
                  <a:pt x="50038" y="157408"/>
                </a:cubicBezTo>
                <a:cubicBezTo>
                  <a:pt x="51191" y="157408"/>
                  <a:pt x="54189" y="157408"/>
                  <a:pt x="54189" y="153260"/>
                </a:cubicBezTo>
                <a:cubicBezTo>
                  <a:pt x="54189" y="150491"/>
                  <a:pt x="51653" y="150262"/>
                  <a:pt x="49576" y="150262"/>
                </a:cubicBezTo>
                <a:cubicBezTo>
                  <a:pt x="38739" y="150030"/>
                  <a:pt x="34591" y="146574"/>
                  <a:pt x="34591" y="140353"/>
                </a:cubicBezTo>
                <a:cubicBezTo>
                  <a:pt x="34591" y="138738"/>
                  <a:pt x="34820" y="138510"/>
                  <a:pt x="35513" y="135283"/>
                </a:cubicBezTo>
                <a:lnTo>
                  <a:pt x="65720" y="13835"/>
                </a:lnTo>
                <a:lnTo>
                  <a:pt x="127521" y="153260"/>
                </a:lnTo>
                <a:cubicBezTo>
                  <a:pt x="129133" y="156947"/>
                  <a:pt x="129364" y="157408"/>
                  <a:pt x="131669" y="157408"/>
                </a:cubicBezTo>
                <a:cubicBezTo>
                  <a:pt x="134667" y="157408"/>
                  <a:pt x="134899" y="156486"/>
                  <a:pt x="135821" y="152566"/>
                </a:cubicBezTo>
                <a:lnTo>
                  <a:pt x="167872" y="248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00094">
            <a:extLst xmlns:a="http://schemas.openxmlformats.org/drawingml/2006/main">
              <a:ext uri="{FF2B5EF4-FFF2-40B4-BE49-F238E27FC236}">
                <a16:creationId xmlns:a16="http://schemas.microsoft.com/office/drawing/2014/main" id="{6E23AD40-F7D7-4BA5-89E5-94E5820A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486" y="316793"/>
            <a:ext cx="119651" cy="168641"/>
          </a:xfrm>
          <a:custGeom xmlns:a="http://schemas.openxmlformats.org/drawingml/2006/main">
            <a:pathLst>
              <a:path w="119651" h="168641">
                <a:moveTo>
                  <a:pt x="117602" y="42289"/>
                </a:moveTo>
                <a:cubicBezTo>
                  <a:pt x="118885" y="37676"/>
                  <a:pt x="119651" y="34345"/>
                  <a:pt x="119651" y="27425"/>
                </a:cubicBezTo>
                <a:cubicBezTo>
                  <a:pt x="119651" y="10763"/>
                  <a:pt x="109404" y="0"/>
                  <a:pt x="90189" y="0"/>
                </a:cubicBezTo>
                <a:cubicBezTo>
                  <a:pt x="69945" y="0"/>
                  <a:pt x="56626" y="13328"/>
                  <a:pt x="50476" y="22300"/>
                </a:cubicBezTo>
                <a:cubicBezTo>
                  <a:pt x="49194" y="7690"/>
                  <a:pt x="38431" y="0"/>
                  <a:pt x="26902" y="0"/>
                </a:cubicBezTo>
                <a:cubicBezTo>
                  <a:pt x="15119" y="0"/>
                  <a:pt x="10247" y="9997"/>
                  <a:pt x="7944" y="14610"/>
                </a:cubicBezTo>
                <a:cubicBezTo>
                  <a:pt x="3331" y="23324"/>
                  <a:pt x="0" y="38700"/>
                  <a:pt x="0" y="39471"/>
                </a:cubicBezTo>
                <a:cubicBezTo>
                  <a:pt x="0" y="42031"/>
                  <a:pt x="2561" y="42031"/>
                  <a:pt x="3073" y="42031"/>
                </a:cubicBezTo>
                <a:cubicBezTo>
                  <a:pt x="5638" y="42031"/>
                  <a:pt x="5892" y="41777"/>
                  <a:pt x="7432" y="36140"/>
                </a:cubicBezTo>
                <a:cubicBezTo>
                  <a:pt x="11787" y="17941"/>
                  <a:pt x="16909" y="5638"/>
                  <a:pt x="26135" y="5638"/>
                </a:cubicBezTo>
                <a:cubicBezTo>
                  <a:pt x="30491" y="5638"/>
                  <a:pt x="34076" y="7690"/>
                  <a:pt x="34076" y="17429"/>
                </a:cubicBezTo>
                <a:cubicBezTo>
                  <a:pt x="34076" y="22812"/>
                  <a:pt x="33309" y="25631"/>
                  <a:pt x="29978" y="38959"/>
                </a:cubicBezTo>
                <a:lnTo>
                  <a:pt x="15119" y="98164"/>
                </a:lnTo>
                <a:cubicBezTo>
                  <a:pt x="14348" y="102008"/>
                  <a:pt x="12812" y="107903"/>
                  <a:pt x="12812" y="109185"/>
                </a:cubicBezTo>
                <a:cubicBezTo>
                  <a:pt x="12812" y="113799"/>
                  <a:pt x="16397" y="116105"/>
                  <a:pt x="20240" y="116105"/>
                </a:cubicBezTo>
                <a:cubicBezTo>
                  <a:pt x="23317" y="116105"/>
                  <a:pt x="27926" y="114053"/>
                  <a:pt x="29720" y="108927"/>
                </a:cubicBezTo>
                <a:cubicBezTo>
                  <a:pt x="29978" y="108415"/>
                  <a:pt x="33051" y="96370"/>
                  <a:pt x="34588" y="89962"/>
                </a:cubicBezTo>
                <a:lnTo>
                  <a:pt x="40225" y="66896"/>
                </a:lnTo>
                <a:cubicBezTo>
                  <a:pt x="41762" y="61254"/>
                  <a:pt x="43302" y="55617"/>
                  <a:pt x="44580" y="49722"/>
                </a:cubicBezTo>
                <a:cubicBezTo>
                  <a:pt x="45092" y="48185"/>
                  <a:pt x="47145" y="39725"/>
                  <a:pt x="47399" y="38188"/>
                </a:cubicBezTo>
                <a:cubicBezTo>
                  <a:pt x="48170" y="35882"/>
                  <a:pt x="56110" y="21530"/>
                  <a:pt x="64824" y="14610"/>
                </a:cubicBezTo>
                <a:cubicBezTo>
                  <a:pt x="70457" y="10509"/>
                  <a:pt x="78402" y="5638"/>
                  <a:pt x="89419" y="5638"/>
                </a:cubicBezTo>
                <a:cubicBezTo>
                  <a:pt x="100435" y="5638"/>
                  <a:pt x="103255" y="14352"/>
                  <a:pt x="103255" y="23578"/>
                </a:cubicBezTo>
                <a:cubicBezTo>
                  <a:pt x="103255" y="24861"/>
                  <a:pt x="103255" y="29474"/>
                  <a:pt x="100694" y="39725"/>
                </a:cubicBezTo>
                <a:lnTo>
                  <a:pt x="71485" y="157624"/>
                </a:lnTo>
                <a:cubicBezTo>
                  <a:pt x="70715" y="160701"/>
                  <a:pt x="70715" y="161213"/>
                  <a:pt x="70715" y="161725"/>
                </a:cubicBezTo>
                <a:cubicBezTo>
                  <a:pt x="70715" y="165569"/>
                  <a:pt x="73535" y="168641"/>
                  <a:pt x="77890" y="168641"/>
                </a:cubicBezTo>
                <a:cubicBezTo>
                  <a:pt x="85834" y="168641"/>
                  <a:pt x="87624" y="161213"/>
                  <a:pt x="88394" y="158395"/>
                </a:cubicBezTo>
                <a:lnTo>
                  <a:pt x="117602" y="422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999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2026-10-09T20:15:59.8560000Z</dcterms:created>
  <dcterms:modified xsi:type="dcterms:W3CDTF">2026-10-09T20:15:59.8560000Z</dcterms:modified>
</coreProperties>
</file>