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db689c28a84d34" /><Relationship Type="http://schemas.openxmlformats.org/officeDocument/2006/relationships/extended-properties" Target="/docProps/app.xml" Id="Rb4cda0c6d1f24d48" /><Relationship Type="http://schemas.openxmlformats.org/officeDocument/2006/relationships/officeDocument" Target="/ppt/presentation.xml" Id="R2449671aa6264680" /></Relationships>
</file>

<file path=ppt/presentation.xml><?xml version="1.0" encoding="utf-8"?>
<p:presentation xmlns:p="http://schemas.openxmlformats.org/presentationml/2006/main">
  <p:sldMasterIdLst>
    <p:sldMasterId xmlns:r="http://schemas.openxmlformats.org/officeDocument/2006/relationships" id="2147483648" r:id="Radc9a9455fa24419"/>
  </p:sldMasterIdLst>
  <p:notesMasterIdLst>
    <p:notesMasterId xmlns:r="http://schemas.openxmlformats.org/officeDocument/2006/relationships" r:id="R0ee2043352eb40b8"/>
  </p:notesMasterIdLst>
  <p:sldIdLst>
    <p:sldId xmlns:r="http://schemas.openxmlformats.org/officeDocument/2006/relationships" id="256" r:id="R6f364b4f6ab54cbf"/>
  </p:sldIdLst>
  <p:sldSz cx="5953125" cy="69056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17ca75ee2e4699" /><Relationship Type="http://schemas.openxmlformats.org/officeDocument/2006/relationships/slideMaster" Target="/ppt/slideMasters/slideMaster1.xml" Id="Radc9a9455fa24419" /><Relationship Type="http://schemas.openxmlformats.org/officeDocument/2006/relationships/notesMaster" Target="/ppt/notesMasters/notesMaster1.xml" Id="R0ee2043352eb40b8" /><Relationship Type="http://schemas.openxmlformats.org/officeDocument/2006/relationships/presProps" Target="/ppt/presProps.xml" Id="R6e2e819d216b4912" /><Relationship Type="http://schemas.openxmlformats.org/officeDocument/2006/relationships/tableStyles" Target="/ppt/tableStyles.xml" Id="Refa63d7808854f49" /><Relationship Type="http://schemas.openxmlformats.org/officeDocument/2006/relationships/slide" Target="/ppt/slides/slide1.xml" Id="R6f364b4f6ab54c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12699cfb5944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5d465496f64393" /><Relationship Type="http://schemas.openxmlformats.org/officeDocument/2006/relationships/notesMaster" Target="/ppt/notesMasters/notesMaster1.xml" Id="R4a50ed5e3bf7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"Safety-Aware Unsupervised Skill Discovery",</a:t>
            </a:r>
          </a:p>
          <a:p xmlns:a="http://schemas.openxmlformats.org/drawingml/2006/main">
            <a:r>
              <a:t>  "paper_url": "https://safe-skill.github.io/static/pdfs/safe-skill.pdf",</a:t>
            </a:r>
          </a:p>
          <a:p xmlns:a="http://schemas.openxmlformats.org/drawingml/2006/main">
            <a:r>
              <a:t>  "figure": "Figure 2",</a:t>
            </a:r>
          </a:p>
          <a:p xmlns:a="http://schemas.openxmlformats.org/drawingml/2006/main">
            <a:r>
              <a:t>  "page": 3,</a:t>
            </a:r>
          </a:p>
          <a:p xmlns:a="http://schemas.openxmlformats.org/drawingml/2006/main">
            <a:r>
              <a:t>  "license": "No reuse license found in inspected source landing page; retain attribution and review reuse terms",</a:t>
            </a:r>
          </a:p>
          <a:p xmlns:a="http://schemas.openxmlformats.org/drawingml/2006/main">
            <a:r>
              <a:t>  "status": "figure_recreation",</a:t>
            </a:r>
          </a:p>
          <a:p xmlns:a="http://schemas.openxmlformats.org/drawingml/2006/main">
            <a:r>
              <a:t>  "source_sha256": "f0d9b288ad29e95ded451163ebfbddab7ce14f2af8b8ec133d80b1f3e1f9cc42",</a:t>
            </a:r>
          </a:p>
          <a:p xmlns:a="http://schemas.openxmlformats.org/drawingml/2006/main">
            <a:r>
              <a:t>  "source_crop_pdf_points": [</a:t>
            </a:r>
          </a:p>
          <a:p xmlns:a="http://schemas.openxmlformats.org/drawingml/2006/main">
            <a:r>
              <a:t>    331.5589904785,</a:t>
            </a:r>
          </a:p>
          <a:p xmlns:a="http://schemas.openxmlformats.org/drawingml/2006/main">
            <a:r>
              <a:t>    50.0800476074,</a:t>
            </a:r>
          </a:p>
          <a:p xmlns:a="http://schemas.openxmlformats.org/drawingml/2006/main">
            <a:r>
              <a:t>    539.6400146484,</a:t>
            </a:r>
          </a:p>
          <a:p xmlns:a="http://schemas.openxmlformats.org/drawingml/2006/main">
            <a:r>
              <a:t>    291.4540100098</a:t>
            </a:r>
          </a:p>
          <a:p xmlns:a="http://schemas.openxmlformats.org/drawingml/2006/main">
            <a:r>
              <a:t>  ],</a:t>
            </a:r>
          </a:p>
          <a:p xmlns:a="http://schemas.openxmlformats.org/drawingml/2006/main">
            <a:r>
              <a:t>  "notes": "Manually reconstructed after inspecting actual source pixels. Original source is a flattened raster. Layout, native panels, labels and connecting geometry are recreated; no whole-figure raster backdrop. Font metrics and curve/arrow geometry approximated. Small original mathematical/photo details retained only where explicitly noted. Independent target-application QA pending. All ordinary labels, including two rotated Environment labels, are typeable native text. Six compact formula snippets retain source pixels. Panels, sums, neural icons, feedback routes and transfer arrow are native."</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d2abb3636145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b93eb681fc4e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d2f0418eee4a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fbc32f084c4a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f0e308793c41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941c2756e84d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98079A-D72E-4E58-AD0B-5867C8B4A184}"/>
              </a:ext>
            </a:extLst>
          </p:cNvPr>
          <p:cNvSpPr>
            <a:spLocks xmlns:a="http://schemas.openxmlformats.org/drawingml/2006/main" noGrp="1"/>
          </p:cNvSpPr>
          <p:nvPr>
            <p:ph type="title" idx="0"/>
          </p:nvPr>
        </p:nvSpPr>
        <p:spPr>
          <a:xfrm xmlns:a="http://schemas.openxmlformats.org/drawingml/2006/main">
            <a:off x="595313" y="2608792"/>
            <a:ext cx="4762500" cy="99747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4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944855-8392-4AF3-B0C5-FDF94EEA8052}"/>
              </a:ext>
            </a:extLst>
          </p:cNvPr>
          <p:cNvSpPr>
            <a:spLocks xmlns:a="http://schemas.openxmlformats.org/drawingml/2006/main" noGrp="1"/>
          </p:cNvSpPr>
          <p:nvPr>
            <p:ph type="subTitle" idx="1"/>
          </p:nvPr>
        </p:nvSpPr>
        <p:spPr>
          <a:xfrm xmlns:a="http://schemas.openxmlformats.org/drawingml/2006/main">
            <a:off x="892969" y="3798094"/>
            <a:ext cx="4167188" cy="7672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D913D5-AF33-46BC-A544-9F7F52DC516E}"/>
              </a:ext>
            </a:extLst>
          </p:cNvPr>
          <p:cNvSpPr>
            <a:spLocks xmlns:a="http://schemas.openxmlformats.org/drawingml/2006/main" noGrp="1"/>
          </p:cNvSpPr>
          <p:nvPr>
            <p:ph type="title" idx="0"/>
          </p:nvPr>
        </p:nvSpPr>
        <p:spPr>
          <a:xfrm xmlns:a="http://schemas.openxmlformats.org/drawingml/2006/main">
            <a:off x="595313" y="2877344"/>
            <a:ext cx="4762500" cy="11509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05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856524-DC61-4207-9C08-9F77D651F2C9}"/>
              </a:ext>
            </a:extLst>
          </p:cNvPr>
          <p:cNvSpPr>
            <a:spLocks xmlns:a="http://schemas.openxmlformats.org/drawingml/2006/main" noGrp="1"/>
          </p:cNvSpPr>
          <p:nvPr>
            <p:ph type="title" idx="0"/>
          </p:nvPr>
        </p:nvSpPr>
        <p:spPr>
          <a:xfrm xmlns:a="http://schemas.openxmlformats.org/drawingml/2006/main">
            <a:off x="334863" y="537104"/>
            <a:ext cx="5283398" cy="8440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1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7BE124-2724-401B-8B38-77A89AA700B1}"/>
              </a:ext>
            </a:extLst>
          </p:cNvPr>
          <p:cNvSpPr>
            <a:spLocks xmlns:a="http://schemas.openxmlformats.org/drawingml/2006/main" noGrp="1"/>
          </p:cNvSpPr>
          <p:nvPr>
            <p:ph type="body" idx="1"/>
          </p:nvPr>
        </p:nvSpPr>
        <p:spPr>
          <a:xfrm xmlns:a="http://schemas.openxmlformats.org/drawingml/2006/main">
            <a:off x="334863" y="1918229"/>
            <a:ext cx="5283398" cy="4296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99" b="0">
                <a:solidFill>
                  <a:schemeClr val="tx1"/>
                </a:solidFill>
                <a:latin typeface="+mn-lt"/>
                <a:ea typeface="+mn-lt"/>
                <a:cs typeface="+mn-lt"/>
              </a:defRPr>
            </a:defPPr>
            <a:lvl1pPr marL="111621" indent="-111621">
              <a:lnSpc>
                <a:spcPct val="110000"/>
              </a:lnSpc>
              <a:spcBef>
                <a:spcPts val="0"/>
              </a:spcBef>
              <a:spcAft>
                <a:spcPts val="586"/>
              </a:spcAft>
              <a:buChar char="•"/>
            </a:lvl1pPr>
            <a:lvl2pPr marL="260449" indent="-111621">
              <a:lnSpc>
                <a:spcPct val="110000"/>
              </a:lnSpc>
              <a:spcBef>
                <a:spcPts val="0"/>
              </a:spcBef>
              <a:spcAft>
                <a:spcPts val="586"/>
              </a:spcAft>
              <a:buChar char="•"/>
            </a:lvl2pPr>
            <a:lvl3pPr marL="409277" indent="-111621">
              <a:lnSpc>
                <a:spcPct val="110000"/>
              </a:lnSpc>
              <a:spcBef>
                <a:spcPts val="0"/>
              </a:spcBef>
              <a:spcAft>
                <a:spcPts val="586"/>
              </a:spcAft>
              <a:buChar char="•"/>
            </a:lvl3pPr>
            <a:lvl4pPr marL="558105" indent="-111621">
              <a:lnSpc>
                <a:spcPct val="110000"/>
              </a:lnSpc>
              <a:spcBef>
                <a:spcPts val="0"/>
              </a:spcBef>
              <a:spcAft>
                <a:spcPts val="586"/>
              </a:spcAft>
              <a:buChar char="•"/>
            </a:lvl4pPr>
            <a:lvl5pPr marL="706934" indent="-111621">
              <a:lnSpc>
                <a:spcPct val="110000"/>
              </a:lnSpc>
              <a:spcBef>
                <a:spcPts val="0"/>
              </a:spcBef>
              <a:spcAft>
                <a:spcPts val="586"/>
              </a:spcAft>
              <a:buChar char="•"/>
            </a:lvl5pPr>
            <a:lvl6pPr marL="855762" indent="-111621">
              <a:lnSpc>
                <a:spcPct val="110000"/>
              </a:lnSpc>
              <a:spcBef>
                <a:spcPts val="0"/>
              </a:spcBef>
              <a:spcAft>
                <a:spcPts val="586"/>
              </a:spcAft>
              <a:buChar char="•"/>
            </a:lvl6pPr>
            <a:lvl7pPr marL="1004590" indent="-111621">
              <a:lnSpc>
                <a:spcPct val="110000"/>
              </a:lnSpc>
              <a:spcBef>
                <a:spcPts val="0"/>
              </a:spcBef>
              <a:spcAft>
                <a:spcPts val="586"/>
              </a:spcAft>
              <a:buChar char="•"/>
            </a:lvl7pPr>
            <a:lvl8pPr marL="1153418" indent="-111621">
              <a:lnSpc>
                <a:spcPct val="110000"/>
              </a:lnSpc>
              <a:spcBef>
                <a:spcPts val="0"/>
              </a:spcBef>
              <a:spcAft>
                <a:spcPts val="586"/>
              </a:spcAft>
              <a:buChar char="•"/>
            </a:lvl8pPr>
            <a:lvl9pPr marL="1302246" indent="-111621">
              <a:lnSpc>
                <a:spcPct val="110000"/>
              </a:lnSpc>
              <a:spcBef>
                <a:spcPts val="0"/>
              </a:spcBef>
              <a:spcAft>
                <a:spcPts val="586"/>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448949-02CA-49A9-AF70-E8165023A08A}"/>
              </a:ext>
            </a:extLst>
          </p:cNvPr>
          <p:cNvSpPr>
            <a:spLocks xmlns:a="http://schemas.openxmlformats.org/drawingml/2006/main" noGrp="1"/>
          </p:cNvSpPr>
          <p:nvPr>
            <p:ph type="title" idx="0"/>
          </p:nvPr>
        </p:nvSpPr>
        <p:spPr>
          <a:xfrm xmlns:a="http://schemas.openxmlformats.org/drawingml/2006/main">
            <a:off x="334863" y="537104"/>
            <a:ext cx="5283398" cy="8440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1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3AE832-D150-4DCC-AC55-E9F03364DF9E}"/>
              </a:ext>
            </a:extLst>
          </p:cNvPr>
          <p:cNvSpPr>
            <a:spLocks xmlns:a="http://schemas.openxmlformats.org/drawingml/2006/main" noGrp="1"/>
          </p:cNvSpPr>
          <p:nvPr>
            <p:ph type="body" idx="1"/>
          </p:nvPr>
        </p:nvSpPr>
        <p:spPr>
          <a:xfrm xmlns:a="http://schemas.openxmlformats.org/drawingml/2006/main">
            <a:off x="334863" y="1918229"/>
            <a:ext cx="2455664" cy="4296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25" b="0">
                <a:solidFill>
                  <a:schemeClr val="tx1"/>
                </a:solidFill>
                <a:latin typeface="+mn-lt"/>
                <a:ea typeface="+mn-lt"/>
                <a:cs typeface="+mn-lt"/>
              </a:defRPr>
            </a:defPPr>
            <a:lvl1pPr marL="111621" indent="-111621">
              <a:lnSpc>
                <a:spcPct val="110000"/>
              </a:lnSpc>
              <a:spcBef>
                <a:spcPts val="0"/>
              </a:spcBef>
              <a:spcAft>
                <a:spcPts val="586"/>
              </a:spcAft>
              <a:buChar char="•"/>
            </a:lvl1pPr>
            <a:lvl2pPr marL="260449" indent="-111621">
              <a:lnSpc>
                <a:spcPct val="110000"/>
              </a:lnSpc>
              <a:spcBef>
                <a:spcPts val="0"/>
              </a:spcBef>
              <a:spcAft>
                <a:spcPts val="586"/>
              </a:spcAft>
              <a:buChar char="•"/>
            </a:lvl2pPr>
            <a:lvl3pPr marL="409277" indent="-111621">
              <a:lnSpc>
                <a:spcPct val="110000"/>
              </a:lnSpc>
              <a:spcBef>
                <a:spcPts val="0"/>
              </a:spcBef>
              <a:spcAft>
                <a:spcPts val="586"/>
              </a:spcAft>
              <a:buChar char="•"/>
            </a:lvl3pPr>
            <a:lvl4pPr marL="558105" indent="-111621">
              <a:lnSpc>
                <a:spcPct val="110000"/>
              </a:lnSpc>
              <a:spcBef>
                <a:spcPts val="0"/>
              </a:spcBef>
              <a:spcAft>
                <a:spcPts val="586"/>
              </a:spcAft>
              <a:buChar char="•"/>
            </a:lvl4pPr>
            <a:lvl5pPr marL="706934" indent="-111621">
              <a:lnSpc>
                <a:spcPct val="110000"/>
              </a:lnSpc>
              <a:spcBef>
                <a:spcPts val="0"/>
              </a:spcBef>
              <a:spcAft>
                <a:spcPts val="586"/>
              </a:spcAft>
              <a:buChar char="•"/>
            </a:lvl5pPr>
            <a:lvl6pPr marL="855762" indent="-111621">
              <a:lnSpc>
                <a:spcPct val="110000"/>
              </a:lnSpc>
              <a:spcBef>
                <a:spcPts val="0"/>
              </a:spcBef>
              <a:spcAft>
                <a:spcPts val="586"/>
              </a:spcAft>
              <a:buChar char="•"/>
            </a:lvl6pPr>
            <a:lvl7pPr marL="1004590" indent="-111621">
              <a:lnSpc>
                <a:spcPct val="110000"/>
              </a:lnSpc>
              <a:spcBef>
                <a:spcPts val="0"/>
              </a:spcBef>
              <a:spcAft>
                <a:spcPts val="586"/>
              </a:spcAft>
              <a:buChar char="•"/>
            </a:lvl7pPr>
            <a:lvl8pPr marL="1153418" indent="-111621">
              <a:lnSpc>
                <a:spcPct val="110000"/>
              </a:lnSpc>
              <a:spcBef>
                <a:spcPts val="0"/>
              </a:spcBef>
              <a:spcAft>
                <a:spcPts val="586"/>
              </a:spcAft>
              <a:buChar char="•"/>
            </a:lvl8pPr>
            <a:lvl9pPr marL="1302246" indent="-111621">
              <a:lnSpc>
                <a:spcPct val="110000"/>
              </a:lnSpc>
              <a:spcBef>
                <a:spcPts val="0"/>
              </a:spcBef>
              <a:spcAft>
                <a:spcPts val="586"/>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9FF97D-6A32-4C6E-939B-000AD00A707D}"/>
              </a:ext>
            </a:extLst>
          </p:cNvPr>
          <p:cNvSpPr>
            <a:spLocks xmlns:a="http://schemas.openxmlformats.org/drawingml/2006/main" noGrp="1"/>
          </p:cNvSpPr>
          <p:nvPr>
            <p:ph type="body" idx="2"/>
          </p:nvPr>
        </p:nvSpPr>
        <p:spPr>
          <a:xfrm xmlns:a="http://schemas.openxmlformats.org/drawingml/2006/main">
            <a:off x="3162598" y="1918229"/>
            <a:ext cx="2455664" cy="4296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25" b="0">
                <a:solidFill>
                  <a:schemeClr val="tx1"/>
                </a:solidFill>
                <a:latin typeface="+mn-lt"/>
                <a:ea typeface="+mn-lt"/>
                <a:cs typeface="+mn-lt"/>
              </a:defRPr>
            </a:defPPr>
            <a:lvl1pPr marL="111621" indent="-111621">
              <a:lnSpc>
                <a:spcPct val="110000"/>
              </a:lnSpc>
              <a:spcBef>
                <a:spcPts val="0"/>
              </a:spcBef>
              <a:spcAft>
                <a:spcPts val="586"/>
              </a:spcAft>
              <a:buChar char="•"/>
            </a:lvl1pPr>
            <a:lvl2pPr marL="260449" indent="-111621">
              <a:lnSpc>
                <a:spcPct val="110000"/>
              </a:lnSpc>
              <a:spcBef>
                <a:spcPts val="0"/>
              </a:spcBef>
              <a:spcAft>
                <a:spcPts val="586"/>
              </a:spcAft>
              <a:buChar char="•"/>
            </a:lvl2pPr>
            <a:lvl3pPr marL="409277" indent="-111621">
              <a:lnSpc>
                <a:spcPct val="110000"/>
              </a:lnSpc>
              <a:spcBef>
                <a:spcPts val="0"/>
              </a:spcBef>
              <a:spcAft>
                <a:spcPts val="586"/>
              </a:spcAft>
              <a:buChar char="•"/>
            </a:lvl3pPr>
            <a:lvl4pPr marL="558105" indent="-111621">
              <a:lnSpc>
                <a:spcPct val="110000"/>
              </a:lnSpc>
              <a:spcBef>
                <a:spcPts val="0"/>
              </a:spcBef>
              <a:spcAft>
                <a:spcPts val="586"/>
              </a:spcAft>
              <a:buChar char="•"/>
            </a:lvl4pPr>
            <a:lvl5pPr marL="706934" indent="-111621">
              <a:lnSpc>
                <a:spcPct val="110000"/>
              </a:lnSpc>
              <a:spcBef>
                <a:spcPts val="0"/>
              </a:spcBef>
              <a:spcAft>
                <a:spcPts val="586"/>
              </a:spcAft>
              <a:buChar char="•"/>
            </a:lvl5pPr>
            <a:lvl6pPr marL="855762" indent="-111621">
              <a:lnSpc>
                <a:spcPct val="110000"/>
              </a:lnSpc>
              <a:spcBef>
                <a:spcPts val="0"/>
              </a:spcBef>
              <a:spcAft>
                <a:spcPts val="586"/>
              </a:spcAft>
              <a:buChar char="•"/>
            </a:lvl6pPr>
            <a:lvl7pPr marL="1004590" indent="-111621">
              <a:lnSpc>
                <a:spcPct val="110000"/>
              </a:lnSpc>
              <a:spcBef>
                <a:spcPts val="0"/>
              </a:spcBef>
              <a:spcAft>
                <a:spcPts val="586"/>
              </a:spcAft>
              <a:buChar char="•"/>
            </a:lvl7pPr>
            <a:lvl8pPr marL="1153418" indent="-111621">
              <a:lnSpc>
                <a:spcPct val="110000"/>
              </a:lnSpc>
              <a:spcBef>
                <a:spcPts val="0"/>
              </a:spcBef>
              <a:spcAft>
                <a:spcPts val="586"/>
              </a:spcAft>
              <a:buChar char="•"/>
            </a:lvl8pPr>
            <a:lvl9pPr marL="1302246" indent="-111621">
              <a:lnSpc>
                <a:spcPct val="110000"/>
              </a:lnSpc>
              <a:spcBef>
                <a:spcPts val="0"/>
              </a:spcBef>
              <a:spcAft>
                <a:spcPts val="586"/>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69CED-97CC-4977-93C7-4FB8E25A0276}"/>
              </a:ext>
            </a:extLst>
          </p:cNvPr>
          <p:cNvSpPr>
            <a:spLocks xmlns:a="http://schemas.openxmlformats.org/drawingml/2006/main" noGrp="1"/>
          </p:cNvSpPr>
          <p:nvPr>
            <p:ph type="title" idx="0"/>
          </p:nvPr>
        </p:nvSpPr>
        <p:spPr>
          <a:xfrm xmlns:a="http://schemas.openxmlformats.org/drawingml/2006/main">
            <a:off x="334863" y="537104"/>
            <a:ext cx="5283398" cy="8440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1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1F48BE-B85E-4C89-A749-D6201C2D5C27}"/>
              </a:ext>
            </a:extLst>
          </p:cNvPr>
          <p:cNvSpPr>
            <a:spLocks xmlns:a="http://schemas.openxmlformats.org/drawingml/2006/main" noGrp="1"/>
          </p:cNvSpPr>
          <p:nvPr>
            <p:ph type="body" idx="1"/>
          </p:nvPr>
        </p:nvSpPr>
        <p:spPr>
          <a:xfrm xmlns:a="http://schemas.openxmlformats.org/drawingml/2006/main">
            <a:off x="334863" y="1918229"/>
            <a:ext cx="2455664" cy="42968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99" b="0">
                <a:solidFill>
                  <a:schemeClr val="tx1"/>
                </a:solidFill>
                <a:latin typeface="+mn-lt"/>
                <a:ea typeface="+mn-lt"/>
                <a:cs typeface="+mn-lt"/>
              </a:defRPr>
            </a:defPPr>
            <a:lvl1pPr marL="111621" indent="-111621">
              <a:lnSpc>
                <a:spcPct val="110000"/>
              </a:lnSpc>
              <a:spcBef>
                <a:spcPts val="0"/>
              </a:spcBef>
              <a:spcAft>
                <a:spcPts val="586"/>
              </a:spcAft>
              <a:buChar char="•"/>
            </a:lvl1pPr>
            <a:lvl2pPr marL="260449" indent="-111621">
              <a:lnSpc>
                <a:spcPct val="110000"/>
              </a:lnSpc>
              <a:spcBef>
                <a:spcPts val="0"/>
              </a:spcBef>
              <a:spcAft>
                <a:spcPts val="586"/>
              </a:spcAft>
              <a:buChar char="•"/>
            </a:lvl2pPr>
            <a:lvl3pPr marL="409277" indent="-111621">
              <a:lnSpc>
                <a:spcPct val="110000"/>
              </a:lnSpc>
              <a:spcBef>
                <a:spcPts val="0"/>
              </a:spcBef>
              <a:spcAft>
                <a:spcPts val="586"/>
              </a:spcAft>
              <a:buChar char="•"/>
            </a:lvl3pPr>
            <a:lvl4pPr marL="558105" indent="-111621">
              <a:lnSpc>
                <a:spcPct val="110000"/>
              </a:lnSpc>
              <a:spcBef>
                <a:spcPts val="0"/>
              </a:spcBef>
              <a:spcAft>
                <a:spcPts val="586"/>
              </a:spcAft>
              <a:buChar char="•"/>
            </a:lvl4pPr>
            <a:lvl5pPr marL="706934" indent="-111621">
              <a:lnSpc>
                <a:spcPct val="110000"/>
              </a:lnSpc>
              <a:spcBef>
                <a:spcPts val="0"/>
              </a:spcBef>
              <a:spcAft>
                <a:spcPts val="586"/>
              </a:spcAft>
              <a:buChar char="•"/>
            </a:lvl5pPr>
            <a:lvl6pPr marL="855762" indent="-111621">
              <a:lnSpc>
                <a:spcPct val="110000"/>
              </a:lnSpc>
              <a:spcBef>
                <a:spcPts val="0"/>
              </a:spcBef>
              <a:spcAft>
                <a:spcPts val="586"/>
              </a:spcAft>
              <a:buChar char="•"/>
            </a:lvl6pPr>
            <a:lvl7pPr marL="1004590" indent="-111621">
              <a:lnSpc>
                <a:spcPct val="110000"/>
              </a:lnSpc>
              <a:spcBef>
                <a:spcPts val="0"/>
              </a:spcBef>
              <a:spcAft>
                <a:spcPts val="586"/>
              </a:spcAft>
              <a:buChar char="•"/>
            </a:lvl7pPr>
            <a:lvl8pPr marL="1153418" indent="-111621">
              <a:lnSpc>
                <a:spcPct val="110000"/>
              </a:lnSpc>
              <a:spcBef>
                <a:spcPts val="0"/>
              </a:spcBef>
              <a:spcAft>
                <a:spcPts val="586"/>
              </a:spcAft>
              <a:buChar char="•"/>
            </a:lvl8pPr>
            <a:lvl9pPr marL="1302246" indent="-111621">
              <a:lnSpc>
                <a:spcPct val="110000"/>
              </a:lnSpc>
              <a:spcBef>
                <a:spcPts val="0"/>
              </a:spcBef>
              <a:spcAft>
                <a:spcPts val="586"/>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203dfcec2844a4" /><Relationship Type="http://schemas.openxmlformats.org/officeDocument/2006/relationships/slideLayout" Target="/ppt/slideLayouts/slideLayout1.xml" Id="Rb1c0f190e68c4954" /><Relationship Type="http://schemas.openxmlformats.org/officeDocument/2006/relationships/slideLayout" Target="/ppt/slideLayouts/slideLayout2.xml" Id="R600381f16b514a63" /><Relationship Type="http://schemas.openxmlformats.org/officeDocument/2006/relationships/slideLayout" Target="/ppt/slideLayouts/slideLayout3.xml" Id="R7f4ecb13da6146a1" /><Relationship Type="http://schemas.openxmlformats.org/officeDocument/2006/relationships/slideLayout" Target="/ppt/slideLayouts/slideLayout4.xml" Id="Ra7f4eca49b544a30" /><Relationship Type="http://schemas.openxmlformats.org/officeDocument/2006/relationships/slideLayout" Target="/ppt/slideLayouts/slideLayout5.xml" Id="R77226e869cde4d86" /><Relationship Type="http://schemas.openxmlformats.org/officeDocument/2006/relationships/slideLayout" Target="/ppt/slideLayouts/slideLayout6.xml" Id="R413ce34c20db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c0f190e68c4954"/>
    <p:sldLayoutId xmlns:r="http://schemas.openxmlformats.org/officeDocument/2006/relationships" id="2147483650" r:id="R600381f16b514a63"/>
    <p:sldLayoutId xmlns:r="http://schemas.openxmlformats.org/officeDocument/2006/relationships" id="2147483651" r:id="R7f4ecb13da6146a1"/>
    <p:sldLayoutId xmlns:r="http://schemas.openxmlformats.org/officeDocument/2006/relationships" id="2147483652" r:id="Ra7f4eca49b544a30"/>
    <p:sldLayoutId xmlns:r="http://schemas.openxmlformats.org/officeDocument/2006/relationships" id="2147483653" r:id="R77226e869cde4d86"/>
    <p:sldLayoutId xmlns:r="http://schemas.openxmlformats.org/officeDocument/2006/relationships" id="2147483654" r:id="R413ce34c20db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a1bf6fe9bb4148" /><Relationship Type="http://schemas.openxmlformats.org/officeDocument/2006/relationships/image" Target="/ppt/media/image.png" Id="R7aa10732c3044549" /><Relationship Type="http://schemas.openxmlformats.org/officeDocument/2006/relationships/image" Target="/ppt/media/image2.png" Id="R0a02c30d94c54feb" /><Relationship Type="http://schemas.openxmlformats.org/officeDocument/2006/relationships/image" Target="/ppt/media/image3.png" Id="R50058d0914f44634" /><Relationship Type="http://schemas.openxmlformats.org/officeDocument/2006/relationships/image" Target="/ppt/media/image4.png" Id="R1afd4ea316db40ab" /><Relationship Type="http://schemas.openxmlformats.org/officeDocument/2006/relationships/image" Target="/ppt/media/image5.png" Id="Rf7d480945fd14573" /><Relationship Type="http://schemas.openxmlformats.org/officeDocument/2006/relationships/image" Target="/ppt/media/image6.png" Id="R975171c0b57340b4" /><Relationship Type="http://schemas.openxmlformats.org/officeDocument/2006/relationships/notesSlide" Target="/ppt/notesSlides/notesSlide1.xml" Id="R08153aa577274fb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 name="pretrain-panel">
            <a:extLst xmlns:a="http://schemas.openxmlformats.org/drawingml/2006/main">
              <a:ext uri="{FF2B5EF4-FFF2-40B4-BE49-F238E27FC236}">
                <a16:creationId xmlns:a16="http://schemas.microsoft.com/office/drawing/2014/main" id="{45899396-13A5-458F-8C86-C70E5FE45133}"/>
              </a:ext>
            </a:extLst>
          </p:cNvPr>
          <p:cNvSpPr>
            <a:spLocks xmlns:a="http://schemas.openxmlformats.org/drawingml/2006/main" noGrp="1"/>
          </p:cNvSpPr>
          <p:nvPr/>
        </p:nvSpPr>
        <p:spPr>
          <a:xfrm xmlns:a="http://schemas.openxmlformats.org/drawingml/2006/main" rot="0">
            <a:off x="123825" y="123825"/>
            <a:ext cx="5114925" cy="3009900"/>
          </a:xfrm>
          <a:prstGeom xmlns:a="http://schemas.openxmlformats.org/drawingml/2006/main" prst="roundRect">
            <a:avLst>
              <a:gd name="adj" fmla="val 2532"/>
            </a:avLst>
          </a:prstGeom>
          <a:solidFill xmlns:a="http://schemas.openxmlformats.org/drawingml/2006/main">
            <a:srgbClr val="E0EDCF"/>
          </a:solidFill>
          <a:ln xmlns:a="http://schemas.openxmlformats.org/drawingml/2006/main" w="16193">
            <a:solidFill>
              <a:srgbClr val="5C8139"/>
            </a:solidFill>
            <a:prstDash val="dash"/>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2" name="task-panel-0">
            <a:extLst xmlns:a="http://schemas.openxmlformats.org/drawingml/2006/main">
              <a:ext uri="{FF2B5EF4-FFF2-40B4-BE49-F238E27FC236}">
                <a16:creationId xmlns:a16="http://schemas.microsoft.com/office/drawing/2014/main" id="{177BC98D-DB7A-47F3-8E89-2175086CC806}"/>
              </a:ext>
            </a:extLst>
          </p:cNvPr>
          <p:cNvSpPr>
            <a:spLocks xmlns:a="http://schemas.openxmlformats.org/drawingml/2006/main" noGrp="1"/>
          </p:cNvSpPr>
          <p:nvPr/>
        </p:nvSpPr>
        <p:spPr>
          <a:xfrm xmlns:a="http://schemas.openxmlformats.org/drawingml/2006/main" rot="0">
            <a:off x="133350" y="3629025"/>
            <a:ext cx="4905375" cy="3152775"/>
          </a:xfrm>
          <a:prstGeom xmlns:a="http://schemas.openxmlformats.org/drawingml/2006/main" prst="roundRect">
            <a:avLst>
              <a:gd name="adj" fmla="val 2417"/>
            </a:avLst>
          </a:prstGeom>
          <a:solidFill xmlns:a="http://schemas.openxmlformats.org/drawingml/2006/main">
            <a:srgbClr val="DCE7F7"/>
          </a:solidFill>
          <a:ln xmlns:a="http://schemas.openxmlformats.org/drawingml/2006/main" w="14288">
            <a:solidFill>
              <a:srgbClr val="6497DF"/>
            </a:solidFill>
            <a:prstDash val="dash"/>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 name="task-panel-1">
            <a:extLst xmlns:a="http://schemas.openxmlformats.org/drawingml/2006/main">
              <a:ext uri="{FF2B5EF4-FFF2-40B4-BE49-F238E27FC236}">
                <a16:creationId xmlns:a16="http://schemas.microsoft.com/office/drawing/2014/main" id="{5B25A6E3-5630-45C4-966D-920791BC4460}"/>
              </a:ext>
            </a:extLst>
          </p:cNvPr>
          <p:cNvSpPr>
            <a:spLocks xmlns:a="http://schemas.openxmlformats.org/drawingml/2006/main" noGrp="1"/>
          </p:cNvSpPr>
          <p:nvPr/>
        </p:nvSpPr>
        <p:spPr>
          <a:xfrm xmlns:a="http://schemas.openxmlformats.org/drawingml/2006/main" rot="0">
            <a:off x="323850" y="3457575"/>
            <a:ext cx="4905375" cy="3152775"/>
          </a:xfrm>
          <a:prstGeom xmlns:a="http://schemas.openxmlformats.org/drawingml/2006/main" prst="roundRect">
            <a:avLst>
              <a:gd name="adj" fmla="val 2417"/>
            </a:avLst>
          </a:prstGeom>
          <a:solidFill xmlns:a="http://schemas.openxmlformats.org/drawingml/2006/main">
            <a:srgbClr val="DCE7F7"/>
          </a:solidFill>
          <a:ln xmlns:a="http://schemas.openxmlformats.org/drawingml/2006/main" w="14288">
            <a:solidFill>
              <a:srgbClr val="6497DF"/>
            </a:solidFill>
            <a:prstDash val="dash"/>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 name="task-panel-2">
            <a:extLst xmlns:a="http://schemas.openxmlformats.org/drawingml/2006/main">
              <a:ext uri="{FF2B5EF4-FFF2-40B4-BE49-F238E27FC236}">
                <a16:creationId xmlns:a16="http://schemas.microsoft.com/office/drawing/2014/main" id="{F012EBD4-23DB-41E5-9EAB-2D6436974D2D}"/>
              </a:ext>
            </a:extLst>
          </p:cNvPr>
          <p:cNvSpPr>
            <a:spLocks xmlns:a="http://schemas.openxmlformats.org/drawingml/2006/main" noGrp="1"/>
          </p:cNvSpPr>
          <p:nvPr/>
        </p:nvSpPr>
        <p:spPr>
          <a:xfrm xmlns:a="http://schemas.openxmlformats.org/drawingml/2006/main" rot="0">
            <a:off x="523875" y="3295650"/>
            <a:ext cx="4705350" cy="3171825"/>
          </a:xfrm>
          <a:prstGeom xmlns:a="http://schemas.openxmlformats.org/drawingml/2006/main" prst="roundRect">
            <a:avLst>
              <a:gd name="adj" fmla="val 2402"/>
            </a:avLst>
          </a:prstGeom>
          <a:solidFill xmlns:a="http://schemas.openxmlformats.org/drawingml/2006/main">
            <a:srgbClr val="DCE7F7"/>
          </a:solidFill>
          <a:ln xmlns:a="http://schemas.openxmlformats.org/drawingml/2006/main" w="14288">
            <a:solidFill>
              <a:srgbClr val="6497DF"/>
            </a:solidFill>
            <a:prstDash val="dash"/>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 name="environment1">
            <a:extLst xmlns:a="http://schemas.openxmlformats.org/drawingml/2006/main">
              <a:ext uri="{FF2B5EF4-FFF2-40B4-BE49-F238E27FC236}">
                <a16:creationId xmlns:a16="http://schemas.microsoft.com/office/drawing/2014/main" id="{E108060C-9156-4F3D-957E-FBFFE5CC64BD}"/>
              </a:ext>
            </a:extLst>
          </p:cNvPr>
          <p:cNvSpPr>
            <a:spLocks xmlns:a="http://schemas.openxmlformats.org/drawingml/2006/main" noGrp="1"/>
          </p:cNvSpPr>
          <p:nvPr/>
        </p:nvSpPr>
        <p:spPr>
          <a:xfrm xmlns:a="http://schemas.openxmlformats.org/drawingml/2006/main" rot="0">
            <a:off x="5391150" y="123825"/>
            <a:ext cx="457200" cy="3009900"/>
          </a:xfrm>
          <a:prstGeom xmlns:a="http://schemas.openxmlformats.org/drawingml/2006/main" prst="roundRect">
            <a:avLst>
              <a:gd name="adj" fmla="val 16667"/>
            </a:avLst>
          </a:prstGeom>
          <a:solidFill xmlns:a="http://schemas.openxmlformats.org/drawingml/2006/main">
            <a:srgbClr val="F8E5D4"/>
          </a:solidFill>
          <a:ln xmlns:a="http://schemas.openxmlformats.org/drawingml/2006/main" w="15240">
            <a:solidFill>
              <a:srgbClr val="B82F1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 name="environment2">
            <a:extLst xmlns:a="http://schemas.openxmlformats.org/drawingml/2006/main">
              <a:ext uri="{FF2B5EF4-FFF2-40B4-BE49-F238E27FC236}">
                <a16:creationId xmlns:a16="http://schemas.microsoft.com/office/drawing/2014/main" id="{0219179D-F0EC-4DCB-A1BB-B0C33212CEA6}"/>
              </a:ext>
            </a:extLst>
          </p:cNvPr>
          <p:cNvSpPr>
            <a:spLocks xmlns:a="http://schemas.openxmlformats.org/drawingml/2006/main" noGrp="1"/>
          </p:cNvSpPr>
          <p:nvPr/>
        </p:nvSpPr>
        <p:spPr>
          <a:xfrm xmlns:a="http://schemas.openxmlformats.org/drawingml/2006/main" rot="0">
            <a:off x="5391150" y="3295650"/>
            <a:ext cx="457200" cy="3171825"/>
          </a:xfrm>
          <a:prstGeom xmlns:a="http://schemas.openxmlformats.org/drawingml/2006/main" prst="roundRect">
            <a:avLst>
              <a:gd name="adj" fmla="val 16667"/>
            </a:avLst>
          </a:prstGeom>
          <a:solidFill xmlns:a="http://schemas.openxmlformats.org/drawingml/2006/main">
            <a:srgbClr val="F8E5D4"/>
          </a:solidFill>
          <a:ln xmlns:a="http://schemas.openxmlformats.org/drawingml/2006/main" w="15240">
            <a:solidFill>
              <a:srgbClr val="B82F1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7" name="environment-label-0">
            <a:extLst xmlns:a="http://schemas.openxmlformats.org/drawingml/2006/main">
              <a:ext uri="{FF2B5EF4-FFF2-40B4-BE49-F238E27FC236}">
                <a16:creationId xmlns:a16="http://schemas.microsoft.com/office/drawing/2014/main" id="{8629B79A-312D-4145-9274-197F965F2C85}"/>
              </a:ext>
            </a:extLst>
          </p:cNvPr>
          <p:cNvSpPr>
            <a:spLocks xmlns:a="http://schemas.openxmlformats.org/drawingml/2006/main" noGrp="1"/>
          </p:cNvSpPr>
          <p:nvPr/>
        </p:nvSpPr>
        <p:spPr>
          <a:xfrm xmlns:a="http://schemas.openxmlformats.org/drawingml/2006/main" rot="5400000">
            <a:off x="4667250" y="14478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0">
                <a:solidFill>
                  <a:srgbClr val="B42A15"/>
                </a:solidFill>
                <a:latin typeface="Arial"/>
                <a:ea typeface="Arial"/>
                <a:cs typeface="Arial"/>
              </a:defRPr>
            </a:defPPr>
          </a:lstStyle>
          <a:p xmlns:a="http://schemas.openxmlformats.org/drawingml/2006/main">
            <a:pPr algn="ctr">
              <a:defRPr sz="2175" b="0" i="0">
                <a:solidFill>
                  <a:srgbClr val="B42A15"/>
                </a:solidFill>
                <a:latin typeface="Arial"/>
                <a:ea typeface="Arial"/>
                <a:cs typeface="Arial"/>
              </a:defRPr>
            </a:pPr>
            <a:r>
              <a:rPr sz="2175" b="0" i="0">
                <a:solidFill>
                  <a:srgbClr val="B42A15"/>
                </a:solidFill>
                <a:latin typeface="Arial"/>
                <a:ea typeface="Arial"/>
                <a:cs typeface="Arial"/>
              </a:rPr>
              <a:t>Environment</a:t>
            </a:r>
          </a:p>
        </p:txBody>
      </p:sp>
      <p:sp>
        <p:nvSpPr>
          <p:cNvPr id="8" name="environment-label-1">
            <a:extLst xmlns:a="http://schemas.openxmlformats.org/drawingml/2006/main">
              <a:ext uri="{FF2B5EF4-FFF2-40B4-BE49-F238E27FC236}">
                <a16:creationId xmlns:a16="http://schemas.microsoft.com/office/drawing/2014/main" id="{EF1B1FF9-7E9D-4ABA-8ECD-F1861C69A293}"/>
              </a:ext>
            </a:extLst>
          </p:cNvPr>
          <p:cNvSpPr>
            <a:spLocks xmlns:a="http://schemas.openxmlformats.org/drawingml/2006/main" noGrp="1"/>
          </p:cNvSpPr>
          <p:nvPr/>
        </p:nvSpPr>
        <p:spPr>
          <a:xfrm xmlns:a="http://schemas.openxmlformats.org/drawingml/2006/main" rot="5400000">
            <a:off x="4667250" y="469582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0">
                <a:solidFill>
                  <a:srgbClr val="B42A15"/>
                </a:solidFill>
                <a:latin typeface="Arial"/>
                <a:ea typeface="Arial"/>
                <a:cs typeface="Arial"/>
              </a:defRPr>
            </a:defPPr>
          </a:lstStyle>
          <a:p xmlns:a="http://schemas.openxmlformats.org/drawingml/2006/main">
            <a:pPr algn="ctr">
              <a:defRPr sz="2175" b="0" i="0">
                <a:solidFill>
                  <a:srgbClr val="B42A15"/>
                </a:solidFill>
                <a:latin typeface="Arial"/>
                <a:ea typeface="Arial"/>
                <a:cs typeface="Arial"/>
              </a:defRPr>
            </a:pPr>
            <a:r>
              <a:rPr sz="2175" b="0" i="0">
                <a:solidFill>
                  <a:srgbClr val="B42A15"/>
                </a:solidFill>
                <a:latin typeface="Arial"/>
                <a:ea typeface="Arial"/>
                <a:cs typeface="Arial"/>
              </a:rPr>
              <a:t>Environment</a:t>
            </a:r>
          </a:p>
        </p:txBody>
      </p:sp>
      <p:sp>
        <p:nvSpPr>
          <p:cNvPr id="9" name="pretrain-label">
            <a:extLst xmlns:a="http://schemas.openxmlformats.org/drawingml/2006/main">
              <a:ext uri="{FF2B5EF4-FFF2-40B4-BE49-F238E27FC236}">
                <a16:creationId xmlns:a16="http://schemas.microsoft.com/office/drawing/2014/main" id="{1B367B38-6BFF-4D33-8854-EBC737A27621}"/>
              </a:ext>
            </a:extLst>
          </p:cNvPr>
          <p:cNvSpPr>
            <a:spLocks xmlns:a="http://schemas.openxmlformats.org/drawingml/2006/main" noGrp="1"/>
          </p:cNvSpPr>
          <p:nvPr/>
        </p:nvSpPr>
        <p:spPr>
          <a:xfrm xmlns:a="http://schemas.openxmlformats.org/drawingml/2006/main" rot="0">
            <a:off x="361950" y="247650"/>
            <a:ext cx="4438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435E2B"/>
                </a:solidFill>
                <a:latin typeface="Arial"/>
                <a:ea typeface="Arial"/>
                <a:cs typeface="Arial"/>
              </a:defRPr>
            </a:defPPr>
          </a:lstStyle>
          <a:p xmlns:a="http://schemas.openxmlformats.org/drawingml/2006/main">
            <a:pPr algn="ctr">
              <a:defRPr sz="2100" b="0" i="0">
                <a:solidFill>
                  <a:srgbClr val="435E2B"/>
                </a:solidFill>
                <a:latin typeface="Arial"/>
                <a:ea typeface="Arial"/>
                <a:cs typeface="Arial"/>
              </a:defRPr>
            </a:pPr>
            <a:r>
              <a:rPr sz="2100" b="0" i="0">
                <a:solidFill>
                  <a:srgbClr val="435E2B"/>
                </a:solidFill>
                <a:latin typeface="Arial"/>
                <a:ea typeface="Arial"/>
                <a:cs typeface="Arial"/>
              </a:rPr>
              <a:t>Safety-Aware Skill Discovery</a:t>
            </a:r>
          </a:p>
        </p:txBody>
      </p:sp>
      <p:sp>
        <p:nvSpPr>
          <p:cNvPr id="10" name="skill-encoder">
            <a:extLst xmlns:a="http://schemas.openxmlformats.org/drawingml/2006/main">
              <a:ext uri="{FF2B5EF4-FFF2-40B4-BE49-F238E27FC236}">
                <a16:creationId xmlns:a16="http://schemas.microsoft.com/office/drawing/2014/main" id="{82DC0BEE-D8A2-4544-8CF7-98F0AE7D4111}"/>
              </a:ext>
            </a:extLst>
          </p:cNvPr>
          <p:cNvSpPr>
            <a:spLocks xmlns:a="http://schemas.openxmlformats.org/drawingml/2006/main" noGrp="1"/>
          </p:cNvSpPr>
          <p:nvPr/>
        </p:nvSpPr>
        <p:spPr>
          <a:xfrm xmlns:a="http://schemas.openxmlformats.org/drawingml/2006/main" rot="0">
            <a:off x="685800" y="1152525"/>
            <a:ext cx="1562100" cy="762000"/>
          </a:xfrm>
          <a:prstGeom xmlns:a="http://schemas.openxmlformats.org/drawingml/2006/main" prst="roundRect">
            <a:avLst>
              <a:gd name="adj" fmla="val 10000"/>
            </a:avLst>
          </a:prstGeom>
          <a:solidFill xmlns:a="http://schemas.openxmlformats.org/drawingml/2006/main">
            <a:srgbClr val="AAC889"/>
          </a:solidFill>
          <a:ln xmlns:a="http://schemas.openxmlformats.org/drawingml/2006/main" w="17145">
            <a:solidFill>
              <a:srgbClr val="4F6F3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 name="safety-critic">
            <a:extLst xmlns:a="http://schemas.openxmlformats.org/drawingml/2006/main">
              <a:ext uri="{FF2B5EF4-FFF2-40B4-BE49-F238E27FC236}">
                <a16:creationId xmlns:a16="http://schemas.microsoft.com/office/drawing/2014/main" id="{C7BFC628-0BBD-43D2-A6F3-4B021E67FB56}"/>
              </a:ext>
            </a:extLst>
          </p:cNvPr>
          <p:cNvSpPr>
            <a:spLocks xmlns:a="http://schemas.openxmlformats.org/drawingml/2006/main" noGrp="1"/>
          </p:cNvSpPr>
          <p:nvPr/>
        </p:nvSpPr>
        <p:spPr>
          <a:xfrm xmlns:a="http://schemas.openxmlformats.org/drawingml/2006/main" rot="0">
            <a:off x="685800" y="2000250"/>
            <a:ext cx="1562100" cy="742950"/>
          </a:xfrm>
          <a:prstGeom xmlns:a="http://schemas.openxmlformats.org/drawingml/2006/main" prst="roundRect">
            <a:avLst>
              <a:gd name="adj" fmla="val 10256"/>
            </a:avLst>
          </a:prstGeom>
          <a:solidFill xmlns:a="http://schemas.openxmlformats.org/drawingml/2006/main">
            <a:srgbClr val="AAC889"/>
          </a:solidFill>
          <a:ln xmlns:a="http://schemas.openxmlformats.org/drawingml/2006/main" w="17145">
            <a:solidFill>
              <a:srgbClr val="4F6F3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2" name="skill-encoder-label">
            <a:extLst xmlns:a="http://schemas.openxmlformats.org/drawingml/2006/main">
              <a:ext uri="{FF2B5EF4-FFF2-40B4-BE49-F238E27FC236}">
                <a16:creationId xmlns:a16="http://schemas.microsoft.com/office/drawing/2014/main" id="{C2025931-2A0F-4031-A54E-F862C3357340}"/>
              </a:ext>
            </a:extLst>
          </p:cNvPr>
          <p:cNvSpPr>
            <a:spLocks xmlns:a="http://schemas.openxmlformats.org/drawingml/2006/main" noGrp="1"/>
          </p:cNvSpPr>
          <p:nvPr/>
        </p:nvSpPr>
        <p:spPr>
          <a:xfrm xmlns:a="http://schemas.openxmlformats.org/drawingml/2006/main" rot="0">
            <a:off x="781050" y="12573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0" i="0">
                <a:solidFill>
                  <a:srgbClr val="405A2C"/>
                </a:solidFill>
                <a:latin typeface="Arial"/>
                <a:ea typeface="Arial"/>
                <a:cs typeface="Arial"/>
              </a:defRPr>
            </a:defPPr>
          </a:lstStyle>
          <a:p xmlns:a="http://schemas.openxmlformats.org/drawingml/2006/main">
            <a:pPr algn="ctr">
              <a:defRPr sz="1650" b="0" i="0">
                <a:solidFill>
                  <a:srgbClr val="405A2C"/>
                </a:solidFill>
                <a:latin typeface="Arial"/>
                <a:ea typeface="Arial"/>
                <a:cs typeface="Arial"/>
              </a:defRPr>
            </a:pPr>
            <a:r>
              <a:rPr sz="1650" b="0" i="0">
                <a:solidFill>
                  <a:srgbClr val="405A2C"/>
                </a:solidFill>
                <a:latin typeface="Arial"/>
                <a:ea typeface="Arial"/>
                <a:cs typeface="Arial"/>
              </a:rPr>
              <a:t>Skill Encoder</a:t>
            </a:r>
          </a:p>
        </p:txBody>
      </p:sp>
      <p:sp>
        <p:nvSpPr>
          <p:cNvPr id="13" name="safety-critic-label">
            <a:extLst xmlns:a="http://schemas.openxmlformats.org/drawingml/2006/main">
              <a:ext uri="{FF2B5EF4-FFF2-40B4-BE49-F238E27FC236}">
                <a16:creationId xmlns:a16="http://schemas.microsoft.com/office/drawing/2014/main" id="{D9C64DB2-79E8-4756-986C-8268465DE642}"/>
              </a:ext>
            </a:extLst>
          </p:cNvPr>
          <p:cNvSpPr>
            <a:spLocks xmlns:a="http://schemas.openxmlformats.org/drawingml/2006/main" noGrp="1"/>
          </p:cNvSpPr>
          <p:nvPr/>
        </p:nvSpPr>
        <p:spPr>
          <a:xfrm xmlns:a="http://schemas.openxmlformats.org/drawingml/2006/main" rot="0">
            <a:off x="800100" y="2095500"/>
            <a:ext cx="1362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0" i="0">
                <a:solidFill>
                  <a:srgbClr val="405A2C"/>
                </a:solidFill>
                <a:latin typeface="Arial"/>
                <a:ea typeface="Arial"/>
                <a:cs typeface="Arial"/>
              </a:defRPr>
            </a:defPPr>
          </a:lstStyle>
          <a:p xmlns:a="http://schemas.openxmlformats.org/drawingml/2006/main">
            <a:pPr algn="ctr">
              <a:defRPr sz="1650" b="0" i="0">
                <a:solidFill>
                  <a:srgbClr val="405A2C"/>
                </a:solidFill>
                <a:latin typeface="Arial"/>
                <a:ea typeface="Arial"/>
                <a:cs typeface="Arial"/>
              </a:defRPr>
            </a:pPr>
            <a:r>
              <a:rPr sz="1650" b="0" i="0">
                <a:solidFill>
                  <a:srgbClr val="405A2C"/>
                </a:solidFill>
                <a:latin typeface="Arial"/>
                <a:ea typeface="Arial"/>
                <a:cs typeface="Arial"/>
              </a:rPr>
              <a:t>Safety-Critic</a:t>
            </a:r>
          </a:p>
        </p:txBody>
      </p:sp>
      <p:pic>
        <p:nvPicPr>
          <p:cNvPr id="14" name="">
            <a:extLst xmlns:a="http://schemas.openxmlformats.org/drawingml/2006/main">
              <a:ext uri="{FF2B5EF4-FFF2-40B4-BE49-F238E27FC236}">
                <a16:creationId xmlns:a16="http://schemas.microsoft.com/office/drawing/2014/main" id="{CD8EB129-7387-4EE2-98E3-A33990844C3E}"/>
              </a:ext>
            </a:extLst>
          </p:cNvPr>
          <p:cNvPicPr>
            <a:picLocks xmlns:a="http://schemas.openxmlformats.org/drawingml/2006/main" noChangeAspect="1"/>
          </p:cNvPicPr>
          <p:nvPr/>
        </p:nvPicPr>
        <p:blipFill>
          <a:blip xmlns:r="http://schemas.openxmlformats.org/officeDocument/2006/relationships" xmlns:a="http://schemas.openxmlformats.org/drawingml/2006/main" r:embed="R7aa10732c3044549"/>
          <a:srcRect xmlns:a="http://schemas.openxmlformats.org/drawingml/2006/main" l="0" t="628" r="0" b="628"/>
          <a:stretch xmlns:a="http://schemas.openxmlformats.org/drawingml/2006/main">
            <a:fillRect l="0" t="0" r="0" b="0"/>
          </a:stretch>
        </p:blipFill>
        <p:spPr>
          <a:xfrm xmlns:a="http://schemas.openxmlformats.org/drawingml/2006/main">
            <a:off x="876300" y="1562100"/>
            <a:ext cx="1219200" cy="285750"/>
          </a:xfrm>
          <a:prstGeom xmlns:a="http://schemas.openxmlformats.org/drawingml/2006/main" prst="rect">
            <a:avLst/>
          </a:prstGeom>
        </p:spPr>
      </p:pic>
      <p:sp>
        <p:nvSpPr>
          <p:cNvPr id="15" name="skill-encoder-equation">
            <a:extLst xmlns:a="http://schemas.openxmlformats.org/drawingml/2006/main">
              <a:ext uri="{FF2B5EF4-FFF2-40B4-BE49-F238E27FC236}">
                <a16:creationId xmlns:a16="http://schemas.microsoft.com/office/drawing/2014/main" id="{9D15B3DD-6D56-438F-9CA5-C4A8C0D4485B}"/>
              </a:ext>
            </a:extLst>
          </p:cNvPr>
          <p:cNvSpPr>
            <a:spLocks xmlns:a="http://schemas.openxmlformats.org/drawingml/2006/main" noGrp="1"/>
          </p:cNvSpPr>
          <p:nvPr/>
        </p:nvSpPr>
        <p:spPr>
          <a:xfrm xmlns:a="http://schemas.openxmlformats.org/drawingml/2006/main" rot="0">
            <a:off x="876300" y="1562100"/>
            <a:ext cx="1219200" cy="285750"/>
          </a:xfrm>
          <a:prstGeom xmlns:a="http://schemas.openxmlformats.org/drawingml/2006/main" prst="rect">
            <a:avLst/>
          </a:prstGeom>
          <a:noFill xmlns:a="http://schemas.openxmlformats.org/drawingml/2006/main"/>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2A41AAC6-8049-4659-946D-0F569B5298EE}"/>
              </a:ext>
            </a:extLst>
          </p:cNvPr>
          <p:cNvPicPr>
            <a:picLocks xmlns:a="http://schemas.openxmlformats.org/drawingml/2006/main" noChangeAspect="1"/>
          </p:cNvPicPr>
          <p:nvPr/>
        </p:nvPicPr>
        <p:blipFill>
          <a:blip xmlns:r="http://schemas.openxmlformats.org/officeDocument/2006/relationships" xmlns:a="http://schemas.openxmlformats.org/drawingml/2006/main" r:embed="R0a02c30d94c54feb"/>
          <a:srcRect xmlns:a="http://schemas.openxmlformats.org/drawingml/2006/main" l="0" t="625" r="0" b="625"/>
          <a:stretch xmlns:a="http://schemas.openxmlformats.org/drawingml/2006/main">
            <a:fillRect l="0" t="0" r="0" b="0"/>
          </a:stretch>
        </p:blipFill>
        <p:spPr>
          <a:xfrm xmlns:a="http://schemas.openxmlformats.org/drawingml/2006/main">
            <a:off x="733425" y="2390775"/>
            <a:ext cx="1390650" cy="295275"/>
          </a:xfrm>
          <a:prstGeom xmlns:a="http://schemas.openxmlformats.org/drawingml/2006/main" prst="rect">
            <a:avLst/>
          </a:prstGeom>
        </p:spPr>
      </p:pic>
      <p:sp>
        <p:nvSpPr>
          <p:cNvPr id="17" name="safety-critic-equation">
            <a:extLst xmlns:a="http://schemas.openxmlformats.org/drawingml/2006/main">
              <a:ext uri="{FF2B5EF4-FFF2-40B4-BE49-F238E27FC236}">
                <a16:creationId xmlns:a16="http://schemas.microsoft.com/office/drawing/2014/main" id="{34551C5F-761E-4618-BAA2-F4817F60D6B2}"/>
              </a:ext>
            </a:extLst>
          </p:cNvPr>
          <p:cNvSpPr>
            <a:spLocks xmlns:a="http://schemas.openxmlformats.org/drawingml/2006/main" noGrp="1"/>
          </p:cNvSpPr>
          <p:nvPr/>
        </p:nvSpPr>
        <p:spPr>
          <a:xfrm xmlns:a="http://schemas.openxmlformats.org/drawingml/2006/main" rot="0">
            <a:off x="733425" y="2390775"/>
            <a:ext cx="1390650" cy="295275"/>
          </a:xfrm>
          <a:prstGeom xmlns:a="http://schemas.openxmlformats.org/drawingml/2006/main" prst="rect">
            <a:avLst/>
          </a:prstGeom>
          <a:noFill xmlns:a="http://schemas.openxmlformats.org/drawingml/2006/main"/>
          <a:ln xmlns:a="http://schemas.openxmlformats.org/drawingml/2006/main" w="0">
            <a:noFill/>
          </a:ln>
        </p:spPr>
      </p:sp>
      <p:sp>
        <p:nvSpPr>
          <p:cNvPr id="18" name="pretrain-policy">
            <a:extLst xmlns:a="http://schemas.openxmlformats.org/drawingml/2006/main">
              <a:ext uri="{FF2B5EF4-FFF2-40B4-BE49-F238E27FC236}">
                <a16:creationId xmlns:a16="http://schemas.microsoft.com/office/drawing/2014/main" id="{EF8AC408-CCF1-4C5C-917D-E8A79EFBC525}"/>
              </a:ext>
            </a:extLst>
          </p:cNvPr>
          <p:cNvSpPr>
            <a:spLocks xmlns:a="http://schemas.openxmlformats.org/drawingml/2006/main" noGrp="1"/>
          </p:cNvSpPr>
          <p:nvPr/>
        </p:nvSpPr>
        <p:spPr>
          <a:xfrm xmlns:a="http://schemas.openxmlformats.org/drawingml/2006/main" rot="0">
            <a:off x="3190875" y="1181100"/>
            <a:ext cx="1685925" cy="1562100"/>
          </a:xfrm>
          <a:prstGeom xmlns:a="http://schemas.openxmlformats.org/drawingml/2006/main" prst="roundRect">
            <a:avLst>
              <a:gd name="adj" fmla="val 4878"/>
            </a:avLst>
          </a:prstGeom>
          <a:solidFill xmlns:a="http://schemas.openxmlformats.org/drawingml/2006/main">
            <a:srgbClr val="AAC889"/>
          </a:solidFill>
          <a:ln xmlns:a="http://schemas.openxmlformats.org/drawingml/2006/main" w="17145">
            <a:solidFill>
              <a:srgbClr val="4F6F3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9" name="pretrain-policy-label">
            <a:extLst xmlns:a="http://schemas.openxmlformats.org/drawingml/2006/main">
              <a:ext uri="{FF2B5EF4-FFF2-40B4-BE49-F238E27FC236}">
                <a16:creationId xmlns:a16="http://schemas.microsoft.com/office/drawing/2014/main" id="{9ECF00E9-541A-4EA6-A1E9-5DECEEAA88C1}"/>
              </a:ext>
            </a:extLst>
          </p:cNvPr>
          <p:cNvSpPr>
            <a:spLocks xmlns:a="http://schemas.openxmlformats.org/drawingml/2006/main" noGrp="1"/>
          </p:cNvSpPr>
          <p:nvPr/>
        </p:nvSpPr>
        <p:spPr>
          <a:xfrm xmlns:a="http://schemas.openxmlformats.org/drawingml/2006/main" rot="0">
            <a:off x="3248025" y="1257300"/>
            <a:ext cx="1571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0" i="0">
                <a:solidFill>
                  <a:srgbClr val="405A2C"/>
                </a:solidFill>
                <a:latin typeface="Arial"/>
                <a:ea typeface="Arial"/>
                <a:cs typeface="Arial"/>
              </a:defRPr>
            </a:defPPr>
          </a:lstStyle>
          <a:p xmlns:a="http://schemas.openxmlformats.org/drawingml/2006/main">
            <a:pPr algn="ctr">
              <a:defRPr sz="1650" b="0" i="0">
                <a:solidFill>
                  <a:srgbClr val="405A2C"/>
                </a:solidFill>
                <a:latin typeface="Arial"/>
                <a:ea typeface="Arial"/>
                <a:cs typeface="Arial"/>
              </a:defRPr>
            </a:pPr>
            <a:r>
              <a:rPr sz="1650" b="0" i="0">
                <a:solidFill>
                  <a:srgbClr val="405A2C"/>
                </a:solidFill>
                <a:latin typeface="Arial"/>
                <a:ea typeface="Arial"/>
                <a:cs typeface="Arial"/>
              </a:rPr>
              <a:t>Low-Level Policy</a:t>
            </a:r>
          </a:p>
        </p:txBody>
      </p:sp>
      <p:pic>
        <p:nvPicPr>
          <p:cNvPr id="20" name="">
            <a:extLst xmlns:a="http://schemas.openxmlformats.org/drawingml/2006/main">
              <a:ext uri="{FF2B5EF4-FFF2-40B4-BE49-F238E27FC236}">
                <a16:creationId xmlns:a16="http://schemas.microsoft.com/office/drawing/2014/main" id="{6139964A-4ACC-453A-9BF8-ADA1EFAD8E42}"/>
              </a:ext>
            </a:extLst>
          </p:cNvPr>
          <p:cNvPicPr>
            <a:picLocks xmlns:a="http://schemas.openxmlformats.org/drawingml/2006/main" noChangeAspect="1"/>
          </p:cNvPicPr>
          <p:nvPr/>
        </p:nvPicPr>
        <p:blipFill>
          <a:blip xmlns:r="http://schemas.openxmlformats.org/officeDocument/2006/relationships" xmlns:a="http://schemas.openxmlformats.org/drawingml/2006/main" r:embed="R50058d0914f44634"/>
          <a:srcRect xmlns:a="http://schemas.openxmlformats.org/drawingml/2006/main" l="0" t="647" r="0" b="647"/>
          <a:stretch xmlns:a="http://schemas.openxmlformats.org/drawingml/2006/main">
            <a:fillRect l="0" t="0" r="0" b="0"/>
          </a:stretch>
        </p:blipFill>
        <p:spPr>
          <a:xfrm xmlns:a="http://schemas.openxmlformats.org/drawingml/2006/main">
            <a:off x="3381375" y="1562100"/>
            <a:ext cx="1352550" cy="285750"/>
          </a:xfrm>
          <a:prstGeom xmlns:a="http://schemas.openxmlformats.org/drawingml/2006/main" prst="rect">
            <a:avLst/>
          </a:prstGeom>
        </p:spPr>
      </p:pic>
      <p:sp>
        <p:nvSpPr>
          <p:cNvPr id="21" name="pretrain-policy-equation">
            <a:extLst xmlns:a="http://schemas.openxmlformats.org/drawingml/2006/main">
              <a:ext uri="{FF2B5EF4-FFF2-40B4-BE49-F238E27FC236}">
                <a16:creationId xmlns:a16="http://schemas.microsoft.com/office/drawing/2014/main" id="{D481D7F7-9DBA-4567-8835-CA8D61D01652}"/>
              </a:ext>
            </a:extLst>
          </p:cNvPr>
          <p:cNvSpPr>
            <a:spLocks xmlns:a="http://schemas.openxmlformats.org/drawingml/2006/main" noGrp="1"/>
          </p:cNvSpPr>
          <p:nvPr/>
        </p:nvSpPr>
        <p:spPr>
          <a:xfrm xmlns:a="http://schemas.openxmlformats.org/drawingml/2006/main" rot="0">
            <a:off x="3381375" y="1562100"/>
            <a:ext cx="1352550" cy="285750"/>
          </a:xfrm>
          <a:prstGeom xmlns:a="http://schemas.openxmlformats.org/drawingml/2006/main" prst="rect">
            <a:avLst/>
          </a:prstGeom>
          <a:noFill xmlns:a="http://schemas.openxmlformats.org/drawingml/2006/main"/>
          <a:ln xmlns:a="http://schemas.openxmlformats.org/drawingml/2006/main" w="0">
            <a:noFill/>
          </a:ln>
        </p:spPr>
      </p:sp>
      <p:sp>
        <p:nvSpPr>
          <p:cNvPr id="22" name="sum">
            <a:extLst xmlns:a="http://schemas.openxmlformats.org/drawingml/2006/main">
              <a:ext uri="{FF2B5EF4-FFF2-40B4-BE49-F238E27FC236}">
                <a16:creationId xmlns:a16="http://schemas.microsoft.com/office/drawing/2014/main" id="{066B0EBB-4D09-4D54-92A0-F9E9B7BF8E64}"/>
              </a:ext>
            </a:extLst>
          </p:cNvPr>
          <p:cNvSpPr>
            <a:spLocks xmlns:a="http://schemas.openxmlformats.org/drawingml/2006/main" noGrp="1"/>
          </p:cNvSpPr>
          <p:nvPr/>
        </p:nvSpPr>
        <p:spPr>
          <a:xfrm xmlns:a="http://schemas.openxmlformats.org/drawingml/2006/main" rot="0">
            <a:off x="2438400" y="1790700"/>
            <a:ext cx="342900" cy="333375"/>
          </a:xfrm>
          <a:prstGeom xmlns:a="http://schemas.openxmlformats.org/drawingml/2006/main" prst="ellipse">
            <a:avLst/>
          </a:prstGeom>
          <a:solidFill xmlns:a="http://schemas.openxmlformats.org/drawingml/2006/main">
            <a:srgbClr val="E0EDCF"/>
          </a:solidFill>
          <a:ln xmlns:a="http://schemas.openxmlformats.org/drawingml/2006/main" w="19050">
            <a:solidFill>
              <a:srgbClr val="666666"/>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23" name="sum-label">
            <a:extLst xmlns:a="http://schemas.openxmlformats.org/drawingml/2006/main">
              <a:ext uri="{FF2B5EF4-FFF2-40B4-BE49-F238E27FC236}">
                <a16:creationId xmlns:a16="http://schemas.microsoft.com/office/drawing/2014/main" id="{756F2124-2907-4973-88A1-66135734CDEB}"/>
              </a:ext>
            </a:extLst>
          </p:cNvPr>
          <p:cNvSpPr>
            <a:spLocks xmlns:a="http://schemas.openxmlformats.org/drawingml/2006/main" noGrp="1"/>
          </p:cNvSpPr>
          <p:nvPr/>
        </p:nvSpPr>
        <p:spPr>
          <a:xfrm xmlns:a="http://schemas.openxmlformats.org/drawingml/2006/main" rot="0">
            <a:off x="2447925" y="1752600"/>
            <a:ext cx="333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400" b="0" i="0">
                <a:solidFill>
                  <a:srgbClr val="666666"/>
                </a:solidFill>
                <a:latin typeface="Arial"/>
                <a:ea typeface="Arial"/>
                <a:cs typeface="Arial"/>
              </a:defRPr>
            </a:defPPr>
          </a:lstStyle>
          <a:p xmlns:a="http://schemas.openxmlformats.org/drawingml/2006/main">
            <a:pPr algn="ctr">
              <a:defRPr sz="2400" b="0" i="0">
                <a:solidFill>
                  <a:srgbClr val="666666"/>
                </a:solidFill>
                <a:latin typeface="Arial"/>
                <a:ea typeface="Arial"/>
                <a:cs typeface="Arial"/>
              </a:defRPr>
            </a:pPr>
            <a:r>
              <a:rPr sz="2400" b="0" i="0">
                <a:solidFill>
                  <a:srgbClr val="666666"/>
                </a:solidFill>
                <a:latin typeface="Arial"/>
                <a:ea typeface="Arial"/>
                <a:cs typeface="Arial"/>
              </a:rPr>
              <a:t>+</a:t>
            </a:r>
          </a:p>
        </p:txBody>
      </p:sp>
      <p:sp>
        <p:nvSpPr>
          <p:cNvPr id="24" name="state-input">
            <a:extLst xmlns:a="http://schemas.openxmlformats.org/drawingml/2006/main">
              <a:ext uri="{FF2B5EF4-FFF2-40B4-BE49-F238E27FC236}">
                <a16:creationId xmlns:a16="http://schemas.microsoft.com/office/drawing/2014/main" id="{127CD390-BD01-4363-944C-699422F29C41}"/>
              </a:ext>
            </a:extLst>
          </p:cNvPr>
          <p:cNvSpPr>
            <a:spLocks xmlns:a="http://schemas.openxmlformats.org/drawingml/2006/main" noGrp="1"/>
          </p:cNvSpPr>
          <p:nvPr/>
        </p:nvSpPr>
        <p:spPr>
          <a:xfrm xmlns:a="http://schemas.openxmlformats.org/drawingml/2006/main" rot="0">
            <a:off x="4038600" y="809625"/>
            <a:ext cx="1352550" cy="361950"/>
          </a:xfrm>
          <a:custGeom xmlns:a="http://schemas.openxmlformats.org/drawingml/2006/main">
            <a:pathLst>
              <a:path w="1352550" h="361950">
                <a:moveTo>
                  <a:pt x="1352550" y="0"/>
                </a:moveTo>
                <a:lnTo>
                  <a:pt x="0" y="0"/>
                </a:lnTo>
                <a:lnTo>
                  <a:pt x="0" y="361950"/>
                </a:lnTo>
              </a:path>
            </a:pathLst>
          </a:custGeom>
          <a:noFill xmlns:a="http://schemas.openxmlformats.org/drawingml/2006/main"/>
          <a:ln xmlns:a="http://schemas.openxmlformats.org/drawingml/2006/main" w="28575">
            <a:solidFill>
              <a:srgbClr val="7E7F7E"/>
            </a:solidFill>
            <a:prstDash val="solid"/>
          </a:ln>
        </p:spPr>
      </p:sp>
      <p:sp>
        <p:nvSpPr>
          <p:cNvPr id="25" name="state-input-head">
            <a:extLst xmlns:a="http://schemas.openxmlformats.org/drawingml/2006/main">
              <a:ext uri="{FF2B5EF4-FFF2-40B4-BE49-F238E27FC236}">
                <a16:creationId xmlns:a16="http://schemas.microsoft.com/office/drawing/2014/main" id="{1B804395-9FD3-4152-90B1-E256FBB76FD3}"/>
              </a:ext>
            </a:extLst>
          </p:cNvPr>
          <p:cNvSpPr>
            <a:spLocks xmlns:a="http://schemas.openxmlformats.org/drawingml/2006/main" noGrp="1"/>
          </p:cNvSpPr>
          <p:nvPr/>
        </p:nvSpPr>
        <p:spPr>
          <a:xfrm xmlns:a="http://schemas.openxmlformats.org/drawingml/2006/main" rot="0">
            <a:off x="3991451" y="1066800"/>
            <a:ext cx="94297" cy="104775"/>
          </a:xfrm>
          <a:custGeom xmlns:a="http://schemas.openxmlformats.org/drawingml/2006/main">
            <a:pathLst>
              <a:path w="94297" h="104775">
                <a:moveTo>
                  <a:pt x="47149" y="104775"/>
                </a:moveTo>
                <a:lnTo>
                  <a:pt x="0" y="0"/>
                </a:lnTo>
                <a:lnTo>
                  <a:pt x="94297" y="0"/>
                </a:lnTo>
                <a:close/>
              </a:path>
            </a:pathLst>
          </a:custGeom>
          <a:solidFill xmlns:a="http://schemas.openxmlformats.org/drawingml/2006/main">
            <a:srgbClr val="7E7F7E"/>
          </a:solidFill>
          <a:ln xmlns:a="http://schemas.openxmlformats.org/drawingml/2006/main" w="0">
            <a:noFill/>
            <a:prstDash val="solid"/>
          </a:ln>
        </p:spPr>
      </p:sp>
      <p:sp>
        <p:nvSpPr>
          <p:cNvPr id="26" name="state-label-upper">
            <a:extLst xmlns:a="http://schemas.openxmlformats.org/drawingml/2006/main">
              <a:ext uri="{FF2B5EF4-FFF2-40B4-BE49-F238E27FC236}">
                <a16:creationId xmlns:a16="http://schemas.microsoft.com/office/drawing/2014/main" id="{C0A7DC9F-9437-4EF5-8011-FBC4AE5359D2}"/>
              </a:ext>
            </a:extLst>
          </p:cNvPr>
          <p:cNvSpPr>
            <a:spLocks xmlns:a="http://schemas.openxmlformats.org/drawingml/2006/main" noGrp="1"/>
          </p:cNvSpPr>
          <p:nvPr/>
        </p:nvSpPr>
        <p:spPr>
          <a:xfrm xmlns:a="http://schemas.openxmlformats.org/drawingml/2006/main" rot="0">
            <a:off x="3914775" y="476250"/>
            <a:ext cx="285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1">
                <a:solidFill>
                  <a:srgbClr val="5D5D5D"/>
                </a:solidFill>
                <a:latin typeface="Times New Roman"/>
                <a:ea typeface="Times New Roman"/>
                <a:cs typeface="Times New Roman"/>
              </a:defRPr>
            </a:defPPr>
          </a:lstStyle>
          <a:p xmlns:a="http://schemas.openxmlformats.org/drawingml/2006/main">
            <a:pPr algn="ctr">
              <a:defRPr sz="2175" b="0" i="1">
                <a:solidFill>
                  <a:srgbClr val="5D5D5D"/>
                </a:solidFill>
                <a:latin typeface="Times New Roman"/>
                <a:ea typeface="Times New Roman"/>
                <a:cs typeface="Times New Roman"/>
              </a:defRPr>
            </a:pPr>
            <a:r>
              <a:rPr sz="2175" b="0" i="1">
                <a:solidFill>
                  <a:srgbClr val="5D5D5D"/>
                </a:solidFill>
                <a:latin typeface="Times New Roman"/>
                <a:ea typeface="Times New Roman"/>
                <a:cs typeface="Times New Roman"/>
              </a:rPr>
              <a:t>s</a:t>
            </a:r>
          </a:p>
        </p:txBody>
      </p:sp>
      <p:sp>
        <p:nvSpPr>
          <p:cNvPr id="27" name="state-encoder">
            <a:extLst xmlns:a="http://schemas.openxmlformats.org/drawingml/2006/main">
              <a:ext uri="{FF2B5EF4-FFF2-40B4-BE49-F238E27FC236}">
                <a16:creationId xmlns:a16="http://schemas.microsoft.com/office/drawing/2014/main" id="{D6A5BD82-4AE1-4283-A16C-1A7E1C59EF89}"/>
              </a:ext>
            </a:extLst>
          </p:cNvPr>
          <p:cNvSpPr>
            <a:spLocks xmlns:a="http://schemas.openxmlformats.org/drawingml/2006/main" noGrp="1"/>
          </p:cNvSpPr>
          <p:nvPr/>
        </p:nvSpPr>
        <p:spPr>
          <a:xfrm xmlns:a="http://schemas.openxmlformats.org/drawingml/2006/main" rot="0">
            <a:off x="381000" y="809625"/>
            <a:ext cx="3657600" cy="723900"/>
          </a:xfrm>
          <a:custGeom xmlns:a="http://schemas.openxmlformats.org/drawingml/2006/main">
            <a:pathLst>
              <a:path w="3657600" h="723900">
                <a:moveTo>
                  <a:pt x="3657600" y="0"/>
                </a:moveTo>
                <a:lnTo>
                  <a:pt x="0" y="0"/>
                </a:lnTo>
                <a:lnTo>
                  <a:pt x="0" y="723900"/>
                </a:lnTo>
                <a:lnTo>
                  <a:pt x="304800" y="723900"/>
                </a:lnTo>
              </a:path>
            </a:pathLst>
          </a:custGeom>
          <a:noFill xmlns:a="http://schemas.openxmlformats.org/drawingml/2006/main"/>
          <a:ln xmlns:a="http://schemas.openxmlformats.org/drawingml/2006/main" w="19050">
            <a:solidFill>
              <a:srgbClr val="7E7F7E"/>
            </a:solidFill>
            <a:prstDash val="dot"/>
          </a:ln>
        </p:spPr>
      </p:sp>
      <p:sp>
        <p:nvSpPr>
          <p:cNvPr id="28" name="state-encoder-head">
            <a:extLst xmlns:a="http://schemas.openxmlformats.org/drawingml/2006/main">
              <a:ext uri="{FF2B5EF4-FFF2-40B4-BE49-F238E27FC236}">
                <a16:creationId xmlns:a16="http://schemas.microsoft.com/office/drawing/2014/main" id="{50EB68D0-894F-4517-BB1F-986B158C9C63}"/>
              </a:ext>
            </a:extLst>
          </p:cNvPr>
          <p:cNvSpPr>
            <a:spLocks xmlns:a="http://schemas.openxmlformats.org/drawingml/2006/main" noGrp="1"/>
          </p:cNvSpPr>
          <p:nvPr/>
        </p:nvSpPr>
        <p:spPr>
          <a:xfrm xmlns:a="http://schemas.openxmlformats.org/drawingml/2006/main" rot="0">
            <a:off x="600075" y="149494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29" name="state-critic">
            <a:extLst xmlns:a="http://schemas.openxmlformats.org/drawingml/2006/main">
              <a:ext uri="{FF2B5EF4-FFF2-40B4-BE49-F238E27FC236}">
                <a16:creationId xmlns:a16="http://schemas.microsoft.com/office/drawing/2014/main" id="{D0307811-28B6-49D8-B382-AE0A7A6BECA2}"/>
              </a:ext>
            </a:extLst>
          </p:cNvPr>
          <p:cNvSpPr>
            <a:spLocks xmlns:a="http://schemas.openxmlformats.org/drawingml/2006/main" noGrp="1"/>
          </p:cNvSpPr>
          <p:nvPr/>
        </p:nvSpPr>
        <p:spPr>
          <a:xfrm xmlns:a="http://schemas.openxmlformats.org/drawingml/2006/main" rot="0">
            <a:off x="381000" y="1533525"/>
            <a:ext cx="304800" cy="838200"/>
          </a:xfrm>
          <a:custGeom xmlns:a="http://schemas.openxmlformats.org/drawingml/2006/main">
            <a:pathLst>
              <a:path w="304800" h="838200">
                <a:moveTo>
                  <a:pt x="0" y="0"/>
                </a:moveTo>
                <a:lnTo>
                  <a:pt x="0" y="838200"/>
                </a:lnTo>
                <a:lnTo>
                  <a:pt x="304800" y="838200"/>
                </a:lnTo>
              </a:path>
            </a:pathLst>
          </a:custGeom>
          <a:noFill xmlns:a="http://schemas.openxmlformats.org/drawingml/2006/main"/>
          <a:ln xmlns:a="http://schemas.openxmlformats.org/drawingml/2006/main" w="19050">
            <a:solidFill>
              <a:srgbClr val="7E7F7E"/>
            </a:solidFill>
            <a:prstDash val="dot"/>
          </a:ln>
        </p:spPr>
      </p:sp>
      <p:sp>
        <p:nvSpPr>
          <p:cNvPr id="30" name="state-critic-head">
            <a:extLst xmlns:a="http://schemas.openxmlformats.org/drawingml/2006/main">
              <a:ext uri="{FF2B5EF4-FFF2-40B4-BE49-F238E27FC236}">
                <a16:creationId xmlns:a16="http://schemas.microsoft.com/office/drawing/2014/main" id="{F5BF9415-1224-4627-B14B-EC516837ABE6}"/>
              </a:ext>
            </a:extLst>
          </p:cNvPr>
          <p:cNvSpPr>
            <a:spLocks xmlns:a="http://schemas.openxmlformats.org/drawingml/2006/main" noGrp="1"/>
          </p:cNvSpPr>
          <p:nvPr/>
        </p:nvSpPr>
        <p:spPr>
          <a:xfrm xmlns:a="http://schemas.openxmlformats.org/drawingml/2006/main" rot="0">
            <a:off x="600075" y="233314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31" name="critic-feedback">
            <a:extLst xmlns:a="http://schemas.openxmlformats.org/drawingml/2006/main">
              <a:ext uri="{FF2B5EF4-FFF2-40B4-BE49-F238E27FC236}">
                <a16:creationId xmlns:a16="http://schemas.microsoft.com/office/drawing/2014/main" id="{95442686-CB82-429A-A05D-543A33B6AAB8}"/>
              </a:ext>
            </a:extLst>
          </p:cNvPr>
          <p:cNvSpPr>
            <a:spLocks xmlns:a="http://schemas.openxmlformats.org/drawingml/2006/main" noGrp="1"/>
          </p:cNvSpPr>
          <p:nvPr/>
        </p:nvSpPr>
        <p:spPr>
          <a:xfrm xmlns:a="http://schemas.openxmlformats.org/drawingml/2006/main" rot="0">
            <a:off x="381000" y="1952625"/>
            <a:ext cx="4695825" cy="981075"/>
          </a:xfrm>
          <a:custGeom xmlns:a="http://schemas.openxmlformats.org/drawingml/2006/main">
            <a:pathLst>
              <a:path w="4695825" h="981075">
                <a:moveTo>
                  <a:pt x="4695825" y="0"/>
                </a:moveTo>
                <a:lnTo>
                  <a:pt x="4695825" y="981075"/>
                </a:lnTo>
                <a:lnTo>
                  <a:pt x="0" y="981075"/>
                </a:lnTo>
                <a:lnTo>
                  <a:pt x="0" y="523875"/>
                </a:lnTo>
                <a:lnTo>
                  <a:pt x="304800" y="523875"/>
                </a:lnTo>
              </a:path>
            </a:pathLst>
          </a:custGeom>
          <a:noFill xmlns:a="http://schemas.openxmlformats.org/drawingml/2006/main"/>
          <a:ln xmlns:a="http://schemas.openxmlformats.org/drawingml/2006/main" w="19050">
            <a:solidFill>
              <a:srgbClr val="7E7F7E"/>
            </a:solidFill>
            <a:prstDash val="dot"/>
          </a:ln>
        </p:spPr>
      </p:sp>
      <p:sp>
        <p:nvSpPr>
          <p:cNvPr id="32" name="critic-feedback-head">
            <a:extLst xmlns:a="http://schemas.openxmlformats.org/drawingml/2006/main">
              <a:ext uri="{FF2B5EF4-FFF2-40B4-BE49-F238E27FC236}">
                <a16:creationId xmlns:a16="http://schemas.microsoft.com/office/drawing/2014/main" id="{9C725B61-42E1-43B8-B392-B5F254691EC3}"/>
              </a:ext>
            </a:extLst>
          </p:cNvPr>
          <p:cNvSpPr>
            <a:spLocks xmlns:a="http://schemas.openxmlformats.org/drawingml/2006/main" noGrp="1"/>
          </p:cNvSpPr>
          <p:nvPr/>
        </p:nvSpPr>
        <p:spPr>
          <a:xfrm xmlns:a="http://schemas.openxmlformats.org/drawingml/2006/main" rot="0">
            <a:off x="600075" y="24379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33" name="encoder-sum">
            <a:extLst xmlns:a="http://schemas.openxmlformats.org/drawingml/2006/main">
              <a:ext uri="{FF2B5EF4-FFF2-40B4-BE49-F238E27FC236}">
                <a16:creationId xmlns:a16="http://schemas.microsoft.com/office/drawing/2014/main" id="{F074EB4C-CAB6-43A3-B0F2-9D5606E49F14}"/>
              </a:ext>
            </a:extLst>
          </p:cNvPr>
          <p:cNvSpPr>
            <a:spLocks xmlns:a="http://schemas.openxmlformats.org/drawingml/2006/main" noGrp="1"/>
          </p:cNvSpPr>
          <p:nvPr/>
        </p:nvSpPr>
        <p:spPr>
          <a:xfrm xmlns:a="http://schemas.openxmlformats.org/drawingml/2006/main" rot="0">
            <a:off x="2247900" y="1533525"/>
            <a:ext cx="361950" cy="257175"/>
          </a:xfrm>
          <a:custGeom xmlns:a="http://schemas.openxmlformats.org/drawingml/2006/main">
            <a:pathLst>
              <a:path w="361950" h="257175">
                <a:moveTo>
                  <a:pt x="0" y="0"/>
                </a:moveTo>
                <a:lnTo>
                  <a:pt x="361950" y="0"/>
                </a:lnTo>
                <a:lnTo>
                  <a:pt x="361950" y="257175"/>
                </a:lnTo>
              </a:path>
            </a:pathLst>
          </a:custGeom>
          <a:noFill xmlns:a="http://schemas.openxmlformats.org/drawingml/2006/main"/>
          <a:ln xmlns:a="http://schemas.openxmlformats.org/drawingml/2006/main" w="19050">
            <a:solidFill>
              <a:srgbClr val="7E7F7E"/>
            </a:solidFill>
            <a:prstDash val="dot"/>
          </a:ln>
        </p:spPr>
      </p:sp>
      <p:sp>
        <p:nvSpPr>
          <p:cNvPr id="34" name="encoder-sum-head">
            <a:extLst xmlns:a="http://schemas.openxmlformats.org/drawingml/2006/main">
              <a:ext uri="{FF2B5EF4-FFF2-40B4-BE49-F238E27FC236}">
                <a16:creationId xmlns:a16="http://schemas.microsoft.com/office/drawing/2014/main" id="{154AE96F-B9FE-462B-9D64-A37012E4F138}"/>
              </a:ext>
            </a:extLst>
          </p:cNvPr>
          <p:cNvSpPr>
            <a:spLocks xmlns:a="http://schemas.openxmlformats.org/drawingml/2006/main" noGrp="1"/>
          </p:cNvSpPr>
          <p:nvPr/>
        </p:nvSpPr>
        <p:spPr>
          <a:xfrm xmlns:a="http://schemas.openxmlformats.org/drawingml/2006/main" rot="0">
            <a:off x="2571274" y="1704975"/>
            <a:ext cx="77153" cy="85725"/>
          </a:xfrm>
          <a:custGeom xmlns:a="http://schemas.openxmlformats.org/drawingml/2006/main">
            <a:pathLst>
              <a:path w="77153" h="85725">
                <a:moveTo>
                  <a:pt x="38576" y="85725"/>
                </a:moveTo>
                <a:lnTo>
                  <a:pt x="0" y="0"/>
                </a:lnTo>
                <a:lnTo>
                  <a:pt x="77153" y="0"/>
                </a:lnTo>
                <a:close/>
              </a:path>
            </a:pathLst>
          </a:custGeom>
          <a:solidFill xmlns:a="http://schemas.openxmlformats.org/drawingml/2006/main">
            <a:srgbClr val="7E7F7E"/>
          </a:solidFill>
          <a:ln xmlns:a="http://schemas.openxmlformats.org/drawingml/2006/main" w="0">
            <a:noFill/>
            <a:prstDash val="solid"/>
          </a:ln>
        </p:spPr>
      </p:sp>
      <p:sp>
        <p:nvSpPr>
          <p:cNvPr id="35" name="critic-sum">
            <a:extLst xmlns:a="http://schemas.openxmlformats.org/drawingml/2006/main">
              <a:ext uri="{FF2B5EF4-FFF2-40B4-BE49-F238E27FC236}">
                <a16:creationId xmlns:a16="http://schemas.microsoft.com/office/drawing/2014/main" id="{5DFF3EBD-D532-45F9-9764-FDE3B3528A17}"/>
              </a:ext>
            </a:extLst>
          </p:cNvPr>
          <p:cNvSpPr>
            <a:spLocks xmlns:a="http://schemas.openxmlformats.org/drawingml/2006/main" noGrp="1"/>
          </p:cNvSpPr>
          <p:nvPr/>
        </p:nvSpPr>
        <p:spPr>
          <a:xfrm xmlns:a="http://schemas.openxmlformats.org/drawingml/2006/main" rot="0">
            <a:off x="2247900" y="2124075"/>
            <a:ext cx="361950" cy="247650"/>
          </a:xfrm>
          <a:custGeom xmlns:a="http://schemas.openxmlformats.org/drawingml/2006/main">
            <a:pathLst>
              <a:path w="361950" h="247650">
                <a:moveTo>
                  <a:pt x="0" y="247650"/>
                </a:moveTo>
                <a:lnTo>
                  <a:pt x="361950" y="247650"/>
                </a:lnTo>
                <a:lnTo>
                  <a:pt x="361950" y="0"/>
                </a:lnTo>
              </a:path>
            </a:pathLst>
          </a:custGeom>
          <a:noFill xmlns:a="http://schemas.openxmlformats.org/drawingml/2006/main"/>
          <a:ln xmlns:a="http://schemas.openxmlformats.org/drawingml/2006/main" w="19050">
            <a:solidFill>
              <a:srgbClr val="7E7F7E"/>
            </a:solidFill>
            <a:prstDash val="dot"/>
          </a:ln>
        </p:spPr>
      </p:sp>
      <p:sp>
        <p:nvSpPr>
          <p:cNvPr id="36" name="critic-sum-head">
            <a:extLst xmlns:a="http://schemas.openxmlformats.org/drawingml/2006/main">
              <a:ext uri="{FF2B5EF4-FFF2-40B4-BE49-F238E27FC236}">
                <a16:creationId xmlns:a16="http://schemas.microsoft.com/office/drawing/2014/main" id="{3EFF9F90-80B1-4E8A-8CD0-2DA72AF7F85C}"/>
              </a:ext>
            </a:extLst>
          </p:cNvPr>
          <p:cNvSpPr>
            <a:spLocks xmlns:a="http://schemas.openxmlformats.org/drawingml/2006/main" noGrp="1"/>
          </p:cNvSpPr>
          <p:nvPr/>
        </p:nvSpPr>
        <p:spPr>
          <a:xfrm xmlns:a="http://schemas.openxmlformats.org/drawingml/2006/main" rot="0">
            <a:off x="2571274" y="2124075"/>
            <a:ext cx="77153" cy="85725"/>
          </a:xfrm>
          <a:custGeom xmlns:a="http://schemas.openxmlformats.org/drawingml/2006/main">
            <a:pathLst>
              <a:path w="77153" h="85725">
                <a:moveTo>
                  <a:pt x="38576" y="0"/>
                </a:moveTo>
                <a:lnTo>
                  <a:pt x="77153" y="85725"/>
                </a:lnTo>
                <a:lnTo>
                  <a:pt x="0" y="85725"/>
                </a:lnTo>
                <a:close/>
              </a:path>
            </a:pathLst>
          </a:custGeom>
          <a:solidFill xmlns:a="http://schemas.openxmlformats.org/drawingml/2006/main">
            <a:srgbClr val="7E7F7E"/>
          </a:solidFill>
          <a:ln xmlns:a="http://schemas.openxmlformats.org/drawingml/2006/main" w="0">
            <a:noFill/>
            <a:prstDash val="solid"/>
          </a:ln>
        </p:spPr>
      </p:sp>
      <p:sp>
        <p:nvSpPr>
          <p:cNvPr id="37" name="sum-policy">
            <a:extLst xmlns:a="http://schemas.openxmlformats.org/drawingml/2006/main">
              <a:ext uri="{FF2B5EF4-FFF2-40B4-BE49-F238E27FC236}">
                <a16:creationId xmlns:a16="http://schemas.microsoft.com/office/drawing/2014/main" id="{A29558C1-A955-4F1A-BF92-470074943C67}"/>
              </a:ext>
            </a:extLst>
          </p:cNvPr>
          <p:cNvSpPr>
            <a:spLocks xmlns:a="http://schemas.openxmlformats.org/drawingml/2006/main" noGrp="1"/>
          </p:cNvSpPr>
          <p:nvPr/>
        </p:nvSpPr>
        <p:spPr>
          <a:xfrm xmlns:a="http://schemas.openxmlformats.org/drawingml/2006/main" rot="0">
            <a:off x="2781300" y="1952625"/>
            <a:ext cx="400050" cy="95"/>
          </a:xfrm>
          <a:custGeom xmlns:a="http://schemas.openxmlformats.org/drawingml/2006/main">
            <a:pathLst>
              <a:path w="400050" h="95">
                <a:moveTo>
                  <a:pt x="0" y="0"/>
                </a:moveTo>
                <a:lnTo>
                  <a:pt x="400050" y="0"/>
                </a:lnTo>
              </a:path>
            </a:pathLst>
          </a:custGeom>
          <a:noFill xmlns:a="http://schemas.openxmlformats.org/drawingml/2006/main"/>
          <a:ln xmlns:a="http://schemas.openxmlformats.org/drawingml/2006/main" w="19050">
            <a:solidFill>
              <a:srgbClr val="7E7F7E"/>
            </a:solidFill>
            <a:prstDash val="dot"/>
          </a:ln>
        </p:spPr>
      </p:sp>
      <p:sp>
        <p:nvSpPr>
          <p:cNvPr id="38" name="sum-policy-head">
            <a:extLst xmlns:a="http://schemas.openxmlformats.org/drawingml/2006/main">
              <a:ext uri="{FF2B5EF4-FFF2-40B4-BE49-F238E27FC236}">
                <a16:creationId xmlns:a16="http://schemas.microsoft.com/office/drawing/2014/main" id="{F747B993-E7CD-4814-839A-0A989F55B60F}"/>
              </a:ext>
            </a:extLst>
          </p:cNvPr>
          <p:cNvSpPr>
            <a:spLocks xmlns:a="http://schemas.openxmlformats.org/drawingml/2006/main" noGrp="1"/>
          </p:cNvSpPr>
          <p:nvPr/>
        </p:nvSpPr>
        <p:spPr>
          <a:xfrm xmlns:a="http://schemas.openxmlformats.org/drawingml/2006/main" rot="0">
            <a:off x="3095625" y="191404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39" name="action-upper">
            <a:extLst xmlns:a="http://schemas.openxmlformats.org/drawingml/2006/main">
              <a:ext uri="{FF2B5EF4-FFF2-40B4-BE49-F238E27FC236}">
                <a16:creationId xmlns:a16="http://schemas.microsoft.com/office/drawing/2014/main" id="{18A02AEE-AE0F-4299-A41F-D95622213591}"/>
              </a:ext>
            </a:extLst>
          </p:cNvPr>
          <p:cNvSpPr>
            <a:spLocks xmlns:a="http://schemas.openxmlformats.org/drawingml/2006/main" noGrp="1"/>
          </p:cNvSpPr>
          <p:nvPr/>
        </p:nvSpPr>
        <p:spPr>
          <a:xfrm xmlns:a="http://schemas.openxmlformats.org/drawingml/2006/main" rot="0">
            <a:off x="4876800" y="1952625"/>
            <a:ext cx="514350" cy="95"/>
          </a:xfrm>
          <a:custGeom xmlns:a="http://schemas.openxmlformats.org/drawingml/2006/main">
            <a:pathLst>
              <a:path w="514350" h="95">
                <a:moveTo>
                  <a:pt x="0" y="0"/>
                </a:moveTo>
                <a:lnTo>
                  <a:pt x="514350" y="0"/>
                </a:lnTo>
              </a:path>
            </a:pathLst>
          </a:custGeom>
          <a:noFill xmlns:a="http://schemas.openxmlformats.org/drawingml/2006/main"/>
          <a:ln xmlns:a="http://schemas.openxmlformats.org/drawingml/2006/main" w="28575">
            <a:solidFill>
              <a:srgbClr val="7E7F7E"/>
            </a:solidFill>
            <a:prstDash val="solid"/>
          </a:ln>
        </p:spPr>
      </p:sp>
      <p:sp>
        <p:nvSpPr>
          <p:cNvPr id="40" name="action-upper-head">
            <a:extLst xmlns:a="http://schemas.openxmlformats.org/drawingml/2006/main">
              <a:ext uri="{FF2B5EF4-FFF2-40B4-BE49-F238E27FC236}">
                <a16:creationId xmlns:a16="http://schemas.microsoft.com/office/drawing/2014/main" id="{04CD3233-801F-4F55-960D-A4BCCD592978}"/>
              </a:ext>
            </a:extLst>
          </p:cNvPr>
          <p:cNvSpPr>
            <a:spLocks xmlns:a="http://schemas.openxmlformats.org/drawingml/2006/main" noGrp="1"/>
          </p:cNvSpPr>
          <p:nvPr/>
        </p:nvSpPr>
        <p:spPr>
          <a:xfrm xmlns:a="http://schemas.openxmlformats.org/drawingml/2006/main" rot="0">
            <a:off x="5286375" y="1905476"/>
            <a:ext cx="104775" cy="94297"/>
          </a:xfrm>
          <a:custGeom xmlns:a="http://schemas.openxmlformats.org/drawingml/2006/main">
            <a:pathLst>
              <a:path w="104775" h="94297">
                <a:moveTo>
                  <a:pt x="104775" y="47149"/>
                </a:moveTo>
                <a:lnTo>
                  <a:pt x="0" y="94297"/>
                </a:lnTo>
                <a:lnTo>
                  <a:pt x="0" y="0"/>
                </a:lnTo>
                <a:close/>
              </a:path>
            </a:pathLst>
          </a:custGeom>
          <a:solidFill xmlns:a="http://schemas.openxmlformats.org/drawingml/2006/main">
            <a:srgbClr val="7E7F7E"/>
          </a:solidFill>
          <a:ln xmlns:a="http://schemas.openxmlformats.org/drawingml/2006/main" w="0">
            <a:noFill/>
            <a:prstDash val="solid"/>
          </a:ln>
        </p:spPr>
      </p:sp>
      <p:sp>
        <p:nvSpPr>
          <p:cNvPr id="41" name="action-label-upper">
            <a:extLst xmlns:a="http://schemas.openxmlformats.org/drawingml/2006/main">
              <a:ext uri="{FF2B5EF4-FFF2-40B4-BE49-F238E27FC236}">
                <a16:creationId xmlns:a16="http://schemas.microsoft.com/office/drawing/2014/main" id="{14DBBB20-1B6B-43D1-A763-959B42C77F5B}"/>
              </a:ext>
            </a:extLst>
          </p:cNvPr>
          <p:cNvSpPr>
            <a:spLocks xmlns:a="http://schemas.openxmlformats.org/drawingml/2006/main" noGrp="1"/>
          </p:cNvSpPr>
          <p:nvPr/>
        </p:nvSpPr>
        <p:spPr>
          <a:xfrm xmlns:a="http://schemas.openxmlformats.org/drawingml/2006/main" rot="0">
            <a:off x="4943475" y="163830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1">
                <a:solidFill>
                  <a:srgbClr val="5D5D5D"/>
                </a:solidFill>
                <a:latin typeface="Times New Roman"/>
                <a:ea typeface="Times New Roman"/>
                <a:cs typeface="Times New Roman"/>
              </a:defRPr>
            </a:defPPr>
          </a:lstStyle>
          <a:p xmlns:a="http://schemas.openxmlformats.org/drawingml/2006/main">
            <a:pPr algn="ctr">
              <a:defRPr sz="2175" b="0" i="1">
                <a:solidFill>
                  <a:srgbClr val="5D5D5D"/>
                </a:solidFill>
                <a:latin typeface="Times New Roman"/>
                <a:ea typeface="Times New Roman"/>
                <a:cs typeface="Times New Roman"/>
              </a:defRPr>
            </a:pPr>
            <a:r>
              <a:rPr sz="2175" b="0" i="1">
                <a:solidFill>
                  <a:srgbClr val="5D5D5D"/>
                </a:solidFill>
                <a:latin typeface="Times New Roman"/>
                <a:ea typeface="Times New Roman"/>
                <a:cs typeface="Times New Roman"/>
              </a:rPr>
              <a:t>a</a:t>
            </a:r>
          </a:p>
        </p:txBody>
      </p:sp>
      <p:sp>
        <p:nvSpPr>
          <p:cNvPr id="42" name="high-policy">
            <a:extLst xmlns:a="http://schemas.openxmlformats.org/drawingml/2006/main">
              <a:ext uri="{FF2B5EF4-FFF2-40B4-BE49-F238E27FC236}">
                <a16:creationId xmlns:a16="http://schemas.microsoft.com/office/drawing/2014/main" id="{5BFC5CA6-D62F-4A23-B0F3-023B73564BB1}"/>
              </a:ext>
            </a:extLst>
          </p:cNvPr>
          <p:cNvSpPr>
            <a:spLocks xmlns:a="http://schemas.openxmlformats.org/drawingml/2006/main" noGrp="1"/>
          </p:cNvSpPr>
          <p:nvPr/>
        </p:nvSpPr>
        <p:spPr>
          <a:xfrm xmlns:a="http://schemas.openxmlformats.org/drawingml/2006/main" rot="0">
            <a:off x="809625" y="3486150"/>
            <a:ext cx="1752600" cy="1504950"/>
          </a:xfrm>
          <a:prstGeom xmlns:a="http://schemas.openxmlformats.org/drawingml/2006/main" prst="roundRect">
            <a:avLst>
              <a:gd name="adj" fmla="val 5063"/>
            </a:avLst>
          </a:prstGeom>
          <a:solidFill xmlns:a="http://schemas.openxmlformats.org/drawingml/2006/main">
            <a:srgbClr val="BCD0E9"/>
          </a:solidFill>
          <a:ln xmlns:a="http://schemas.openxmlformats.org/drawingml/2006/main" w="17145">
            <a:solidFill>
              <a:srgbClr val="5084C2"/>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3" name="high-policy-label">
            <a:extLst xmlns:a="http://schemas.openxmlformats.org/drawingml/2006/main">
              <a:ext uri="{FF2B5EF4-FFF2-40B4-BE49-F238E27FC236}">
                <a16:creationId xmlns:a16="http://schemas.microsoft.com/office/drawing/2014/main" id="{6B3687BB-E6BE-4F3C-9A5E-A246EC065FBB}"/>
              </a:ext>
            </a:extLst>
          </p:cNvPr>
          <p:cNvSpPr>
            <a:spLocks xmlns:a="http://schemas.openxmlformats.org/drawingml/2006/main" noGrp="1"/>
          </p:cNvSpPr>
          <p:nvPr/>
        </p:nvSpPr>
        <p:spPr>
          <a:xfrm xmlns:a="http://schemas.openxmlformats.org/drawingml/2006/main" rot="0">
            <a:off x="857250" y="3533775"/>
            <a:ext cx="16478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0" i="0">
                <a:solidFill>
                  <a:srgbClr val="315F91"/>
                </a:solidFill>
                <a:latin typeface="Arial"/>
                <a:ea typeface="Arial"/>
                <a:cs typeface="Arial"/>
              </a:defRPr>
            </a:defPPr>
          </a:lstStyle>
          <a:p xmlns:a="http://schemas.openxmlformats.org/drawingml/2006/main">
            <a:pPr algn="ctr">
              <a:defRPr sz="1650" b="0" i="0">
                <a:solidFill>
                  <a:srgbClr val="315F91"/>
                </a:solidFill>
                <a:latin typeface="Arial"/>
                <a:ea typeface="Arial"/>
                <a:cs typeface="Arial"/>
              </a:defRPr>
            </a:pPr>
            <a:r>
              <a:rPr sz="1650" b="0" i="0">
                <a:solidFill>
                  <a:srgbClr val="315F91"/>
                </a:solidFill>
                <a:latin typeface="Arial"/>
                <a:ea typeface="Arial"/>
                <a:cs typeface="Arial"/>
              </a:rPr>
              <a:t>High-Level Policy</a:t>
            </a:r>
          </a:p>
        </p:txBody>
      </p:sp>
      <p:pic>
        <p:nvPicPr>
          <p:cNvPr id="44" name="">
            <a:extLst xmlns:a="http://schemas.openxmlformats.org/drawingml/2006/main">
              <a:ext uri="{FF2B5EF4-FFF2-40B4-BE49-F238E27FC236}">
                <a16:creationId xmlns:a16="http://schemas.microsoft.com/office/drawing/2014/main" id="{ECC43517-8B81-4ECD-864F-51DA8AD48139}"/>
              </a:ext>
            </a:extLst>
          </p:cNvPr>
          <p:cNvPicPr>
            <a:picLocks xmlns:a="http://schemas.openxmlformats.org/drawingml/2006/main" noChangeAspect="1"/>
          </p:cNvPicPr>
          <p:nvPr/>
        </p:nvPicPr>
        <p:blipFill>
          <a:blip xmlns:r="http://schemas.openxmlformats.org/officeDocument/2006/relationships" xmlns:a="http://schemas.openxmlformats.org/drawingml/2006/main" r:embed="R1afd4ea316db40ab"/>
          <a:srcRect xmlns:a="http://schemas.openxmlformats.org/drawingml/2006/main" l="0" t="483" r="0" b="483"/>
          <a:stretch xmlns:a="http://schemas.openxmlformats.org/drawingml/2006/main">
            <a:fillRect l="0" t="0" r="0" b="0"/>
          </a:stretch>
        </p:blipFill>
        <p:spPr>
          <a:xfrm xmlns:a="http://schemas.openxmlformats.org/drawingml/2006/main">
            <a:off x="1304925" y="3829050"/>
            <a:ext cx="819150" cy="304800"/>
          </a:xfrm>
          <a:prstGeom xmlns:a="http://schemas.openxmlformats.org/drawingml/2006/main" prst="rect">
            <a:avLst/>
          </a:prstGeom>
        </p:spPr>
      </p:pic>
      <p:sp>
        <p:nvSpPr>
          <p:cNvPr id="45" name="high-policy-equation">
            <a:extLst xmlns:a="http://schemas.openxmlformats.org/drawingml/2006/main">
              <a:ext uri="{FF2B5EF4-FFF2-40B4-BE49-F238E27FC236}">
                <a16:creationId xmlns:a16="http://schemas.microsoft.com/office/drawing/2014/main" id="{A4FF614C-02D8-4D5A-BCC8-FE9A868E1D08}"/>
              </a:ext>
            </a:extLst>
          </p:cNvPr>
          <p:cNvSpPr>
            <a:spLocks xmlns:a="http://schemas.openxmlformats.org/drawingml/2006/main" noGrp="1"/>
          </p:cNvSpPr>
          <p:nvPr/>
        </p:nvSpPr>
        <p:spPr>
          <a:xfrm xmlns:a="http://schemas.openxmlformats.org/drawingml/2006/main" rot="0">
            <a:off x="1304925" y="3829050"/>
            <a:ext cx="819150" cy="304800"/>
          </a:xfrm>
          <a:prstGeom xmlns:a="http://schemas.openxmlformats.org/drawingml/2006/main" prst="rect">
            <a:avLst/>
          </a:prstGeom>
          <a:noFill xmlns:a="http://schemas.openxmlformats.org/drawingml/2006/main"/>
          <a:ln xmlns:a="http://schemas.openxmlformats.org/drawingml/2006/main" w="0">
            <a:noFill/>
          </a:ln>
        </p:spPr>
      </p:sp>
      <p:sp>
        <p:nvSpPr>
          <p:cNvPr id="46" name="low-policy">
            <a:extLst xmlns:a="http://schemas.openxmlformats.org/drawingml/2006/main">
              <a:ext uri="{FF2B5EF4-FFF2-40B4-BE49-F238E27FC236}">
                <a16:creationId xmlns:a16="http://schemas.microsoft.com/office/drawing/2014/main" id="{5B11296A-5517-4E63-89CF-C04640CCDCA0}"/>
              </a:ext>
            </a:extLst>
          </p:cNvPr>
          <p:cNvSpPr>
            <a:spLocks xmlns:a="http://schemas.openxmlformats.org/drawingml/2006/main" noGrp="1"/>
          </p:cNvSpPr>
          <p:nvPr/>
        </p:nvSpPr>
        <p:spPr>
          <a:xfrm xmlns:a="http://schemas.openxmlformats.org/drawingml/2006/main" rot="0">
            <a:off x="3190875" y="3486150"/>
            <a:ext cx="1685925" cy="1504950"/>
          </a:xfrm>
          <a:prstGeom xmlns:a="http://schemas.openxmlformats.org/drawingml/2006/main" prst="roundRect">
            <a:avLst>
              <a:gd name="adj" fmla="val 5063"/>
            </a:avLst>
          </a:prstGeom>
          <a:solidFill xmlns:a="http://schemas.openxmlformats.org/drawingml/2006/main">
            <a:srgbClr val="AAC889"/>
          </a:solidFill>
          <a:ln xmlns:a="http://schemas.openxmlformats.org/drawingml/2006/main" w="17145">
            <a:solidFill>
              <a:srgbClr val="4F6F3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7" name="low-policy-label">
            <a:extLst xmlns:a="http://schemas.openxmlformats.org/drawingml/2006/main">
              <a:ext uri="{FF2B5EF4-FFF2-40B4-BE49-F238E27FC236}">
                <a16:creationId xmlns:a16="http://schemas.microsoft.com/office/drawing/2014/main" id="{CF79A990-6D80-477A-BF2D-372B78C605CB}"/>
              </a:ext>
            </a:extLst>
          </p:cNvPr>
          <p:cNvSpPr>
            <a:spLocks xmlns:a="http://schemas.openxmlformats.org/drawingml/2006/main" noGrp="1"/>
          </p:cNvSpPr>
          <p:nvPr/>
        </p:nvSpPr>
        <p:spPr>
          <a:xfrm xmlns:a="http://schemas.openxmlformats.org/drawingml/2006/main" rot="0">
            <a:off x="3238500" y="3552825"/>
            <a:ext cx="1600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650" b="0" i="0">
                <a:solidFill>
                  <a:srgbClr val="405A2C"/>
                </a:solidFill>
                <a:latin typeface="Arial"/>
                <a:ea typeface="Arial"/>
                <a:cs typeface="Arial"/>
              </a:defRPr>
            </a:defPPr>
          </a:lstStyle>
          <a:p xmlns:a="http://schemas.openxmlformats.org/drawingml/2006/main">
            <a:pPr algn="ctr">
              <a:defRPr sz="1650" b="0" i="0">
                <a:solidFill>
                  <a:srgbClr val="405A2C"/>
                </a:solidFill>
                <a:latin typeface="Arial"/>
                <a:ea typeface="Arial"/>
                <a:cs typeface="Arial"/>
              </a:defRPr>
            </a:pPr>
            <a:r>
              <a:rPr sz="1650" b="0" i="0">
                <a:solidFill>
                  <a:srgbClr val="405A2C"/>
                </a:solidFill>
                <a:latin typeface="Arial"/>
                <a:ea typeface="Arial"/>
                <a:cs typeface="Arial"/>
              </a:rPr>
              <a:t>Low-Level Policy</a:t>
            </a:r>
          </a:p>
        </p:txBody>
      </p:sp>
      <p:pic>
        <p:nvPicPr>
          <p:cNvPr id="48" name="">
            <a:extLst xmlns:a="http://schemas.openxmlformats.org/drawingml/2006/main">
              <a:ext uri="{FF2B5EF4-FFF2-40B4-BE49-F238E27FC236}">
                <a16:creationId xmlns:a16="http://schemas.microsoft.com/office/drawing/2014/main" id="{E60B21FF-2107-4960-877A-87541A088EDE}"/>
              </a:ext>
            </a:extLst>
          </p:cNvPr>
          <p:cNvPicPr>
            <a:picLocks xmlns:a="http://schemas.openxmlformats.org/drawingml/2006/main" noChangeAspect="1"/>
          </p:cNvPicPr>
          <p:nvPr/>
        </p:nvPicPr>
        <p:blipFill>
          <a:blip xmlns:r="http://schemas.openxmlformats.org/officeDocument/2006/relationships" xmlns:a="http://schemas.openxmlformats.org/drawingml/2006/main" r:embed="Rf7d480945fd14573"/>
          <a:srcRect xmlns:a="http://schemas.openxmlformats.org/drawingml/2006/main" l="0" t="620" r="0" b="620"/>
          <a:stretch xmlns:a="http://schemas.openxmlformats.org/drawingml/2006/main">
            <a:fillRect l="0" t="0" r="0" b="0"/>
          </a:stretch>
        </p:blipFill>
        <p:spPr>
          <a:xfrm xmlns:a="http://schemas.openxmlformats.org/drawingml/2006/main">
            <a:off x="3381375" y="3838575"/>
            <a:ext cx="1352550" cy="295275"/>
          </a:xfrm>
          <a:prstGeom xmlns:a="http://schemas.openxmlformats.org/drawingml/2006/main" prst="rect">
            <a:avLst/>
          </a:prstGeom>
        </p:spPr>
      </p:pic>
      <p:sp>
        <p:nvSpPr>
          <p:cNvPr id="49" name="low-policy-equation">
            <a:extLst xmlns:a="http://schemas.openxmlformats.org/drawingml/2006/main">
              <a:ext uri="{FF2B5EF4-FFF2-40B4-BE49-F238E27FC236}">
                <a16:creationId xmlns:a16="http://schemas.microsoft.com/office/drawing/2014/main" id="{5CA56DD0-1770-4654-89D1-7D179FC9F9E4}"/>
              </a:ext>
            </a:extLst>
          </p:cNvPr>
          <p:cNvSpPr>
            <a:spLocks xmlns:a="http://schemas.openxmlformats.org/drawingml/2006/main" noGrp="1"/>
          </p:cNvSpPr>
          <p:nvPr/>
        </p:nvSpPr>
        <p:spPr>
          <a:xfrm xmlns:a="http://schemas.openxmlformats.org/drawingml/2006/main" rot="0">
            <a:off x="3381375" y="3838575"/>
            <a:ext cx="1352550" cy="295275"/>
          </a:xfrm>
          <a:prstGeom xmlns:a="http://schemas.openxmlformats.org/drawingml/2006/main" prst="rect">
            <a:avLst/>
          </a:prstGeom>
          <a:noFill xmlns:a="http://schemas.openxmlformats.org/drawingml/2006/main"/>
          <a:ln xmlns:a="http://schemas.openxmlformats.org/drawingml/2006/main" w="0">
            <a:noFill/>
          </a:ln>
        </p:spPr>
      </p:sp>
      <p:sp>
        <p:nvSpPr>
          <p:cNvPr id="50" name="task-reward">
            <a:extLst xmlns:a="http://schemas.openxmlformats.org/drawingml/2006/main">
              <a:ext uri="{FF2B5EF4-FFF2-40B4-BE49-F238E27FC236}">
                <a16:creationId xmlns:a16="http://schemas.microsoft.com/office/drawing/2014/main" id="{147AFF55-7F99-405A-ABE8-17BE99538F86}"/>
              </a:ext>
            </a:extLst>
          </p:cNvPr>
          <p:cNvSpPr>
            <a:spLocks xmlns:a="http://schemas.openxmlformats.org/drawingml/2006/main" noGrp="1"/>
          </p:cNvSpPr>
          <p:nvPr/>
        </p:nvSpPr>
        <p:spPr>
          <a:xfrm xmlns:a="http://schemas.openxmlformats.org/drawingml/2006/main" rot="0">
            <a:off x="809625" y="5543550"/>
            <a:ext cx="1752600" cy="762000"/>
          </a:xfrm>
          <a:prstGeom xmlns:a="http://schemas.openxmlformats.org/drawingml/2006/main" prst="roundRect">
            <a:avLst>
              <a:gd name="adj" fmla="val 10000"/>
            </a:avLst>
          </a:prstGeom>
          <a:solidFill xmlns:a="http://schemas.openxmlformats.org/drawingml/2006/main">
            <a:srgbClr val="BCD0E9"/>
          </a:solidFill>
          <a:ln xmlns:a="http://schemas.openxmlformats.org/drawingml/2006/main" w="17145">
            <a:solidFill>
              <a:srgbClr val="5084C2"/>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1" name="task-reward-label">
            <a:extLst xmlns:a="http://schemas.openxmlformats.org/drawingml/2006/main">
              <a:ext uri="{FF2B5EF4-FFF2-40B4-BE49-F238E27FC236}">
                <a16:creationId xmlns:a16="http://schemas.microsoft.com/office/drawing/2014/main" id="{FC6C3A1B-8EFA-4E0F-B068-196FB1BDEA74}"/>
              </a:ext>
            </a:extLst>
          </p:cNvPr>
          <p:cNvSpPr>
            <a:spLocks xmlns:a="http://schemas.openxmlformats.org/drawingml/2006/main" noGrp="1"/>
          </p:cNvSpPr>
          <p:nvPr/>
        </p:nvSpPr>
        <p:spPr>
          <a:xfrm xmlns:a="http://schemas.openxmlformats.org/drawingml/2006/main" rot="0">
            <a:off x="1028700" y="5610225"/>
            <a:ext cx="13239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725" b="0" i="0">
                <a:solidFill>
                  <a:srgbClr val="315F91"/>
                </a:solidFill>
                <a:latin typeface="Arial"/>
                <a:ea typeface="Arial"/>
                <a:cs typeface="Arial"/>
              </a:defRPr>
            </a:defPPr>
          </a:lstStyle>
          <a:p xmlns:a="http://schemas.openxmlformats.org/drawingml/2006/main">
            <a:pPr algn="ctr">
              <a:defRPr sz="1725" b="0" i="0">
                <a:solidFill>
                  <a:srgbClr val="315F91"/>
                </a:solidFill>
                <a:latin typeface="Arial"/>
                <a:ea typeface="Arial"/>
                <a:cs typeface="Arial"/>
              </a:defRPr>
            </a:pPr>
            <a:r>
              <a:rPr sz="1725" b="0" i="0">
                <a:solidFill>
                  <a:srgbClr val="315F91"/>
                </a:solidFill>
                <a:latin typeface="Arial"/>
                <a:ea typeface="Arial"/>
                <a:cs typeface="Arial"/>
              </a:rPr>
              <a:t>Task Reward</a:t>
            </a:r>
          </a:p>
        </p:txBody>
      </p:sp>
      <p:pic>
        <p:nvPicPr>
          <p:cNvPr id="52" name="">
            <a:extLst xmlns:a="http://schemas.openxmlformats.org/drawingml/2006/main">
              <a:ext uri="{FF2B5EF4-FFF2-40B4-BE49-F238E27FC236}">
                <a16:creationId xmlns:a16="http://schemas.microsoft.com/office/drawing/2014/main" id="{CBBFA196-F848-43D4-A7C5-7621899960B4}"/>
              </a:ext>
            </a:extLst>
          </p:cNvPr>
          <p:cNvPicPr>
            <a:picLocks xmlns:a="http://schemas.openxmlformats.org/drawingml/2006/main" noChangeAspect="1"/>
          </p:cNvPicPr>
          <p:nvPr/>
        </p:nvPicPr>
        <p:blipFill>
          <a:blip xmlns:r="http://schemas.openxmlformats.org/officeDocument/2006/relationships" xmlns:a="http://schemas.openxmlformats.org/drawingml/2006/main" r:embed="R975171c0b57340b4"/>
          <a:srcRect xmlns:a="http://schemas.openxmlformats.org/drawingml/2006/main" l="0" t="584" r="0" b="584"/>
          <a:stretch xmlns:a="http://schemas.openxmlformats.org/drawingml/2006/main">
            <a:fillRect l="0" t="0" r="0" b="0"/>
          </a:stretch>
        </p:blipFill>
        <p:spPr>
          <a:xfrm xmlns:a="http://schemas.openxmlformats.org/drawingml/2006/main">
            <a:off x="1085850" y="5934075"/>
            <a:ext cx="1266825" cy="304800"/>
          </a:xfrm>
          <a:prstGeom xmlns:a="http://schemas.openxmlformats.org/drawingml/2006/main" prst="rect">
            <a:avLst/>
          </a:prstGeom>
        </p:spPr>
      </p:pic>
      <p:sp>
        <p:nvSpPr>
          <p:cNvPr id="53" name="task-reward-equation">
            <a:extLst xmlns:a="http://schemas.openxmlformats.org/drawingml/2006/main">
              <a:ext uri="{FF2B5EF4-FFF2-40B4-BE49-F238E27FC236}">
                <a16:creationId xmlns:a16="http://schemas.microsoft.com/office/drawing/2014/main" id="{471239C4-38F3-475E-AC66-163D542B6C94}"/>
              </a:ext>
            </a:extLst>
          </p:cNvPr>
          <p:cNvSpPr>
            <a:spLocks xmlns:a="http://schemas.openxmlformats.org/drawingml/2006/main" noGrp="1"/>
          </p:cNvSpPr>
          <p:nvPr/>
        </p:nvSpPr>
        <p:spPr>
          <a:xfrm xmlns:a="http://schemas.openxmlformats.org/drawingml/2006/main" rot="0">
            <a:off x="1085850" y="5934075"/>
            <a:ext cx="1266825" cy="304800"/>
          </a:xfrm>
          <a:prstGeom xmlns:a="http://schemas.openxmlformats.org/drawingml/2006/main" prst="rect">
            <a:avLst/>
          </a:prstGeom>
          <a:noFill xmlns:a="http://schemas.openxmlformats.org/drawingml/2006/main"/>
          <a:ln xmlns:a="http://schemas.openxmlformats.org/drawingml/2006/main" w="0">
            <a:noFill/>
          </a:ln>
        </p:spPr>
      </p:sp>
      <p:sp>
        <p:nvSpPr>
          <p:cNvPr id="54" name="transfer-arrow">
            <a:extLst xmlns:a="http://schemas.openxmlformats.org/drawingml/2006/main">
              <a:ext uri="{FF2B5EF4-FFF2-40B4-BE49-F238E27FC236}">
                <a16:creationId xmlns:a16="http://schemas.microsoft.com/office/drawing/2014/main" id="{834B6994-EE19-40E0-9287-BF23B8F5552A}"/>
              </a:ext>
            </a:extLst>
          </p:cNvPr>
          <p:cNvSpPr>
            <a:spLocks xmlns:a="http://schemas.openxmlformats.org/drawingml/2006/main" noGrp="1"/>
          </p:cNvSpPr>
          <p:nvPr/>
        </p:nvSpPr>
        <p:spPr>
          <a:xfrm xmlns:a="http://schemas.openxmlformats.org/drawingml/2006/main" rot="0">
            <a:off x="3838575" y="2828925"/>
            <a:ext cx="400050" cy="590550"/>
          </a:xfrm>
          <a:custGeom xmlns:a="http://schemas.openxmlformats.org/drawingml/2006/main">
            <a:pathLst>
              <a:path w="400050" h="590550">
                <a:moveTo>
                  <a:pt x="114300" y="0"/>
                </a:moveTo>
                <a:lnTo>
                  <a:pt x="295275" y="0"/>
                </a:lnTo>
                <a:lnTo>
                  <a:pt x="295275" y="333375"/>
                </a:lnTo>
                <a:lnTo>
                  <a:pt x="400050" y="333375"/>
                </a:lnTo>
                <a:lnTo>
                  <a:pt x="200025" y="590550"/>
                </a:lnTo>
                <a:lnTo>
                  <a:pt x="0" y="333375"/>
                </a:lnTo>
                <a:lnTo>
                  <a:pt x="114300" y="333375"/>
                </a:lnTo>
                <a:close/>
              </a:path>
            </a:pathLst>
          </a:custGeom>
          <a:solidFill xmlns:a="http://schemas.openxmlformats.org/drawingml/2006/main">
            <a:srgbClr val="527535"/>
          </a:solidFill>
          <a:ln xmlns:a="http://schemas.openxmlformats.org/drawingml/2006/main" w="14288">
            <a:solidFill>
              <a:srgbClr val="354F21"/>
            </a:solidFill>
            <a:prstDash val="solid"/>
          </a:ln>
        </p:spPr>
      </p:sp>
      <p:sp>
        <p:nvSpPr>
          <p:cNvPr id="55" name="high-to-low">
            <a:extLst xmlns:a="http://schemas.openxmlformats.org/drawingml/2006/main">
              <a:ext uri="{FF2B5EF4-FFF2-40B4-BE49-F238E27FC236}">
                <a16:creationId xmlns:a16="http://schemas.microsoft.com/office/drawing/2014/main" id="{060B863D-9D5C-4457-9953-8709C4542A25}"/>
              </a:ext>
            </a:extLst>
          </p:cNvPr>
          <p:cNvSpPr>
            <a:spLocks xmlns:a="http://schemas.openxmlformats.org/drawingml/2006/main" noGrp="1"/>
          </p:cNvSpPr>
          <p:nvPr/>
        </p:nvSpPr>
        <p:spPr>
          <a:xfrm xmlns:a="http://schemas.openxmlformats.org/drawingml/2006/main" rot="0">
            <a:off x="2562225" y="4238625"/>
            <a:ext cx="628650" cy="95"/>
          </a:xfrm>
          <a:custGeom xmlns:a="http://schemas.openxmlformats.org/drawingml/2006/main">
            <a:pathLst>
              <a:path w="628650" h="95">
                <a:moveTo>
                  <a:pt x="0" y="0"/>
                </a:moveTo>
                <a:lnTo>
                  <a:pt x="628650" y="0"/>
                </a:lnTo>
              </a:path>
            </a:pathLst>
          </a:custGeom>
          <a:noFill xmlns:a="http://schemas.openxmlformats.org/drawingml/2006/main"/>
          <a:ln xmlns:a="http://schemas.openxmlformats.org/drawingml/2006/main" w="28575">
            <a:solidFill>
              <a:srgbClr val="7E7F7E"/>
            </a:solidFill>
            <a:prstDash val="solid"/>
          </a:ln>
        </p:spPr>
      </p:sp>
      <p:sp>
        <p:nvSpPr>
          <p:cNvPr id="56" name="high-to-low-head">
            <a:extLst xmlns:a="http://schemas.openxmlformats.org/drawingml/2006/main">
              <a:ext uri="{FF2B5EF4-FFF2-40B4-BE49-F238E27FC236}">
                <a16:creationId xmlns:a16="http://schemas.microsoft.com/office/drawing/2014/main" id="{0AB16160-B099-4B15-87E3-1D25B2168E2C}"/>
              </a:ext>
            </a:extLst>
          </p:cNvPr>
          <p:cNvSpPr>
            <a:spLocks xmlns:a="http://schemas.openxmlformats.org/drawingml/2006/main" noGrp="1"/>
          </p:cNvSpPr>
          <p:nvPr/>
        </p:nvSpPr>
        <p:spPr>
          <a:xfrm xmlns:a="http://schemas.openxmlformats.org/drawingml/2006/main" rot="0">
            <a:off x="3086100" y="4191476"/>
            <a:ext cx="104775" cy="94297"/>
          </a:xfrm>
          <a:custGeom xmlns:a="http://schemas.openxmlformats.org/drawingml/2006/main">
            <a:pathLst>
              <a:path w="104775" h="94297">
                <a:moveTo>
                  <a:pt x="104775" y="47149"/>
                </a:moveTo>
                <a:lnTo>
                  <a:pt x="0" y="94297"/>
                </a:lnTo>
                <a:lnTo>
                  <a:pt x="0" y="0"/>
                </a:lnTo>
                <a:close/>
              </a:path>
            </a:pathLst>
          </a:custGeom>
          <a:solidFill xmlns:a="http://schemas.openxmlformats.org/drawingml/2006/main">
            <a:srgbClr val="7E7F7E"/>
          </a:solidFill>
          <a:ln xmlns:a="http://schemas.openxmlformats.org/drawingml/2006/main" w="0">
            <a:noFill/>
            <a:prstDash val="solid"/>
          </a:ln>
        </p:spPr>
      </p:sp>
      <p:sp>
        <p:nvSpPr>
          <p:cNvPr id="57" name="latent-label">
            <a:extLst xmlns:a="http://schemas.openxmlformats.org/drawingml/2006/main">
              <a:ext uri="{FF2B5EF4-FFF2-40B4-BE49-F238E27FC236}">
                <a16:creationId xmlns:a16="http://schemas.microsoft.com/office/drawing/2014/main" id="{617BC2A6-FF93-495F-BEAA-7C539AC38D2C}"/>
              </a:ext>
            </a:extLst>
          </p:cNvPr>
          <p:cNvSpPr>
            <a:spLocks xmlns:a="http://schemas.openxmlformats.org/drawingml/2006/main" noGrp="1"/>
          </p:cNvSpPr>
          <p:nvPr/>
        </p:nvSpPr>
        <p:spPr>
          <a:xfrm xmlns:a="http://schemas.openxmlformats.org/drawingml/2006/main" rot="0">
            <a:off x="2752725" y="3895725"/>
            <a:ext cx="247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1">
                <a:solidFill>
                  <a:srgbClr val="5D5D5D"/>
                </a:solidFill>
                <a:latin typeface="Times New Roman"/>
                <a:ea typeface="Times New Roman"/>
                <a:cs typeface="Times New Roman"/>
              </a:defRPr>
            </a:defPPr>
          </a:lstStyle>
          <a:p xmlns:a="http://schemas.openxmlformats.org/drawingml/2006/main">
            <a:pPr algn="ctr">
              <a:defRPr sz="2175" b="0" i="1">
                <a:solidFill>
                  <a:srgbClr val="5D5D5D"/>
                </a:solidFill>
                <a:latin typeface="Times New Roman"/>
                <a:ea typeface="Times New Roman"/>
                <a:cs typeface="Times New Roman"/>
              </a:defRPr>
            </a:pPr>
            <a:r>
              <a:rPr sz="2175" b="0" i="1">
                <a:solidFill>
                  <a:srgbClr val="5D5D5D"/>
                </a:solidFill>
                <a:latin typeface="Times New Roman"/>
                <a:ea typeface="Times New Roman"/>
                <a:cs typeface="Times New Roman"/>
              </a:rPr>
              <a:t>z</a:t>
            </a:r>
          </a:p>
        </p:txBody>
      </p:sp>
      <p:sp>
        <p:nvSpPr>
          <p:cNvPr id="58" name="action-lower">
            <a:extLst xmlns:a="http://schemas.openxmlformats.org/drawingml/2006/main">
              <a:ext uri="{FF2B5EF4-FFF2-40B4-BE49-F238E27FC236}">
                <a16:creationId xmlns:a16="http://schemas.microsoft.com/office/drawing/2014/main" id="{79D5B0BC-42F4-438B-89D7-AF608D5E6F0D}"/>
              </a:ext>
            </a:extLst>
          </p:cNvPr>
          <p:cNvSpPr>
            <a:spLocks xmlns:a="http://schemas.openxmlformats.org/drawingml/2006/main" noGrp="1"/>
          </p:cNvSpPr>
          <p:nvPr/>
        </p:nvSpPr>
        <p:spPr>
          <a:xfrm xmlns:a="http://schemas.openxmlformats.org/drawingml/2006/main" rot="0">
            <a:off x="4876800" y="4238625"/>
            <a:ext cx="514350" cy="95"/>
          </a:xfrm>
          <a:custGeom xmlns:a="http://schemas.openxmlformats.org/drawingml/2006/main">
            <a:pathLst>
              <a:path w="514350" h="95">
                <a:moveTo>
                  <a:pt x="0" y="0"/>
                </a:moveTo>
                <a:lnTo>
                  <a:pt x="514350" y="0"/>
                </a:lnTo>
              </a:path>
            </a:pathLst>
          </a:custGeom>
          <a:noFill xmlns:a="http://schemas.openxmlformats.org/drawingml/2006/main"/>
          <a:ln xmlns:a="http://schemas.openxmlformats.org/drawingml/2006/main" w="28575">
            <a:solidFill>
              <a:srgbClr val="7E7F7E"/>
            </a:solidFill>
            <a:prstDash val="solid"/>
          </a:ln>
        </p:spPr>
      </p:sp>
      <p:sp>
        <p:nvSpPr>
          <p:cNvPr id="59" name="action-lower-head">
            <a:extLst xmlns:a="http://schemas.openxmlformats.org/drawingml/2006/main">
              <a:ext uri="{FF2B5EF4-FFF2-40B4-BE49-F238E27FC236}">
                <a16:creationId xmlns:a16="http://schemas.microsoft.com/office/drawing/2014/main" id="{9EA8FCA3-EA8F-4AB0-9D10-42652C458978}"/>
              </a:ext>
            </a:extLst>
          </p:cNvPr>
          <p:cNvSpPr>
            <a:spLocks xmlns:a="http://schemas.openxmlformats.org/drawingml/2006/main" noGrp="1"/>
          </p:cNvSpPr>
          <p:nvPr/>
        </p:nvSpPr>
        <p:spPr>
          <a:xfrm xmlns:a="http://schemas.openxmlformats.org/drawingml/2006/main" rot="0">
            <a:off x="5286375" y="4191476"/>
            <a:ext cx="104775" cy="94297"/>
          </a:xfrm>
          <a:custGeom xmlns:a="http://schemas.openxmlformats.org/drawingml/2006/main">
            <a:pathLst>
              <a:path w="104775" h="94297">
                <a:moveTo>
                  <a:pt x="104775" y="47149"/>
                </a:moveTo>
                <a:lnTo>
                  <a:pt x="0" y="94297"/>
                </a:lnTo>
                <a:lnTo>
                  <a:pt x="0" y="0"/>
                </a:lnTo>
                <a:close/>
              </a:path>
            </a:pathLst>
          </a:custGeom>
          <a:solidFill xmlns:a="http://schemas.openxmlformats.org/drawingml/2006/main">
            <a:srgbClr val="7E7F7E"/>
          </a:solidFill>
          <a:ln xmlns:a="http://schemas.openxmlformats.org/drawingml/2006/main" w="0">
            <a:noFill/>
            <a:prstDash val="solid"/>
          </a:ln>
        </p:spPr>
      </p:sp>
      <p:sp>
        <p:nvSpPr>
          <p:cNvPr id="60" name="action-label-lower">
            <a:extLst xmlns:a="http://schemas.openxmlformats.org/drawingml/2006/main">
              <a:ext uri="{FF2B5EF4-FFF2-40B4-BE49-F238E27FC236}">
                <a16:creationId xmlns:a16="http://schemas.microsoft.com/office/drawing/2014/main" id="{E82D7AEC-ED67-43DA-894F-B0BEB8021A6B}"/>
              </a:ext>
            </a:extLst>
          </p:cNvPr>
          <p:cNvSpPr>
            <a:spLocks xmlns:a="http://schemas.openxmlformats.org/drawingml/2006/main" noGrp="1"/>
          </p:cNvSpPr>
          <p:nvPr/>
        </p:nvSpPr>
        <p:spPr>
          <a:xfrm xmlns:a="http://schemas.openxmlformats.org/drawingml/2006/main" rot="0">
            <a:off x="4943475" y="39052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1">
                <a:solidFill>
                  <a:srgbClr val="5D5D5D"/>
                </a:solidFill>
                <a:latin typeface="Times New Roman"/>
                <a:ea typeface="Times New Roman"/>
                <a:cs typeface="Times New Roman"/>
              </a:defRPr>
            </a:defPPr>
          </a:lstStyle>
          <a:p xmlns:a="http://schemas.openxmlformats.org/drawingml/2006/main">
            <a:pPr algn="ctr">
              <a:defRPr sz="2175" b="0" i="1">
                <a:solidFill>
                  <a:srgbClr val="5D5D5D"/>
                </a:solidFill>
                <a:latin typeface="Times New Roman"/>
                <a:ea typeface="Times New Roman"/>
                <a:cs typeface="Times New Roman"/>
              </a:defRPr>
            </a:pPr>
            <a:r>
              <a:rPr sz="2175" b="0" i="1">
                <a:solidFill>
                  <a:srgbClr val="5D5D5D"/>
                </a:solidFill>
                <a:latin typeface="Times New Roman"/>
                <a:ea typeface="Times New Roman"/>
                <a:cs typeface="Times New Roman"/>
              </a:rPr>
              <a:t>a</a:t>
            </a:r>
          </a:p>
        </p:txBody>
      </p:sp>
      <p:sp>
        <p:nvSpPr>
          <p:cNvPr id="61" name="state-return">
            <a:extLst xmlns:a="http://schemas.openxmlformats.org/drawingml/2006/main">
              <a:ext uri="{FF2B5EF4-FFF2-40B4-BE49-F238E27FC236}">
                <a16:creationId xmlns:a16="http://schemas.microsoft.com/office/drawing/2014/main" id="{FC7EF8F2-2BE2-42C8-AA85-C4A6AA6C5846}"/>
              </a:ext>
            </a:extLst>
          </p:cNvPr>
          <p:cNvSpPr>
            <a:spLocks xmlns:a="http://schemas.openxmlformats.org/drawingml/2006/main" noGrp="1"/>
          </p:cNvSpPr>
          <p:nvPr/>
        </p:nvSpPr>
        <p:spPr>
          <a:xfrm xmlns:a="http://schemas.openxmlformats.org/drawingml/2006/main" rot="0">
            <a:off x="1685925" y="4991100"/>
            <a:ext cx="3705225" cy="266700"/>
          </a:xfrm>
          <a:custGeom xmlns:a="http://schemas.openxmlformats.org/drawingml/2006/main">
            <a:pathLst>
              <a:path w="3705225" h="266700">
                <a:moveTo>
                  <a:pt x="3705225" y="266700"/>
                </a:moveTo>
                <a:lnTo>
                  <a:pt x="0" y="266700"/>
                </a:lnTo>
                <a:lnTo>
                  <a:pt x="0" y="0"/>
                </a:lnTo>
              </a:path>
            </a:pathLst>
          </a:custGeom>
          <a:noFill xmlns:a="http://schemas.openxmlformats.org/drawingml/2006/main"/>
          <a:ln xmlns:a="http://schemas.openxmlformats.org/drawingml/2006/main" w="28575">
            <a:solidFill>
              <a:srgbClr val="7E7F7E"/>
            </a:solidFill>
            <a:prstDash val="solid"/>
          </a:ln>
        </p:spPr>
      </p:sp>
      <p:sp>
        <p:nvSpPr>
          <p:cNvPr id="62" name="state-return-head">
            <a:extLst xmlns:a="http://schemas.openxmlformats.org/drawingml/2006/main">
              <a:ext uri="{FF2B5EF4-FFF2-40B4-BE49-F238E27FC236}">
                <a16:creationId xmlns:a16="http://schemas.microsoft.com/office/drawing/2014/main" id="{4CB0C3F3-A422-4F2B-BD38-0F87A62BD5B4}"/>
              </a:ext>
            </a:extLst>
          </p:cNvPr>
          <p:cNvSpPr>
            <a:spLocks xmlns:a="http://schemas.openxmlformats.org/drawingml/2006/main" noGrp="1"/>
          </p:cNvSpPr>
          <p:nvPr/>
        </p:nvSpPr>
        <p:spPr>
          <a:xfrm xmlns:a="http://schemas.openxmlformats.org/drawingml/2006/main" rot="0">
            <a:off x="1638776" y="4991100"/>
            <a:ext cx="94297" cy="104775"/>
          </a:xfrm>
          <a:custGeom xmlns:a="http://schemas.openxmlformats.org/drawingml/2006/main">
            <a:pathLst>
              <a:path w="94297" h="104775">
                <a:moveTo>
                  <a:pt x="47149" y="0"/>
                </a:moveTo>
                <a:lnTo>
                  <a:pt x="94297" y="104775"/>
                </a:lnTo>
                <a:lnTo>
                  <a:pt x="0" y="104775"/>
                </a:lnTo>
                <a:close/>
              </a:path>
            </a:pathLst>
          </a:custGeom>
          <a:solidFill xmlns:a="http://schemas.openxmlformats.org/drawingml/2006/main">
            <a:srgbClr val="7E7F7E"/>
          </a:solidFill>
          <a:ln xmlns:a="http://schemas.openxmlformats.org/drawingml/2006/main" w="0">
            <a:noFill/>
            <a:prstDash val="solid"/>
          </a:ln>
        </p:spPr>
      </p:sp>
      <p:sp>
        <p:nvSpPr>
          <p:cNvPr id="63" name="state-low">
            <a:extLst xmlns:a="http://schemas.openxmlformats.org/drawingml/2006/main">
              <a:ext uri="{FF2B5EF4-FFF2-40B4-BE49-F238E27FC236}">
                <a16:creationId xmlns:a16="http://schemas.microsoft.com/office/drawing/2014/main" id="{1989A31E-26D6-42EE-9A69-3F21A8DC60E7}"/>
              </a:ext>
            </a:extLst>
          </p:cNvPr>
          <p:cNvSpPr>
            <a:spLocks xmlns:a="http://schemas.openxmlformats.org/drawingml/2006/main" noGrp="1"/>
          </p:cNvSpPr>
          <p:nvPr/>
        </p:nvSpPr>
        <p:spPr>
          <a:xfrm xmlns:a="http://schemas.openxmlformats.org/drawingml/2006/main" rot="0">
            <a:off x="4029075" y="4991100"/>
            <a:ext cx="95" cy="266700"/>
          </a:xfrm>
          <a:custGeom xmlns:a="http://schemas.openxmlformats.org/drawingml/2006/main">
            <a:pathLst>
              <a:path w="95" h="266700">
                <a:moveTo>
                  <a:pt x="0" y="266700"/>
                </a:moveTo>
                <a:lnTo>
                  <a:pt x="0" y="0"/>
                </a:lnTo>
              </a:path>
            </a:pathLst>
          </a:custGeom>
          <a:noFill xmlns:a="http://schemas.openxmlformats.org/drawingml/2006/main"/>
          <a:ln xmlns:a="http://schemas.openxmlformats.org/drawingml/2006/main" w="28575">
            <a:solidFill>
              <a:srgbClr val="7E7F7E"/>
            </a:solidFill>
            <a:prstDash val="solid"/>
          </a:ln>
        </p:spPr>
      </p:sp>
      <p:sp>
        <p:nvSpPr>
          <p:cNvPr id="64" name="state-low-head">
            <a:extLst xmlns:a="http://schemas.openxmlformats.org/drawingml/2006/main">
              <a:ext uri="{FF2B5EF4-FFF2-40B4-BE49-F238E27FC236}">
                <a16:creationId xmlns:a16="http://schemas.microsoft.com/office/drawing/2014/main" id="{419EE923-FC9A-47A6-BAE2-DB82B1954C30}"/>
              </a:ext>
            </a:extLst>
          </p:cNvPr>
          <p:cNvSpPr>
            <a:spLocks xmlns:a="http://schemas.openxmlformats.org/drawingml/2006/main" noGrp="1"/>
          </p:cNvSpPr>
          <p:nvPr/>
        </p:nvSpPr>
        <p:spPr>
          <a:xfrm xmlns:a="http://schemas.openxmlformats.org/drawingml/2006/main" rot="0">
            <a:off x="3981926" y="4991100"/>
            <a:ext cx="94297" cy="104775"/>
          </a:xfrm>
          <a:custGeom xmlns:a="http://schemas.openxmlformats.org/drawingml/2006/main">
            <a:pathLst>
              <a:path w="94297" h="104775">
                <a:moveTo>
                  <a:pt x="47149" y="0"/>
                </a:moveTo>
                <a:lnTo>
                  <a:pt x="94297" y="104775"/>
                </a:lnTo>
                <a:lnTo>
                  <a:pt x="0" y="104775"/>
                </a:lnTo>
                <a:close/>
              </a:path>
            </a:pathLst>
          </a:custGeom>
          <a:solidFill xmlns:a="http://schemas.openxmlformats.org/drawingml/2006/main">
            <a:srgbClr val="7E7F7E"/>
          </a:solidFill>
          <a:ln xmlns:a="http://schemas.openxmlformats.org/drawingml/2006/main" w="0">
            <a:noFill/>
            <a:prstDash val="solid"/>
          </a:ln>
        </p:spPr>
      </p:sp>
      <p:sp>
        <p:nvSpPr>
          <p:cNvPr id="65" name="state-label-lower">
            <a:extLst xmlns:a="http://schemas.openxmlformats.org/drawingml/2006/main">
              <a:ext uri="{FF2B5EF4-FFF2-40B4-BE49-F238E27FC236}">
                <a16:creationId xmlns:a16="http://schemas.microsoft.com/office/drawing/2014/main" id="{E62DC828-4AB7-4E99-BCD9-B6E457139CF9}"/>
              </a:ext>
            </a:extLst>
          </p:cNvPr>
          <p:cNvSpPr>
            <a:spLocks xmlns:a="http://schemas.openxmlformats.org/drawingml/2006/main" noGrp="1"/>
          </p:cNvSpPr>
          <p:nvPr/>
        </p:nvSpPr>
        <p:spPr>
          <a:xfrm xmlns:a="http://schemas.openxmlformats.org/drawingml/2006/main" rot="0">
            <a:off x="3933825" y="52387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1">
                <a:solidFill>
                  <a:srgbClr val="5D5D5D"/>
                </a:solidFill>
                <a:latin typeface="Times New Roman"/>
                <a:ea typeface="Times New Roman"/>
                <a:cs typeface="Times New Roman"/>
              </a:defRPr>
            </a:defPPr>
          </a:lstStyle>
          <a:p xmlns:a="http://schemas.openxmlformats.org/drawingml/2006/main">
            <a:pPr algn="ctr">
              <a:defRPr sz="2175" b="0" i="1">
                <a:solidFill>
                  <a:srgbClr val="5D5D5D"/>
                </a:solidFill>
                <a:latin typeface="Times New Roman"/>
                <a:ea typeface="Times New Roman"/>
                <a:cs typeface="Times New Roman"/>
              </a:defRPr>
            </a:pPr>
            <a:r>
              <a:rPr sz="2175" b="0" i="1">
                <a:solidFill>
                  <a:srgbClr val="5D5D5D"/>
                </a:solidFill>
                <a:latin typeface="Times New Roman"/>
                <a:ea typeface="Times New Roman"/>
                <a:cs typeface="Times New Roman"/>
              </a:rPr>
              <a:t>s</a:t>
            </a:r>
          </a:p>
        </p:txBody>
      </p:sp>
      <p:sp>
        <p:nvSpPr>
          <p:cNvPr id="66" name="reward-high">
            <a:extLst xmlns:a="http://schemas.openxmlformats.org/drawingml/2006/main">
              <a:ext uri="{FF2B5EF4-FFF2-40B4-BE49-F238E27FC236}">
                <a16:creationId xmlns:a16="http://schemas.microsoft.com/office/drawing/2014/main" id="{E2E9B019-CFB3-4B91-862B-40D7C2EE88F5}"/>
              </a:ext>
            </a:extLst>
          </p:cNvPr>
          <p:cNvSpPr>
            <a:spLocks xmlns:a="http://schemas.openxmlformats.org/drawingml/2006/main" noGrp="1"/>
          </p:cNvSpPr>
          <p:nvPr/>
        </p:nvSpPr>
        <p:spPr>
          <a:xfrm xmlns:a="http://schemas.openxmlformats.org/drawingml/2006/main" rot="0">
            <a:off x="1457325" y="4991100"/>
            <a:ext cx="95" cy="552450"/>
          </a:xfrm>
          <a:custGeom xmlns:a="http://schemas.openxmlformats.org/drawingml/2006/main">
            <a:pathLst>
              <a:path w="95" h="552450">
                <a:moveTo>
                  <a:pt x="0" y="552450"/>
                </a:moveTo>
                <a:lnTo>
                  <a:pt x="0" y="0"/>
                </a:lnTo>
              </a:path>
            </a:pathLst>
          </a:custGeom>
          <a:noFill xmlns:a="http://schemas.openxmlformats.org/drawingml/2006/main"/>
          <a:ln xmlns:a="http://schemas.openxmlformats.org/drawingml/2006/main" w="19050">
            <a:solidFill>
              <a:srgbClr val="7E7F7E"/>
            </a:solidFill>
            <a:prstDash val="dot"/>
          </a:ln>
        </p:spPr>
      </p:sp>
      <p:sp>
        <p:nvSpPr>
          <p:cNvPr id="67" name="reward-high-head">
            <a:extLst xmlns:a="http://schemas.openxmlformats.org/drawingml/2006/main">
              <a:ext uri="{FF2B5EF4-FFF2-40B4-BE49-F238E27FC236}">
                <a16:creationId xmlns:a16="http://schemas.microsoft.com/office/drawing/2014/main" id="{EC6341EF-CDB7-4D92-A2FA-E4A8AA39D418}"/>
              </a:ext>
            </a:extLst>
          </p:cNvPr>
          <p:cNvSpPr>
            <a:spLocks xmlns:a="http://schemas.openxmlformats.org/drawingml/2006/main" noGrp="1"/>
          </p:cNvSpPr>
          <p:nvPr/>
        </p:nvSpPr>
        <p:spPr>
          <a:xfrm xmlns:a="http://schemas.openxmlformats.org/drawingml/2006/main" rot="0">
            <a:off x="1418749" y="4991100"/>
            <a:ext cx="77153" cy="85725"/>
          </a:xfrm>
          <a:custGeom xmlns:a="http://schemas.openxmlformats.org/drawingml/2006/main">
            <a:pathLst>
              <a:path w="77153" h="85725">
                <a:moveTo>
                  <a:pt x="38576" y="0"/>
                </a:moveTo>
                <a:lnTo>
                  <a:pt x="77153" y="85725"/>
                </a:lnTo>
                <a:lnTo>
                  <a:pt x="0" y="85725"/>
                </a:lnTo>
                <a:close/>
              </a:path>
            </a:pathLst>
          </a:custGeom>
          <a:solidFill xmlns:a="http://schemas.openxmlformats.org/drawingml/2006/main">
            <a:srgbClr val="7E7F7E"/>
          </a:solidFill>
          <a:ln xmlns:a="http://schemas.openxmlformats.org/drawingml/2006/main" w="0">
            <a:noFill/>
            <a:prstDash val="solid"/>
          </a:ln>
        </p:spPr>
      </p:sp>
      <p:sp>
        <p:nvSpPr>
          <p:cNvPr id="68" name="high-reward">
            <a:extLst xmlns:a="http://schemas.openxmlformats.org/drawingml/2006/main">
              <a:ext uri="{FF2B5EF4-FFF2-40B4-BE49-F238E27FC236}">
                <a16:creationId xmlns:a16="http://schemas.microsoft.com/office/drawing/2014/main" id="{78450894-D5AF-4AEA-B6E4-BCB43202C6D9}"/>
              </a:ext>
            </a:extLst>
          </p:cNvPr>
          <p:cNvSpPr>
            <a:spLocks xmlns:a="http://schemas.openxmlformats.org/drawingml/2006/main" noGrp="1"/>
          </p:cNvSpPr>
          <p:nvPr/>
        </p:nvSpPr>
        <p:spPr>
          <a:xfrm xmlns:a="http://schemas.openxmlformats.org/drawingml/2006/main" rot="0">
            <a:off x="1685925" y="5257800"/>
            <a:ext cx="95" cy="285750"/>
          </a:xfrm>
          <a:custGeom xmlns:a="http://schemas.openxmlformats.org/drawingml/2006/main">
            <a:pathLst>
              <a:path w="95" h="285750">
                <a:moveTo>
                  <a:pt x="0" y="0"/>
                </a:moveTo>
                <a:lnTo>
                  <a:pt x="0" y="285750"/>
                </a:lnTo>
              </a:path>
            </a:pathLst>
          </a:custGeom>
          <a:noFill xmlns:a="http://schemas.openxmlformats.org/drawingml/2006/main"/>
          <a:ln xmlns:a="http://schemas.openxmlformats.org/drawingml/2006/main" w="19050">
            <a:solidFill>
              <a:srgbClr val="7E7F7E"/>
            </a:solidFill>
            <a:prstDash val="dot"/>
          </a:ln>
        </p:spPr>
      </p:sp>
      <p:sp>
        <p:nvSpPr>
          <p:cNvPr id="69" name="high-reward-head">
            <a:extLst xmlns:a="http://schemas.openxmlformats.org/drawingml/2006/main">
              <a:ext uri="{FF2B5EF4-FFF2-40B4-BE49-F238E27FC236}">
                <a16:creationId xmlns:a16="http://schemas.microsoft.com/office/drawing/2014/main" id="{CCB1F51C-0292-44EB-86D0-03E841996092}"/>
              </a:ext>
            </a:extLst>
          </p:cNvPr>
          <p:cNvSpPr>
            <a:spLocks xmlns:a="http://schemas.openxmlformats.org/drawingml/2006/main" noGrp="1"/>
          </p:cNvSpPr>
          <p:nvPr/>
        </p:nvSpPr>
        <p:spPr>
          <a:xfrm xmlns:a="http://schemas.openxmlformats.org/drawingml/2006/main" rot="0">
            <a:off x="1647349" y="5457825"/>
            <a:ext cx="77153" cy="85725"/>
          </a:xfrm>
          <a:custGeom xmlns:a="http://schemas.openxmlformats.org/drawingml/2006/main">
            <a:pathLst>
              <a:path w="77153" h="85725">
                <a:moveTo>
                  <a:pt x="38576" y="85725"/>
                </a:moveTo>
                <a:lnTo>
                  <a:pt x="0" y="0"/>
                </a:lnTo>
                <a:lnTo>
                  <a:pt x="77153" y="0"/>
                </a:lnTo>
                <a:close/>
              </a:path>
            </a:pathLst>
          </a:custGeom>
          <a:solidFill xmlns:a="http://schemas.openxmlformats.org/drawingml/2006/main">
            <a:srgbClr val="7E7F7E"/>
          </a:solidFill>
          <a:ln xmlns:a="http://schemas.openxmlformats.org/drawingml/2006/main" w="0">
            <a:noFill/>
            <a:prstDash val="solid"/>
          </a:ln>
        </p:spPr>
      </p:sp>
      <p:sp>
        <p:nvSpPr>
          <p:cNvPr id="70" name="reward-label">
            <a:extLst xmlns:a="http://schemas.openxmlformats.org/drawingml/2006/main">
              <a:ext uri="{FF2B5EF4-FFF2-40B4-BE49-F238E27FC236}">
                <a16:creationId xmlns:a16="http://schemas.microsoft.com/office/drawing/2014/main" id="{735CD2F1-7446-4795-AB2B-14CCD807AE8A}"/>
              </a:ext>
            </a:extLst>
          </p:cNvPr>
          <p:cNvSpPr>
            <a:spLocks xmlns:a="http://schemas.openxmlformats.org/drawingml/2006/main" noGrp="1"/>
          </p:cNvSpPr>
          <p:nvPr/>
        </p:nvSpPr>
        <p:spPr>
          <a:xfrm xmlns:a="http://schemas.openxmlformats.org/drawingml/2006/main" rot="0">
            <a:off x="1181100" y="5172075"/>
            <a:ext cx="2571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75" b="0" i="1">
                <a:solidFill>
                  <a:srgbClr val="5D5D5D"/>
                </a:solidFill>
                <a:latin typeface="Times New Roman"/>
                <a:ea typeface="Times New Roman"/>
                <a:cs typeface="Times New Roman"/>
              </a:defRPr>
            </a:defPPr>
          </a:lstStyle>
          <a:p xmlns:a="http://schemas.openxmlformats.org/drawingml/2006/main">
            <a:pPr algn="ctr">
              <a:defRPr sz="2175" b="0" i="1">
                <a:solidFill>
                  <a:srgbClr val="5D5D5D"/>
                </a:solidFill>
                <a:latin typeface="Times New Roman"/>
                <a:ea typeface="Times New Roman"/>
                <a:cs typeface="Times New Roman"/>
              </a:defRPr>
            </a:pPr>
            <a:r>
              <a:rPr sz="2175" b="0" i="1">
                <a:solidFill>
                  <a:srgbClr val="5D5D5D"/>
                </a:solidFill>
                <a:latin typeface="Times New Roman"/>
                <a:ea typeface="Times New Roman"/>
                <a:cs typeface="Times New Roman"/>
              </a:rPr>
              <a:t>r</a:t>
            </a:r>
          </a:p>
        </p:txBody>
      </p:sp>
      <p:sp>
        <p:nvSpPr>
          <p:cNvPr id="71" name="downstream-label">
            <a:extLst xmlns:a="http://schemas.openxmlformats.org/drawingml/2006/main">
              <a:ext uri="{FF2B5EF4-FFF2-40B4-BE49-F238E27FC236}">
                <a16:creationId xmlns:a16="http://schemas.microsoft.com/office/drawing/2014/main" id="{80197087-8C30-40D7-8C1F-EBA2136B204D}"/>
              </a:ext>
            </a:extLst>
          </p:cNvPr>
          <p:cNvSpPr>
            <a:spLocks xmlns:a="http://schemas.openxmlformats.org/drawingml/2006/main" noGrp="1"/>
          </p:cNvSpPr>
          <p:nvPr/>
        </p:nvSpPr>
        <p:spPr>
          <a:xfrm xmlns:a="http://schemas.openxmlformats.org/drawingml/2006/main" rot="0">
            <a:off x="3190875" y="5610225"/>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2100" b="0" i="0">
                <a:solidFill>
                  <a:srgbClr val="31527D"/>
                </a:solidFill>
                <a:latin typeface="Arial"/>
                <a:ea typeface="Arial"/>
                <a:cs typeface="Arial"/>
              </a:defRPr>
            </a:defPPr>
          </a:lstStyle>
          <a:p xmlns:a="http://schemas.openxmlformats.org/drawingml/2006/main">
            <a:pPr algn="ctr">
              <a:defRPr sz="2100" b="0" i="0">
                <a:solidFill>
                  <a:srgbClr val="31527D"/>
                </a:solidFill>
                <a:latin typeface="Arial"/>
                <a:ea typeface="Arial"/>
                <a:cs typeface="Arial"/>
              </a:defRPr>
            </a:pPr>
            <a:r>
              <a:rPr sz="2100" b="0" i="0">
                <a:solidFill>
                  <a:srgbClr val="31527D"/>
                </a:solidFill>
                <a:latin typeface="Arial"/>
                <a:ea typeface="Arial"/>
                <a:cs typeface="Arial"/>
              </a:rPr>
              <a:t>Downstream</a:t>
            </a:r>
          </a:p>
          <a:p xmlns:a="http://schemas.openxmlformats.org/drawingml/2006/main">
            <a:pPr algn="ctr">
              <a:defRPr sz="2100" b="0" i="0">
                <a:solidFill>
                  <a:srgbClr val="31527D"/>
                </a:solidFill>
                <a:latin typeface="Arial"/>
                <a:ea typeface="Arial"/>
                <a:cs typeface="Arial"/>
              </a:defRPr>
            </a:pPr>
            <a:r>
              <a:rPr sz="2100" b="0" i="0">
                <a:solidFill>
                  <a:srgbClr val="31527D"/>
                </a:solidFill>
                <a:latin typeface="Arial"/>
                <a:ea typeface="Arial"/>
                <a:cs typeface="Arial"/>
              </a:rPr>
              <a:t>Task Learning</a:t>
            </a:r>
          </a:p>
        </p:txBody>
      </p:sp>
      <p:sp>
        <p:nvSpPr>
          <p:cNvPr id="72" name="upper-in-0">
            <a:extLst xmlns:a="http://schemas.openxmlformats.org/drawingml/2006/main">
              <a:ext uri="{FF2B5EF4-FFF2-40B4-BE49-F238E27FC236}">
                <a16:creationId xmlns:a16="http://schemas.microsoft.com/office/drawing/2014/main" id="{502B0E7A-D649-4E75-AD3B-9BC804D2F4B4}"/>
              </a:ext>
            </a:extLst>
          </p:cNvPr>
          <p:cNvSpPr>
            <a:spLocks xmlns:a="http://schemas.openxmlformats.org/drawingml/2006/main" noGrp="1"/>
          </p:cNvSpPr>
          <p:nvPr/>
        </p:nvSpPr>
        <p:spPr>
          <a:xfrm xmlns:a="http://schemas.openxmlformats.org/drawingml/2006/main" rot="0">
            <a:off x="3590925" y="213360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73" name="upper-in-0-head">
            <a:extLst xmlns:a="http://schemas.openxmlformats.org/drawingml/2006/main">
              <a:ext uri="{FF2B5EF4-FFF2-40B4-BE49-F238E27FC236}">
                <a16:creationId xmlns:a16="http://schemas.microsoft.com/office/drawing/2014/main" id="{670B03B1-3485-4BF0-ACD0-2F40B95E612A}"/>
              </a:ext>
            </a:extLst>
          </p:cNvPr>
          <p:cNvSpPr>
            <a:spLocks xmlns:a="http://schemas.openxmlformats.org/drawingml/2006/main" noGrp="1"/>
          </p:cNvSpPr>
          <p:nvPr/>
        </p:nvSpPr>
        <p:spPr>
          <a:xfrm xmlns:a="http://schemas.openxmlformats.org/drawingml/2006/main" rot="0">
            <a:off x="3686175" y="20950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74" name="upper-link-0-0">
            <a:extLst xmlns:a="http://schemas.openxmlformats.org/drawingml/2006/main">
              <a:ext uri="{FF2B5EF4-FFF2-40B4-BE49-F238E27FC236}">
                <a16:creationId xmlns:a16="http://schemas.microsoft.com/office/drawing/2014/main" id="{140214F7-D311-4E95-A689-E5D1B27798ED}"/>
              </a:ext>
            </a:extLst>
          </p:cNvPr>
          <p:cNvSpPr>
            <a:spLocks xmlns:a="http://schemas.openxmlformats.org/drawingml/2006/main" noGrp="1"/>
          </p:cNvSpPr>
          <p:nvPr/>
        </p:nvSpPr>
        <p:spPr>
          <a:xfrm xmlns:a="http://schemas.openxmlformats.org/drawingml/2006/main" rot="0">
            <a:off x="3867150" y="1990725"/>
            <a:ext cx="323850" cy="142875"/>
          </a:xfrm>
          <a:custGeom xmlns:a="http://schemas.openxmlformats.org/drawingml/2006/main">
            <a:pathLst>
              <a:path w="323850" h="142875">
                <a:moveTo>
                  <a:pt x="0" y="142875"/>
                </a:moveTo>
                <a:lnTo>
                  <a:pt x="323850" y="0"/>
                </a:lnTo>
              </a:path>
            </a:pathLst>
          </a:custGeom>
          <a:noFill xmlns:a="http://schemas.openxmlformats.org/drawingml/2006/main"/>
          <a:ln xmlns:a="http://schemas.openxmlformats.org/drawingml/2006/main" w="15240">
            <a:solidFill>
              <a:srgbClr val="58635A"/>
            </a:solidFill>
            <a:prstDash val="solid"/>
          </a:ln>
        </p:spPr>
      </p:sp>
      <p:sp>
        <p:nvSpPr>
          <p:cNvPr id="75" name="upper-link-0-1">
            <a:extLst xmlns:a="http://schemas.openxmlformats.org/drawingml/2006/main">
              <a:ext uri="{FF2B5EF4-FFF2-40B4-BE49-F238E27FC236}">
                <a16:creationId xmlns:a16="http://schemas.microsoft.com/office/drawing/2014/main" id="{30FCCD3E-3D8D-41D2-A4A0-3935890F3CBE}"/>
              </a:ext>
            </a:extLst>
          </p:cNvPr>
          <p:cNvSpPr>
            <a:spLocks xmlns:a="http://schemas.openxmlformats.org/drawingml/2006/main" noGrp="1"/>
          </p:cNvSpPr>
          <p:nvPr/>
        </p:nvSpPr>
        <p:spPr>
          <a:xfrm xmlns:a="http://schemas.openxmlformats.org/drawingml/2006/main" rot="0">
            <a:off x="3867150" y="2133600"/>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5240">
            <a:solidFill>
              <a:srgbClr val="58635A"/>
            </a:solidFill>
            <a:prstDash val="solid"/>
          </a:ln>
        </p:spPr>
      </p:sp>
      <p:sp>
        <p:nvSpPr>
          <p:cNvPr id="76" name="upper-link-0-2">
            <a:extLst xmlns:a="http://schemas.openxmlformats.org/drawingml/2006/main">
              <a:ext uri="{FF2B5EF4-FFF2-40B4-BE49-F238E27FC236}">
                <a16:creationId xmlns:a16="http://schemas.microsoft.com/office/drawing/2014/main" id="{0D6C809B-8727-4335-A64D-5C032C6F811C}"/>
              </a:ext>
            </a:extLst>
          </p:cNvPr>
          <p:cNvSpPr>
            <a:spLocks xmlns:a="http://schemas.openxmlformats.org/drawingml/2006/main" noGrp="1"/>
          </p:cNvSpPr>
          <p:nvPr/>
        </p:nvSpPr>
        <p:spPr>
          <a:xfrm xmlns:a="http://schemas.openxmlformats.org/drawingml/2006/main" rot="0">
            <a:off x="3867150" y="2133600"/>
            <a:ext cx="323850" cy="447675"/>
          </a:xfrm>
          <a:custGeom xmlns:a="http://schemas.openxmlformats.org/drawingml/2006/main">
            <a:pathLst>
              <a:path w="323850" h="447675">
                <a:moveTo>
                  <a:pt x="0" y="0"/>
                </a:moveTo>
                <a:lnTo>
                  <a:pt x="323850" y="447675"/>
                </a:lnTo>
              </a:path>
            </a:pathLst>
          </a:custGeom>
          <a:noFill xmlns:a="http://schemas.openxmlformats.org/drawingml/2006/main"/>
          <a:ln xmlns:a="http://schemas.openxmlformats.org/drawingml/2006/main" w="15240">
            <a:solidFill>
              <a:srgbClr val="58635A"/>
            </a:solidFill>
            <a:prstDash val="solid"/>
          </a:ln>
        </p:spPr>
      </p:sp>
      <p:sp>
        <p:nvSpPr>
          <p:cNvPr id="77" name="upper-in-1">
            <a:extLst xmlns:a="http://schemas.openxmlformats.org/drawingml/2006/main">
              <a:ext uri="{FF2B5EF4-FFF2-40B4-BE49-F238E27FC236}">
                <a16:creationId xmlns:a16="http://schemas.microsoft.com/office/drawing/2014/main" id="{16E45CD2-2603-4C1E-A963-92C4BD07C462}"/>
              </a:ext>
            </a:extLst>
          </p:cNvPr>
          <p:cNvSpPr>
            <a:spLocks xmlns:a="http://schemas.openxmlformats.org/drawingml/2006/main" noGrp="1"/>
          </p:cNvSpPr>
          <p:nvPr/>
        </p:nvSpPr>
        <p:spPr>
          <a:xfrm xmlns:a="http://schemas.openxmlformats.org/drawingml/2006/main" rot="0">
            <a:off x="3590925" y="243840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78" name="upper-in-1-head">
            <a:extLst xmlns:a="http://schemas.openxmlformats.org/drawingml/2006/main">
              <a:ext uri="{FF2B5EF4-FFF2-40B4-BE49-F238E27FC236}">
                <a16:creationId xmlns:a16="http://schemas.microsoft.com/office/drawing/2014/main" id="{20582F8A-8AE9-4687-8ECF-7E5B127D8C15}"/>
              </a:ext>
            </a:extLst>
          </p:cNvPr>
          <p:cNvSpPr>
            <a:spLocks xmlns:a="http://schemas.openxmlformats.org/drawingml/2006/main" noGrp="1"/>
          </p:cNvSpPr>
          <p:nvPr/>
        </p:nvSpPr>
        <p:spPr>
          <a:xfrm xmlns:a="http://schemas.openxmlformats.org/drawingml/2006/main" rot="0">
            <a:off x="3686175" y="23998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79" name="upper-link-1-0">
            <a:extLst xmlns:a="http://schemas.openxmlformats.org/drawingml/2006/main">
              <a:ext uri="{FF2B5EF4-FFF2-40B4-BE49-F238E27FC236}">
                <a16:creationId xmlns:a16="http://schemas.microsoft.com/office/drawing/2014/main" id="{80CFA799-5850-4658-B120-417C16E6EE27}"/>
              </a:ext>
            </a:extLst>
          </p:cNvPr>
          <p:cNvSpPr>
            <a:spLocks xmlns:a="http://schemas.openxmlformats.org/drawingml/2006/main" noGrp="1"/>
          </p:cNvSpPr>
          <p:nvPr/>
        </p:nvSpPr>
        <p:spPr>
          <a:xfrm xmlns:a="http://schemas.openxmlformats.org/drawingml/2006/main" rot="0">
            <a:off x="3867150" y="1990725"/>
            <a:ext cx="323850" cy="447675"/>
          </a:xfrm>
          <a:custGeom xmlns:a="http://schemas.openxmlformats.org/drawingml/2006/main">
            <a:pathLst>
              <a:path w="323850" h="447675">
                <a:moveTo>
                  <a:pt x="0" y="447675"/>
                </a:moveTo>
                <a:lnTo>
                  <a:pt x="323850" y="0"/>
                </a:lnTo>
              </a:path>
            </a:pathLst>
          </a:custGeom>
          <a:noFill xmlns:a="http://schemas.openxmlformats.org/drawingml/2006/main"/>
          <a:ln xmlns:a="http://schemas.openxmlformats.org/drawingml/2006/main" w="15240">
            <a:solidFill>
              <a:srgbClr val="58635A"/>
            </a:solidFill>
            <a:prstDash val="solid"/>
          </a:ln>
        </p:spPr>
      </p:sp>
      <p:sp>
        <p:nvSpPr>
          <p:cNvPr id="80" name="upper-link-1-1">
            <a:extLst xmlns:a="http://schemas.openxmlformats.org/drawingml/2006/main">
              <a:ext uri="{FF2B5EF4-FFF2-40B4-BE49-F238E27FC236}">
                <a16:creationId xmlns:a16="http://schemas.microsoft.com/office/drawing/2014/main" id="{CA5F93D4-6867-4C70-97DD-2B49D2E6B6F1}"/>
              </a:ext>
            </a:extLst>
          </p:cNvPr>
          <p:cNvSpPr>
            <a:spLocks xmlns:a="http://schemas.openxmlformats.org/drawingml/2006/main" noGrp="1"/>
          </p:cNvSpPr>
          <p:nvPr/>
        </p:nvSpPr>
        <p:spPr>
          <a:xfrm xmlns:a="http://schemas.openxmlformats.org/drawingml/2006/main" rot="0">
            <a:off x="3867150" y="2286000"/>
            <a:ext cx="323850" cy="152400"/>
          </a:xfrm>
          <a:custGeom xmlns:a="http://schemas.openxmlformats.org/drawingml/2006/main">
            <a:pathLst>
              <a:path w="323850" h="152400">
                <a:moveTo>
                  <a:pt x="0" y="152400"/>
                </a:moveTo>
                <a:lnTo>
                  <a:pt x="323850" y="0"/>
                </a:lnTo>
              </a:path>
            </a:pathLst>
          </a:custGeom>
          <a:noFill xmlns:a="http://schemas.openxmlformats.org/drawingml/2006/main"/>
          <a:ln xmlns:a="http://schemas.openxmlformats.org/drawingml/2006/main" w="15240">
            <a:solidFill>
              <a:srgbClr val="58635A"/>
            </a:solidFill>
            <a:prstDash val="solid"/>
          </a:ln>
        </p:spPr>
      </p:sp>
      <p:sp>
        <p:nvSpPr>
          <p:cNvPr id="81" name="upper-link-1-2">
            <a:extLst xmlns:a="http://schemas.openxmlformats.org/drawingml/2006/main">
              <a:ext uri="{FF2B5EF4-FFF2-40B4-BE49-F238E27FC236}">
                <a16:creationId xmlns:a16="http://schemas.microsoft.com/office/drawing/2014/main" id="{CAEE99D1-7E26-49E5-90A6-304FD94B556B}"/>
              </a:ext>
            </a:extLst>
          </p:cNvPr>
          <p:cNvSpPr>
            <a:spLocks xmlns:a="http://schemas.openxmlformats.org/drawingml/2006/main" noGrp="1"/>
          </p:cNvSpPr>
          <p:nvPr/>
        </p:nvSpPr>
        <p:spPr>
          <a:xfrm xmlns:a="http://schemas.openxmlformats.org/drawingml/2006/main" rot="0">
            <a:off x="3867150" y="2438400"/>
            <a:ext cx="323850" cy="142875"/>
          </a:xfrm>
          <a:custGeom xmlns:a="http://schemas.openxmlformats.org/drawingml/2006/main">
            <a:pathLst>
              <a:path w="323850" h="142875">
                <a:moveTo>
                  <a:pt x="0" y="0"/>
                </a:moveTo>
                <a:lnTo>
                  <a:pt x="323850" y="142875"/>
                </a:lnTo>
              </a:path>
            </a:pathLst>
          </a:custGeom>
          <a:noFill xmlns:a="http://schemas.openxmlformats.org/drawingml/2006/main"/>
          <a:ln xmlns:a="http://schemas.openxmlformats.org/drawingml/2006/main" w="15240">
            <a:solidFill>
              <a:srgbClr val="58635A"/>
            </a:solidFill>
            <a:prstDash val="solid"/>
          </a:ln>
        </p:spPr>
      </p:sp>
      <p:sp>
        <p:nvSpPr>
          <p:cNvPr id="82" name="upper-out-0">
            <a:extLst xmlns:a="http://schemas.openxmlformats.org/drawingml/2006/main">
              <a:ext uri="{FF2B5EF4-FFF2-40B4-BE49-F238E27FC236}">
                <a16:creationId xmlns:a16="http://schemas.microsoft.com/office/drawing/2014/main" id="{497A7E91-9BCA-4479-BAA7-246CD1FA2D38}"/>
              </a:ext>
            </a:extLst>
          </p:cNvPr>
          <p:cNvSpPr>
            <a:spLocks xmlns:a="http://schemas.openxmlformats.org/drawingml/2006/main" noGrp="1"/>
          </p:cNvSpPr>
          <p:nvPr/>
        </p:nvSpPr>
        <p:spPr>
          <a:xfrm xmlns:a="http://schemas.openxmlformats.org/drawingml/2006/main" rot="0">
            <a:off x="4276725" y="1990725"/>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83" name="upper-out-0-head">
            <a:extLst xmlns:a="http://schemas.openxmlformats.org/drawingml/2006/main">
              <a:ext uri="{FF2B5EF4-FFF2-40B4-BE49-F238E27FC236}">
                <a16:creationId xmlns:a16="http://schemas.microsoft.com/office/drawing/2014/main" id="{CFC13A97-03BA-49A0-9E61-4981882A48C7}"/>
              </a:ext>
            </a:extLst>
          </p:cNvPr>
          <p:cNvSpPr>
            <a:spLocks xmlns:a="http://schemas.openxmlformats.org/drawingml/2006/main" noGrp="1"/>
          </p:cNvSpPr>
          <p:nvPr/>
        </p:nvSpPr>
        <p:spPr>
          <a:xfrm xmlns:a="http://schemas.openxmlformats.org/drawingml/2006/main" rot="0">
            <a:off x="4410075" y="195214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84" name="upper-out-1">
            <a:extLst xmlns:a="http://schemas.openxmlformats.org/drawingml/2006/main">
              <a:ext uri="{FF2B5EF4-FFF2-40B4-BE49-F238E27FC236}">
                <a16:creationId xmlns:a16="http://schemas.microsoft.com/office/drawing/2014/main" id="{95E14B5F-B02A-40A1-8CA6-B8C4C5F79A71}"/>
              </a:ext>
            </a:extLst>
          </p:cNvPr>
          <p:cNvSpPr>
            <a:spLocks xmlns:a="http://schemas.openxmlformats.org/drawingml/2006/main" noGrp="1"/>
          </p:cNvSpPr>
          <p:nvPr/>
        </p:nvSpPr>
        <p:spPr>
          <a:xfrm xmlns:a="http://schemas.openxmlformats.org/drawingml/2006/main" rot="0">
            <a:off x="4276725" y="2286000"/>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85" name="upper-out-1-head">
            <a:extLst xmlns:a="http://schemas.openxmlformats.org/drawingml/2006/main">
              <a:ext uri="{FF2B5EF4-FFF2-40B4-BE49-F238E27FC236}">
                <a16:creationId xmlns:a16="http://schemas.microsoft.com/office/drawing/2014/main" id="{A20F2922-BDF0-437B-AFA5-A8F359311795}"/>
              </a:ext>
            </a:extLst>
          </p:cNvPr>
          <p:cNvSpPr>
            <a:spLocks xmlns:a="http://schemas.openxmlformats.org/drawingml/2006/main" noGrp="1"/>
          </p:cNvSpPr>
          <p:nvPr/>
        </p:nvSpPr>
        <p:spPr>
          <a:xfrm xmlns:a="http://schemas.openxmlformats.org/drawingml/2006/main" rot="0">
            <a:off x="4410075" y="22474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86" name="upper-out-2">
            <a:extLst xmlns:a="http://schemas.openxmlformats.org/drawingml/2006/main">
              <a:ext uri="{FF2B5EF4-FFF2-40B4-BE49-F238E27FC236}">
                <a16:creationId xmlns:a16="http://schemas.microsoft.com/office/drawing/2014/main" id="{641BE5A4-C6CA-41B8-9E5E-BD93984520F8}"/>
              </a:ext>
            </a:extLst>
          </p:cNvPr>
          <p:cNvSpPr>
            <a:spLocks xmlns:a="http://schemas.openxmlformats.org/drawingml/2006/main" noGrp="1"/>
          </p:cNvSpPr>
          <p:nvPr/>
        </p:nvSpPr>
        <p:spPr>
          <a:xfrm xmlns:a="http://schemas.openxmlformats.org/drawingml/2006/main" rot="0">
            <a:off x="4276725" y="2581275"/>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87" name="upper-out-2-head">
            <a:extLst xmlns:a="http://schemas.openxmlformats.org/drawingml/2006/main">
              <a:ext uri="{FF2B5EF4-FFF2-40B4-BE49-F238E27FC236}">
                <a16:creationId xmlns:a16="http://schemas.microsoft.com/office/drawing/2014/main" id="{97160AD4-642F-474F-A628-2C63D204421A}"/>
              </a:ext>
            </a:extLst>
          </p:cNvPr>
          <p:cNvSpPr>
            <a:spLocks xmlns:a="http://schemas.openxmlformats.org/drawingml/2006/main" noGrp="1"/>
          </p:cNvSpPr>
          <p:nvPr/>
        </p:nvSpPr>
        <p:spPr>
          <a:xfrm xmlns:a="http://schemas.openxmlformats.org/drawingml/2006/main" rot="0">
            <a:off x="4410075" y="254269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88" name="upper-neuron-0">
            <a:extLst xmlns:a="http://schemas.openxmlformats.org/drawingml/2006/main">
              <a:ext uri="{FF2B5EF4-FFF2-40B4-BE49-F238E27FC236}">
                <a16:creationId xmlns:a16="http://schemas.microsoft.com/office/drawing/2014/main" id="{C501992C-27BA-4941-963C-BD3CB784D6EA}"/>
              </a:ext>
            </a:extLst>
          </p:cNvPr>
          <p:cNvSpPr>
            <a:spLocks xmlns:a="http://schemas.openxmlformats.org/drawingml/2006/main" noGrp="1"/>
          </p:cNvSpPr>
          <p:nvPr/>
        </p:nvSpPr>
        <p:spPr>
          <a:xfrm xmlns:a="http://schemas.openxmlformats.org/drawingml/2006/main" rot="0">
            <a:off x="3805238" y="207168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89" name="upper-neuron-1">
            <a:extLst xmlns:a="http://schemas.openxmlformats.org/drawingml/2006/main">
              <a:ext uri="{FF2B5EF4-FFF2-40B4-BE49-F238E27FC236}">
                <a16:creationId xmlns:a16="http://schemas.microsoft.com/office/drawing/2014/main" id="{7CA2770D-F147-48AD-88F3-1785F13D8A7B}"/>
              </a:ext>
            </a:extLst>
          </p:cNvPr>
          <p:cNvSpPr>
            <a:spLocks xmlns:a="http://schemas.openxmlformats.org/drawingml/2006/main" noGrp="1"/>
          </p:cNvSpPr>
          <p:nvPr/>
        </p:nvSpPr>
        <p:spPr>
          <a:xfrm xmlns:a="http://schemas.openxmlformats.org/drawingml/2006/main" rot="0">
            <a:off x="3805238" y="237648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0" name="upper-neuron-2">
            <a:extLst xmlns:a="http://schemas.openxmlformats.org/drawingml/2006/main">
              <a:ext uri="{FF2B5EF4-FFF2-40B4-BE49-F238E27FC236}">
                <a16:creationId xmlns:a16="http://schemas.microsoft.com/office/drawing/2014/main" id="{36D2AF53-78CC-480D-B58E-C5272B77BD82}"/>
              </a:ext>
            </a:extLst>
          </p:cNvPr>
          <p:cNvSpPr>
            <a:spLocks xmlns:a="http://schemas.openxmlformats.org/drawingml/2006/main" noGrp="1"/>
          </p:cNvSpPr>
          <p:nvPr/>
        </p:nvSpPr>
        <p:spPr>
          <a:xfrm xmlns:a="http://schemas.openxmlformats.org/drawingml/2006/main" rot="0">
            <a:off x="4129088" y="1928813"/>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1" name="upper-neuron-3">
            <a:extLst xmlns:a="http://schemas.openxmlformats.org/drawingml/2006/main">
              <a:ext uri="{FF2B5EF4-FFF2-40B4-BE49-F238E27FC236}">
                <a16:creationId xmlns:a16="http://schemas.microsoft.com/office/drawing/2014/main" id="{B2A6B4A8-69D7-4001-BC91-DA122CDFA3B2}"/>
              </a:ext>
            </a:extLst>
          </p:cNvPr>
          <p:cNvSpPr>
            <a:spLocks xmlns:a="http://schemas.openxmlformats.org/drawingml/2006/main" noGrp="1"/>
          </p:cNvSpPr>
          <p:nvPr/>
        </p:nvSpPr>
        <p:spPr>
          <a:xfrm xmlns:a="http://schemas.openxmlformats.org/drawingml/2006/main" rot="0">
            <a:off x="4129088" y="222408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2" name="upper-neuron-4">
            <a:extLst xmlns:a="http://schemas.openxmlformats.org/drawingml/2006/main">
              <a:ext uri="{FF2B5EF4-FFF2-40B4-BE49-F238E27FC236}">
                <a16:creationId xmlns:a16="http://schemas.microsoft.com/office/drawing/2014/main" id="{EDF349B0-F831-47D2-AB14-4FCE4545FFA2}"/>
              </a:ext>
            </a:extLst>
          </p:cNvPr>
          <p:cNvSpPr>
            <a:spLocks xmlns:a="http://schemas.openxmlformats.org/drawingml/2006/main" noGrp="1"/>
          </p:cNvSpPr>
          <p:nvPr/>
        </p:nvSpPr>
        <p:spPr>
          <a:xfrm xmlns:a="http://schemas.openxmlformats.org/drawingml/2006/main" rot="0">
            <a:off x="4129088" y="2519363"/>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3" name="lower-in-0">
            <a:extLst xmlns:a="http://schemas.openxmlformats.org/drawingml/2006/main">
              <a:ext uri="{FF2B5EF4-FFF2-40B4-BE49-F238E27FC236}">
                <a16:creationId xmlns:a16="http://schemas.microsoft.com/office/drawing/2014/main" id="{50A86B20-1421-4570-8FA9-A282DF44621B}"/>
              </a:ext>
            </a:extLst>
          </p:cNvPr>
          <p:cNvSpPr>
            <a:spLocks xmlns:a="http://schemas.openxmlformats.org/drawingml/2006/main" noGrp="1"/>
          </p:cNvSpPr>
          <p:nvPr/>
        </p:nvSpPr>
        <p:spPr>
          <a:xfrm xmlns:a="http://schemas.openxmlformats.org/drawingml/2006/main" rot="0">
            <a:off x="3590925" y="438150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94" name="lower-in-0-head">
            <a:extLst xmlns:a="http://schemas.openxmlformats.org/drawingml/2006/main">
              <a:ext uri="{FF2B5EF4-FFF2-40B4-BE49-F238E27FC236}">
                <a16:creationId xmlns:a16="http://schemas.microsoft.com/office/drawing/2014/main" id="{85609525-42A7-4DF9-9107-A07CE5054EB5}"/>
              </a:ext>
            </a:extLst>
          </p:cNvPr>
          <p:cNvSpPr>
            <a:spLocks xmlns:a="http://schemas.openxmlformats.org/drawingml/2006/main" noGrp="1"/>
          </p:cNvSpPr>
          <p:nvPr/>
        </p:nvSpPr>
        <p:spPr>
          <a:xfrm xmlns:a="http://schemas.openxmlformats.org/drawingml/2006/main" rot="0">
            <a:off x="3686175" y="43429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95" name="lower-link-0-0">
            <a:extLst xmlns:a="http://schemas.openxmlformats.org/drawingml/2006/main">
              <a:ext uri="{FF2B5EF4-FFF2-40B4-BE49-F238E27FC236}">
                <a16:creationId xmlns:a16="http://schemas.microsoft.com/office/drawing/2014/main" id="{85A6A0F1-B9CC-4942-8445-D8208CDFC766}"/>
              </a:ext>
            </a:extLst>
          </p:cNvPr>
          <p:cNvSpPr>
            <a:spLocks xmlns:a="http://schemas.openxmlformats.org/drawingml/2006/main" noGrp="1"/>
          </p:cNvSpPr>
          <p:nvPr/>
        </p:nvSpPr>
        <p:spPr>
          <a:xfrm xmlns:a="http://schemas.openxmlformats.org/drawingml/2006/main" rot="0">
            <a:off x="3867150" y="4248150"/>
            <a:ext cx="323850" cy="133350"/>
          </a:xfrm>
          <a:custGeom xmlns:a="http://schemas.openxmlformats.org/drawingml/2006/main">
            <a:pathLst>
              <a:path w="323850" h="133350">
                <a:moveTo>
                  <a:pt x="0" y="133350"/>
                </a:moveTo>
                <a:lnTo>
                  <a:pt x="323850" y="0"/>
                </a:lnTo>
              </a:path>
            </a:pathLst>
          </a:custGeom>
          <a:noFill xmlns:a="http://schemas.openxmlformats.org/drawingml/2006/main"/>
          <a:ln xmlns:a="http://schemas.openxmlformats.org/drawingml/2006/main" w="15240">
            <a:solidFill>
              <a:srgbClr val="58635A"/>
            </a:solidFill>
            <a:prstDash val="solid"/>
          </a:ln>
        </p:spPr>
      </p:sp>
      <p:sp>
        <p:nvSpPr>
          <p:cNvPr id="96" name="lower-link-0-1">
            <a:extLst xmlns:a="http://schemas.openxmlformats.org/drawingml/2006/main">
              <a:ext uri="{FF2B5EF4-FFF2-40B4-BE49-F238E27FC236}">
                <a16:creationId xmlns:a16="http://schemas.microsoft.com/office/drawing/2014/main" id="{E2F83B26-52B2-479F-90C6-7B4D9F968967}"/>
              </a:ext>
            </a:extLst>
          </p:cNvPr>
          <p:cNvSpPr>
            <a:spLocks xmlns:a="http://schemas.openxmlformats.org/drawingml/2006/main" noGrp="1"/>
          </p:cNvSpPr>
          <p:nvPr/>
        </p:nvSpPr>
        <p:spPr>
          <a:xfrm xmlns:a="http://schemas.openxmlformats.org/drawingml/2006/main" rot="0">
            <a:off x="3867150" y="4381500"/>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5240">
            <a:solidFill>
              <a:srgbClr val="58635A"/>
            </a:solidFill>
            <a:prstDash val="solid"/>
          </a:ln>
        </p:spPr>
      </p:sp>
      <p:sp>
        <p:nvSpPr>
          <p:cNvPr id="97" name="lower-link-0-2">
            <a:extLst xmlns:a="http://schemas.openxmlformats.org/drawingml/2006/main">
              <a:ext uri="{FF2B5EF4-FFF2-40B4-BE49-F238E27FC236}">
                <a16:creationId xmlns:a16="http://schemas.microsoft.com/office/drawing/2014/main" id="{EC2139D7-98DA-4611-BE6F-11E1F6928BB9}"/>
              </a:ext>
            </a:extLst>
          </p:cNvPr>
          <p:cNvSpPr>
            <a:spLocks xmlns:a="http://schemas.openxmlformats.org/drawingml/2006/main" noGrp="1"/>
          </p:cNvSpPr>
          <p:nvPr/>
        </p:nvSpPr>
        <p:spPr>
          <a:xfrm xmlns:a="http://schemas.openxmlformats.org/drawingml/2006/main" rot="0">
            <a:off x="3867150" y="4381500"/>
            <a:ext cx="323850" cy="438150"/>
          </a:xfrm>
          <a:custGeom xmlns:a="http://schemas.openxmlformats.org/drawingml/2006/main">
            <a:pathLst>
              <a:path w="323850" h="438150">
                <a:moveTo>
                  <a:pt x="0" y="0"/>
                </a:moveTo>
                <a:lnTo>
                  <a:pt x="323850" y="438150"/>
                </a:lnTo>
              </a:path>
            </a:pathLst>
          </a:custGeom>
          <a:noFill xmlns:a="http://schemas.openxmlformats.org/drawingml/2006/main"/>
          <a:ln xmlns:a="http://schemas.openxmlformats.org/drawingml/2006/main" w="15240">
            <a:solidFill>
              <a:srgbClr val="58635A"/>
            </a:solidFill>
            <a:prstDash val="solid"/>
          </a:ln>
        </p:spPr>
      </p:sp>
      <p:sp>
        <p:nvSpPr>
          <p:cNvPr id="98" name="lower-in-1">
            <a:extLst xmlns:a="http://schemas.openxmlformats.org/drawingml/2006/main">
              <a:ext uri="{FF2B5EF4-FFF2-40B4-BE49-F238E27FC236}">
                <a16:creationId xmlns:a16="http://schemas.microsoft.com/office/drawing/2014/main" id="{4F36D353-A015-4690-9B1B-F474DCB74FBC}"/>
              </a:ext>
            </a:extLst>
          </p:cNvPr>
          <p:cNvSpPr>
            <a:spLocks xmlns:a="http://schemas.openxmlformats.org/drawingml/2006/main" noGrp="1"/>
          </p:cNvSpPr>
          <p:nvPr/>
        </p:nvSpPr>
        <p:spPr>
          <a:xfrm xmlns:a="http://schemas.openxmlformats.org/drawingml/2006/main" rot="0">
            <a:off x="3590925" y="4676775"/>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99" name="lower-in-1-head">
            <a:extLst xmlns:a="http://schemas.openxmlformats.org/drawingml/2006/main">
              <a:ext uri="{FF2B5EF4-FFF2-40B4-BE49-F238E27FC236}">
                <a16:creationId xmlns:a16="http://schemas.microsoft.com/office/drawing/2014/main" id="{437F5DCB-4CA6-4F79-92EF-0017A16E7569}"/>
              </a:ext>
            </a:extLst>
          </p:cNvPr>
          <p:cNvSpPr>
            <a:spLocks xmlns:a="http://schemas.openxmlformats.org/drawingml/2006/main" noGrp="1"/>
          </p:cNvSpPr>
          <p:nvPr/>
        </p:nvSpPr>
        <p:spPr>
          <a:xfrm xmlns:a="http://schemas.openxmlformats.org/drawingml/2006/main" rot="0">
            <a:off x="3686175" y="463819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00" name="lower-link-1-0">
            <a:extLst xmlns:a="http://schemas.openxmlformats.org/drawingml/2006/main">
              <a:ext uri="{FF2B5EF4-FFF2-40B4-BE49-F238E27FC236}">
                <a16:creationId xmlns:a16="http://schemas.microsoft.com/office/drawing/2014/main" id="{DEFEE6EC-E7A3-460E-95C7-FDFEB2822253}"/>
              </a:ext>
            </a:extLst>
          </p:cNvPr>
          <p:cNvSpPr>
            <a:spLocks xmlns:a="http://schemas.openxmlformats.org/drawingml/2006/main" noGrp="1"/>
          </p:cNvSpPr>
          <p:nvPr/>
        </p:nvSpPr>
        <p:spPr>
          <a:xfrm xmlns:a="http://schemas.openxmlformats.org/drawingml/2006/main" rot="0">
            <a:off x="3867150" y="4248150"/>
            <a:ext cx="323850" cy="428625"/>
          </a:xfrm>
          <a:custGeom xmlns:a="http://schemas.openxmlformats.org/drawingml/2006/main">
            <a:pathLst>
              <a:path w="323850" h="428625">
                <a:moveTo>
                  <a:pt x="0" y="428625"/>
                </a:moveTo>
                <a:lnTo>
                  <a:pt x="323850" y="0"/>
                </a:lnTo>
              </a:path>
            </a:pathLst>
          </a:custGeom>
          <a:noFill xmlns:a="http://schemas.openxmlformats.org/drawingml/2006/main"/>
          <a:ln xmlns:a="http://schemas.openxmlformats.org/drawingml/2006/main" w="15240">
            <a:solidFill>
              <a:srgbClr val="58635A"/>
            </a:solidFill>
            <a:prstDash val="solid"/>
          </a:ln>
        </p:spPr>
      </p:sp>
      <p:sp>
        <p:nvSpPr>
          <p:cNvPr id="101" name="lower-link-1-1">
            <a:extLst xmlns:a="http://schemas.openxmlformats.org/drawingml/2006/main">
              <a:ext uri="{FF2B5EF4-FFF2-40B4-BE49-F238E27FC236}">
                <a16:creationId xmlns:a16="http://schemas.microsoft.com/office/drawing/2014/main" id="{C1EE3419-8056-4561-891F-970D9C778B22}"/>
              </a:ext>
            </a:extLst>
          </p:cNvPr>
          <p:cNvSpPr>
            <a:spLocks xmlns:a="http://schemas.openxmlformats.org/drawingml/2006/main" noGrp="1"/>
          </p:cNvSpPr>
          <p:nvPr/>
        </p:nvSpPr>
        <p:spPr>
          <a:xfrm xmlns:a="http://schemas.openxmlformats.org/drawingml/2006/main" rot="0">
            <a:off x="3867150" y="4533900"/>
            <a:ext cx="323850" cy="142875"/>
          </a:xfrm>
          <a:custGeom xmlns:a="http://schemas.openxmlformats.org/drawingml/2006/main">
            <a:pathLst>
              <a:path w="323850" h="142875">
                <a:moveTo>
                  <a:pt x="0" y="142875"/>
                </a:moveTo>
                <a:lnTo>
                  <a:pt x="323850" y="0"/>
                </a:lnTo>
              </a:path>
            </a:pathLst>
          </a:custGeom>
          <a:noFill xmlns:a="http://schemas.openxmlformats.org/drawingml/2006/main"/>
          <a:ln xmlns:a="http://schemas.openxmlformats.org/drawingml/2006/main" w="15240">
            <a:solidFill>
              <a:srgbClr val="58635A"/>
            </a:solidFill>
            <a:prstDash val="solid"/>
          </a:ln>
        </p:spPr>
      </p:sp>
      <p:sp>
        <p:nvSpPr>
          <p:cNvPr id="102" name="lower-link-1-2">
            <a:extLst xmlns:a="http://schemas.openxmlformats.org/drawingml/2006/main">
              <a:ext uri="{FF2B5EF4-FFF2-40B4-BE49-F238E27FC236}">
                <a16:creationId xmlns:a16="http://schemas.microsoft.com/office/drawing/2014/main" id="{37AC2C7B-02D3-4C11-9BEE-D304F6CFFB84}"/>
              </a:ext>
            </a:extLst>
          </p:cNvPr>
          <p:cNvSpPr>
            <a:spLocks xmlns:a="http://schemas.openxmlformats.org/drawingml/2006/main" noGrp="1"/>
          </p:cNvSpPr>
          <p:nvPr/>
        </p:nvSpPr>
        <p:spPr>
          <a:xfrm xmlns:a="http://schemas.openxmlformats.org/drawingml/2006/main" rot="0">
            <a:off x="3867150" y="4676775"/>
            <a:ext cx="323850" cy="142875"/>
          </a:xfrm>
          <a:custGeom xmlns:a="http://schemas.openxmlformats.org/drawingml/2006/main">
            <a:pathLst>
              <a:path w="323850" h="142875">
                <a:moveTo>
                  <a:pt x="0" y="0"/>
                </a:moveTo>
                <a:lnTo>
                  <a:pt x="323850" y="142875"/>
                </a:lnTo>
              </a:path>
            </a:pathLst>
          </a:custGeom>
          <a:noFill xmlns:a="http://schemas.openxmlformats.org/drawingml/2006/main"/>
          <a:ln xmlns:a="http://schemas.openxmlformats.org/drawingml/2006/main" w="15240">
            <a:solidFill>
              <a:srgbClr val="58635A"/>
            </a:solidFill>
            <a:prstDash val="solid"/>
          </a:ln>
        </p:spPr>
      </p:sp>
      <p:sp>
        <p:nvSpPr>
          <p:cNvPr id="103" name="lower-out-0">
            <a:extLst xmlns:a="http://schemas.openxmlformats.org/drawingml/2006/main">
              <a:ext uri="{FF2B5EF4-FFF2-40B4-BE49-F238E27FC236}">
                <a16:creationId xmlns:a16="http://schemas.microsoft.com/office/drawing/2014/main" id="{4625D518-F6B5-47EA-9C58-E72443C956C7}"/>
              </a:ext>
            </a:extLst>
          </p:cNvPr>
          <p:cNvSpPr>
            <a:spLocks xmlns:a="http://schemas.openxmlformats.org/drawingml/2006/main" noGrp="1"/>
          </p:cNvSpPr>
          <p:nvPr/>
        </p:nvSpPr>
        <p:spPr>
          <a:xfrm xmlns:a="http://schemas.openxmlformats.org/drawingml/2006/main" rot="0">
            <a:off x="4276725" y="4248150"/>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104" name="lower-out-0-head">
            <a:extLst xmlns:a="http://schemas.openxmlformats.org/drawingml/2006/main">
              <a:ext uri="{FF2B5EF4-FFF2-40B4-BE49-F238E27FC236}">
                <a16:creationId xmlns:a16="http://schemas.microsoft.com/office/drawing/2014/main" id="{6FE5BE9D-103A-4089-8755-ED3B51240518}"/>
              </a:ext>
            </a:extLst>
          </p:cNvPr>
          <p:cNvSpPr>
            <a:spLocks xmlns:a="http://schemas.openxmlformats.org/drawingml/2006/main" noGrp="1"/>
          </p:cNvSpPr>
          <p:nvPr/>
        </p:nvSpPr>
        <p:spPr>
          <a:xfrm xmlns:a="http://schemas.openxmlformats.org/drawingml/2006/main" rot="0">
            <a:off x="4410075" y="420957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05" name="lower-out-1">
            <a:extLst xmlns:a="http://schemas.openxmlformats.org/drawingml/2006/main">
              <a:ext uri="{FF2B5EF4-FFF2-40B4-BE49-F238E27FC236}">
                <a16:creationId xmlns:a16="http://schemas.microsoft.com/office/drawing/2014/main" id="{0FF21D51-9CFB-45A3-96A0-83FE8F16A996}"/>
              </a:ext>
            </a:extLst>
          </p:cNvPr>
          <p:cNvSpPr>
            <a:spLocks xmlns:a="http://schemas.openxmlformats.org/drawingml/2006/main" noGrp="1"/>
          </p:cNvSpPr>
          <p:nvPr/>
        </p:nvSpPr>
        <p:spPr>
          <a:xfrm xmlns:a="http://schemas.openxmlformats.org/drawingml/2006/main" rot="0">
            <a:off x="4276725" y="4533900"/>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106" name="lower-out-1-head">
            <a:extLst xmlns:a="http://schemas.openxmlformats.org/drawingml/2006/main">
              <a:ext uri="{FF2B5EF4-FFF2-40B4-BE49-F238E27FC236}">
                <a16:creationId xmlns:a16="http://schemas.microsoft.com/office/drawing/2014/main" id="{5DEF6891-F3CF-4D13-9ED6-57F0299486C1}"/>
              </a:ext>
            </a:extLst>
          </p:cNvPr>
          <p:cNvSpPr>
            <a:spLocks xmlns:a="http://schemas.openxmlformats.org/drawingml/2006/main" noGrp="1"/>
          </p:cNvSpPr>
          <p:nvPr/>
        </p:nvSpPr>
        <p:spPr>
          <a:xfrm xmlns:a="http://schemas.openxmlformats.org/drawingml/2006/main" rot="0">
            <a:off x="4410075" y="44953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07" name="lower-out-2">
            <a:extLst xmlns:a="http://schemas.openxmlformats.org/drawingml/2006/main">
              <a:ext uri="{FF2B5EF4-FFF2-40B4-BE49-F238E27FC236}">
                <a16:creationId xmlns:a16="http://schemas.microsoft.com/office/drawing/2014/main" id="{32CDC96D-F1CC-45C0-ACCF-3C0133D9DA4F}"/>
              </a:ext>
            </a:extLst>
          </p:cNvPr>
          <p:cNvSpPr>
            <a:spLocks xmlns:a="http://schemas.openxmlformats.org/drawingml/2006/main" noGrp="1"/>
          </p:cNvSpPr>
          <p:nvPr/>
        </p:nvSpPr>
        <p:spPr>
          <a:xfrm xmlns:a="http://schemas.openxmlformats.org/drawingml/2006/main" rot="0">
            <a:off x="4276725" y="4819650"/>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108" name="lower-out-2-head">
            <a:extLst xmlns:a="http://schemas.openxmlformats.org/drawingml/2006/main">
              <a:ext uri="{FF2B5EF4-FFF2-40B4-BE49-F238E27FC236}">
                <a16:creationId xmlns:a16="http://schemas.microsoft.com/office/drawing/2014/main" id="{F891C912-84DF-407C-BA23-0218CC5AC86B}"/>
              </a:ext>
            </a:extLst>
          </p:cNvPr>
          <p:cNvSpPr>
            <a:spLocks xmlns:a="http://schemas.openxmlformats.org/drawingml/2006/main" noGrp="1"/>
          </p:cNvSpPr>
          <p:nvPr/>
        </p:nvSpPr>
        <p:spPr>
          <a:xfrm xmlns:a="http://schemas.openxmlformats.org/drawingml/2006/main" rot="0">
            <a:off x="4410075" y="478107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09" name="lower-neuron-0">
            <a:extLst xmlns:a="http://schemas.openxmlformats.org/drawingml/2006/main">
              <a:ext uri="{FF2B5EF4-FFF2-40B4-BE49-F238E27FC236}">
                <a16:creationId xmlns:a16="http://schemas.microsoft.com/office/drawing/2014/main" id="{76B6EF20-79FE-4BBA-9B31-F32230ECBA10}"/>
              </a:ext>
            </a:extLst>
          </p:cNvPr>
          <p:cNvSpPr>
            <a:spLocks xmlns:a="http://schemas.openxmlformats.org/drawingml/2006/main" noGrp="1"/>
          </p:cNvSpPr>
          <p:nvPr/>
        </p:nvSpPr>
        <p:spPr>
          <a:xfrm xmlns:a="http://schemas.openxmlformats.org/drawingml/2006/main" rot="0">
            <a:off x="3805238" y="431958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0" name="lower-neuron-1">
            <a:extLst xmlns:a="http://schemas.openxmlformats.org/drawingml/2006/main">
              <a:ext uri="{FF2B5EF4-FFF2-40B4-BE49-F238E27FC236}">
                <a16:creationId xmlns:a16="http://schemas.microsoft.com/office/drawing/2014/main" id="{4E90A6EF-6CB9-4BD9-BBC4-524BFD72EC13}"/>
              </a:ext>
            </a:extLst>
          </p:cNvPr>
          <p:cNvSpPr>
            <a:spLocks xmlns:a="http://schemas.openxmlformats.org/drawingml/2006/main" noGrp="1"/>
          </p:cNvSpPr>
          <p:nvPr/>
        </p:nvSpPr>
        <p:spPr>
          <a:xfrm xmlns:a="http://schemas.openxmlformats.org/drawingml/2006/main" rot="0">
            <a:off x="3805238" y="4614863"/>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1" name="lower-neuron-2">
            <a:extLst xmlns:a="http://schemas.openxmlformats.org/drawingml/2006/main">
              <a:ext uri="{FF2B5EF4-FFF2-40B4-BE49-F238E27FC236}">
                <a16:creationId xmlns:a16="http://schemas.microsoft.com/office/drawing/2014/main" id="{644560C4-626E-4BC0-91BC-B1D587FBD88A}"/>
              </a:ext>
            </a:extLst>
          </p:cNvPr>
          <p:cNvSpPr>
            <a:spLocks xmlns:a="http://schemas.openxmlformats.org/drawingml/2006/main" noGrp="1"/>
          </p:cNvSpPr>
          <p:nvPr/>
        </p:nvSpPr>
        <p:spPr>
          <a:xfrm xmlns:a="http://schemas.openxmlformats.org/drawingml/2006/main" rot="0">
            <a:off x="4129088" y="418623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2" name="lower-neuron-3">
            <a:extLst xmlns:a="http://schemas.openxmlformats.org/drawingml/2006/main">
              <a:ext uri="{FF2B5EF4-FFF2-40B4-BE49-F238E27FC236}">
                <a16:creationId xmlns:a16="http://schemas.microsoft.com/office/drawing/2014/main" id="{A1D8D8F9-284C-4B31-8EA4-8CADF3287192}"/>
              </a:ext>
            </a:extLst>
          </p:cNvPr>
          <p:cNvSpPr>
            <a:spLocks xmlns:a="http://schemas.openxmlformats.org/drawingml/2006/main" noGrp="1"/>
          </p:cNvSpPr>
          <p:nvPr/>
        </p:nvSpPr>
        <p:spPr>
          <a:xfrm xmlns:a="http://schemas.openxmlformats.org/drawingml/2006/main" rot="0">
            <a:off x="4129088" y="447198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3" name="lower-neuron-4">
            <a:extLst xmlns:a="http://schemas.openxmlformats.org/drawingml/2006/main">
              <a:ext uri="{FF2B5EF4-FFF2-40B4-BE49-F238E27FC236}">
                <a16:creationId xmlns:a16="http://schemas.microsoft.com/office/drawing/2014/main" id="{6770EFD3-6D80-4B3A-AA73-A189067AFAB6}"/>
              </a:ext>
            </a:extLst>
          </p:cNvPr>
          <p:cNvSpPr>
            <a:spLocks xmlns:a="http://schemas.openxmlformats.org/drawingml/2006/main" noGrp="1"/>
          </p:cNvSpPr>
          <p:nvPr/>
        </p:nvSpPr>
        <p:spPr>
          <a:xfrm xmlns:a="http://schemas.openxmlformats.org/drawingml/2006/main" rot="0">
            <a:off x="4129088" y="4757738"/>
            <a:ext cx="123825" cy="123825"/>
          </a:xfrm>
          <a:prstGeom xmlns:a="http://schemas.openxmlformats.org/drawingml/2006/main" prst="ellipse">
            <a:avLst/>
          </a:prstGeom>
          <a:solidFill xmlns:a="http://schemas.openxmlformats.org/drawingml/2006/main">
            <a:srgbClr val="627F42"/>
          </a:solidFill>
          <a:ln xmlns:a="http://schemas.openxmlformats.org/drawingml/2006/main" w="15240">
            <a:solidFill>
              <a:srgbClr val="40563A"/>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4" name="high-in-0">
            <a:extLst xmlns:a="http://schemas.openxmlformats.org/drawingml/2006/main">
              <a:ext uri="{FF2B5EF4-FFF2-40B4-BE49-F238E27FC236}">
                <a16:creationId xmlns:a16="http://schemas.microsoft.com/office/drawing/2014/main" id="{E654B7C0-C684-4411-AC28-7DE9875B6B6A}"/>
              </a:ext>
            </a:extLst>
          </p:cNvPr>
          <p:cNvSpPr>
            <a:spLocks xmlns:a="http://schemas.openxmlformats.org/drawingml/2006/main" noGrp="1"/>
          </p:cNvSpPr>
          <p:nvPr/>
        </p:nvSpPr>
        <p:spPr>
          <a:xfrm xmlns:a="http://schemas.openxmlformats.org/drawingml/2006/main" rot="0">
            <a:off x="1257300" y="422910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115" name="high-in-0-head">
            <a:extLst xmlns:a="http://schemas.openxmlformats.org/drawingml/2006/main">
              <a:ext uri="{FF2B5EF4-FFF2-40B4-BE49-F238E27FC236}">
                <a16:creationId xmlns:a16="http://schemas.microsoft.com/office/drawing/2014/main" id="{D403D1ED-09AA-4929-8775-CCE48C3A486D}"/>
              </a:ext>
            </a:extLst>
          </p:cNvPr>
          <p:cNvSpPr>
            <a:spLocks xmlns:a="http://schemas.openxmlformats.org/drawingml/2006/main" noGrp="1"/>
          </p:cNvSpPr>
          <p:nvPr/>
        </p:nvSpPr>
        <p:spPr>
          <a:xfrm xmlns:a="http://schemas.openxmlformats.org/drawingml/2006/main" rot="0">
            <a:off x="1352550" y="41905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16" name="high-link-0-0">
            <a:extLst xmlns:a="http://schemas.openxmlformats.org/drawingml/2006/main">
              <a:ext uri="{FF2B5EF4-FFF2-40B4-BE49-F238E27FC236}">
                <a16:creationId xmlns:a16="http://schemas.microsoft.com/office/drawing/2014/main" id="{DC698F1B-95D6-4F92-B4FD-7B299BDFCC73}"/>
              </a:ext>
            </a:extLst>
          </p:cNvPr>
          <p:cNvSpPr>
            <a:spLocks xmlns:a="http://schemas.openxmlformats.org/drawingml/2006/main" noGrp="1"/>
          </p:cNvSpPr>
          <p:nvPr/>
        </p:nvSpPr>
        <p:spPr>
          <a:xfrm xmlns:a="http://schemas.openxmlformats.org/drawingml/2006/main" rot="0">
            <a:off x="1533525" y="4229100"/>
            <a:ext cx="304800" cy="142875"/>
          </a:xfrm>
          <a:custGeom xmlns:a="http://schemas.openxmlformats.org/drawingml/2006/main">
            <a:pathLst>
              <a:path w="304800" h="142875">
                <a:moveTo>
                  <a:pt x="0" y="0"/>
                </a:moveTo>
                <a:lnTo>
                  <a:pt x="304800" y="142875"/>
                </a:lnTo>
              </a:path>
            </a:pathLst>
          </a:custGeom>
          <a:noFill xmlns:a="http://schemas.openxmlformats.org/drawingml/2006/main"/>
          <a:ln xmlns:a="http://schemas.openxmlformats.org/drawingml/2006/main" w="15240">
            <a:solidFill>
              <a:srgbClr val="58635A"/>
            </a:solidFill>
            <a:prstDash val="solid"/>
          </a:ln>
        </p:spPr>
      </p:sp>
      <p:sp>
        <p:nvSpPr>
          <p:cNvPr id="117" name="high-link-0-1">
            <a:extLst xmlns:a="http://schemas.openxmlformats.org/drawingml/2006/main">
              <a:ext uri="{FF2B5EF4-FFF2-40B4-BE49-F238E27FC236}">
                <a16:creationId xmlns:a16="http://schemas.microsoft.com/office/drawing/2014/main" id="{76CC273E-6B97-4393-A3E1-1673023EAC05}"/>
              </a:ext>
            </a:extLst>
          </p:cNvPr>
          <p:cNvSpPr>
            <a:spLocks xmlns:a="http://schemas.openxmlformats.org/drawingml/2006/main" noGrp="1"/>
          </p:cNvSpPr>
          <p:nvPr/>
        </p:nvSpPr>
        <p:spPr>
          <a:xfrm xmlns:a="http://schemas.openxmlformats.org/drawingml/2006/main" rot="0">
            <a:off x="1533525" y="4229100"/>
            <a:ext cx="304800" cy="428625"/>
          </a:xfrm>
          <a:custGeom xmlns:a="http://schemas.openxmlformats.org/drawingml/2006/main">
            <a:pathLst>
              <a:path w="304800" h="428625">
                <a:moveTo>
                  <a:pt x="0" y="0"/>
                </a:moveTo>
                <a:lnTo>
                  <a:pt x="304800" y="428625"/>
                </a:lnTo>
              </a:path>
            </a:pathLst>
          </a:custGeom>
          <a:noFill xmlns:a="http://schemas.openxmlformats.org/drawingml/2006/main"/>
          <a:ln xmlns:a="http://schemas.openxmlformats.org/drawingml/2006/main" w="15240">
            <a:solidFill>
              <a:srgbClr val="58635A"/>
            </a:solidFill>
            <a:prstDash val="solid"/>
          </a:ln>
        </p:spPr>
      </p:sp>
      <p:sp>
        <p:nvSpPr>
          <p:cNvPr id="118" name="high-in-1">
            <a:extLst xmlns:a="http://schemas.openxmlformats.org/drawingml/2006/main">
              <a:ext uri="{FF2B5EF4-FFF2-40B4-BE49-F238E27FC236}">
                <a16:creationId xmlns:a16="http://schemas.microsoft.com/office/drawing/2014/main" id="{676B6437-B22D-4C26-80C7-9300F4E01F34}"/>
              </a:ext>
            </a:extLst>
          </p:cNvPr>
          <p:cNvSpPr>
            <a:spLocks xmlns:a="http://schemas.openxmlformats.org/drawingml/2006/main" noGrp="1"/>
          </p:cNvSpPr>
          <p:nvPr/>
        </p:nvSpPr>
        <p:spPr>
          <a:xfrm xmlns:a="http://schemas.openxmlformats.org/drawingml/2006/main" rot="0">
            <a:off x="1257300" y="451485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119" name="high-in-1-head">
            <a:extLst xmlns:a="http://schemas.openxmlformats.org/drawingml/2006/main">
              <a:ext uri="{FF2B5EF4-FFF2-40B4-BE49-F238E27FC236}">
                <a16:creationId xmlns:a16="http://schemas.microsoft.com/office/drawing/2014/main" id="{0EB144CA-B50B-4880-9C35-90FB207BD148}"/>
              </a:ext>
            </a:extLst>
          </p:cNvPr>
          <p:cNvSpPr>
            <a:spLocks xmlns:a="http://schemas.openxmlformats.org/drawingml/2006/main" noGrp="1"/>
          </p:cNvSpPr>
          <p:nvPr/>
        </p:nvSpPr>
        <p:spPr>
          <a:xfrm xmlns:a="http://schemas.openxmlformats.org/drawingml/2006/main" rot="0">
            <a:off x="1352550" y="447627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20" name="high-link-1-0">
            <a:extLst xmlns:a="http://schemas.openxmlformats.org/drawingml/2006/main">
              <a:ext uri="{FF2B5EF4-FFF2-40B4-BE49-F238E27FC236}">
                <a16:creationId xmlns:a16="http://schemas.microsoft.com/office/drawing/2014/main" id="{643733B9-6A87-4930-B9EB-73A0D96FAFC8}"/>
              </a:ext>
            </a:extLst>
          </p:cNvPr>
          <p:cNvSpPr>
            <a:spLocks xmlns:a="http://schemas.openxmlformats.org/drawingml/2006/main" noGrp="1"/>
          </p:cNvSpPr>
          <p:nvPr/>
        </p:nvSpPr>
        <p:spPr>
          <a:xfrm xmlns:a="http://schemas.openxmlformats.org/drawingml/2006/main" rot="0">
            <a:off x="1533525" y="4371975"/>
            <a:ext cx="304800" cy="142875"/>
          </a:xfrm>
          <a:custGeom xmlns:a="http://schemas.openxmlformats.org/drawingml/2006/main">
            <a:pathLst>
              <a:path w="304800" h="142875">
                <a:moveTo>
                  <a:pt x="0" y="142875"/>
                </a:moveTo>
                <a:lnTo>
                  <a:pt x="304800" y="0"/>
                </a:lnTo>
              </a:path>
            </a:pathLst>
          </a:custGeom>
          <a:noFill xmlns:a="http://schemas.openxmlformats.org/drawingml/2006/main"/>
          <a:ln xmlns:a="http://schemas.openxmlformats.org/drawingml/2006/main" w="15240">
            <a:solidFill>
              <a:srgbClr val="58635A"/>
            </a:solidFill>
            <a:prstDash val="solid"/>
          </a:ln>
        </p:spPr>
      </p:sp>
      <p:sp>
        <p:nvSpPr>
          <p:cNvPr id="121" name="high-link-1-1">
            <a:extLst xmlns:a="http://schemas.openxmlformats.org/drawingml/2006/main">
              <a:ext uri="{FF2B5EF4-FFF2-40B4-BE49-F238E27FC236}">
                <a16:creationId xmlns:a16="http://schemas.microsoft.com/office/drawing/2014/main" id="{36216B66-6F30-4AEC-9919-7A7583604B7F}"/>
              </a:ext>
            </a:extLst>
          </p:cNvPr>
          <p:cNvSpPr>
            <a:spLocks xmlns:a="http://schemas.openxmlformats.org/drawingml/2006/main" noGrp="1"/>
          </p:cNvSpPr>
          <p:nvPr/>
        </p:nvSpPr>
        <p:spPr>
          <a:xfrm xmlns:a="http://schemas.openxmlformats.org/drawingml/2006/main" rot="0">
            <a:off x="1533525" y="4514850"/>
            <a:ext cx="304800" cy="142875"/>
          </a:xfrm>
          <a:custGeom xmlns:a="http://schemas.openxmlformats.org/drawingml/2006/main">
            <a:pathLst>
              <a:path w="304800" h="142875">
                <a:moveTo>
                  <a:pt x="0" y="0"/>
                </a:moveTo>
                <a:lnTo>
                  <a:pt x="304800" y="142875"/>
                </a:lnTo>
              </a:path>
            </a:pathLst>
          </a:custGeom>
          <a:noFill xmlns:a="http://schemas.openxmlformats.org/drawingml/2006/main"/>
          <a:ln xmlns:a="http://schemas.openxmlformats.org/drawingml/2006/main" w="15240">
            <a:solidFill>
              <a:srgbClr val="58635A"/>
            </a:solidFill>
            <a:prstDash val="solid"/>
          </a:ln>
        </p:spPr>
      </p:sp>
      <p:sp>
        <p:nvSpPr>
          <p:cNvPr id="122" name="high-in-2">
            <a:extLst xmlns:a="http://schemas.openxmlformats.org/drawingml/2006/main">
              <a:ext uri="{FF2B5EF4-FFF2-40B4-BE49-F238E27FC236}">
                <a16:creationId xmlns:a16="http://schemas.microsoft.com/office/drawing/2014/main" id="{B6F237B6-9B46-4AD1-9767-50FBA78004D4}"/>
              </a:ext>
            </a:extLst>
          </p:cNvPr>
          <p:cNvSpPr>
            <a:spLocks xmlns:a="http://schemas.openxmlformats.org/drawingml/2006/main" noGrp="1"/>
          </p:cNvSpPr>
          <p:nvPr/>
        </p:nvSpPr>
        <p:spPr>
          <a:xfrm xmlns:a="http://schemas.openxmlformats.org/drawingml/2006/main" rot="0">
            <a:off x="1257300" y="480060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9050">
            <a:solidFill>
              <a:srgbClr val="7E7F7E"/>
            </a:solidFill>
            <a:prstDash val="solid"/>
          </a:ln>
        </p:spPr>
      </p:sp>
      <p:sp>
        <p:nvSpPr>
          <p:cNvPr id="123" name="high-in-2-head">
            <a:extLst xmlns:a="http://schemas.openxmlformats.org/drawingml/2006/main">
              <a:ext uri="{FF2B5EF4-FFF2-40B4-BE49-F238E27FC236}">
                <a16:creationId xmlns:a16="http://schemas.microsoft.com/office/drawing/2014/main" id="{57CE9FE6-E43F-4DDB-ACDB-39FDD6774466}"/>
              </a:ext>
            </a:extLst>
          </p:cNvPr>
          <p:cNvSpPr>
            <a:spLocks xmlns:a="http://schemas.openxmlformats.org/drawingml/2006/main" noGrp="1"/>
          </p:cNvSpPr>
          <p:nvPr/>
        </p:nvSpPr>
        <p:spPr>
          <a:xfrm xmlns:a="http://schemas.openxmlformats.org/drawingml/2006/main" rot="0">
            <a:off x="1352550" y="4762024"/>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24" name="high-link-2-0">
            <a:extLst xmlns:a="http://schemas.openxmlformats.org/drawingml/2006/main">
              <a:ext uri="{FF2B5EF4-FFF2-40B4-BE49-F238E27FC236}">
                <a16:creationId xmlns:a16="http://schemas.microsoft.com/office/drawing/2014/main" id="{52220A17-2A2D-476B-9F99-A9A69A878EDC}"/>
              </a:ext>
            </a:extLst>
          </p:cNvPr>
          <p:cNvSpPr>
            <a:spLocks xmlns:a="http://schemas.openxmlformats.org/drawingml/2006/main" noGrp="1"/>
          </p:cNvSpPr>
          <p:nvPr/>
        </p:nvSpPr>
        <p:spPr>
          <a:xfrm xmlns:a="http://schemas.openxmlformats.org/drawingml/2006/main" rot="0">
            <a:off x="1533525" y="4371975"/>
            <a:ext cx="304800" cy="428625"/>
          </a:xfrm>
          <a:custGeom xmlns:a="http://schemas.openxmlformats.org/drawingml/2006/main">
            <a:pathLst>
              <a:path w="304800" h="428625">
                <a:moveTo>
                  <a:pt x="0" y="428625"/>
                </a:moveTo>
                <a:lnTo>
                  <a:pt x="304800" y="0"/>
                </a:lnTo>
              </a:path>
            </a:pathLst>
          </a:custGeom>
          <a:noFill xmlns:a="http://schemas.openxmlformats.org/drawingml/2006/main"/>
          <a:ln xmlns:a="http://schemas.openxmlformats.org/drawingml/2006/main" w="15240">
            <a:solidFill>
              <a:srgbClr val="58635A"/>
            </a:solidFill>
            <a:prstDash val="solid"/>
          </a:ln>
        </p:spPr>
      </p:sp>
      <p:sp>
        <p:nvSpPr>
          <p:cNvPr id="125" name="high-link-2-1">
            <a:extLst xmlns:a="http://schemas.openxmlformats.org/drawingml/2006/main">
              <a:ext uri="{FF2B5EF4-FFF2-40B4-BE49-F238E27FC236}">
                <a16:creationId xmlns:a16="http://schemas.microsoft.com/office/drawing/2014/main" id="{F5B418A1-7E29-4FEB-B361-5BB35252B010}"/>
              </a:ext>
            </a:extLst>
          </p:cNvPr>
          <p:cNvSpPr>
            <a:spLocks xmlns:a="http://schemas.openxmlformats.org/drawingml/2006/main" noGrp="1"/>
          </p:cNvSpPr>
          <p:nvPr/>
        </p:nvSpPr>
        <p:spPr>
          <a:xfrm xmlns:a="http://schemas.openxmlformats.org/drawingml/2006/main" rot="0">
            <a:off x="1533525" y="4657725"/>
            <a:ext cx="304800" cy="142875"/>
          </a:xfrm>
          <a:custGeom xmlns:a="http://schemas.openxmlformats.org/drawingml/2006/main">
            <a:pathLst>
              <a:path w="304800" h="142875">
                <a:moveTo>
                  <a:pt x="0" y="142875"/>
                </a:moveTo>
                <a:lnTo>
                  <a:pt x="304800" y="0"/>
                </a:lnTo>
              </a:path>
            </a:pathLst>
          </a:custGeom>
          <a:noFill xmlns:a="http://schemas.openxmlformats.org/drawingml/2006/main"/>
          <a:ln xmlns:a="http://schemas.openxmlformats.org/drawingml/2006/main" w="15240">
            <a:solidFill>
              <a:srgbClr val="58635A"/>
            </a:solidFill>
            <a:prstDash val="solid"/>
          </a:ln>
        </p:spPr>
      </p:sp>
      <p:sp>
        <p:nvSpPr>
          <p:cNvPr id="126" name="high-out-0">
            <a:extLst xmlns:a="http://schemas.openxmlformats.org/drawingml/2006/main">
              <a:ext uri="{FF2B5EF4-FFF2-40B4-BE49-F238E27FC236}">
                <a16:creationId xmlns:a16="http://schemas.microsoft.com/office/drawing/2014/main" id="{0D999979-B1C0-4498-A8A2-29B200674220}"/>
              </a:ext>
            </a:extLst>
          </p:cNvPr>
          <p:cNvSpPr>
            <a:spLocks xmlns:a="http://schemas.openxmlformats.org/drawingml/2006/main" noGrp="1"/>
          </p:cNvSpPr>
          <p:nvPr/>
        </p:nvSpPr>
        <p:spPr>
          <a:xfrm xmlns:a="http://schemas.openxmlformats.org/drawingml/2006/main" rot="0">
            <a:off x="1924050" y="4371975"/>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127" name="high-out-0-head">
            <a:extLst xmlns:a="http://schemas.openxmlformats.org/drawingml/2006/main">
              <a:ext uri="{FF2B5EF4-FFF2-40B4-BE49-F238E27FC236}">
                <a16:creationId xmlns:a16="http://schemas.microsoft.com/office/drawing/2014/main" id="{E71DC292-AD99-4D32-A11A-BDBA1E45549C}"/>
              </a:ext>
            </a:extLst>
          </p:cNvPr>
          <p:cNvSpPr>
            <a:spLocks xmlns:a="http://schemas.openxmlformats.org/drawingml/2006/main" noGrp="1"/>
          </p:cNvSpPr>
          <p:nvPr/>
        </p:nvSpPr>
        <p:spPr>
          <a:xfrm xmlns:a="http://schemas.openxmlformats.org/drawingml/2006/main" rot="0">
            <a:off x="2057400" y="433339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28" name="high-out-1">
            <a:extLst xmlns:a="http://schemas.openxmlformats.org/drawingml/2006/main">
              <a:ext uri="{FF2B5EF4-FFF2-40B4-BE49-F238E27FC236}">
                <a16:creationId xmlns:a16="http://schemas.microsoft.com/office/drawing/2014/main" id="{3CF596A9-DFEA-4990-83EE-F257A7125AFF}"/>
              </a:ext>
            </a:extLst>
          </p:cNvPr>
          <p:cNvSpPr>
            <a:spLocks xmlns:a="http://schemas.openxmlformats.org/drawingml/2006/main" noGrp="1"/>
          </p:cNvSpPr>
          <p:nvPr/>
        </p:nvSpPr>
        <p:spPr>
          <a:xfrm xmlns:a="http://schemas.openxmlformats.org/drawingml/2006/main" rot="0">
            <a:off x="1924050" y="4657725"/>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19050">
            <a:solidFill>
              <a:srgbClr val="7E7F7E"/>
            </a:solidFill>
            <a:prstDash val="solid"/>
          </a:ln>
        </p:spPr>
      </p:sp>
      <p:sp>
        <p:nvSpPr>
          <p:cNvPr id="129" name="high-out-1-head">
            <a:extLst xmlns:a="http://schemas.openxmlformats.org/drawingml/2006/main">
              <a:ext uri="{FF2B5EF4-FFF2-40B4-BE49-F238E27FC236}">
                <a16:creationId xmlns:a16="http://schemas.microsoft.com/office/drawing/2014/main" id="{B974FCAD-2158-41D4-9339-711932753502}"/>
              </a:ext>
            </a:extLst>
          </p:cNvPr>
          <p:cNvSpPr>
            <a:spLocks xmlns:a="http://schemas.openxmlformats.org/drawingml/2006/main" noGrp="1"/>
          </p:cNvSpPr>
          <p:nvPr/>
        </p:nvSpPr>
        <p:spPr>
          <a:xfrm xmlns:a="http://schemas.openxmlformats.org/drawingml/2006/main" rot="0">
            <a:off x="2057400" y="4619149"/>
            <a:ext cx="85725" cy="77153"/>
          </a:xfrm>
          <a:custGeom xmlns:a="http://schemas.openxmlformats.org/drawingml/2006/main">
            <a:pathLst>
              <a:path w="85725" h="77153">
                <a:moveTo>
                  <a:pt x="85725" y="38576"/>
                </a:moveTo>
                <a:lnTo>
                  <a:pt x="0" y="77153"/>
                </a:lnTo>
                <a:lnTo>
                  <a:pt x="0" y="0"/>
                </a:lnTo>
                <a:close/>
              </a:path>
            </a:pathLst>
          </a:custGeom>
          <a:solidFill xmlns:a="http://schemas.openxmlformats.org/drawingml/2006/main">
            <a:srgbClr val="7E7F7E"/>
          </a:solidFill>
          <a:ln xmlns:a="http://schemas.openxmlformats.org/drawingml/2006/main" w="0">
            <a:noFill/>
            <a:prstDash val="solid"/>
          </a:ln>
        </p:spPr>
      </p:sp>
      <p:sp>
        <p:nvSpPr>
          <p:cNvPr id="130" name="high-neuron-0">
            <a:extLst xmlns:a="http://schemas.openxmlformats.org/drawingml/2006/main">
              <a:ext uri="{FF2B5EF4-FFF2-40B4-BE49-F238E27FC236}">
                <a16:creationId xmlns:a16="http://schemas.microsoft.com/office/drawing/2014/main" id="{6392FE83-B40B-425F-9675-D0016CB4C960}"/>
              </a:ext>
            </a:extLst>
          </p:cNvPr>
          <p:cNvSpPr>
            <a:spLocks xmlns:a="http://schemas.openxmlformats.org/drawingml/2006/main" noGrp="1"/>
          </p:cNvSpPr>
          <p:nvPr/>
        </p:nvSpPr>
        <p:spPr>
          <a:xfrm xmlns:a="http://schemas.openxmlformats.org/drawingml/2006/main" rot="0">
            <a:off x="1471613" y="4167188"/>
            <a:ext cx="123825" cy="123825"/>
          </a:xfrm>
          <a:prstGeom xmlns:a="http://schemas.openxmlformats.org/drawingml/2006/main" prst="ellipse">
            <a:avLst/>
          </a:prstGeom>
          <a:solidFill xmlns:a="http://schemas.openxmlformats.org/drawingml/2006/main">
            <a:srgbClr val="5B84BE"/>
          </a:solidFill>
          <a:ln xmlns:a="http://schemas.openxmlformats.org/drawingml/2006/main" w="15240">
            <a:solidFill>
              <a:srgbClr val="305B8E"/>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1" name="high-neuron-1">
            <a:extLst xmlns:a="http://schemas.openxmlformats.org/drawingml/2006/main">
              <a:ext uri="{FF2B5EF4-FFF2-40B4-BE49-F238E27FC236}">
                <a16:creationId xmlns:a16="http://schemas.microsoft.com/office/drawing/2014/main" id="{B483C83A-ED53-4C9F-A8BE-9F143F00B874}"/>
              </a:ext>
            </a:extLst>
          </p:cNvPr>
          <p:cNvSpPr>
            <a:spLocks xmlns:a="http://schemas.openxmlformats.org/drawingml/2006/main" noGrp="1"/>
          </p:cNvSpPr>
          <p:nvPr/>
        </p:nvSpPr>
        <p:spPr>
          <a:xfrm xmlns:a="http://schemas.openxmlformats.org/drawingml/2006/main" rot="0">
            <a:off x="1471613" y="4452938"/>
            <a:ext cx="123825" cy="123825"/>
          </a:xfrm>
          <a:prstGeom xmlns:a="http://schemas.openxmlformats.org/drawingml/2006/main" prst="ellipse">
            <a:avLst/>
          </a:prstGeom>
          <a:solidFill xmlns:a="http://schemas.openxmlformats.org/drawingml/2006/main">
            <a:srgbClr val="5B84BE"/>
          </a:solidFill>
          <a:ln xmlns:a="http://schemas.openxmlformats.org/drawingml/2006/main" w="15240">
            <a:solidFill>
              <a:srgbClr val="305B8E"/>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2" name="high-neuron-2">
            <a:extLst xmlns:a="http://schemas.openxmlformats.org/drawingml/2006/main">
              <a:ext uri="{FF2B5EF4-FFF2-40B4-BE49-F238E27FC236}">
                <a16:creationId xmlns:a16="http://schemas.microsoft.com/office/drawing/2014/main" id="{E43661EC-1F1C-46F7-A4AC-57710920C331}"/>
              </a:ext>
            </a:extLst>
          </p:cNvPr>
          <p:cNvSpPr>
            <a:spLocks xmlns:a="http://schemas.openxmlformats.org/drawingml/2006/main" noGrp="1"/>
          </p:cNvSpPr>
          <p:nvPr/>
        </p:nvSpPr>
        <p:spPr>
          <a:xfrm xmlns:a="http://schemas.openxmlformats.org/drawingml/2006/main" rot="0">
            <a:off x="1471613" y="4738688"/>
            <a:ext cx="123825" cy="123825"/>
          </a:xfrm>
          <a:prstGeom xmlns:a="http://schemas.openxmlformats.org/drawingml/2006/main" prst="ellipse">
            <a:avLst/>
          </a:prstGeom>
          <a:solidFill xmlns:a="http://schemas.openxmlformats.org/drawingml/2006/main">
            <a:srgbClr val="5B84BE"/>
          </a:solidFill>
          <a:ln xmlns:a="http://schemas.openxmlformats.org/drawingml/2006/main" w="15240">
            <a:solidFill>
              <a:srgbClr val="305B8E"/>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3" name="high-neuron-3">
            <a:extLst xmlns:a="http://schemas.openxmlformats.org/drawingml/2006/main">
              <a:ext uri="{FF2B5EF4-FFF2-40B4-BE49-F238E27FC236}">
                <a16:creationId xmlns:a16="http://schemas.microsoft.com/office/drawing/2014/main" id="{D6CC134C-1644-4E21-8B9B-8EC3ABFEFED8}"/>
              </a:ext>
            </a:extLst>
          </p:cNvPr>
          <p:cNvSpPr>
            <a:spLocks xmlns:a="http://schemas.openxmlformats.org/drawingml/2006/main" noGrp="1"/>
          </p:cNvSpPr>
          <p:nvPr/>
        </p:nvSpPr>
        <p:spPr>
          <a:xfrm xmlns:a="http://schemas.openxmlformats.org/drawingml/2006/main" rot="0">
            <a:off x="1776413" y="4310063"/>
            <a:ext cx="123825" cy="123825"/>
          </a:xfrm>
          <a:prstGeom xmlns:a="http://schemas.openxmlformats.org/drawingml/2006/main" prst="ellipse">
            <a:avLst/>
          </a:prstGeom>
          <a:solidFill xmlns:a="http://schemas.openxmlformats.org/drawingml/2006/main">
            <a:srgbClr val="5B84BE"/>
          </a:solidFill>
          <a:ln xmlns:a="http://schemas.openxmlformats.org/drawingml/2006/main" w="15240">
            <a:solidFill>
              <a:srgbClr val="305B8E"/>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4" name="high-neuron-4">
            <a:extLst xmlns:a="http://schemas.openxmlformats.org/drawingml/2006/main">
              <a:ext uri="{FF2B5EF4-FFF2-40B4-BE49-F238E27FC236}">
                <a16:creationId xmlns:a16="http://schemas.microsoft.com/office/drawing/2014/main" id="{1E0A84DC-B844-480F-ABF6-2D4DD51A0FB4}"/>
              </a:ext>
            </a:extLst>
          </p:cNvPr>
          <p:cNvSpPr>
            <a:spLocks xmlns:a="http://schemas.openxmlformats.org/drawingml/2006/main" noGrp="1"/>
          </p:cNvSpPr>
          <p:nvPr/>
        </p:nvSpPr>
        <p:spPr>
          <a:xfrm xmlns:a="http://schemas.openxmlformats.org/drawingml/2006/main" rot="0">
            <a:off x="1776413" y="4595813"/>
            <a:ext cx="123825" cy="123825"/>
          </a:xfrm>
          <a:prstGeom xmlns:a="http://schemas.openxmlformats.org/drawingml/2006/main" prst="ellipse">
            <a:avLst/>
          </a:prstGeom>
          <a:solidFill xmlns:a="http://schemas.openxmlformats.org/drawingml/2006/main">
            <a:srgbClr val="5B84BE"/>
          </a:solidFill>
          <a:ln xmlns:a="http://schemas.openxmlformats.org/drawingml/2006/main" w="15240">
            <a:solidFill>
              <a:srgbClr val="305B8E"/>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Tree>
    <p:extLst>
      <p:ext uri="{BB962C8B-B14F-4D97-AF65-F5344CB8AC3E}">
        <p14:creationId xmlns:p14="http://schemas.microsoft.com/office/powerpoint/2010/main" val="1162743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2026-10-09T20:47:16.5970000Z</dcterms:created>
  <dcterms:modified xsi:type="dcterms:W3CDTF">2026-10-09T20:47:16.5970000Z</dcterms:modified>
</coreProperties>
</file>