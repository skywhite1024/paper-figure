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4a62f7f12d4d30" /><Relationship Type="http://schemas.openxmlformats.org/officeDocument/2006/relationships/extended-properties" Target="/docProps/app.xml" Id="R61834358edea408a" /><Relationship Type="http://schemas.openxmlformats.org/officeDocument/2006/relationships/officeDocument" Target="/ppt/presentation.xml" Id="R2fcf836eb4bf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382d0e3be411c"/>
  </p:sldMasterIdLst>
  <p:notesMasterIdLst>
    <p:notesMasterId xmlns:r="http://schemas.openxmlformats.org/officeDocument/2006/relationships" r:id="R16938eae3f0a4f84"/>
  </p:notesMasterIdLst>
  <p:sldIdLst>
    <p:sldId xmlns:r="http://schemas.openxmlformats.org/officeDocument/2006/relationships" id="256" r:id="Rbe94d1ae435144cf"/>
  </p:sldIdLst>
  <p:sldSz cx="11029950" cy="6172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68b182c83d4908" /><Relationship Type="http://schemas.openxmlformats.org/officeDocument/2006/relationships/slideMaster" Target="/ppt/slideMasters/slideMaster1.xml" Id="Rd3b382d0e3be411c" /><Relationship Type="http://schemas.openxmlformats.org/officeDocument/2006/relationships/notesMaster" Target="/ppt/notesMasters/notesMaster1.xml" Id="R16938eae3f0a4f84" /><Relationship Type="http://schemas.openxmlformats.org/officeDocument/2006/relationships/presProps" Target="/ppt/presProps.xml" Id="R1d195b4dca064cd0" /><Relationship Type="http://schemas.openxmlformats.org/officeDocument/2006/relationships/tableStyles" Target="/ppt/tableStyles.xml" Id="R1b8dc38fcf6b47aa" /><Relationship Type="http://schemas.openxmlformats.org/officeDocument/2006/relationships/slide" Target="/ppt/slides/slide1.xml" Id="Rbe94d1ae435144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47fe73754c4a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45cd8312545d0" /><Relationship Type="http://schemas.openxmlformats.org/officeDocument/2006/relationships/notesMaster" Target="/ppt/notesMasters/notesMaster1.xml" Id="Rdb2e6e7531484f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"RoboCerebra: A Large-Scale Benchmark for Long-Horizon Robotic Manipulation Evaluation",</a:t>
            </a:r>
          </a:p>
          <a:p xmlns:a="http://schemas.openxmlformats.org/drawingml/2006/main">
            <a:r>
              <a:t>  "paper_url": "https://arxiv.org/abs/2506.06677v2",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"unverified; private user-requested adaptation only.",</a:t>
            </a:r>
          </a:p>
          <a:p xmlns:a="http://schemas.openxmlformats.org/drawingml/2006/main">
            <a:r>
              <a:t>  "notes": "Faithful native extraction from independently inspected original source figure. Ordinary labels remain live editable text; source photo details are separate raster assets. All ordinary vertical/outlined labels and the source code screenshot were replaced with live native text; tiny code font colors approximated. Original raster assets isolated with their exact original alpha, clipping and affine transforms; no full-figure raster backdrop.",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"cca6d9a78c2a4768497fba712c96a1434f91e4beb6891fb02c12eed5b53ef90d",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112,</a:t>
            </a:r>
          </a:p>
          <a:p xmlns:a="http://schemas.openxmlformats.org/drawingml/2006/main">
            <a:r>
              <a:t>    73,</a:t>
            </a:r>
          </a:p>
          <a:p xmlns:a="http://schemas.openxmlformats.org/drawingml/2006/main">
            <a:r>
              <a:t>    498,</a:t>
            </a:r>
          </a:p>
          <a:p xmlns:a="http://schemas.openxmlformats.org/drawingml/2006/main">
            <a:r>
              <a:t>    289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"183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"183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k",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f",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d",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G",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"unhandled image/shading at seq 8: [279.01202392578125, 110.46772003173828, 290.7012939453125, 120.0048828125]; requires reviewed raster region",</a:t>
            </a:r>
          </a:p>
          <a:p xmlns:a="http://schemas.openxmlformats.org/drawingml/2006/main">
            <a:r>
              <a:t>    "unhandled image/shading at seq 10: [294.1446228027344, 110.46772003173828, 305.8338928222656, 120.0048828125]; requires reviewed raster region",</a:t>
            </a:r>
          </a:p>
          <a:p xmlns:a="http://schemas.openxmlformats.org/drawingml/2006/main">
            <a:r>
              <a:t>    "unhandled image/shading at seq 16: [278.6722106933594, 137.13099670410156, 290.3614807128906, 146.6681671142578]; requires reviewed raster region",</a:t>
            </a:r>
          </a:p>
          <a:p xmlns:a="http://schemas.openxmlformats.org/drawingml/2006/main">
            <a:r>
              <a:t>    "unhandled image/shading at seq 18: [293.8048095703125, 137.13099670410156, 305.49407958984375, 146.6681671142578]; requires reviewed raster region",</a:t>
            </a:r>
          </a:p>
          <a:p xmlns:a="http://schemas.openxmlformats.org/drawingml/2006/main">
            <a:r>
              <a:t>    "unhandled image/shading at seq 25: [278.1058654785156, 169.6615753173828, 289.7951354980469, 179.19874572753906]; requires reviewed raster region",</a:t>
            </a:r>
          </a:p>
          <a:p xmlns:a="http://schemas.openxmlformats.org/drawingml/2006/main">
            <a:r>
              <a:t>    "unhandled image/shading at seq 27: [311.5499572753906, 171.63966369628906, 316.9415283203125, 177.3936767578125]; requires reviewed raster region",</a:t>
            </a:r>
          </a:p>
          <a:p xmlns:a="http://schemas.openxmlformats.org/drawingml/2006/main">
            <a:r>
              <a:t>    "unhandled image/shading at seq 42: [350.34820556640625, 104.23798370361328, 362.0374755859375, 113.775146484375]; requires reviewed raster region",</a:t>
            </a:r>
          </a:p>
          <a:p xmlns:a="http://schemas.openxmlformats.org/drawingml/2006/main">
            <a:r>
              <a:t>    "unhandled image/shading at seq 49: [350.39349365234375, 123.35762786865234, 362.082763671875, 132.89479064941406]; requires reviewed raster region",</a:t>
            </a:r>
          </a:p>
          <a:p xmlns:a="http://schemas.openxmlformats.org/drawingml/2006/main">
            <a:r>
              <a:t>    "unhandled image/shading at seq 51: [365.5260925292969, 123.35762786865234, 377.2153625488281, 132.89479064941406]; requires reviewed raster region",</a:t>
            </a:r>
          </a:p>
          <a:p xmlns:a="http://schemas.openxmlformats.org/drawingml/2006/main">
            <a:r>
              <a:t>    "unhandled image/shading at seq 57: [350.0537109375, 143.54196166992188, 361.74298095703125, 153.07913208007812]; requires reviewed raster region",</a:t>
            </a:r>
          </a:p>
          <a:p xmlns:a="http://schemas.openxmlformats.org/drawingml/2006/main">
            <a:r>
              <a:t>    "unhandled image/shading at seq 59: [365.1863098144531, 143.54196166992188, 376.8755798339844, 153.07913208007812]; requires reviewed raster region",</a:t>
            </a:r>
          </a:p>
          <a:p xmlns:a="http://schemas.openxmlformats.org/drawingml/2006/main">
            <a:r>
              <a:t>    "unhandled image/shading at seq 69: [353.340576171875, 171.192626953125, 358.8000793457031, 176.47091674804688]; requires reviewed raster region",</a:t>
            </a:r>
          </a:p>
          <a:p xmlns:a="http://schemas.openxmlformats.org/drawingml/2006/main">
            <a:r>
              <a:t>    "unhandled image/shading at seq 77: [422.70379638671875, 102.90142059326172, 434.39306640625, 112.43858337402344]; requires reviewed raster region",</a:t>
            </a:r>
          </a:p>
          <a:p xmlns:a="http://schemas.openxmlformats.org/drawingml/2006/main">
            <a:r>
              <a:t>    "unhandled image/shading at seq 86: [422.70379638671875, 128.40936279296875, 434.39306640625, 137.946533203125]; requires reviewed raster region",</a:t>
            </a:r>
          </a:p>
          <a:p xmlns:a="http://schemas.openxmlformats.org/drawingml/2006/main">
            <a:r>
              <a:t>    "unhandled image/shading at seq 88: [437.8363952636719, 128.40936279296875, 449.5256652832031, 137.946533203125]; requires reviewed raster region",</a:t>
            </a:r>
          </a:p>
          <a:p xmlns:a="http://schemas.openxmlformats.org/drawingml/2006/main">
            <a:r>
              <a:t>    "unhandled image/shading at seq 94: [422.2960510253906, 150.51927185058594, 433.9853210449219, 160.0564422607422]; requires reviewed raster region",</a:t>
            </a:r>
          </a:p>
          <a:p xmlns:a="http://schemas.openxmlformats.org/drawingml/2006/main">
            <a:r>
              <a:t>    "unhandled image/shading at seq 96: [437.4286193847656, 150.51927185058594, 449.1178894042969, 160.0564422607422]; requires reviewed raster region",</a:t>
            </a:r>
          </a:p>
          <a:p xmlns:a="http://schemas.openxmlformats.org/drawingml/2006/main">
            <a:r>
              <a:t>    "unhandled image/shading at seq 108: [448.02191162109375, 172.8870391845703, 453.23223876953125, 178.43716430664062]; requires reviewed raster region",</a:t>
            </a:r>
          </a:p>
          <a:p xmlns:a="http://schemas.openxmlformats.org/drawingml/2006/main">
            <a:r>
              <a:t>    "unhandled image/shading at seq 113: [147.03140258789062, 94.54369354248047, 164.594970703125, 112.02079772949219]; requires reviewed raster region",</a:t>
            </a:r>
          </a:p>
          <a:p xmlns:a="http://schemas.openxmlformats.org/drawingml/2006/main">
            <a:r>
              <a:t>    "unhandled image/shading at seq 114: [115.61492156982422, 97.76950073242188, 130.06787109375, 111.16105651855469]; requires reviewed raster region",</a:t>
            </a:r>
          </a:p>
          <a:p xmlns:a="http://schemas.openxmlformats.org/drawingml/2006/main">
            <a:r>
              <a:t>    "unhandled image/shading at seq 115: [137.64552307128906, 97.11341857910156, 153.0264892578125, 111.75196838378906]; requires reviewed raster region",</a:t>
            </a:r>
          </a:p>
          <a:p xmlns:a="http://schemas.openxmlformats.org/drawingml/2006/main">
            <a:r>
              <a:t>    "unhandled image/shading at seq 116: [129.0527801513672, 99.1087646484375, 142.51295471191406, 111.12773132324219]; requires reviewed raster region",</a:t>
            </a:r>
          </a:p>
          <a:p xmlns:a="http://schemas.openxmlformats.org/drawingml/2006/main">
            <a:r>
              <a:t>    "unhandled image/shading at seq 117: [118.79376983642578, 112.63226318359375, 131.36105346679688, 121.55012512207031]; requires reviewed raster region",</a:t>
            </a:r>
          </a:p>
          <a:p xmlns:a="http://schemas.openxmlformats.org/drawingml/2006/main">
            <a:r>
              <a:t>    "unhandled image/shading at seq 118: [117.8733901977539, 125.43257141113281, 132.96456909179688, 133.9642333984375]; requires reviewed raster region",</a:t>
            </a:r>
          </a:p>
          <a:p xmlns:a="http://schemas.openxmlformats.org/drawingml/2006/main">
            <a:r>
              <a:t>    "unhandled image/shading at seq 119: [118.81988525390625, 135.98321533203125, 131.39808654785156, 145.53646850585938]; requires reviewed raster region",</a:t>
            </a:r>
          </a:p>
          <a:p xmlns:a="http://schemas.openxmlformats.org/drawingml/2006/main">
            <a:r>
              <a:t>    "unhandled image/shading at seq 122: [133.7818145751953, 115.09270477294922, 145.97433471679688, 124.7955322265625]; requires reviewed raster region",</a:t>
            </a:r>
          </a:p>
          <a:p xmlns:a="http://schemas.openxmlformats.org/drawingml/2006/main">
            <a:r>
              <a:t>    "unhandled image/shading at seq 124: [135.6612091064453, 143.01043701171875, 149.18405151367188, 155.32717895507812]; requires reviewed raster region",</a:t>
            </a:r>
          </a:p>
          <a:p xmlns:a="http://schemas.openxmlformats.org/drawingml/2006/main">
            <a:r>
              <a:t>    "unhandled image/shading at seq 126: [148.80311584472656, 124.63365173339844, 163.0170440673828, 134.7200164794922]; requires reviewed raster region",</a:t>
            </a:r>
          </a:p>
          <a:p xmlns:a="http://schemas.openxmlformats.org/drawingml/2006/main">
            <a:r>
              <a:t>    "unhandled image/shading at seq 128: [147.4727020263672, 134.42282104492188, 162.8149871826172, 144.50917053222656]; requires reviewed raster region",</a:t>
            </a:r>
          </a:p>
          <a:p xmlns:a="http://schemas.openxmlformats.org/drawingml/2006/main">
            <a:r>
              <a:t>    "unhandled image/shading at seq 135: [134.05267333984375, 127.22332763671875, 146.73269653320312, 139.34530639648438]; requires reviewed raster region",</a:t>
            </a:r>
          </a:p>
          <a:p xmlns:a="http://schemas.openxmlformats.org/drawingml/2006/main">
            <a:r>
              <a:t>    "unhandled image/shading at seq 136: [119.9903793334961, 148.9752197265625, 133.24024963378906, 161.6419677734375]; requires reviewed raster region",</a:t>
            </a:r>
          </a:p>
          <a:p xmlns:a="http://schemas.openxmlformats.org/drawingml/2006/main">
            <a:r>
              <a:t>    "unhandled image/shading at seq 137: [149.71768188476562, 149.7557830810547, 163.15597534179688, 161.7351531982422]; requires reviewed raster region",</a:t>
            </a:r>
          </a:p>
          <a:p xmlns:a="http://schemas.openxmlformats.org/drawingml/2006/main">
            <a:r>
              <a:t>    "unhandled image/shading at seq 138: [150.95272827148438, 111.11418914794922, 162.2908935546875, 121.23832702636719]; requires reviewed raster region",</a:t>
            </a:r>
          </a:p>
          <a:p xmlns:a="http://schemas.openxmlformats.org/drawingml/2006/main">
            <a:r>
              <a:t>    "unhandled image/shading at seq 234: [385.8409729003906, 184.90667724609375, 400.43695068359375, 189.46060180664062]; requires reviewed raster region",</a:t>
            </a:r>
          </a:p>
          <a:p xmlns:a="http://schemas.openxmlformats.org/drawingml/2006/main">
            <a:r>
              <a:t>    "unhandled image/shading at seq 252: [155.4366455078125, 214.26651000976562, 165.10972595214844, 222.21792602539062]; requires reviewed raster region",</a:t>
            </a:r>
          </a:p>
          <a:p xmlns:a="http://schemas.openxmlformats.org/drawingml/2006/main">
            <a:r>
              <a:t>    "unhandled image/shading at seq 259: [139.98687744140625, 233.4767608642578, 149.6599578857422, 241.4281768798828]; requires reviewed raster region",</a:t>
            </a:r>
          </a:p>
          <a:p xmlns:a="http://schemas.openxmlformats.org/drawingml/2006/main">
            <a:r>
              <a:t>    "unhandled image/shading at seq 261: [152.78616333007812, 233.4767608642578, 162.4365997314453, 241.4281768798828]; requires reviewed raster region",</a:t>
            </a:r>
          </a:p>
          <a:p xmlns:a="http://schemas.openxmlformats.org/drawingml/2006/main">
            <a:r>
              <a:t>    "unhandled image/shading at seq 267: [119.39476013183594, 252.23394775390625, 129.06784057617188, 260.18536376953125]; requires reviewed raster region",</a:t>
            </a:r>
          </a:p>
          <a:p xmlns:a="http://schemas.openxmlformats.org/drawingml/2006/main">
            <a:r>
              <a:t>    "unhandled image/shading at seq 269: [132.21670532226562, 252.23394775390625, 141.844482421875, 260.18536376953125]; requires reviewed raster region",</a:t>
            </a:r>
          </a:p>
          <a:p xmlns:a="http://schemas.openxmlformats.org/drawingml/2006/main">
            <a:r>
              <a:t>    "unhandled image/shading at seq 277: [122.35502624511719, 276.8795471191406, 126.86309051513672, 280.6400451660156]; requires reviewed raster region",</a:t>
            </a:r>
          </a:p>
          <a:p xmlns:a="http://schemas.openxmlformats.org/drawingml/2006/main">
            <a:r>
              <a:t>    "unhandled image/shading at seq 288: [311.3160400390625, 205.0010986328125, 384.08270263671875, 285.27410888671875]; requires reviewed raster region",</a:t>
            </a:r>
          </a:p>
          <a:p xmlns:a="http://schemas.openxmlformats.org/drawingml/2006/main">
            <a:r>
              <a:t>    "unhandled image/shading at seq 293: [433.81402587890625, 229.0850830078125, 466.61370849609375, 255.5408935546875]; requires reviewed raster region",</a:t>
            </a:r>
          </a:p>
          <a:p xmlns:a="http://schemas.openxmlformats.org/drawingml/2006/main">
            <a:r>
              <a:t>    "unhandled image/shading at seq 294: [433.81402587890625, 256.93011474609375, 466.4649963378906, 283.2659912109375]; requires reviewed raster region",</a:t>
            </a:r>
          </a:p>
          <a:p xmlns:a="http://schemas.openxmlformats.org/drawingml/2006/main">
            <a:r>
              <a:t>    "unhandled image/shading at seq 307: [216.7825927734375, 212.29563903808594, 226.45567321777344, 220.24705505371094]; requires reviewed raster region",</a:t>
            </a:r>
          </a:p>
          <a:p xmlns:a="http://schemas.openxmlformats.org/drawingml/2006/main">
            <a:r>
              <a:t>    "unhandled image/shading at seq 309: [216.7825927734375, 216.82635498046875, 226.45567321777344, 224.77777099609375]; requires reviewed raster region",</a:t>
            </a:r>
          </a:p>
          <a:p xmlns:a="http://schemas.openxmlformats.org/drawingml/2006/main">
            <a:r>
              <a:t>    "unhandled image/shading at seq 315: [253.02833557128906, 212.74871826171875, 262.701416015625, 220.70013427734375]; requires reviewed raster region",</a:t>
            </a:r>
          </a:p>
          <a:p xmlns:a="http://schemas.openxmlformats.org/drawingml/2006/main">
            <a:r>
              <a:t>    "unhandled image/shading at seq 317: [253.02833557128906, 217.27943420410156, 262.701416015625, 225.23085021972656]; requires reviewed raster region",</a:t>
            </a:r>
          </a:p>
          <a:p xmlns:a="http://schemas.openxmlformats.org/drawingml/2006/main">
            <a:r>
              <a:t>    "unhandled image/shading at seq 319: [219.35870361328125, 223.3461456298828, 223.02857971191406, 227.01602172851562]; requires reviewed raster region",</a:t>
            </a:r>
          </a:p>
          <a:p xmlns:a="http://schemas.openxmlformats.org/drawingml/2006/main">
            <a:r>
              <a:t>    "unhandled image/shading at seq 329: [216.2388916015625, 245.166015625, 224.9605255126953, 252.32455444335938]; requires reviewed raster region",</a:t>
            </a:r>
          </a:p>
          <a:p xmlns:a="http://schemas.openxmlformats.org/drawingml/2006/main">
            <a:r>
              <a:t>    "unhandled image/shading at seq 332: [216.2388916015625, 252.4151611328125, 224.9605255126953, 259.5736999511719]; requires reviewed raster region",</a:t>
            </a:r>
          </a:p>
          <a:p xmlns:a="http://schemas.openxmlformats.org/drawingml/2006/main">
            <a:r>
              <a:t>    "unhandled image/shading at seq 337: [216.2388916015625, 266.9134826660156, 224.9605255126953, 274.072021484375]; requires reviewed raster region",</a:t>
            </a:r>
          </a:p>
          <a:p xmlns:a="http://schemas.openxmlformats.org/drawingml/2006/main">
            <a:r>
              <a:t>    "unhandled image/shading at seq 340: [216.2388916015625, 274.1626281738281, 224.9605255126953, 281.3211669921875]; requires reviewed raster region",</a:t>
            </a:r>
          </a:p>
          <a:p xmlns:a="http://schemas.openxmlformats.org/drawingml/2006/main">
            <a:r>
              <a:t>    "unhandled image/shading at seq 346: [253.05099487304688, 245.18865966796875, 261.77264404296875, 252.34719848632812]; requires reviewed raster region",</a:t>
            </a:r>
          </a:p>
          <a:p xmlns:a="http://schemas.openxmlformats.org/drawingml/2006/main">
            <a:r>
              <a:t>    "unhandled image/shading at seq 349: [253.05099487304688, 252.43783569335938, 261.77264404296875, 259.59637451171875]; requires reviewed raster region",</a:t>
            </a:r>
          </a:p>
          <a:p xmlns:a="http://schemas.openxmlformats.org/drawingml/2006/main">
            <a:r>
              <a:t>    "unhandled image/shading at seq 354: [253.05099487304688, 266.9361267089844, 261.77264404296875, 274.09466552734375]; requires reviewed raster region",</a:t>
            </a:r>
          </a:p>
          <a:p xmlns:a="http://schemas.openxmlformats.org/drawingml/2006/main">
            <a:r>
              <a:t>    "unhandled image/shading at seq 357: [253.05099487304688, 274.1852722167969, 261.77264404296875, 281.34381103515625]; requires reviewed raster region",</a:t>
            </a:r>
          </a:p>
          <a:p xmlns:a="http://schemas.openxmlformats.org/drawingml/2006/main">
            <a:r>
              <a:t>    "unhandled image/shading at seq 360: [218.6778564453125, 260.92266845703125, 222.3477325439453, 264.5925598144531]; requires reviewed raster region",</a:t>
            </a:r>
          </a:p>
          <a:p xmlns:a="http://schemas.openxmlformats.org/drawingml/2006/main">
            <a:r>
              <a:t>    "unhandled image/shading at seq 361: [255.513671875, 261.0170593261719, 259.1835632324219, 264.68695068359375]; requires reviewed raster region",</a:t>
            </a:r>
          </a:p>
          <a:p xmlns:a="http://schemas.openxmlformats.org/drawingml/2006/main">
            <a:r>
              <a:t>    "unhandled image/shading at seq 378: [384.1060485839844, 197.05279541015625, 406.0535888671875, 200.70738220214844]; requires reviewed raster region",</a:t>
            </a:r>
          </a:p>
          <a:p xmlns:a="http://schemas.openxmlformats.org/drawingml/2006/main">
            <a:r>
              <a:t>    "unhandled image/shading at seq 379: [382.9809265136719, 203.3957977294922, 394.6550598144531, 207.05038452148438]; requires reviewed raster region",</a:t>
            </a:r>
          </a:p>
          <a:p xmlns:a="http://schemas.openxmlformats.org/drawingml/2006/main">
            <a:r>
              <a:t>    "unhandled image/shading at seq 380: [394.698486328125, 205.5452423095703, 396.3673095703125, 206.0813751220703]; requires reviewed raster region",</a:t>
            </a:r>
          </a:p>
          <a:p xmlns:a="http://schemas.openxmlformats.org/drawingml/2006/main">
            <a:r>
              <a:t>    "unhandled image/shading at seq 381: [396.2615966796875, 203.47564697265625, 407.45245361328125, 208.09942626953125]; requires reviewed raster region",</a:t>
            </a:r>
          </a:p>
          <a:p xmlns:a="http://schemas.openxmlformats.org/drawingml/2006/main">
            <a:r>
              <a:t>    "unhandled image/shading at seq 382: [470.9725341796875, 197.197021484375, 495.6120910644531, 201.91104125976562]; requires reviewed raster region",</a:t>
            </a:r>
          </a:p>
          <a:p xmlns:a="http://schemas.openxmlformats.org/drawingml/2006/main">
            <a:r>
              <a:t>    "unhandled image/shading at seq 383: [470.9857482910156, 203.54002380371094, 482.6579895019531, 207.19461059570312]; requires reviewed raster region",</a:t>
            </a:r>
          </a:p>
          <a:p xmlns:a="http://schemas.openxmlformats.org/drawingml/2006/main">
            <a:r>
              <a:t>    "unhandled image/shading at seq 384: [482.7033386230469, 205.68948364257812, 484.3702392578125, 206.22561645507812]; requires reviewed raster region",</a:t>
            </a:r>
          </a:p>
          <a:p xmlns:a="http://schemas.openxmlformats.org/drawingml/2006/main">
            <a:r>
              <a:t>    "unhandled image/shading at seq 385: [484.26641845703125, 203.62005615234375, 495.4573059082031, 208.24366760253906];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"raster_boundaries":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512,</a:t>
            </a:r>
          </a:p>
          <a:p xmlns:a="http://schemas.openxmlformats.org/drawingml/2006/main">
            <a:r>
              <a:t>        118,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557,</a:t>
            </a:r>
          </a:p>
          <a:p xmlns:a="http://schemas.openxmlformats.org/drawingml/2006/main">
            <a:r>
              <a:t>        118,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511,</a:t>
            </a:r>
          </a:p>
          <a:p xmlns:a="http://schemas.openxmlformats.org/drawingml/2006/main">
            <a:r>
              <a:t>        198,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558,</a:t>
            </a:r>
          </a:p>
          <a:p xmlns:a="http://schemas.openxmlformats.org/drawingml/2006/main">
            <a:r>
              <a:t>        198,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509,</a:t>
            </a:r>
          </a:p>
          <a:p xmlns:a="http://schemas.openxmlformats.org/drawingml/2006/main">
            <a:r>
              <a:t>        296,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599,</a:t>
            </a:r>
          </a:p>
          <a:p xmlns:a="http://schemas.openxmlformats.org/drawingml/2006/main">
            <a:r>
              <a:t>        299,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725,</a:t>
            </a:r>
          </a:p>
          <a:p xmlns:a="http://schemas.openxmlformats.org/drawingml/2006/main">
            <a:r>
              <a:t>        99,</a:t>
            </a:r>
          </a:p>
          <a:p xmlns:a="http://schemas.openxmlformats.org/drawingml/2006/main">
            <a:r>
              <a:t>        15,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726,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771,</a:t>
            </a:r>
          </a:p>
          <a:p xmlns:a="http://schemas.openxmlformats.org/drawingml/2006/main">
            <a:r>
              <a:t>        156,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725,</a:t>
            </a:r>
          </a:p>
          <a:p xmlns:a="http://schemas.openxmlformats.org/drawingml/2006/main">
            <a:r>
              <a:t>        217,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772,</a:t>
            </a:r>
          </a:p>
          <a:p xmlns:a="http://schemas.openxmlformats.org/drawingml/2006/main">
            <a:r>
              <a:t>        217,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724,</a:t>
            </a:r>
          </a:p>
          <a:p xmlns:a="http://schemas.openxmlformats.org/drawingml/2006/main">
            <a:r>
              <a:t>        297,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942,</a:t>
            </a:r>
          </a:p>
          <a:p xmlns:a="http://schemas.openxmlformats.org/drawingml/2006/main">
            <a:r>
              <a:t>        95,</a:t>
            </a:r>
          </a:p>
          <a:p xmlns:a="http://schemas.openxmlformats.org/drawingml/2006/main">
            <a:r>
              <a:t>        15,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943,</a:t>
            </a:r>
          </a:p>
          <a:p xmlns:a="http://schemas.openxmlformats.org/drawingml/2006/main">
            <a:r>
              <a:t>        172,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988,</a:t>
            </a:r>
          </a:p>
          <a:p xmlns:a="http://schemas.openxmlformats.org/drawingml/2006/main">
            <a:r>
              <a:t>        172,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942,</a:t>
            </a:r>
          </a:p>
          <a:p xmlns:a="http://schemas.openxmlformats.org/drawingml/2006/main">
            <a:r>
              <a:t>        238,</a:t>
            </a:r>
          </a:p>
          <a:p xmlns:a="http://schemas.openxmlformats.org/drawingml/2006/main">
            <a:r>
              <a:t>        13,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989,</a:t>
            </a:r>
          </a:p>
          <a:p xmlns:a="http://schemas.openxmlformats.org/drawingml/2006/main">
            <a:r>
              <a:t>        238,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14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1008,</a:t>
            </a:r>
          </a:p>
          <a:p xmlns:a="http://schemas.openxmlformats.org/drawingml/2006/main">
            <a:r>
              <a:t>        302,</a:t>
            </a:r>
          </a:p>
          <a:p xmlns:a="http://schemas.openxmlformats.org/drawingml/2006/main">
            <a:r>
              <a:t>        16,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105,</a:t>
            </a:r>
          </a:p>
          <a:p xmlns:a="http://schemas.openxmlformats.org/drawingml/2006/main">
            <a:r>
              <a:t>        65,</a:t>
            </a:r>
          </a:p>
          <a:p xmlns:a="http://schemas.openxmlformats.org/drawingml/2006/main">
            <a:r>
              <a:t>        53,</a:t>
            </a:r>
          </a:p>
          <a:p xmlns:a="http://schemas.openxmlformats.org/drawingml/2006/main">
            <a:r>
              <a:t>        52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"source-raster-19",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74,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41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77,</a:t>
            </a:r>
          </a:p>
          <a:p xmlns:a="http://schemas.openxmlformats.org/drawingml/2006/main">
            <a:r>
              <a:t>        72,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45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51,</a:t>
            </a:r>
          </a:p>
          <a:p xmlns:a="http://schemas.openxmlformats.org/drawingml/2006/main">
            <a:r>
              <a:t>        78,</a:t>
            </a:r>
          </a:p>
          <a:p xmlns:a="http://schemas.openxmlformats.org/drawingml/2006/main">
            <a:r>
              <a:t>        41,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119,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27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17,</a:t>
            </a:r>
          </a:p>
          <a:p xmlns:a="http://schemas.openxmlformats.org/drawingml/2006/main">
            <a:r>
              <a:t>        157,</a:t>
            </a:r>
          </a:p>
          <a:p xmlns:a="http://schemas.openxmlformats.org/drawingml/2006/main">
            <a:r>
              <a:t>        46,</a:t>
            </a:r>
          </a:p>
          <a:p xmlns:a="http://schemas.openxmlformats.org/drawingml/2006/main">
            <a:r>
              <a:t>        26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20,</a:t>
            </a:r>
          </a:p>
          <a:p xmlns:a="http://schemas.openxmlformats.org/drawingml/2006/main">
            <a:r>
              <a:t>        189,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29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65,</a:t>
            </a:r>
          </a:p>
          <a:p xmlns:a="http://schemas.openxmlformats.org/drawingml/2006/main">
            <a:r>
              <a:t>        126,</a:t>
            </a:r>
          </a:p>
          <a:p xmlns:a="http://schemas.openxmlformats.org/drawingml/2006/main">
            <a:r>
              <a:t>        37,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71,</a:t>
            </a:r>
          </a:p>
          <a:p xmlns:a="http://schemas.openxmlformats.org/drawingml/2006/main">
            <a:r>
              <a:t>        210,</a:t>
            </a:r>
          </a:p>
          <a:p xmlns:a="http://schemas.openxmlformats.org/drawingml/2006/main">
            <a:r>
              <a:t>        41,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110,</a:t>
            </a:r>
          </a:p>
          <a:p xmlns:a="http://schemas.openxmlformats.org/drawingml/2006/main">
            <a:r>
              <a:t>        155,</a:t>
            </a:r>
          </a:p>
          <a:p xmlns:a="http://schemas.openxmlformats.org/drawingml/2006/main">
            <a:r>
              <a:t>        43,</a:t>
            </a:r>
          </a:p>
          <a:p xmlns:a="http://schemas.openxmlformats.org/drawingml/2006/main">
            <a:r>
              <a:t>        30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106,</a:t>
            </a:r>
          </a:p>
          <a:p xmlns:a="http://schemas.openxmlformats.org/drawingml/2006/main">
            <a:r>
              <a:t>        184,</a:t>
            </a:r>
          </a:p>
          <a:p xmlns:a="http://schemas.openxmlformats.org/drawingml/2006/main">
            <a:r>
              <a:t>        47,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"source-raster-29",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66,</a:t>
            </a:r>
          </a:p>
          <a:p xmlns:a="http://schemas.openxmlformats.org/drawingml/2006/main">
            <a:r>
              <a:t>        162,</a:t>
            </a:r>
          </a:p>
          <a:p xmlns:a="http://schemas.openxmlformats.org/drawingml/2006/main">
            <a:r>
              <a:t>        38,</a:t>
            </a:r>
          </a:p>
          <a:p xmlns:a="http://schemas.openxmlformats.org/drawingml/2006/main">
            <a:r>
              <a:t>        37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24,</a:t>
            </a:r>
          </a:p>
          <a:p xmlns:a="http://schemas.openxmlformats.org/drawingml/2006/main">
            <a:r>
              <a:t>        228,</a:t>
            </a:r>
          </a:p>
          <a:p xmlns:a="http://schemas.openxmlformats.org/drawingml/2006/main">
            <a:r>
              <a:t>        40,</a:t>
            </a:r>
          </a:p>
          <a:p xmlns:a="http://schemas.openxmlformats.org/drawingml/2006/main">
            <a:r>
              <a:t>        38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113,</a:t>
            </a:r>
          </a:p>
          <a:p xmlns:a="http://schemas.openxmlformats.org/drawingml/2006/main">
            <a:r>
              <a:t>        230,</a:t>
            </a:r>
          </a:p>
          <a:p xmlns:a="http://schemas.openxmlformats.org/drawingml/2006/main">
            <a:r>
              <a:t>        41,</a:t>
            </a:r>
          </a:p>
          <a:p xmlns:a="http://schemas.openxmlformats.org/drawingml/2006/main">
            <a:r>
              <a:t>        36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117,</a:t>
            </a:r>
          </a:p>
          <a:p xmlns:a="http://schemas.openxmlformats.org/drawingml/2006/main">
            <a:r>
              <a:t>        114,</a:t>
            </a:r>
          </a:p>
          <a:p xmlns:a="http://schemas.openxmlformats.org/drawingml/2006/main">
            <a:r>
              <a:t>        34,</a:t>
            </a:r>
          </a:p>
          <a:p xmlns:a="http://schemas.openxmlformats.org/drawingml/2006/main">
            <a:r>
              <a:t>        31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821,</a:t>
            </a:r>
          </a:p>
          <a:p xmlns:a="http://schemas.openxmlformats.org/drawingml/2006/main">
            <a:r>
              <a:t>        335,</a:t>
            </a:r>
          </a:p>
          <a:p xmlns:a="http://schemas.openxmlformats.org/drawingml/2006/main">
            <a:r>
              <a:t>        45,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139,</a:t>
            </a:r>
          </a:p>
          <a:p xmlns:a="http://schemas.openxmlformats.org/drawingml/2006/main">
            <a:r>
              <a:t>        428,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93,</a:t>
            </a:r>
          </a:p>
          <a:p xmlns:a="http://schemas.openxmlformats.org/drawingml/2006/main">
            <a:r>
              <a:t>        486,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131,</a:t>
            </a:r>
          </a:p>
          <a:p xmlns:a="http://schemas.openxmlformats.org/drawingml/2006/main">
            <a:r>
              <a:t>        486,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31,</a:t>
            </a:r>
          </a:p>
          <a:p xmlns:a="http://schemas.openxmlformats.org/drawingml/2006/main">
            <a:r>
              <a:t>        542,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71,</a:t>
            </a:r>
          </a:p>
          <a:p xmlns:a="http://schemas.openxmlformats.org/drawingml/2006/main">
            <a:r>
              <a:t>        542,</a:t>
            </a:r>
          </a:p>
          <a:p xmlns:a="http://schemas.openxmlformats.org/drawingml/2006/main">
            <a:r>
              <a:t>        9,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"source-raster-39",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31,</a:t>
            </a:r>
          </a:p>
          <a:p xmlns:a="http://schemas.openxmlformats.org/drawingml/2006/main">
            <a:r>
              <a:t>        613,</a:t>
            </a:r>
          </a:p>
          <a:p xmlns:a="http://schemas.openxmlformats.org/drawingml/2006/main">
            <a:r>
              <a:t>        14,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965,</a:t>
            </a:r>
          </a:p>
          <a:p xmlns:a="http://schemas.openxmlformats.org/drawingml/2006/main">
            <a:r>
              <a:t>        468,</a:t>
            </a:r>
          </a:p>
          <a:p xmlns:a="http://schemas.openxmlformats.org/drawingml/2006/main">
            <a:r>
              <a:t>        99,</a:t>
            </a:r>
          </a:p>
          <a:p xmlns:a="http://schemas.openxmlformats.org/drawingml/2006/main">
            <a:r>
              <a:t>        80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965,</a:t>
            </a:r>
          </a:p>
          <a:p xmlns:a="http://schemas.openxmlformats.org/drawingml/2006/main">
            <a:r>
              <a:t>        551,</a:t>
            </a:r>
          </a:p>
          <a:p xmlns:a="http://schemas.openxmlformats.org/drawingml/2006/main">
            <a:r>
              <a:t>        99,</a:t>
            </a:r>
          </a:p>
          <a:p xmlns:a="http://schemas.openxmlformats.org/drawingml/2006/main">
            <a:r>
              <a:t>        80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325,</a:t>
            </a:r>
          </a:p>
          <a:p xmlns:a="http://schemas.openxmlformats.org/drawingml/2006/main">
            <a:r>
              <a:t>        423,</a:t>
            </a:r>
          </a:p>
          <a:p xmlns:a="http://schemas.openxmlformats.org/drawingml/2006/main">
            <a:r>
              <a:t>        8,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323,</a:t>
            </a:r>
          </a:p>
          <a:p xmlns:a="http://schemas.openxmlformats.org/drawingml/2006/main">
            <a:r>
              <a:t>        436,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432,</a:t>
            </a:r>
          </a:p>
          <a:p xmlns:a="http://schemas.openxmlformats.org/drawingml/2006/main">
            <a:r>
              <a:t>        423,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13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"source-raster-46",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432,</a:t>
            </a:r>
          </a:p>
          <a:p xmlns:a="http://schemas.openxmlformats.org/drawingml/2006/main">
            <a:r>
              <a:t>        437,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"source-raster-47",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322,</a:t>
            </a:r>
          </a:p>
          <a:p xmlns:a="http://schemas.openxmlformats.org/drawingml/2006/main">
            <a:r>
              <a:t>        452,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9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322,</a:t>
            </a:r>
          </a:p>
          <a:p xmlns:a="http://schemas.openxmlformats.org/drawingml/2006/main">
            <a:r>
              <a:t>        521,</a:t>
            </a:r>
          </a:p>
          <a:p xmlns:a="http://schemas.openxmlformats.org/drawingml/2006/main">
            <a:r>
              <a:t>        8,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"source-raster-49",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320,</a:t>
            </a:r>
          </a:p>
          <a:p xmlns:a="http://schemas.openxmlformats.org/drawingml/2006/main">
            <a:r>
              <a:t>        542,</a:t>
            </a:r>
          </a:p>
          <a:p xmlns:a="http://schemas.openxmlformats.org/drawingml/2006/main">
            <a:r>
              <a:t>        12,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321,</a:t>
            </a:r>
          </a:p>
          <a:p xmlns:a="http://schemas.openxmlformats.org/drawingml/2006/main">
            <a:r>
              <a:t>        585,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321,</a:t>
            </a:r>
          </a:p>
          <a:p xmlns:a="http://schemas.openxmlformats.org/drawingml/2006/main">
            <a:r>
              <a:t>        608,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432,</a:t>
            </a:r>
          </a:p>
          <a:p xmlns:a="http://schemas.openxmlformats.org/drawingml/2006/main">
            <a:r>
              <a:t>        521,</a:t>
            </a:r>
          </a:p>
          <a:p xmlns:a="http://schemas.openxmlformats.org/drawingml/2006/main">
            <a:r>
              <a:t>        8,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431,</a:t>
            </a:r>
          </a:p>
          <a:p xmlns:a="http://schemas.openxmlformats.org/drawingml/2006/main">
            <a:r>
              <a:t>        542,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431,</a:t>
            </a:r>
          </a:p>
          <a:p xmlns:a="http://schemas.openxmlformats.org/drawingml/2006/main">
            <a:r>
              <a:t>        586,</a:t>
            </a:r>
          </a:p>
          <a:p xmlns:a="http://schemas.openxmlformats.org/drawingml/2006/main">
            <a:r>
              <a:t>        10,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431,</a:t>
            </a:r>
          </a:p>
          <a:p xmlns:a="http://schemas.openxmlformats.org/drawingml/2006/main">
            <a:r>
              <a:t>        608,</a:t>
            </a:r>
          </a:p>
          <a:p xmlns:a="http://schemas.openxmlformats.org/drawingml/2006/main">
            <a:r>
              <a:t>        11,</a:t>
            </a:r>
          </a:p>
          <a:p xmlns:a="http://schemas.openxmlformats.org/drawingml/2006/main">
            <a:r>
              <a:t>        11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"source-raster-58",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816,</a:t>
            </a:r>
          </a:p>
          <a:p xmlns:a="http://schemas.openxmlformats.org/drawingml/2006/main">
            <a:r>
              <a:t>        372,</a:t>
            </a:r>
          </a:p>
          <a:p xmlns:a="http://schemas.openxmlformats.org/drawingml/2006/main">
            <a:r>
              <a:t>        67,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"source-raster-59",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812,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"source-raster-60",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848,</a:t>
            </a:r>
          </a:p>
          <a:p xmlns:a="http://schemas.openxmlformats.org/drawingml/2006/main">
            <a:r>
              <a:t>        397,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3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"source-raster-61",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852,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35,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"source-raster-62",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1076,</a:t>
            </a:r>
          </a:p>
          <a:p xmlns:a="http://schemas.openxmlformats.org/drawingml/2006/main">
            <a:r>
              <a:t>        372,</a:t>
            </a:r>
          </a:p>
          <a:p xmlns:a="http://schemas.openxmlformats.org/drawingml/2006/main">
            <a:r>
              <a:t>        75,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"source-raster-63",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1076,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36,</a:t>
            </a:r>
          </a:p>
          <a:p xmlns:a="http://schemas.openxmlformats.org/drawingml/2006/main">
            <a:r>
              <a:t>        12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"source-raster-64",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1112,</a:t>
            </a:r>
          </a:p>
          <a:p xmlns:a="http://schemas.openxmlformats.org/drawingml/2006/main">
            <a:r>
              <a:t>        398,</a:t>
            </a:r>
          </a:p>
          <a:p xmlns:a="http://schemas.openxmlformats.org/drawingml/2006/main">
            <a:r>
              <a:t>        6,</a:t>
            </a:r>
          </a:p>
          <a:p xmlns:a="http://schemas.openxmlformats.org/drawingml/2006/main">
            <a:r>
              <a:t>        2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"source-raster-65",</a:t>
            </a:r>
          </a:p>
          <a:p xmlns:a="http://schemas.openxmlformats.org/drawingml/2006/main">
            <a:r>
              <a:t>      "bounds_canvas": [</a:t>
            </a:r>
          </a:p>
          <a:p xmlns:a="http://schemas.openxmlformats.org/drawingml/2006/main">
            <a:r>
              <a:t>        1116,</a:t>
            </a:r>
          </a:p>
          <a:p xmlns:a="http://schemas.openxmlformats.org/drawingml/2006/main">
            <a:r>
              <a:t>        391,</a:t>
            </a:r>
          </a:p>
          <a:p xmlns:a="http://schemas.openxmlformats.org/drawingml/2006/main">
            <a:r>
              <a:t>        35,</a:t>
            </a:r>
          </a:p>
          <a:p xmlns:a="http://schemas.openxmlformats.org/drawingml/2006/main">
            <a:r>
              <a:t>        15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"detail": "Isolated original photo/rendering/icon/shading asset; original source transparency and clip retained; internal pixels remain raster"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73ae1f2db04d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f43884fa924b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281ee84094f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be98a98ded46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958e361f143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2d297c048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82E3EB-0D1E-4668-878D-0918897990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2995" y="2331720"/>
            <a:ext cx="8823960" cy="891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531A70-7E96-472B-8072-369849090E8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54493" y="3394710"/>
            <a:ext cx="772096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3FFED9-265E-4168-80A5-3267619B9C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02995" y="2571750"/>
            <a:ext cx="882396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DF4EEB-5744-4064-B5AF-6217A229C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435" y="480060"/>
            <a:ext cx="9789081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FCF8AB-E677-462A-9A15-8016CDF6E2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0435" y="1714500"/>
            <a:ext cx="9789081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82EE51-B4C2-427E-8884-9D8C06D4A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435" y="480060"/>
            <a:ext cx="9789081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4FC4E8-98C2-41A7-8818-94C2A24CD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0435" y="1714500"/>
            <a:ext cx="4549854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048E8FF-CE7E-4E0F-AF72-4CA982F67D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859661" y="1714500"/>
            <a:ext cx="4549854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FB9A2E-622D-48CF-90D9-A3973963C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435" y="480060"/>
            <a:ext cx="9789081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ACA8E2-3CC7-474B-9E40-A66540193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0435" y="1714500"/>
            <a:ext cx="4549854" cy="3840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1pPr>
            <a:lvl2pPr marL="4800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2pPr>
            <a:lvl3pPr marL="7543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3pPr>
            <a:lvl4pPr marL="10287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4pPr>
            <a:lvl5pPr marL="130302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5pPr>
            <a:lvl6pPr marL="157734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6pPr>
            <a:lvl7pPr marL="185166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7pPr>
            <a:lvl8pPr marL="212598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8pPr>
            <a:lvl9pPr marL="2400300" indent="-205740">
              <a:lnSpc>
                <a:spcPct val="110000"/>
              </a:lnSpc>
              <a:spcBef>
                <a:spcPts val="0"/>
              </a:spcBef>
              <a:spcAft>
                <a:spcPts val="10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43ec7a442c4746" /><Relationship Type="http://schemas.openxmlformats.org/officeDocument/2006/relationships/slideLayout" Target="/ppt/slideLayouts/slideLayout1.xml" Id="Rad029e42b7e04c72" /><Relationship Type="http://schemas.openxmlformats.org/officeDocument/2006/relationships/slideLayout" Target="/ppt/slideLayouts/slideLayout2.xml" Id="R0b85d6a6a1b24576" /><Relationship Type="http://schemas.openxmlformats.org/officeDocument/2006/relationships/slideLayout" Target="/ppt/slideLayouts/slideLayout3.xml" Id="Rab11a4eee8f040dc" /><Relationship Type="http://schemas.openxmlformats.org/officeDocument/2006/relationships/slideLayout" Target="/ppt/slideLayouts/slideLayout4.xml" Id="R928e5ba9bac84721" /><Relationship Type="http://schemas.openxmlformats.org/officeDocument/2006/relationships/slideLayout" Target="/ppt/slideLayouts/slideLayout5.xml" Id="R10c07d32f1194348" /><Relationship Type="http://schemas.openxmlformats.org/officeDocument/2006/relationships/slideLayout" Target="/ppt/slideLayouts/slideLayout6.xml" Id="Rf466d6aa810c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029e42b7e04c72"/>
    <p:sldLayoutId xmlns:r="http://schemas.openxmlformats.org/officeDocument/2006/relationships" id="2147483650" r:id="R0b85d6a6a1b24576"/>
    <p:sldLayoutId xmlns:r="http://schemas.openxmlformats.org/officeDocument/2006/relationships" id="2147483651" r:id="Rab11a4eee8f040dc"/>
    <p:sldLayoutId xmlns:r="http://schemas.openxmlformats.org/officeDocument/2006/relationships" id="2147483652" r:id="R928e5ba9bac84721"/>
    <p:sldLayoutId xmlns:r="http://schemas.openxmlformats.org/officeDocument/2006/relationships" id="2147483653" r:id="R10c07d32f1194348"/>
    <p:sldLayoutId xmlns:r="http://schemas.openxmlformats.org/officeDocument/2006/relationships" id="2147483654" r:id="Rf466d6aa810c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31227f6074901" /><Relationship Type="http://schemas.openxmlformats.org/officeDocument/2006/relationships/image" Target="/ppt/media/image.png" Id="R43d72be36de7453a" /><Relationship Type="http://schemas.openxmlformats.org/officeDocument/2006/relationships/image" Target="/ppt/media/image2.png" Id="R5917a88482574710" /><Relationship Type="http://schemas.openxmlformats.org/officeDocument/2006/relationships/image" Target="/ppt/media/image3.png" Id="R8b156d6ec88f4aa6" /><Relationship Type="http://schemas.openxmlformats.org/officeDocument/2006/relationships/image" Target="/ppt/media/image4.png" Id="Rd36a011782cd4364" /><Relationship Type="http://schemas.openxmlformats.org/officeDocument/2006/relationships/image" Target="/ppt/media/image5.png" Id="Re1ee90ad55a548f3" /><Relationship Type="http://schemas.openxmlformats.org/officeDocument/2006/relationships/image" Target="/ppt/media/image6.png" Id="R3780080f1f8c4fe9" /><Relationship Type="http://schemas.openxmlformats.org/officeDocument/2006/relationships/image" Target="/ppt/media/image7.png" Id="R683f349f291e45ee" /><Relationship Type="http://schemas.openxmlformats.org/officeDocument/2006/relationships/image" Target="/ppt/media/image8.png" Id="R41749f062b5345ec" /><Relationship Type="http://schemas.openxmlformats.org/officeDocument/2006/relationships/image" Target="/ppt/media/image9.png" Id="R9ce8486642054351" /><Relationship Type="http://schemas.openxmlformats.org/officeDocument/2006/relationships/image" Target="/ppt/media/image10.png" Id="R82450d633b1e4578" /><Relationship Type="http://schemas.openxmlformats.org/officeDocument/2006/relationships/image" Target="/ppt/media/image11.png" Id="R3df85efab59b4664" /><Relationship Type="http://schemas.openxmlformats.org/officeDocument/2006/relationships/image" Target="/ppt/media/image12.png" Id="Re2800ff6f0e84f18" /><Relationship Type="http://schemas.openxmlformats.org/officeDocument/2006/relationships/image" Target="/ppt/media/image13.png" Id="R0d3d83a7755b4c5d" /><Relationship Type="http://schemas.openxmlformats.org/officeDocument/2006/relationships/image" Target="/ppt/media/image14.png" Id="Rb6875c3bc2ad4844" /><Relationship Type="http://schemas.openxmlformats.org/officeDocument/2006/relationships/image" Target="/ppt/media/image15.png" Id="R211c18447cea4d39" /><Relationship Type="http://schemas.openxmlformats.org/officeDocument/2006/relationships/image" Target="/ppt/media/image16.png" Id="R49e4c55628a147d3" /><Relationship Type="http://schemas.openxmlformats.org/officeDocument/2006/relationships/image" Target="/ppt/media/image17.png" Id="Re529aa1e3ffb4a14" /><Relationship Type="http://schemas.openxmlformats.org/officeDocument/2006/relationships/image" Target="/ppt/media/image18.png" Id="Rb5b2c87792424d2a" /><Relationship Type="http://schemas.openxmlformats.org/officeDocument/2006/relationships/image" Target="/ppt/media/image19.png" Id="Rc60f0e4fb1d647e9" /><Relationship Type="http://schemas.openxmlformats.org/officeDocument/2006/relationships/image" Target="/ppt/media/image20.png" Id="R25ba2e46f6794ba1" /><Relationship Type="http://schemas.openxmlformats.org/officeDocument/2006/relationships/image" Target="/ppt/media/image21.png" Id="Rb546d71b2aaa4fee" /><Relationship Type="http://schemas.openxmlformats.org/officeDocument/2006/relationships/image" Target="/ppt/media/image22.png" Id="Rf20b5fdadab54c04" /><Relationship Type="http://schemas.openxmlformats.org/officeDocument/2006/relationships/image" Target="/ppt/media/image23.png" Id="Rd44403e716e14b72" /><Relationship Type="http://schemas.openxmlformats.org/officeDocument/2006/relationships/image" Target="/ppt/media/image24.png" Id="R13e127fdef0c42d3" /><Relationship Type="http://schemas.openxmlformats.org/officeDocument/2006/relationships/image" Target="/ppt/media/image25.png" Id="R13fcdb9c451844c1" /><Relationship Type="http://schemas.openxmlformats.org/officeDocument/2006/relationships/image" Target="/ppt/media/image26.png" Id="R4ee64b3ef7b64b6d" /><Relationship Type="http://schemas.openxmlformats.org/officeDocument/2006/relationships/image" Target="/ppt/media/image27.png" Id="R85b26cc902f44efb" /><Relationship Type="http://schemas.openxmlformats.org/officeDocument/2006/relationships/image" Target="/ppt/media/image28.png" Id="Rcf5241416ef340a0" /><Relationship Type="http://schemas.openxmlformats.org/officeDocument/2006/relationships/image" Target="/ppt/media/image29.png" Id="R962bbb4c71724faa" /><Relationship Type="http://schemas.openxmlformats.org/officeDocument/2006/relationships/image" Target="/ppt/media/image30.png" Id="Rdda7c525c7564102" /><Relationship Type="http://schemas.openxmlformats.org/officeDocument/2006/relationships/image" Target="/ppt/media/image31.png" Id="Rf3a35b51ebcb4b85" /><Relationship Type="http://schemas.openxmlformats.org/officeDocument/2006/relationships/image" Target="/ppt/media/image32.png" Id="R41fab67ebe3b47b7" /><Relationship Type="http://schemas.openxmlformats.org/officeDocument/2006/relationships/image" Target="/ppt/media/image33.png" Id="R87ea5925468a4480" /><Relationship Type="http://schemas.openxmlformats.org/officeDocument/2006/relationships/image" Target="/ppt/media/image34.png" Id="Ra5a6b7a02f5c4c19" /><Relationship Type="http://schemas.openxmlformats.org/officeDocument/2006/relationships/image" Target="/ppt/media/image35.png" Id="R6505aaf98b0f4a96" /><Relationship Type="http://schemas.openxmlformats.org/officeDocument/2006/relationships/image" Target="/ppt/media/image36.png" Id="R7344095f9f724937" /><Relationship Type="http://schemas.openxmlformats.org/officeDocument/2006/relationships/image" Target="/ppt/media/image37.png" Id="Rdd05546f4d924306" /><Relationship Type="http://schemas.openxmlformats.org/officeDocument/2006/relationships/image" Target="/ppt/media/image38.png" Id="Rf9081bf11f3d455e" /><Relationship Type="http://schemas.openxmlformats.org/officeDocument/2006/relationships/image" Target="/ppt/media/image39.png" Id="R78a0150d14204546" /><Relationship Type="http://schemas.openxmlformats.org/officeDocument/2006/relationships/image" Target="/ppt/media/image40.png" Id="Reaf74e11c0cc4d90" /><Relationship Type="http://schemas.openxmlformats.org/officeDocument/2006/relationships/image" Target="/ppt/media/image41.png" Id="R9b295593aec4485a" /><Relationship Type="http://schemas.openxmlformats.org/officeDocument/2006/relationships/image" Target="/ppt/media/image42.png" Id="Ra102658b251e4769" /><Relationship Type="http://schemas.openxmlformats.org/officeDocument/2006/relationships/image" Target="/ppt/media/image43.png" Id="R783f1f24c0dd48c3" /><Relationship Type="http://schemas.openxmlformats.org/officeDocument/2006/relationships/image" Target="/ppt/media/image44.png" Id="R5af6ffa2ffc240bb" /><Relationship Type="http://schemas.openxmlformats.org/officeDocument/2006/relationships/image" Target="/ppt/media/image45.png" Id="R2e1c4ef0d51447bb" /><Relationship Type="http://schemas.openxmlformats.org/officeDocument/2006/relationships/image" Target="/ppt/media/image46.png" Id="R1c025b7965994586" /><Relationship Type="http://schemas.openxmlformats.org/officeDocument/2006/relationships/image" Target="/ppt/media/image47.png" Id="Ra1b9d78287464edd" /><Relationship Type="http://schemas.openxmlformats.org/officeDocument/2006/relationships/image" Target="/ppt/media/image48.png" Id="Rb565baf1c7cf47e3" /><Relationship Type="http://schemas.openxmlformats.org/officeDocument/2006/relationships/image" Target="/ppt/media/image49.png" Id="Ra908432c6ab44e8c" /><Relationship Type="http://schemas.openxmlformats.org/officeDocument/2006/relationships/image" Target="/ppt/media/image50.png" Id="Rcb58cb1b9bad4712" /><Relationship Type="http://schemas.openxmlformats.org/officeDocument/2006/relationships/image" Target="/ppt/media/image51.png" Id="R3ff13b4a36ac4e91" /><Relationship Type="http://schemas.openxmlformats.org/officeDocument/2006/relationships/image" Target="/ppt/media/image52.png" Id="Rcca1deb2d04b4248" /><Relationship Type="http://schemas.openxmlformats.org/officeDocument/2006/relationships/image" Target="/ppt/media/image53.png" Id="Ra53daa6487c443b0" /><Relationship Type="http://schemas.openxmlformats.org/officeDocument/2006/relationships/image" Target="/ppt/media/image54.png" Id="R4c5b7b4b4a2c4239" /><Relationship Type="http://schemas.openxmlformats.org/officeDocument/2006/relationships/image" Target="/ppt/media/image55.png" Id="R17f80ebf1fb943c0" /><Relationship Type="http://schemas.openxmlformats.org/officeDocument/2006/relationships/image" Target="/ppt/media/image56.png" Id="Re46bf4c3e01d416b" /><Relationship Type="http://schemas.openxmlformats.org/officeDocument/2006/relationships/image" Target="/ppt/media/image57.png" Id="Rc789a9a48b184f02" /><Relationship Type="http://schemas.openxmlformats.org/officeDocument/2006/relationships/image" Target="/ppt/media/image58.png" Id="R9b3330867012432f" /><Relationship Type="http://schemas.openxmlformats.org/officeDocument/2006/relationships/image" Target="/ppt/media/image59.png" Id="R9b1f9884e89b460d" /><Relationship Type="http://schemas.openxmlformats.org/officeDocument/2006/relationships/image" Target="/ppt/media/image60.png" Id="R958aa73b723d414b" /><Relationship Type="http://schemas.openxmlformats.org/officeDocument/2006/relationships/image" Target="/ppt/media/image61.png" Id="Rda4d9d088f7a4e61" /><Relationship Type="http://schemas.openxmlformats.org/officeDocument/2006/relationships/image" Target="/ppt/media/image62.png" Id="R32293dfc613d46ab" /><Relationship Type="http://schemas.openxmlformats.org/officeDocument/2006/relationships/image" Target="/ppt/media/image63.png" Id="R5b49de26c1b94bed" /><Relationship Type="http://schemas.openxmlformats.org/officeDocument/2006/relationships/notesSlide" Target="/ppt/notesSlides/notesSlide1.xml" Id="Rcabaea6b28154d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7" name="pdf-path-1">
            <a:extLst xmlns:a="http://schemas.openxmlformats.org/drawingml/2006/main">
              <a:ext uri="{FF2B5EF4-FFF2-40B4-BE49-F238E27FC236}">
                <a16:creationId xmlns:a16="http://schemas.microsoft.com/office/drawing/2014/main" id="{37D7B62A-7E3A-4A05-9C63-01670A4C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456" y="3642296"/>
            <a:ext cx="2078544" cy="671866"/>
          </a:xfrm>
          <a:custGeom xmlns:a="http://schemas.openxmlformats.org/drawingml/2006/main">
            <a:pathLst>
              <a:path w="2078544" h="671866">
                <a:moveTo>
                  <a:pt x="0" y="0"/>
                </a:moveTo>
                <a:lnTo>
                  <a:pt x="2078544" y="0"/>
                </a:lnTo>
                <a:lnTo>
                  <a:pt x="2078544" y="671866"/>
                </a:lnTo>
                <a:lnTo>
                  <a:pt x="0" y="671866"/>
                </a:ln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5394">
            <a:solidFill>
              <a:srgbClr val="FAFAFA"/>
            </a:solidFill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26D38EB8-F8CD-46A4-8876-29E1BF60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3696" y="339001"/>
            <a:ext cx="1831837" cy="2720913"/>
          </a:xfrm>
          <a:custGeom xmlns:a="http://schemas.openxmlformats.org/drawingml/2006/main">
            <a:pathLst>
              <a:path w="1831837" h="2720913">
                <a:moveTo>
                  <a:pt x="0" y="142644"/>
                </a:moveTo>
                <a:cubicBezTo>
                  <a:pt x="0" y="63864"/>
                  <a:pt x="63864" y="0"/>
                  <a:pt x="142644" y="0"/>
                </a:cubicBezTo>
                <a:lnTo>
                  <a:pt x="1689193" y="0"/>
                </a:lnTo>
                <a:cubicBezTo>
                  <a:pt x="1767973" y="0"/>
                  <a:pt x="1831837" y="63864"/>
                  <a:pt x="1831837" y="142644"/>
                </a:cubicBezTo>
                <a:lnTo>
                  <a:pt x="1831837" y="2578264"/>
                </a:lnTo>
                <a:cubicBezTo>
                  <a:pt x="1831837" y="2657049"/>
                  <a:pt x="1767973" y="2720913"/>
                  <a:pt x="1689193" y="2720913"/>
                </a:cubicBezTo>
                <a:lnTo>
                  <a:pt x="142644" y="2720913"/>
                </a:lnTo>
                <a:cubicBezTo>
                  <a:pt x="63864" y="2720913"/>
                  <a:pt x="0" y="2657049"/>
                  <a:pt x="0" y="2578264"/>
                </a:cubicBezTo>
                <a:lnTo>
                  <a:pt x="0" y="142644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57CEA141-2E3E-435A-9D0E-D8F1DA9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0216" y="592945"/>
            <a:ext cx="1667357" cy="686436"/>
          </a:xfrm>
          <a:custGeom xmlns:a="http://schemas.openxmlformats.org/drawingml/2006/main">
            <a:pathLst>
              <a:path w="1667357" h="686436">
                <a:moveTo>
                  <a:pt x="0" y="114410"/>
                </a:moveTo>
                <a:cubicBezTo>
                  <a:pt x="0" y="51225"/>
                  <a:pt x="51220" y="0"/>
                  <a:pt x="114410" y="0"/>
                </a:cubicBezTo>
                <a:lnTo>
                  <a:pt x="1552948" y="0"/>
                </a:lnTo>
                <a:cubicBezTo>
                  <a:pt x="1616132" y="0"/>
                  <a:pt x="1667357" y="51225"/>
                  <a:pt x="1667357" y="114410"/>
                </a:cubicBezTo>
                <a:lnTo>
                  <a:pt x="1667357" y="572032"/>
                </a:lnTo>
                <a:cubicBezTo>
                  <a:pt x="1667357" y="635216"/>
                  <a:pt x="1616132" y="686436"/>
                  <a:pt x="1552948" y="686436"/>
                </a:cubicBezTo>
                <a:lnTo>
                  <a:pt x="114410" y="686436"/>
                </a:lnTo>
                <a:cubicBezTo>
                  <a:pt x="51220" y="686436"/>
                  <a:pt x="0" y="635216"/>
                  <a:pt x="0" y="572032"/>
                </a:cubicBezTo>
                <a:lnTo>
                  <a:pt x="0" y="11441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4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4432775F-63EC-439B-B799-061C0311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261" y="669670"/>
            <a:ext cx="420902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1:  </a:t>
            </a:r>
          </a:p>
        </p:txBody>
      </p:sp>
      <p:sp>
        <p:nvSpPr>
          <p:cNvPr id="5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688A00D0-CFE2-424E-8EBA-A1DEAB2D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261" y="827392"/>
            <a:ext cx="1379580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milk from the </a:t>
            </a:r>
          </a:p>
        </p:txBody>
      </p:sp>
      <p:sp>
        <p:nvSpPr>
          <p:cNvPr id="6" name="pdf-text-1-1">
            <a:extLst xmlns:a="http://schemas.openxmlformats.org/drawingml/2006/main">
              <a:ext uri="{FF2B5EF4-FFF2-40B4-BE49-F238E27FC236}">
                <a16:creationId xmlns:a16="http://schemas.microsoft.com/office/drawing/2014/main" id="{52149D63-CCD6-4C41-8369-0B8D3127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0261" y="982750"/>
            <a:ext cx="659422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1230C-4545-4F4D-A21F-CA09D4DD10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72be36de745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1123950"/>
            <a:ext cx="123825" cy="133350"/>
          </a:xfrm>
          <a:prstGeom xmlns:a="http://schemas.openxmlformats.org/drawingml/2006/main" prst="rect">
            <a:avLst/>
          </a:prstGeom>
        </p:spPr>
      </p:pic>
      <p:sp>
        <p:nvSpPr>
          <p:cNvPr id="8" name="source-raster-0">
            <a:extLst xmlns:a="http://schemas.openxmlformats.org/drawingml/2006/main">
              <a:ext uri="{FF2B5EF4-FFF2-40B4-BE49-F238E27FC236}">
                <a16:creationId xmlns:a16="http://schemas.microsoft.com/office/drawing/2014/main" id="{2D7A09F0-550E-49C9-9A16-EAE15B04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6800" y="11239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66CA27D6-E471-4090-AEC8-F1442247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8276" y="1137039"/>
            <a:ext cx="254337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2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0BA17-B33D-4233-8CB1-F5D772514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7a884825747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5425" y="112395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1" name="source-raster-1">
            <a:extLst xmlns:a="http://schemas.openxmlformats.org/drawingml/2006/main">
              <a:ext uri="{FF2B5EF4-FFF2-40B4-BE49-F238E27FC236}">
                <a16:creationId xmlns:a16="http://schemas.microsoft.com/office/drawing/2014/main" id="{61EFBC53-701C-48C2-8833-D91BFFA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11239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36705321-978A-4CFE-8AA2-92D0711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0690" y="1137039"/>
            <a:ext cx="646363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1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13" name="pdf-path-12">
            <a:extLst xmlns:a="http://schemas.openxmlformats.org/drawingml/2006/main">
              <a:ext uri="{FF2B5EF4-FFF2-40B4-BE49-F238E27FC236}">
                <a16:creationId xmlns:a16="http://schemas.microsoft.com/office/drawing/2014/main" id="{2ABDFE93-47E9-44DF-AAFF-E1ABDD61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0216" y="1356107"/>
            <a:ext cx="1667357" cy="717000"/>
          </a:xfrm>
          <a:custGeom xmlns:a="http://schemas.openxmlformats.org/drawingml/2006/main">
            <a:pathLst>
              <a:path w="1667357" h="717000">
                <a:moveTo>
                  <a:pt x="0" y="119502"/>
                </a:moveTo>
                <a:cubicBezTo>
                  <a:pt x="0" y="53502"/>
                  <a:pt x="53501" y="0"/>
                  <a:pt x="119502" y="0"/>
                </a:cubicBezTo>
                <a:lnTo>
                  <a:pt x="1547855" y="0"/>
                </a:lnTo>
                <a:cubicBezTo>
                  <a:pt x="1613850" y="0"/>
                  <a:pt x="1667357" y="53502"/>
                  <a:pt x="1667357" y="119502"/>
                </a:cubicBezTo>
                <a:lnTo>
                  <a:pt x="1667357" y="597499"/>
                </a:lnTo>
                <a:cubicBezTo>
                  <a:pt x="1667357" y="663499"/>
                  <a:pt x="1613850" y="717000"/>
                  <a:pt x="1547855" y="717000"/>
                </a:cubicBezTo>
                <a:lnTo>
                  <a:pt x="119502" y="717000"/>
                </a:lnTo>
                <a:cubicBezTo>
                  <a:pt x="53501" y="717000"/>
                  <a:pt x="0" y="663499"/>
                  <a:pt x="0" y="597499"/>
                </a:cubicBezTo>
                <a:lnTo>
                  <a:pt x="0" y="11950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14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693315B-6FBA-49AD-86D2-17D9FA7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0430" y="1431551"/>
            <a:ext cx="420900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2:  </a:t>
            </a:r>
          </a:p>
        </p:txBody>
      </p:sp>
      <p:sp>
        <p:nvSpPr>
          <p:cNvPr id="15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D9B6C93C-3C88-4F1D-9FFF-7B4883F5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0430" y="1589273"/>
            <a:ext cx="115820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the milk on the </a:t>
            </a:r>
          </a:p>
        </p:txBody>
      </p:sp>
      <p:sp>
        <p:nvSpPr>
          <p:cNvPr id="16" name="pdf-text-5-1">
            <a:extLst xmlns:a="http://schemas.openxmlformats.org/drawingml/2006/main">
              <a:ext uri="{FF2B5EF4-FFF2-40B4-BE49-F238E27FC236}">
                <a16:creationId xmlns:a16="http://schemas.microsoft.com/office/drawing/2014/main" id="{69F35EEB-FEB1-4B7E-A42D-2F5C9CA5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0430" y="1744632"/>
            <a:ext cx="701842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coffee_table 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7DC69-0990-45AE-91EB-1328CAD4F7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56d6ec88f4a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7275" y="1885950"/>
            <a:ext cx="123825" cy="133350"/>
          </a:xfrm>
          <a:prstGeom xmlns:a="http://schemas.openxmlformats.org/drawingml/2006/main" prst="rect">
            <a:avLst/>
          </a:prstGeom>
        </p:spPr>
      </p:pic>
      <p:sp>
        <p:nvSpPr>
          <p:cNvPr id="18" name="source-raster-2">
            <a:extLst xmlns:a="http://schemas.openxmlformats.org/drawingml/2006/main">
              <a:ext uri="{FF2B5EF4-FFF2-40B4-BE49-F238E27FC236}">
                <a16:creationId xmlns:a16="http://schemas.microsoft.com/office/drawing/2014/main" id="{FC8F1D52-B332-4412-B7BF-121116B2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7275" y="18859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39425632-2B8C-4540-B9B1-1AC2AAB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8444" y="1898920"/>
            <a:ext cx="25433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2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6FAA3-CB86-47C0-B941-576D9B148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a011782cd43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885950"/>
            <a:ext cx="95250" cy="133350"/>
          </a:xfrm>
          <a:prstGeom xmlns:a="http://schemas.openxmlformats.org/drawingml/2006/main" prst="rect">
            <a:avLst/>
          </a:prstGeom>
        </p:spPr>
      </p:pic>
      <p:sp>
        <p:nvSpPr>
          <p:cNvPr id="21" name="source-raster-3">
            <a:extLst xmlns:a="http://schemas.openxmlformats.org/drawingml/2006/main">
              <a:ext uri="{FF2B5EF4-FFF2-40B4-BE49-F238E27FC236}">
                <a16:creationId xmlns:a16="http://schemas.microsoft.com/office/drawing/2014/main" id="{1A181E9E-52D4-4FD0-B429-A32502E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1885950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BF28490C-153B-4D62-8558-D23553B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0858" y="1898920"/>
            <a:ext cx="686307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7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7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897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 </a:t>
            </a:r>
          </a:p>
        </p:txBody>
      </p:sp>
      <p:sp>
        <p:nvSpPr>
          <p:cNvPr id="23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BE7374CE-137E-4A26-B006-4A3AD52D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0998" y="2109665"/>
            <a:ext cx="129466" cy="129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4" name="pdf-path-21">
            <a:extLst xmlns:a="http://schemas.openxmlformats.org/drawingml/2006/main">
              <a:ext uri="{FF2B5EF4-FFF2-40B4-BE49-F238E27FC236}">
                <a16:creationId xmlns:a16="http://schemas.microsoft.com/office/drawing/2014/main" id="{AD3D12D0-A828-4C50-81FA-231D7147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7333" y="2299380"/>
            <a:ext cx="1667357" cy="686436"/>
          </a:xfrm>
          <a:custGeom xmlns:a="http://schemas.openxmlformats.org/drawingml/2006/main">
            <a:pathLst>
              <a:path w="1667357" h="686436">
                <a:moveTo>
                  <a:pt x="0" y="114409"/>
                </a:moveTo>
                <a:cubicBezTo>
                  <a:pt x="0" y="51225"/>
                  <a:pt x="51220" y="0"/>
                  <a:pt x="114410" y="0"/>
                </a:cubicBezTo>
                <a:lnTo>
                  <a:pt x="1552948" y="0"/>
                </a:lnTo>
                <a:cubicBezTo>
                  <a:pt x="1616132" y="0"/>
                  <a:pt x="1667357" y="51225"/>
                  <a:pt x="1667357" y="114409"/>
                </a:cubicBezTo>
                <a:lnTo>
                  <a:pt x="1667357" y="572026"/>
                </a:lnTo>
                <a:cubicBezTo>
                  <a:pt x="1667357" y="635216"/>
                  <a:pt x="1616132" y="686436"/>
                  <a:pt x="1552948" y="686436"/>
                </a:cubicBezTo>
                <a:lnTo>
                  <a:pt x="114410" y="686436"/>
                </a:lnTo>
                <a:cubicBezTo>
                  <a:pt x="51220" y="686436"/>
                  <a:pt x="0" y="635216"/>
                  <a:pt x="0" y="572026"/>
                </a:cubicBezTo>
                <a:lnTo>
                  <a:pt x="0" y="11440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5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4B07573F-3F6C-42EB-8A85-0BF6BBA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28" y="2360740"/>
            <a:ext cx="466214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7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M:  </a:t>
            </a:r>
          </a:p>
        </p:txBody>
      </p:sp>
      <p:sp>
        <p:nvSpPr>
          <p:cNvPr id="26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1872D636-A2CA-4E2F-9AFB-E940070E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28" y="2518462"/>
            <a:ext cx="131550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3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3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the coffee_mug in </a:t>
            </a:r>
          </a:p>
        </p:txBody>
      </p:sp>
      <p:sp>
        <p:nvSpPr>
          <p:cNvPr id="27" name="pdf-text-10-1">
            <a:extLst xmlns:a="http://schemas.openxmlformats.org/drawingml/2006/main">
              <a:ext uri="{FF2B5EF4-FFF2-40B4-BE49-F238E27FC236}">
                <a16:creationId xmlns:a16="http://schemas.microsoft.com/office/drawing/2014/main" id="{E6DCAE3D-1297-4618-9677-15CEF9E3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4628" y="2673821"/>
            <a:ext cx="1105774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microwave, turn on  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0CC41-43F7-4E16-A3DC-AD9A6B959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e90ad55a548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48225" y="281940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29" name="source-raster-4">
            <a:extLst xmlns:a="http://schemas.openxmlformats.org/drawingml/2006/main">
              <a:ext uri="{FF2B5EF4-FFF2-40B4-BE49-F238E27FC236}">
                <a16:creationId xmlns:a16="http://schemas.microsoft.com/office/drawing/2014/main" id="{4D5D8A3A-5535-46FC-99DD-5BF53744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8194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DB5D2FEA-F7DF-49CE-932D-F946C7E4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2643" y="2828110"/>
            <a:ext cx="656324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2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2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892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coffee_mug,</a:t>
            </a:r>
          </a:p>
        </p:txBody>
      </p:sp>
      <p:sp>
        <p:nvSpPr>
          <p:cNvPr id="31" name="pdf-text-11-1">
            <a:extLst xmlns:a="http://schemas.openxmlformats.org/drawingml/2006/main">
              <a:ext uri="{FF2B5EF4-FFF2-40B4-BE49-F238E27FC236}">
                <a16:creationId xmlns:a16="http://schemas.microsoft.com/office/drawing/2014/main" id="{399806D4-DBEF-4D6D-A04A-4BF6A591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2293" y="2828110"/>
            <a:ext cx="571933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5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5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895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microwave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F447D-90C2-4C48-B7BF-0D72B6CEA1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0080f1f8c4f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5475" y="2847975"/>
            <a:ext cx="152400" cy="114300"/>
          </a:xfrm>
          <a:prstGeom xmlns:a="http://schemas.openxmlformats.org/drawingml/2006/main" prst="rect">
            <a:avLst/>
          </a:prstGeom>
        </p:spPr>
      </p:pic>
      <p:sp>
        <p:nvSpPr>
          <p:cNvPr id="33" name="source-raster-5">
            <a:extLst xmlns:a="http://schemas.openxmlformats.org/drawingml/2006/main">
              <a:ext uri="{FF2B5EF4-FFF2-40B4-BE49-F238E27FC236}">
                <a16:creationId xmlns:a16="http://schemas.microsoft.com/office/drawing/2014/main" id="{D33C42A3-D1EE-4FBE-96CD-1699D74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2847975"/>
            <a:ext cx="152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A4ECDC74-D6C4-47A8-A244-C6826A8C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2506" y="429456"/>
            <a:ext cx="1691006" cy="14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Task: Heat milk in microwave</a:t>
            </a:r>
          </a:p>
        </p:txBody>
      </p:sp>
      <p:sp>
        <p:nvSpPr>
          <p:cNvPr id="35" name="pdf-path-29">
            <a:extLst xmlns:a="http://schemas.openxmlformats.org/drawingml/2006/main">
              <a:ext uri="{FF2B5EF4-FFF2-40B4-BE49-F238E27FC236}">
                <a16:creationId xmlns:a16="http://schemas.microsoft.com/office/drawing/2014/main" id="{1F68AC7D-522A-4E8B-B44F-EE55C5FE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3893" y="1279383"/>
            <a:ext cx="95" cy="46376"/>
          </a:xfrm>
          <a:custGeom xmlns:a="http://schemas.openxmlformats.org/drawingml/2006/main">
            <a:pathLst>
              <a:path w="95" h="46376">
                <a:moveTo>
                  <a:pt x="0" y="0"/>
                </a:moveTo>
                <a:lnTo>
                  <a:pt x="0" y="46376"/>
                </a:lnTo>
              </a:path>
            </a:pathLst>
          </a:custGeom>
          <a:noFill xmlns:a="http://schemas.openxmlformats.org/drawingml/2006/main"/>
          <a:ln xmlns:a="http://schemas.openxmlformats.org/drawingml/2006/main" w="12137">
            <a:solidFill>
              <a:srgbClr val="000000"/>
            </a:solidFill>
            <a:prstDash val="solid"/>
          </a:ln>
        </p:spPr>
      </p:sp>
      <p:sp>
        <p:nvSpPr>
          <p:cNvPr id="36" name="pdf-path-30">
            <a:extLst xmlns:a="http://schemas.openxmlformats.org/drawingml/2006/main">
              <a:ext uri="{FF2B5EF4-FFF2-40B4-BE49-F238E27FC236}">
                <a16:creationId xmlns:a16="http://schemas.microsoft.com/office/drawing/2014/main" id="{8090EE35-C519-4D53-942E-1A79A850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5689" y="1319693"/>
            <a:ext cx="36412" cy="36412"/>
          </a:xfrm>
          <a:custGeom xmlns:a="http://schemas.openxmlformats.org/drawingml/2006/main">
            <a:pathLst>
              <a:path w="36412" h="36412">
                <a:moveTo>
                  <a:pt x="36412" y="0"/>
                </a:moveTo>
                <a:lnTo>
                  <a:pt x="18206" y="36412"/>
                </a:lnTo>
                <a:lnTo>
                  <a:pt x="0" y="0"/>
                </a:lnTo>
                <a:lnTo>
                  <a:pt x="364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31">
            <a:extLst xmlns:a="http://schemas.openxmlformats.org/drawingml/2006/main">
              <a:ext uri="{FF2B5EF4-FFF2-40B4-BE49-F238E27FC236}">
                <a16:creationId xmlns:a16="http://schemas.microsoft.com/office/drawing/2014/main" id="{3C424BEC-30BF-48A4-A18A-4CB2881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407" y="88116"/>
            <a:ext cx="6543457" cy="3017486"/>
          </a:xfrm>
          <a:custGeom xmlns:a="http://schemas.openxmlformats.org/drawingml/2006/main">
            <a:pathLst>
              <a:path w="6543457" h="3017486">
                <a:moveTo>
                  <a:pt x="0" y="256730"/>
                </a:moveTo>
                <a:cubicBezTo>
                  <a:pt x="0" y="114944"/>
                  <a:pt x="114944" y="0"/>
                  <a:pt x="256729" y="0"/>
                </a:cubicBezTo>
                <a:lnTo>
                  <a:pt x="6286728" y="0"/>
                </a:lnTo>
                <a:cubicBezTo>
                  <a:pt x="6428513" y="0"/>
                  <a:pt x="6543457" y="114944"/>
                  <a:pt x="6543457" y="256730"/>
                </a:cubicBezTo>
                <a:lnTo>
                  <a:pt x="6543457" y="2760756"/>
                </a:lnTo>
                <a:cubicBezTo>
                  <a:pt x="6543457" y="2902542"/>
                  <a:pt x="6428513" y="3017486"/>
                  <a:pt x="6286728" y="3017486"/>
                </a:cubicBezTo>
                <a:lnTo>
                  <a:pt x="256729" y="3017486"/>
                </a:lnTo>
                <a:cubicBezTo>
                  <a:pt x="114944" y="3017486"/>
                  <a:pt x="0" y="2902542"/>
                  <a:pt x="0" y="2760756"/>
                </a:cubicBezTo>
                <a:lnTo>
                  <a:pt x="0" y="256730"/>
                </a:lnTo>
              </a:path>
            </a:pathLst>
          </a:custGeom>
          <a:noFill xmlns:a="http://schemas.openxmlformats.org/drawingml/2006/main"/>
          <a:ln xmlns:a="http://schemas.openxmlformats.org/drawingml/2006/main" w="16183">
            <a:solidFill>
              <a:srgbClr val="36BCF8"/>
            </a:solidFill>
            <a:prstDash val="solid"/>
          </a:ln>
        </p:spPr>
      </p:sp>
      <p:sp>
        <p:nvSpPr>
          <p:cNvPr id="38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5FEE2E2A-801F-4ED0-9A92-A75EADBB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5651" y="138983"/>
            <a:ext cx="210913" cy="17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1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91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91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3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8A170E59-505B-43EA-BAC2-5F0DF88C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374" y="138983"/>
            <a:ext cx="4061365" cy="17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5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85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5" b="1" i="0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rPr>
              <a:t>Cascaded Task Designer with a Large Language Model</a:t>
            </a:r>
          </a:p>
        </p:txBody>
      </p:sp>
      <p:sp>
        <p:nvSpPr>
          <p:cNvPr id="40" name="pdf-path-37">
            <a:extLst xmlns:a="http://schemas.openxmlformats.org/drawingml/2006/main">
              <a:ext uri="{FF2B5EF4-FFF2-40B4-BE49-F238E27FC236}">
                <a16:creationId xmlns:a16="http://schemas.microsoft.com/office/drawing/2014/main" id="{6DBD0D04-336C-4B0E-9C69-5CF7BBB0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194" y="338997"/>
            <a:ext cx="1793348" cy="2720913"/>
          </a:xfrm>
          <a:custGeom xmlns:a="http://schemas.openxmlformats.org/drawingml/2006/main">
            <a:pathLst>
              <a:path w="1793348" h="2720913">
                <a:moveTo>
                  <a:pt x="0" y="139650"/>
                </a:moveTo>
                <a:cubicBezTo>
                  <a:pt x="0" y="62526"/>
                  <a:pt x="62521" y="0"/>
                  <a:pt x="139650" y="0"/>
                </a:cubicBezTo>
                <a:lnTo>
                  <a:pt x="1653698" y="0"/>
                </a:lnTo>
                <a:cubicBezTo>
                  <a:pt x="1730822" y="0"/>
                  <a:pt x="1793348" y="62526"/>
                  <a:pt x="1793348" y="139650"/>
                </a:cubicBezTo>
                <a:lnTo>
                  <a:pt x="1793348" y="2581263"/>
                </a:lnTo>
                <a:cubicBezTo>
                  <a:pt x="1793348" y="2658393"/>
                  <a:pt x="1730822" y="2720913"/>
                  <a:pt x="1653698" y="2720913"/>
                </a:cubicBezTo>
                <a:lnTo>
                  <a:pt x="139650" y="2720913"/>
                </a:lnTo>
                <a:cubicBezTo>
                  <a:pt x="62521" y="2720913"/>
                  <a:pt x="0" y="2658393"/>
                  <a:pt x="0" y="2581263"/>
                </a:cubicBezTo>
                <a:lnTo>
                  <a:pt x="0" y="13965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38">
            <a:extLst xmlns:a="http://schemas.openxmlformats.org/drawingml/2006/main">
              <a:ext uri="{FF2B5EF4-FFF2-40B4-BE49-F238E27FC236}">
                <a16:creationId xmlns:a16="http://schemas.microsoft.com/office/drawing/2014/main" id="{D8EDBF1F-C616-4BB7-82C4-B8256FDF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0321" y="598864"/>
            <a:ext cx="1682612" cy="516836"/>
          </a:xfrm>
          <a:custGeom xmlns:a="http://schemas.openxmlformats.org/drawingml/2006/main">
            <a:pathLst>
              <a:path w="1682612" h="516836">
                <a:moveTo>
                  <a:pt x="0" y="86143"/>
                </a:moveTo>
                <a:cubicBezTo>
                  <a:pt x="0" y="38570"/>
                  <a:pt x="38564" y="0"/>
                  <a:pt x="86143" y="0"/>
                </a:cubicBezTo>
                <a:lnTo>
                  <a:pt x="1596475" y="0"/>
                </a:lnTo>
                <a:cubicBezTo>
                  <a:pt x="1644048" y="0"/>
                  <a:pt x="1682612" y="38570"/>
                  <a:pt x="1682612" y="86143"/>
                </a:cubicBezTo>
                <a:lnTo>
                  <a:pt x="1682612" y="430699"/>
                </a:lnTo>
                <a:cubicBezTo>
                  <a:pt x="1682612" y="478272"/>
                  <a:pt x="1644048" y="516836"/>
                  <a:pt x="1596475" y="516836"/>
                </a:cubicBezTo>
                <a:lnTo>
                  <a:pt x="86143" y="516836"/>
                </a:lnTo>
                <a:cubicBezTo>
                  <a:pt x="38564" y="516836"/>
                  <a:pt x="0" y="478272"/>
                  <a:pt x="0" y="430699"/>
                </a:cubicBezTo>
                <a:lnTo>
                  <a:pt x="0" y="86143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42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E43BE756-00FA-4144-84F1-E9AC07C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9000" y="646699"/>
            <a:ext cx="420901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1:  </a:t>
            </a:r>
          </a:p>
        </p:txBody>
      </p:sp>
      <p:sp>
        <p:nvSpPr>
          <p:cNvPr id="43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DD32C721-C8E9-4649-B939-A07284DF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9000" y="804421"/>
            <a:ext cx="121905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the short_fridge 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5E7F58-3583-47C6-91B0-A09119554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f349f291e45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942975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45" name="source-raster-6">
            <a:extLst xmlns:a="http://schemas.openxmlformats.org/drawingml/2006/main">
              <a:ext uri="{FF2B5EF4-FFF2-40B4-BE49-F238E27FC236}">
                <a16:creationId xmlns:a16="http://schemas.microsoft.com/office/drawing/2014/main" id="{E627F4A4-D93B-4228-91B7-CB737ED1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9429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C88EFEA2-13BB-4F64-99B9-EECE465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015" y="958710"/>
            <a:ext cx="646363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1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47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AB260C6C-9872-42FF-B93D-8370746A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460" y="423741"/>
            <a:ext cx="1691005" cy="14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Task: Heat milk in microwave</a:t>
            </a:r>
          </a:p>
        </p:txBody>
      </p:sp>
      <p:sp>
        <p:nvSpPr>
          <p:cNvPr id="48" name="pdf-path-45">
            <a:extLst xmlns:a="http://schemas.openxmlformats.org/drawingml/2006/main">
              <a:ext uri="{FF2B5EF4-FFF2-40B4-BE49-F238E27FC236}">
                <a16:creationId xmlns:a16="http://schemas.microsoft.com/office/drawing/2014/main" id="{BA64E019-7714-4305-A4E8-7B684F39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129" y="1184444"/>
            <a:ext cx="1682612" cy="500195"/>
          </a:xfrm>
          <a:custGeom xmlns:a="http://schemas.openxmlformats.org/drawingml/2006/main">
            <a:pathLst>
              <a:path w="1682612" h="500195">
                <a:moveTo>
                  <a:pt x="0" y="83365"/>
                </a:moveTo>
                <a:cubicBezTo>
                  <a:pt x="0" y="37324"/>
                  <a:pt x="37324" y="0"/>
                  <a:pt x="83365" y="0"/>
                </a:cubicBezTo>
                <a:lnTo>
                  <a:pt x="1599248" y="0"/>
                </a:lnTo>
                <a:cubicBezTo>
                  <a:pt x="1645289" y="0"/>
                  <a:pt x="1682612" y="37324"/>
                  <a:pt x="1682612" y="83365"/>
                </a:cubicBezTo>
                <a:lnTo>
                  <a:pt x="1682612" y="416824"/>
                </a:lnTo>
                <a:cubicBezTo>
                  <a:pt x="1682612" y="462865"/>
                  <a:pt x="1645289" y="500195"/>
                  <a:pt x="1599248" y="500195"/>
                </a:cubicBezTo>
                <a:lnTo>
                  <a:pt x="83365" y="500195"/>
                </a:lnTo>
                <a:cubicBezTo>
                  <a:pt x="37324" y="500195"/>
                  <a:pt x="0" y="462865"/>
                  <a:pt x="0" y="416824"/>
                </a:cubicBezTo>
                <a:lnTo>
                  <a:pt x="0" y="83365"/>
                </a:lnTo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5394">
            <a:solidFill>
              <a:srgbClr val="36BCF8">
                <a:alpha val="50000"/>
              </a:srgbClr>
            </a:solidFill>
            <a:prstDash val="solid"/>
          </a:ln>
        </p:spPr>
      </p:sp>
      <p:sp>
        <p:nvSpPr>
          <p:cNvPr id="49" name="pdf-path-47">
            <a:extLst xmlns:a="http://schemas.openxmlformats.org/drawingml/2006/main">
              <a:ext uri="{FF2B5EF4-FFF2-40B4-BE49-F238E27FC236}">
                <a16:creationId xmlns:a16="http://schemas.microsoft.com/office/drawing/2014/main" id="{BDE27163-BC25-4CF1-8858-0BDF981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4297" y="1248333"/>
            <a:ext cx="348801" cy="10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1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Step 2:</a:t>
            </a:r>
          </a:p>
        </p:txBody>
      </p:sp>
      <p:sp>
        <p:nvSpPr>
          <p:cNvPr id="50" name="pdf-path-48">
            <a:extLst xmlns:a="http://schemas.openxmlformats.org/drawingml/2006/main">
              <a:ext uri="{FF2B5EF4-FFF2-40B4-BE49-F238E27FC236}">
                <a16:creationId xmlns:a16="http://schemas.microsoft.com/office/drawing/2014/main" id="{8F9B7358-B638-4080-914B-E816FFEA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7965" y="1389891"/>
            <a:ext cx="1486170" cy="83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633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Place the milk on the coffee_table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142990-E4AE-4ECC-9483-251273284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49f062b5345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1485900"/>
            <a:ext cx="123825" cy="142875"/>
          </a:xfrm>
          <a:prstGeom xmlns:a="http://schemas.openxmlformats.org/drawingml/2006/main" prst="rect">
            <a:avLst/>
          </a:prstGeom>
        </p:spPr>
      </p:pic>
      <p:sp>
        <p:nvSpPr>
          <p:cNvPr id="52" name="source-raster-7">
            <a:extLst xmlns:a="http://schemas.openxmlformats.org/drawingml/2006/main">
              <a:ext uri="{FF2B5EF4-FFF2-40B4-BE49-F238E27FC236}">
                <a16:creationId xmlns:a16="http://schemas.microsoft.com/office/drawing/2014/main" id="{A5742D2E-BBC6-40A0-9CF7-2618012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485900"/>
            <a:ext cx="123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df-path-50">
            <a:extLst xmlns:a="http://schemas.openxmlformats.org/drawingml/2006/main">
              <a:ext uri="{FF2B5EF4-FFF2-40B4-BE49-F238E27FC236}">
                <a16:creationId xmlns:a16="http://schemas.microsoft.com/office/drawing/2014/main" id="{1F490577-3D37-4224-B47C-32F9B5F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7492" y="1516450"/>
            <a:ext cx="235815" cy="10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4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C60D08-E386-4BDB-8A07-B3078293F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84866420543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3775" y="1485900"/>
            <a:ext cx="133350" cy="142875"/>
          </a:xfrm>
          <a:prstGeom xmlns:a="http://schemas.openxmlformats.org/drawingml/2006/main" prst="rect">
            <a:avLst/>
          </a:prstGeom>
        </p:spPr>
      </p:pic>
      <p:sp>
        <p:nvSpPr>
          <p:cNvPr id="55" name="source-raster-8">
            <a:extLst xmlns:a="http://schemas.openxmlformats.org/drawingml/2006/main">
              <a:ext uri="{FF2B5EF4-FFF2-40B4-BE49-F238E27FC236}">
                <a16:creationId xmlns:a16="http://schemas.microsoft.com/office/drawing/2014/main" id="{7CBA9E73-5400-4FBB-AD9D-58CA7DC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1485900"/>
            <a:ext cx="133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df-path-52">
            <a:extLst xmlns:a="http://schemas.openxmlformats.org/drawingml/2006/main">
              <a:ext uri="{FF2B5EF4-FFF2-40B4-BE49-F238E27FC236}">
                <a16:creationId xmlns:a16="http://schemas.microsoft.com/office/drawing/2014/main" id="{2E27BAEC-1214-450A-9889-87F78E66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356" y="1516007"/>
            <a:ext cx="635049" cy="1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43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sp>
        <p:nvSpPr>
          <p:cNvPr id="57" name="pdf-path-53">
            <a:extLst xmlns:a="http://schemas.openxmlformats.org/drawingml/2006/main">
              <a:ext uri="{FF2B5EF4-FFF2-40B4-BE49-F238E27FC236}">
                <a16:creationId xmlns:a16="http://schemas.microsoft.com/office/drawing/2014/main" id="{5EEE351E-D54E-42AD-AAC8-B8062A9A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476" y="1747832"/>
            <a:ext cx="1682612" cy="500195"/>
          </a:xfrm>
          <a:custGeom xmlns:a="http://schemas.openxmlformats.org/drawingml/2006/main">
            <a:pathLst>
              <a:path w="1682612" h="500195">
                <a:moveTo>
                  <a:pt x="0" y="83365"/>
                </a:moveTo>
                <a:cubicBezTo>
                  <a:pt x="0" y="37324"/>
                  <a:pt x="37324" y="0"/>
                  <a:pt x="83365" y="0"/>
                </a:cubicBezTo>
                <a:lnTo>
                  <a:pt x="1599248" y="0"/>
                </a:lnTo>
                <a:cubicBezTo>
                  <a:pt x="1645289" y="0"/>
                  <a:pt x="1682612" y="37324"/>
                  <a:pt x="1682612" y="83365"/>
                </a:cubicBezTo>
                <a:lnTo>
                  <a:pt x="1682612" y="416824"/>
                </a:lnTo>
                <a:cubicBezTo>
                  <a:pt x="1682612" y="462865"/>
                  <a:pt x="1645289" y="500195"/>
                  <a:pt x="1599248" y="500195"/>
                </a:cubicBezTo>
                <a:lnTo>
                  <a:pt x="83365" y="500195"/>
                </a:lnTo>
                <a:cubicBezTo>
                  <a:pt x="37324" y="500195"/>
                  <a:pt x="0" y="462865"/>
                  <a:pt x="0" y="416824"/>
                </a:cubicBezTo>
                <a:lnTo>
                  <a:pt x="0" y="83365"/>
                </a:lnTo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5394">
            <a:solidFill>
              <a:srgbClr val="36BCF8">
                <a:alpha val="50000"/>
              </a:srgbClr>
            </a:solidFill>
            <a:prstDash val="solid"/>
          </a:ln>
        </p:spPr>
      </p:sp>
      <p:sp>
        <p:nvSpPr>
          <p:cNvPr id="58" name="pdf-path-55">
            <a:extLst xmlns:a="http://schemas.openxmlformats.org/drawingml/2006/main">
              <a:ext uri="{FF2B5EF4-FFF2-40B4-BE49-F238E27FC236}">
                <a16:creationId xmlns:a16="http://schemas.microsoft.com/office/drawing/2014/main" id="{AA1E1F26-5552-4998-B727-FAC0F2D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4665" y="1811802"/>
            <a:ext cx="348801" cy="10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1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Step 3:</a:t>
            </a:r>
          </a:p>
        </p:txBody>
      </p:sp>
      <p:sp>
        <p:nvSpPr>
          <p:cNvPr id="59" name="pdf-path-56">
            <a:extLst xmlns:a="http://schemas.openxmlformats.org/drawingml/2006/main">
              <a:ext uri="{FF2B5EF4-FFF2-40B4-BE49-F238E27FC236}">
                <a16:creationId xmlns:a16="http://schemas.microsoft.com/office/drawing/2014/main" id="{5B6AE73E-DE09-4325-ABC5-95D2003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9257" y="1956196"/>
            <a:ext cx="1480484" cy="9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5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5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651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Pick up the milk on the coffee_table</a:t>
            </a:r>
          </a:p>
        </p:txBody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8A99B3-4FB6-4942-B56D-5D3124D279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50d633b1e45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2066925"/>
            <a:ext cx="123825" cy="142875"/>
          </a:xfrm>
          <a:prstGeom xmlns:a="http://schemas.openxmlformats.org/drawingml/2006/main" prst="rect">
            <a:avLst/>
          </a:prstGeom>
        </p:spPr>
      </p:pic>
      <p:sp>
        <p:nvSpPr>
          <p:cNvPr id="61" name="source-raster-9">
            <a:extLst xmlns:a="http://schemas.openxmlformats.org/drawingml/2006/main">
              <a:ext uri="{FF2B5EF4-FFF2-40B4-BE49-F238E27FC236}">
                <a16:creationId xmlns:a16="http://schemas.microsoft.com/office/drawing/2014/main" id="{86CA0FBE-05B8-4DA5-BE66-4DBCEA72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66925"/>
            <a:ext cx="1238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83C58804-4488-4C65-A0D1-6A533E8D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860" y="2092865"/>
            <a:ext cx="235815" cy="10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4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218632-6F91-462D-A35C-DDE6B3DE6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85efab59b46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2066925"/>
            <a:ext cx="95250" cy="133350"/>
          </a:xfrm>
          <a:prstGeom xmlns:a="http://schemas.openxmlformats.org/drawingml/2006/main" prst="rect">
            <a:avLst/>
          </a:prstGeom>
        </p:spPr>
      </p:pic>
      <p:sp>
        <p:nvSpPr>
          <p:cNvPr id="64" name="source-raster-10">
            <a:extLst xmlns:a="http://schemas.openxmlformats.org/drawingml/2006/main">
              <a:ext uri="{FF2B5EF4-FFF2-40B4-BE49-F238E27FC236}">
                <a16:creationId xmlns:a16="http://schemas.microsoft.com/office/drawing/2014/main" id="{E6A9CDE0-72E0-4A77-BC2F-CD218C1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206692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pdf-path-60">
            <a:extLst xmlns:a="http://schemas.openxmlformats.org/drawingml/2006/main">
              <a:ext uri="{FF2B5EF4-FFF2-40B4-BE49-F238E27FC236}">
                <a16:creationId xmlns:a16="http://schemas.microsoft.com/office/drawing/2014/main" id="{175554AB-9365-45AA-A130-4C0BFA9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6296" y="2092421"/>
            <a:ext cx="644834" cy="111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43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sp>
        <p:nvSpPr>
          <p:cNvPr id="66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B2034CE-1415-4463-985D-B6E9AC96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798" y="2264396"/>
            <a:ext cx="129466" cy="129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67" name="pdf-path-62">
            <a:extLst xmlns:a="http://schemas.openxmlformats.org/drawingml/2006/main">
              <a:ext uri="{FF2B5EF4-FFF2-40B4-BE49-F238E27FC236}">
                <a16:creationId xmlns:a16="http://schemas.microsoft.com/office/drawing/2014/main" id="{A82B514F-020E-4908-933D-407AD39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1626" y="1115702"/>
            <a:ext cx="453" cy="38397"/>
          </a:xfrm>
          <a:custGeom xmlns:a="http://schemas.openxmlformats.org/drawingml/2006/main">
            <a:pathLst>
              <a:path w="453" h="38397">
                <a:moveTo>
                  <a:pt x="0" y="0"/>
                </a:moveTo>
                <a:lnTo>
                  <a:pt x="453" y="38397"/>
                </a:lnTo>
              </a:path>
            </a:pathLst>
          </a:custGeom>
          <a:noFill xmlns:a="http://schemas.openxmlformats.org/drawingml/2006/main"/>
          <a:ln xmlns:a="http://schemas.openxmlformats.org/drawingml/2006/main" w="12137">
            <a:solidFill>
              <a:srgbClr val="000000"/>
            </a:solidFill>
            <a:prstDash val="solid"/>
          </a:ln>
        </p:spPr>
      </p:sp>
      <p:sp>
        <p:nvSpPr>
          <p:cNvPr id="68" name="pdf-path-63">
            <a:extLst xmlns:a="http://schemas.openxmlformats.org/drawingml/2006/main">
              <a:ext uri="{FF2B5EF4-FFF2-40B4-BE49-F238E27FC236}">
                <a16:creationId xmlns:a16="http://schemas.microsoft.com/office/drawing/2014/main" id="{6D756C3C-EE63-4080-9E48-D6868E80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3801" y="1147819"/>
            <a:ext cx="36412" cy="36622"/>
          </a:xfrm>
          <a:custGeom xmlns:a="http://schemas.openxmlformats.org/drawingml/2006/main">
            <a:pathLst>
              <a:path w="36412" h="36622">
                <a:moveTo>
                  <a:pt x="36412" y="0"/>
                </a:moveTo>
                <a:lnTo>
                  <a:pt x="18632" y="36622"/>
                </a:lnTo>
                <a:lnTo>
                  <a:pt x="0" y="426"/>
                </a:lnTo>
                <a:lnTo>
                  <a:pt x="364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354FBB41-B6F1-4B02-952C-186D5889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323" y="2443093"/>
            <a:ext cx="1682612" cy="549785"/>
          </a:xfrm>
          <a:custGeom xmlns:a="http://schemas.openxmlformats.org/drawingml/2006/main">
            <a:pathLst>
              <a:path w="1682612" h="549785">
                <a:moveTo>
                  <a:pt x="0" y="91634"/>
                </a:moveTo>
                <a:cubicBezTo>
                  <a:pt x="0" y="41024"/>
                  <a:pt x="41024" y="0"/>
                  <a:pt x="91635" y="0"/>
                </a:cubicBezTo>
                <a:lnTo>
                  <a:pt x="1590978" y="0"/>
                </a:lnTo>
                <a:cubicBezTo>
                  <a:pt x="1641588" y="0"/>
                  <a:pt x="1682612" y="41024"/>
                  <a:pt x="1682612" y="91634"/>
                </a:cubicBezTo>
                <a:lnTo>
                  <a:pt x="1682612" y="458151"/>
                </a:lnTo>
                <a:cubicBezTo>
                  <a:pt x="1682612" y="508761"/>
                  <a:pt x="1641588" y="549785"/>
                  <a:pt x="1590978" y="549785"/>
                </a:cubicBezTo>
                <a:lnTo>
                  <a:pt x="91635" y="549785"/>
                </a:lnTo>
                <a:cubicBezTo>
                  <a:pt x="41024" y="549785"/>
                  <a:pt x="0" y="508761"/>
                  <a:pt x="0" y="458151"/>
                </a:cubicBezTo>
                <a:lnTo>
                  <a:pt x="0" y="91634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65">
            <a:extLst xmlns:a="http://schemas.openxmlformats.org/drawingml/2006/main">
              <a:ext uri="{FF2B5EF4-FFF2-40B4-BE49-F238E27FC236}">
                <a16:creationId xmlns:a16="http://schemas.microsoft.com/office/drawing/2014/main" id="{DB0191AE-060D-4276-8DAC-740D04BC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1323" y="2443093"/>
            <a:ext cx="1682612" cy="549785"/>
          </a:xfrm>
          <a:custGeom xmlns:a="http://schemas.openxmlformats.org/drawingml/2006/main">
            <a:pathLst>
              <a:path w="1682612" h="549785">
                <a:moveTo>
                  <a:pt x="0" y="91634"/>
                </a:moveTo>
                <a:cubicBezTo>
                  <a:pt x="0" y="41024"/>
                  <a:pt x="41024" y="0"/>
                  <a:pt x="91635" y="0"/>
                </a:cubicBezTo>
                <a:lnTo>
                  <a:pt x="1590978" y="0"/>
                </a:lnTo>
                <a:cubicBezTo>
                  <a:pt x="1641588" y="0"/>
                  <a:pt x="1682612" y="41024"/>
                  <a:pt x="1682612" y="91634"/>
                </a:cubicBezTo>
                <a:lnTo>
                  <a:pt x="1682612" y="458151"/>
                </a:lnTo>
                <a:cubicBezTo>
                  <a:pt x="1682612" y="508761"/>
                  <a:pt x="1641588" y="549785"/>
                  <a:pt x="1590978" y="549785"/>
                </a:cubicBezTo>
                <a:lnTo>
                  <a:pt x="91635" y="549785"/>
                </a:lnTo>
                <a:cubicBezTo>
                  <a:pt x="41024" y="549785"/>
                  <a:pt x="0" y="508761"/>
                  <a:pt x="0" y="458151"/>
                </a:cubicBezTo>
                <a:lnTo>
                  <a:pt x="0" y="91634"/>
                </a:ln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71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8C37A74E-B6C1-4C01-90F7-42ACD6C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002" y="2512742"/>
            <a:ext cx="439027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N:  </a:t>
            </a:r>
          </a:p>
        </p:txBody>
      </p:sp>
      <p:sp>
        <p:nvSpPr>
          <p:cNvPr id="72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2E1B681C-4EB2-40DE-8573-AE0DD1C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002" y="2670464"/>
            <a:ext cx="1641130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2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on the microwave              </a:t>
            </a:r>
          </a:p>
        </p:txBody>
      </p:sp>
      <p:sp>
        <p:nvSpPr>
          <p:cNvPr id="73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789F2BEF-4B1E-47B3-8677-7EC25CF1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002" y="2823459"/>
            <a:ext cx="746061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86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      microwave</a:t>
            </a:r>
          </a:p>
        </p:txBody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CD01ED-E03A-46B3-853D-A47D54E1F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00ff6f0e84f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2828925"/>
            <a:ext cx="152400" cy="114300"/>
          </a:xfrm>
          <a:prstGeom xmlns:a="http://schemas.openxmlformats.org/drawingml/2006/main" prst="rect">
            <a:avLst/>
          </a:prstGeom>
        </p:spPr>
      </p:pic>
      <p:sp>
        <p:nvSpPr>
          <p:cNvPr id="75" name="source-raster-11">
            <a:extLst xmlns:a="http://schemas.openxmlformats.org/drawingml/2006/main">
              <a:ext uri="{FF2B5EF4-FFF2-40B4-BE49-F238E27FC236}">
                <a16:creationId xmlns:a16="http://schemas.microsoft.com/office/drawing/2014/main" id="{DFA4146D-ED25-4B8D-9C2B-27103B65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2828925"/>
            <a:ext cx="152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pdf-path-70">
            <a:extLst xmlns:a="http://schemas.openxmlformats.org/drawingml/2006/main">
              <a:ext uri="{FF2B5EF4-FFF2-40B4-BE49-F238E27FC236}">
                <a16:creationId xmlns:a16="http://schemas.microsoft.com/office/drawing/2014/main" id="{0384D755-72CF-4CD7-BC6A-7B2C4B7B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330" y="171761"/>
            <a:ext cx="306300" cy="301535"/>
          </a:xfrm>
          <a:custGeom xmlns:a="http://schemas.openxmlformats.org/drawingml/2006/main">
            <a:pathLst>
              <a:path w="306300" h="301535">
                <a:moveTo>
                  <a:pt x="58211" y="36763"/>
                </a:moveTo>
                <a:lnTo>
                  <a:pt x="57267" y="37879"/>
                </a:lnTo>
                <a:cubicBezTo>
                  <a:pt x="55573" y="36865"/>
                  <a:pt x="53577" y="36536"/>
                  <a:pt x="51269" y="36898"/>
                </a:cubicBezTo>
                <a:cubicBezTo>
                  <a:pt x="49575" y="37189"/>
                  <a:pt x="46322" y="38494"/>
                  <a:pt x="41505" y="40803"/>
                </a:cubicBezTo>
                <a:lnTo>
                  <a:pt x="998" y="60169"/>
                </a:lnTo>
                <a:lnTo>
                  <a:pt x="0" y="59327"/>
                </a:lnTo>
                <a:lnTo>
                  <a:pt x="13449" y="14932"/>
                </a:lnTo>
                <a:cubicBezTo>
                  <a:pt x="15072" y="9580"/>
                  <a:pt x="15887" y="6322"/>
                  <a:pt x="15892" y="5152"/>
                </a:cubicBezTo>
                <a:cubicBezTo>
                  <a:pt x="15897" y="3987"/>
                  <a:pt x="15180" y="2638"/>
                  <a:pt x="13745" y="1117"/>
                </a:cubicBezTo>
                <a:lnTo>
                  <a:pt x="14690" y="0"/>
                </a:lnTo>
                <a:lnTo>
                  <a:pt x="34309" y="16572"/>
                </a:lnTo>
                <a:lnTo>
                  <a:pt x="33365" y="17688"/>
                </a:lnTo>
                <a:lnTo>
                  <a:pt x="32701" y="17127"/>
                </a:lnTo>
                <a:cubicBezTo>
                  <a:pt x="30926" y="15633"/>
                  <a:pt x="29535" y="14829"/>
                  <a:pt x="28515" y="14732"/>
                </a:cubicBezTo>
                <a:cubicBezTo>
                  <a:pt x="27798" y="14640"/>
                  <a:pt x="27194" y="14889"/>
                  <a:pt x="26703" y="15471"/>
                </a:cubicBezTo>
                <a:cubicBezTo>
                  <a:pt x="26395" y="15833"/>
                  <a:pt x="26115" y="16329"/>
                  <a:pt x="25861" y="16960"/>
                </a:cubicBezTo>
                <a:cubicBezTo>
                  <a:pt x="25602" y="17586"/>
                  <a:pt x="25030" y="19371"/>
                  <a:pt x="24135" y="22306"/>
                </a:cubicBezTo>
                <a:lnTo>
                  <a:pt x="15650" y="50044"/>
                </a:lnTo>
                <a:lnTo>
                  <a:pt x="39061" y="38737"/>
                </a:lnTo>
                <a:cubicBezTo>
                  <a:pt x="41877" y="37362"/>
                  <a:pt x="43711" y="36396"/>
                  <a:pt x="44564" y="35835"/>
                </a:cubicBezTo>
                <a:cubicBezTo>
                  <a:pt x="45416" y="35279"/>
                  <a:pt x="46058" y="34740"/>
                  <a:pt x="46500" y="34217"/>
                </a:cubicBezTo>
                <a:cubicBezTo>
                  <a:pt x="47013" y="33613"/>
                  <a:pt x="47304" y="32943"/>
                  <a:pt x="47368" y="32210"/>
                </a:cubicBezTo>
                <a:cubicBezTo>
                  <a:pt x="47439" y="31476"/>
                  <a:pt x="47266" y="30721"/>
                  <a:pt x="46845" y="29955"/>
                </a:cubicBezTo>
                <a:cubicBezTo>
                  <a:pt x="46268" y="28882"/>
                  <a:pt x="45265" y="27743"/>
                  <a:pt x="43835" y="26535"/>
                </a:cubicBezTo>
                <a:lnTo>
                  <a:pt x="44779" y="25418"/>
                </a:lnTo>
                <a:lnTo>
                  <a:pt x="58211" y="36763"/>
                </a:lnTo>
                <a:moveTo>
                  <a:pt x="57461" y="80350"/>
                </a:moveTo>
                <a:lnTo>
                  <a:pt x="41974" y="67268"/>
                </a:lnTo>
                <a:cubicBezTo>
                  <a:pt x="38997" y="71163"/>
                  <a:pt x="37492" y="74966"/>
                  <a:pt x="37470" y="78666"/>
                </a:cubicBezTo>
                <a:cubicBezTo>
                  <a:pt x="37448" y="81509"/>
                  <a:pt x="38408" y="83753"/>
                  <a:pt x="40361" y="85404"/>
                </a:cubicBezTo>
                <a:cubicBezTo>
                  <a:pt x="41569" y="86424"/>
                  <a:pt x="42951" y="87011"/>
                  <a:pt x="44505" y="87173"/>
                </a:cubicBezTo>
                <a:cubicBezTo>
                  <a:pt x="46063" y="87330"/>
                  <a:pt x="48140" y="87011"/>
                  <a:pt x="50746" y="86213"/>
                </a:cubicBezTo>
                <a:lnTo>
                  <a:pt x="51215" y="87745"/>
                </a:lnTo>
                <a:cubicBezTo>
                  <a:pt x="47050" y="89569"/>
                  <a:pt x="43496" y="90351"/>
                  <a:pt x="40545" y="90086"/>
                </a:cubicBezTo>
                <a:cubicBezTo>
                  <a:pt x="37600" y="89817"/>
                  <a:pt x="34908" y="88657"/>
                  <a:pt x="32475" y="86602"/>
                </a:cubicBezTo>
                <a:cubicBezTo>
                  <a:pt x="28289" y="83063"/>
                  <a:pt x="26476" y="78780"/>
                  <a:pt x="27043" y="73741"/>
                </a:cubicBezTo>
                <a:cubicBezTo>
                  <a:pt x="27507" y="69685"/>
                  <a:pt x="29362" y="65731"/>
                  <a:pt x="32610" y="61890"/>
                </a:cubicBezTo>
                <a:cubicBezTo>
                  <a:pt x="36586" y="57181"/>
                  <a:pt x="41025" y="54510"/>
                  <a:pt x="45922" y="53874"/>
                </a:cubicBezTo>
                <a:cubicBezTo>
                  <a:pt x="50821" y="53237"/>
                  <a:pt x="54980" y="54359"/>
                  <a:pt x="58406" y="57251"/>
                </a:cubicBezTo>
                <a:cubicBezTo>
                  <a:pt x="61259" y="59662"/>
                  <a:pt x="62748" y="62931"/>
                  <a:pt x="62872" y="67052"/>
                </a:cubicBezTo>
                <a:cubicBezTo>
                  <a:pt x="62996" y="71174"/>
                  <a:pt x="61189" y="75602"/>
                  <a:pt x="57461" y="80350"/>
                </a:cubicBezTo>
                <a:moveTo>
                  <a:pt x="51743" y="72053"/>
                </a:moveTo>
                <a:cubicBezTo>
                  <a:pt x="54478" y="68816"/>
                  <a:pt x="56183" y="66443"/>
                  <a:pt x="56852" y="64938"/>
                </a:cubicBezTo>
                <a:cubicBezTo>
                  <a:pt x="57515" y="63433"/>
                  <a:pt x="57742" y="62052"/>
                  <a:pt x="57526" y="60800"/>
                </a:cubicBezTo>
                <a:cubicBezTo>
                  <a:pt x="57407" y="60083"/>
                  <a:pt x="56997" y="59425"/>
                  <a:pt x="56291" y="58831"/>
                </a:cubicBezTo>
                <a:cubicBezTo>
                  <a:pt x="55250" y="57947"/>
                  <a:pt x="53960" y="57736"/>
                  <a:pt x="52429" y="58200"/>
                </a:cubicBezTo>
                <a:cubicBezTo>
                  <a:pt x="49726" y="58988"/>
                  <a:pt x="47061" y="60946"/>
                  <a:pt x="44423" y="64064"/>
                </a:cubicBezTo>
                <a:lnTo>
                  <a:pt x="43533" y="65121"/>
                </a:lnTo>
                <a:lnTo>
                  <a:pt x="51743" y="72053"/>
                </a:lnTo>
                <a:moveTo>
                  <a:pt x="83527" y="79923"/>
                </a:moveTo>
                <a:lnTo>
                  <a:pt x="78122" y="86321"/>
                </a:lnTo>
                <a:cubicBezTo>
                  <a:pt x="82459" y="84983"/>
                  <a:pt x="85734" y="84433"/>
                  <a:pt x="87950" y="84665"/>
                </a:cubicBezTo>
                <a:cubicBezTo>
                  <a:pt x="90168" y="84902"/>
                  <a:pt x="91931" y="85571"/>
                  <a:pt x="93237" y="86677"/>
                </a:cubicBezTo>
                <a:cubicBezTo>
                  <a:pt x="94364" y="87626"/>
                  <a:pt x="94974" y="88738"/>
                  <a:pt x="95060" y="90000"/>
                </a:cubicBezTo>
                <a:cubicBezTo>
                  <a:pt x="95147" y="91262"/>
                  <a:pt x="94656" y="92530"/>
                  <a:pt x="93582" y="93798"/>
                </a:cubicBezTo>
                <a:cubicBezTo>
                  <a:pt x="92444" y="95146"/>
                  <a:pt x="91235" y="95912"/>
                  <a:pt x="89952" y="96106"/>
                </a:cubicBezTo>
                <a:cubicBezTo>
                  <a:pt x="88668" y="96301"/>
                  <a:pt x="87568" y="96004"/>
                  <a:pt x="86640" y="95222"/>
                </a:cubicBezTo>
                <a:cubicBezTo>
                  <a:pt x="85572" y="94321"/>
                  <a:pt x="84935" y="93199"/>
                  <a:pt x="84730" y="91850"/>
                </a:cubicBezTo>
                <a:cubicBezTo>
                  <a:pt x="84525" y="90502"/>
                  <a:pt x="84385" y="89730"/>
                  <a:pt x="84310" y="89531"/>
                </a:cubicBezTo>
                <a:cubicBezTo>
                  <a:pt x="84212" y="89239"/>
                  <a:pt x="84029" y="88986"/>
                  <a:pt x="83770" y="88765"/>
                </a:cubicBezTo>
                <a:cubicBezTo>
                  <a:pt x="83187" y="88269"/>
                  <a:pt x="82443" y="88026"/>
                  <a:pt x="81547" y="88026"/>
                </a:cubicBezTo>
                <a:cubicBezTo>
                  <a:pt x="80145" y="88010"/>
                  <a:pt x="78694" y="88463"/>
                  <a:pt x="77205" y="89369"/>
                </a:cubicBezTo>
                <a:cubicBezTo>
                  <a:pt x="74913" y="90777"/>
                  <a:pt x="72771" y="92659"/>
                  <a:pt x="70780" y="95017"/>
                </a:cubicBezTo>
                <a:lnTo>
                  <a:pt x="65299" y="101506"/>
                </a:lnTo>
                <a:lnTo>
                  <a:pt x="63902" y="103222"/>
                </a:lnTo>
                <a:cubicBezTo>
                  <a:pt x="62932" y="104365"/>
                  <a:pt x="62381" y="105158"/>
                  <a:pt x="62251" y="105601"/>
                </a:cubicBezTo>
                <a:cubicBezTo>
                  <a:pt x="62036" y="106350"/>
                  <a:pt x="62058" y="107046"/>
                  <a:pt x="62317" y="107699"/>
                </a:cubicBezTo>
                <a:cubicBezTo>
                  <a:pt x="62575" y="108352"/>
                  <a:pt x="63244" y="109182"/>
                  <a:pt x="64323" y="110191"/>
                </a:cubicBezTo>
                <a:lnTo>
                  <a:pt x="63406" y="111281"/>
                </a:lnTo>
                <a:lnTo>
                  <a:pt x="48162" y="98404"/>
                </a:lnTo>
                <a:lnTo>
                  <a:pt x="49078" y="97320"/>
                </a:lnTo>
                <a:cubicBezTo>
                  <a:pt x="50389" y="98253"/>
                  <a:pt x="51506" y="98620"/>
                  <a:pt x="52423" y="98410"/>
                </a:cubicBezTo>
                <a:cubicBezTo>
                  <a:pt x="53340" y="98205"/>
                  <a:pt x="54835" y="96873"/>
                  <a:pt x="56911" y="94418"/>
                </a:cubicBezTo>
                <a:lnTo>
                  <a:pt x="70089" y="78812"/>
                </a:lnTo>
                <a:cubicBezTo>
                  <a:pt x="71449" y="77199"/>
                  <a:pt x="72236" y="76109"/>
                  <a:pt x="72447" y="75527"/>
                </a:cubicBezTo>
                <a:cubicBezTo>
                  <a:pt x="72722" y="74793"/>
                  <a:pt x="72781" y="74135"/>
                  <a:pt x="72620" y="73553"/>
                </a:cubicBezTo>
                <a:cubicBezTo>
                  <a:pt x="72458" y="72970"/>
                  <a:pt x="71935" y="72220"/>
                  <a:pt x="71056" y="71303"/>
                </a:cubicBezTo>
                <a:lnTo>
                  <a:pt x="71999" y="70186"/>
                </a:lnTo>
                <a:lnTo>
                  <a:pt x="83527" y="79923"/>
                </a:lnTo>
                <a:moveTo>
                  <a:pt x="117356" y="85069"/>
                </a:moveTo>
                <a:cubicBezTo>
                  <a:pt x="118666" y="86175"/>
                  <a:pt x="119384" y="87567"/>
                  <a:pt x="119518" y="89245"/>
                </a:cubicBezTo>
                <a:cubicBezTo>
                  <a:pt x="119648" y="90928"/>
                  <a:pt x="119173" y="92411"/>
                  <a:pt x="118084" y="93701"/>
                </a:cubicBezTo>
                <a:cubicBezTo>
                  <a:pt x="116994" y="94990"/>
                  <a:pt x="115613" y="95697"/>
                  <a:pt x="113930" y="95831"/>
                </a:cubicBezTo>
                <a:cubicBezTo>
                  <a:pt x="112252" y="95961"/>
                  <a:pt x="110769" y="95486"/>
                  <a:pt x="109479" y="94396"/>
                </a:cubicBezTo>
                <a:cubicBezTo>
                  <a:pt x="108190" y="93307"/>
                  <a:pt x="107478" y="91931"/>
                  <a:pt x="107338" y="90259"/>
                </a:cubicBezTo>
                <a:cubicBezTo>
                  <a:pt x="107198" y="88587"/>
                  <a:pt x="107667" y="87109"/>
                  <a:pt x="108756" y="85819"/>
                </a:cubicBezTo>
                <a:cubicBezTo>
                  <a:pt x="109846" y="84536"/>
                  <a:pt x="111227" y="83813"/>
                  <a:pt x="112905" y="83662"/>
                </a:cubicBezTo>
                <a:cubicBezTo>
                  <a:pt x="114588" y="83516"/>
                  <a:pt x="116071" y="83980"/>
                  <a:pt x="117356" y="85069"/>
                </a:cubicBezTo>
                <a:moveTo>
                  <a:pt x="110035" y="102310"/>
                </a:moveTo>
                <a:lnTo>
                  <a:pt x="91139" y="124675"/>
                </a:lnTo>
                <a:cubicBezTo>
                  <a:pt x="89456" y="126671"/>
                  <a:pt x="88614" y="128138"/>
                  <a:pt x="88609" y="129082"/>
                </a:cubicBezTo>
                <a:cubicBezTo>
                  <a:pt x="88604" y="130026"/>
                  <a:pt x="89245" y="131105"/>
                  <a:pt x="90524" y="132324"/>
                </a:cubicBezTo>
                <a:lnTo>
                  <a:pt x="89606" y="133414"/>
                </a:lnTo>
                <a:lnTo>
                  <a:pt x="74362" y="120538"/>
                </a:lnTo>
                <a:lnTo>
                  <a:pt x="75279" y="119453"/>
                </a:lnTo>
                <a:cubicBezTo>
                  <a:pt x="76563" y="120462"/>
                  <a:pt x="77793" y="120883"/>
                  <a:pt x="78975" y="120710"/>
                </a:cubicBezTo>
                <a:cubicBezTo>
                  <a:pt x="79767" y="120586"/>
                  <a:pt x="81008" y="119529"/>
                  <a:pt x="82691" y="117538"/>
                </a:cubicBezTo>
                <a:lnTo>
                  <a:pt x="96609" y="101059"/>
                </a:lnTo>
                <a:cubicBezTo>
                  <a:pt x="98292" y="99068"/>
                  <a:pt x="99139" y="97601"/>
                  <a:pt x="99144" y="96657"/>
                </a:cubicBezTo>
                <a:cubicBezTo>
                  <a:pt x="99144" y="95707"/>
                  <a:pt x="98518" y="94639"/>
                  <a:pt x="97256" y="93436"/>
                </a:cubicBezTo>
                <a:lnTo>
                  <a:pt x="98200" y="92320"/>
                </a:lnTo>
                <a:lnTo>
                  <a:pt x="110035" y="102310"/>
                </a:lnTo>
                <a:moveTo>
                  <a:pt x="126202" y="121039"/>
                </a:moveTo>
                <a:lnTo>
                  <a:pt x="109652" y="140626"/>
                </a:lnTo>
                <a:cubicBezTo>
                  <a:pt x="108055" y="142514"/>
                  <a:pt x="107257" y="143874"/>
                  <a:pt x="107246" y="144699"/>
                </a:cubicBezTo>
                <a:cubicBezTo>
                  <a:pt x="107263" y="145983"/>
                  <a:pt x="108163" y="147332"/>
                  <a:pt x="109943" y="148734"/>
                </a:cubicBezTo>
                <a:lnTo>
                  <a:pt x="109027" y="149818"/>
                </a:lnTo>
                <a:lnTo>
                  <a:pt x="92395" y="135771"/>
                </a:lnTo>
                <a:lnTo>
                  <a:pt x="93313" y="134682"/>
                </a:lnTo>
                <a:cubicBezTo>
                  <a:pt x="94596" y="135734"/>
                  <a:pt x="95622" y="136349"/>
                  <a:pt x="96382" y="136527"/>
                </a:cubicBezTo>
                <a:cubicBezTo>
                  <a:pt x="97148" y="136705"/>
                  <a:pt x="97833" y="136640"/>
                  <a:pt x="98443" y="136327"/>
                </a:cubicBezTo>
                <a:cubicBezTo>
                  <a:pt x="99052" y="136014"/>
                  <a:pt x="100002" y="135092"/>
                  <a:pt x="101291" y="133565"/>
                </a:cubicBezTo>
                <a:lnTo>
                  <a:pt x="117840" y="113973"/>
                </a:lnTo>
                <a:lnTo>
                  <a:pt x="113736" y="110509"/>
                </a:lnTo>
                <a:lnTo>
                  <a:pt x="116233" y="107548"/>
                </a:lnTo>
                <a:lnTo>
                  <a:pt x="120339" y="111017"/>
                </a:lnTo>
                <a:lnTo>
                  <a:pt x="122097" y="108934"/>
                </a:lnTo>
                <a:lnTo>
                  <a:pt x="123267" y="107489"/>
                </a:lnTo>
                <a:cubicBezTo>
                  <a:pt x="125712" y="104592"/>
                  <a:pt x="128813" y="103076"/>
                  <a:pt x="132567" y="102936"/>
                </a:cubicBezTo>
                <a:cubicBezTo>
                  <a:pt x="136322" y="102795"/>
                  <a:pt x="140012" y="104257"/>
                  <a:pt x="143631" y="107316"/>
                </a:cubicBezTo>
                <a:cubicBezTo>
                  <a:pt x="146108" y="109409"/>
                  <a:pt x="147553" y="111421"/>
                  <a:pt x="147969" y="113358"/>
                </a:cubicBezTo>
                <a:cubicBezTo>
                  <a:pt x="148384" y="115294"/>
                  <a:pt x="148114" y="116826"/>
                  <a:pt x="147165" y="117954"/>
                </a:cubicBezTo>
                <a:cubicBezTo>
                  <a:pt x="146399" y="118860"/>
                  <a:pt x="145363" y="119329"/>
                  <a:pt x="144057" y="119367"/>
                </a:cubicBezTo>
                <a:cubicBezTo>
                  <a:pt x="142752" y="119399"/>
                  <a:pt x="141490" y="118898"/>
                  <a:pt x="140260" y="117862"/>
                </a:cubicBezTo>
                <a:cubicBezTo>
                  <a:pt x="139213" y="116977"/>
                  <a:pt x="138614" y="116006"/>
                  <a:pt x="138458" y="114944"/>
                </a:cubicBezTo>
                <a:cubicBezTo>
                  <a:pt x="138302" y="113881"/>
                  <a:pt x="138507" y="113018"/>
                  <a:pt x="139068" y="112354"/>
                </a:cubicBezTo>
                <a:cubicBezTo>
                  <a:pt x="139219" y="112176"/>
                  <a:pt x="139596" y="111853"/>
                  <a:pt x="140190" y="111394"/>
                </a:cubicBezTo>
                <a:cubicBezTo>
                  <a:pt x="140562" y="111119"/>
                  <a:pt x="140875" y="110828"/>
                  <a:pt x="141128" y="110531"/>
                </a:cubicBezTo>
                <a:cubicBezTo>
                  <a:pt x="141484" y="110105"/>
                  <a:pt x="141630" y="109695"/>
                  <a:pt x="141555" y="109285"/>
                </a:cubicBezTo>
                <a:cubicBezTo>
                  <a:pt x="141490" y="108713"/>
                  <a:pt x="141225" y="108233"/>
                  <a:pt x="140761" y="107839"/>
                </a:cubicBezTo>
                <a:cubicBezTo>
                  <a:pt x="140179" y="107348"/>
                  <a:pt x="139489" y="107176"/>
                  <a:pt x="138685" y="107327"/>
                </a:cubicBezTo>
                <a:cubicBezTo>
                  <a:pt x="137886" y="107478"/>
                  <a:pt x="137034" y="108087"/>
                  <a:pt x="136133" y="109155"/>
                </a:cubicBezTo>
                <a:lnTo>
                  <a:pt x="131731" y="114485"/>
                </a:lnTo>
                <a:lnTo>
                  <a:pt x="128700" y="118078"/>
                </a:lnTo>
                <a:lnTo>
                  <a:pt x="132864" y="121595"/>
                </a:lnTo>
                <a:lnTo>
                  <a:pt x="130366" y="124556"/>
                </a:lnTo>
                <a:lnTo>
                  <a:pt x="126202" y="121039"/>
                </a:lnTo>
                <a:moveTo>
                  <a:pt x="155434" y="117236"/>
                </a:moveTo>
                <a:cubicBezTo>
                  <a:pt x="156745" y="118337"/>
                  <a:pt x="157462" y="119734"/>
                  <a:pt x="157592" y="121411"/>
                </a:cubicBezTo>
                <a:cubicBezTo>
                  <a:pt x="157727" y="123095"/>
                  <a:pt x="157247" y="124578"/>
                  <a:pt x="156162" y="125862"/>
                </a:cubicBezTo>
                <a:cubicBezTo>
                  <a:pt x="155073" y="127151"/>
                  <a:pt x="153687" y="127863"/>
                  <a:pt x="152009" y="127993"/>
                </a:cubicBezTo>
                <a:cubicBezTo>
                  <a:pt x="150326" y="128127"/>
                  <a:pt x="148842" y="127647"/>
                  <a:pt x="147559" y="126558"/>
                </a:cubicBezTo>
                <a:cubicBezTo>
                  <a:pt x="146269" y="125473"/>
                  <a:pt x="145552" y="124093"/>
                  <a:pt x="145412" y="122426"/>
                </a:cubicBezTo>
                <a:cubicBezTo>
                  <a:pt x="145271" y="120753"/>
                  <a:pt x="145746" y="119275"/>
                  <a:pt x="146836" y="117986"/>
                </a:cubicBezTo>
                <a:cubicBezTo>
                  <a:pt x="147920" y="116697"/>
                  <a:pt x="149306" y="115979"/>
                  <a:pt x="150984" y="115828"/>
                </a:cubicBezTo>
                <a:cubicBezTo>
                  <a:pt x="152662" y="115677"/>
                  <a:pt x="154145" y="116147"/>
                  <a:pt x="155434" y="117236"/>
                </a:cubicBezTo>
                <a:moveTo>
                  <a:pt x="148109" y="134477"/>
                </a:moveTo>
                <a:lnTo>
                  <a:pt x="129218" y="156842"/>
                </a:lnTo>
                <a:cubicBezTo>
                  <a:pt x="127535" y="158832"/>
                  <a:pt x="126693" y="160300"/>
                  <a:pt x="126687" y="161244"/>
                </a:cubicBezTo>
                <a:cubicBezTo>
                  <a:pt x="126682" y="162188"/>
                  <a:pt x="127319" y="163272"/>
                  <a:pt x="128602" y="164491"/>
                </a:cubicBezTo>
                <a:lnTo>
                  <a:pt x="127681" y="165581"/>
                </a:lnTo>
                <a:lnTo>
                  <a:pt x="112441" y="152704"/>
                </a:lnTo>
                <a:lnTo>
                  <a:pt x="113358" y="151615"/>
                </a:lnTo>
                <a:cubicBezTo>
                  <a:pt x="114642" y="152629"/>
                  <a:pt x="115872" y="153050"/>
                  <a:pt x="117053" y="152877"/>
                </a:cubicBezTo>
                <a:cubicBezTo>
                  <a:pt x="117847" y="152753"/>
                  <a:pt x="119087" y="151696"/>
                  <a:pt x="120764" y="149705"/>
                </a:cubicBezTo>
                <a:lnTo>
                  <a:pt x="134687" y="133225"/>
                </a:lnTo>
                <a:cubicBezTo>
                  <a:pt x="136370" y="131229"/>
                  <a:pt x="137212" y="129762"/>
                  <a:pt x="137217" y="128818"/>
                </a:cubicBezTo>
                <a:cubicBezTo>
                  <a:pt x="137223" y="127874"/>
                  <a:pt x="136597" y="126800"/>
                  <a:pt x="135334" y="125597"/>
                </a:cubicBezTo>
                <a:lnTo>
                  <a:pt x="136279" y="124481"/>
                </a:lnTo>
                <a:lnTo>
                  <a:pt x="148109" y="134477"/>
                </a:lnTo>
                <a:moveTo>
                  <a:pt x="159739" y="180189"/>
                </a:moveTo>
                <a:lnTo>
                  <a:pt x="160063" y="181705"/>
                </a:lnTo>
                <a:cubicBezTo>
                  <a:pt x="156626" y="183080"/>
                  <a:pt x="153401" y="183539"/>
                  <a:pt x="150390" y="183080"/>
                </a:cubicBezTo>
                <a:cubicBezTo>
                  <a:pt x="147381" y="182622"/>
                  <a:pt x="144759" y="181451"/>
                  <a:pt x="142525" y="179563"/>
                </a:cubicBezTo>
                <a:cubicBezTo>
                  <a:pt x="138761" y="176386"/>
                  <a:pt x="136953" y="172426"/>
                  <a:pt x="137099" y="167685"/>
                </a:cubicBezTo>
                <a:cubicBezTo>
                  <a:pt x="137239" y="162943"/>
                  <a:pt x="138993" y="158584"/>
                  <a:pt x="142359" y="154598"/>
                </a:cubicBezTo>
                <a:cubicBezTo>
                  <a:pt x="145605" y="150757"/>
                  <a:pt x="149489" y="148243"/>
                  <a:pt x="154005" y="147056"/>
                </a:cubicBezTo>
                <a:cubicBezTo>
                  <a:pt x="159453" y="145627"/>
                  <a:pt x="164352" y="146749"/>
                  <a:pt x="168699" y="150417"/>
                </a:cubicBezTo>
                <a:cubicBezTo>
                  <a:pt x="171617" y="152882"/>
                  <a:pt x="173311" y="155574"/>
                  <a:pt x="173791" y="158498"/>
                </a:cubicBezTo>
                <a:cubicBezTo>
                  <a:pt x="174272" y="161422"/>
                  <a:pt x="173749" y="163785"/>
                  <a:pt x="172217" y="165597"/>
                </a:cubicBezTo>
                <a:cubicBezTo>
                  <a:pt x="171250" y="166746"/>
                  <a:pt x="170129" y="167366"/>
                  <a:pt x="168856" y="167463"/>
                </a:cubicBezTo>
                <a:cubicBezTo>
                  <a:pt x="167583" y="167560"/>
                  <a:pt x="166385" y="167134"/>
                  <a:pt x="165258" y="166185"/>
                </a:cubicBezTo>
                <a:cubicBezTo>
                  <a:pt x="164071" y="165182"/>
                  <a:pt x="163424" y="163962"/>
                  <a:pt x="163310" y="162522"/>
                </a:cubicBezTo>
                <a:cubicBezTo>
                  <a:pt x="163197" y="161082"/>
                  <a:pt x="163903" y="159280"/>
                  <a:pt x="165419" y="157117"/>
                </a:cubicBezTo>
                <a:cubicBezTo>
                  <a:pt x="166369" y="155747"/>
                  <a:pt x="166827" y="154614"/>
                  <a:pt x="166790" y="153719"/>
                </a:cubicBezTo>
                <a:cubicBezTo>
                  <a:pt x="166751" y="152823"/>
                  <a:pt x="166417" y="152116"/>
                  <a:pt x="165797" y="151588"/>
                </a:cubicBezTo>
                <a:cubicBezTo>
                  <a:pt x="164831" y="150773"/>
                  <a:pt x="163569" y="150590"/>
                  <a:pt x="162021" y="151038"/>
                </a:cubicBezTo>
                <a:cubicBezTo>
                  <a:pt x="159664" y="151701"/>
                  <a:pt x="157139" y="153632"/>
                  <a:pt x="154437" y="156837"/>
                </a:cubicBezTo>
                <a:cubicBezTo>
                  <a:pt x="152192" y="159491"/>
                  <a:pt x="150466" y="162387"/>
                  <a:pt x="149264" y="165527"/>
                </a:cubicBezTo>
                <a:cubicBezTo>
                  <a:pt x="148060" y="168666"/>
                  <a:pt x="147693" y="171450"/>
                  <a:pt x="148157" y="173877"/>
                </a:cubicBezTo>
                <a:cubicBezTo>
                  <a:pt x="148535" y="175674"/>
                  <a:pt x="149479" y="177211"/>
                  <a:pt x="150984" y="178490"/>
                </a:cubicBezTo>
                <a:cubicBezTo>
                  <a:pt x="151971" y="179320"/>
                  <a:pt x="153104" y="179881"/>
                  <a:pt x="154382" y="180167"/>
                </a:cubicBezTo>
                <a:cubicBezTo>
                  <a:pt x="155656" y="180448"/>
                  <a:pt x="157441" y="180459"/>
                  <a:pt x="159739" y="180189"/>
                </a:cubicBezTo>
                <a:moveTo>
                  <a:pt x="176856" y="199976"/>
                </a:moveTo>
                <a:cubicBezTo>
                  <a:pt x="170846" y="200110"/>
                  <a:pt x="166477" y="199021"/>
                  <a:pt x="163736" y="196706"/>
                </a:cubicBezTo>
                <a:cubicBezTo>
                  <a:pt x="162129" y="195347"/>
                  <a:pt x="161238" y="193691"/>
                  <a:pt x="161061" y="191733"/>
                </a:cubicBezTo>
                <a:cubicBezTo>
                  <a:pt x="160888" y="189775"/>
                  <a:pt x="161470" y="188000"/>
                  <a:pt x="162814" y="186409"/>
                </a:cubicBezTo>
                <a:cubicBezTo>
                  <a:pt x="164632" y="184256"/>
                  <a:pt x="167194" y="183102"/>
                  <a:pt x="170501" y="182945"/>
                </a:cubicBezTo>
                <a:cubicBezTo>
                  <a:pt x="173802" y="182789"/>
                  <a:pt x="179774" y="183911"/>
                  <a:pt x="188405" y="186306"/>
                </a:cubicBezTo>
                <a:lnTo>
                  <a:pt x="190800" y="183469"/>
                </a:lnTo>
                <a:cubicBezTo>
                  <a:pt x="192601" y="181332"/>
                  <a:pt x="193622" y="179892"/>
                  <a:pt x="193859" y="179142"/>
                </a:cubicBezTo>
                <a:cubicBezTo>
                  <a:pt x="194091" y="178393"/>
                  <a:pt x="194064" y="177546"/>
                  <a:pt x="193767" y="176585"/>
                </a:cubicBezTo>
                <a:cubicBezTo>
                  <a:pt x="193470" y="175631"/>
                  <a:pt x="192920" y="174811"/>
                  <a:pt x="192116" y="174131"/>
                </a:cubicBezTo>
                <a:cubicBezTo>
                  <a:pt x="190811" y="173025"/>
                  <a:pt x="189484" y="172410"/>
                  <a:pt x="188146" y="172281"/>
                </a:cubicBezTo>
                <a:cubicBezTo>
                  <a:pt x="187320" y="172200"/>
                  <a:pt x="186700" y="172399"/>
                  <a:pt x="186290" y="172885"/>
                </a:cubicBezTo>
                <a:cubicBezTo>
                  <a:pt x="185935" y="173305"/>
                  <a:pt x="185772" y="174066"/>
                  <a:pt x="185810" y="175167"/>
                </a:cubicBezTo>
                <a:cubicBezTo>
                  <a:pt x="185848" y="176677"/>
                  <a:pt x="185524" y="177837"/>
                  <a:pt x="184845" y="178641"/>
                </a:cubicBezTo>
                <a:cubicBezTo>
                  <a:pt x="184008" y="179628"/>
                  <a:pt x="182935" y="180156"/>
                  <a:pt x="181614" y="180232"/>
                </a:cubicBezTo>
                <a:cubicBezTo>
                  <a:pt x="180292" y="180302"/>
                  <a:pt x="179035" y="179838"/>
                  <a:pt x="177848" y="178840"/>
                </a:cubicBezTo>
                <a:cubicBezTo>
                  <a:pt x="176580" y="177767"/>
                  <a:pt x="175842" y="176488"/>
                  <a:pt x="175637" y="174999"/>
                </a:cubicBezTo>
                <a:cubicBezTo>
                  <a:pt x="175426" y="173516"/>
                  <a:pt x="175755" y="172259"/>
                  <a:pt x="176624" y="171229"/>
                </a:cubicBezTo>
                <a:cubicBezTo>
                  <a:pt x="177843" y="169783"/>
                  <a:pt x="179585" y="168882"/>
                  <a:pt x="181846" y="168532"/>
                </a:cubicBezTo>
                <a:cubicBezTo>
                  <a:pt x="184106" y="168186"/>
                  <a:pt x="186560" y="168526"/>
                  <a:pt x="189208" y="169556"/>
                </a:cubicBezTo>
                <a:cubicBezTo>
                  <a:pt x="191857" y="170581"/>
                  <a:pt x="194284" y="172033"/>
                  <a:pt x="196497" y="173904"/>
                </a:cubicBezTo>
                <a:cubicBezTo>
                  <a:pt x="199177" y="176164"/>
                  <a:pt x="200812" y="178522"/>
                  <a:pt x="201411" y="180976"/>
                </a:cubicBezTo>
                <a:cubicBezTo>
                  <a:pt x="202010" y="183431"/>
                  <a:pt x="201983" y="185518"/>
                  <a:pt x="201324" y="187234"/>
                </a:cubicBezTo>
                <a:cubicBezTo>
                  <a:pt x="200887" y="188318"/>
                  <a:pt x="199394" y="190379"/>
                  <a:pt x="196825" y="193416"/>
                </a:cubicBezTo>
                <a:lnTo>
                  <a:pt x="187569" y="204372"/>
                </a:lnTo>
                <a:cubicBezTo>
                  <a:pt x="186479" y="205661"/>
                  <a:pt x="185848" y="206513"/>
                  <a:pt x="185669" y="206929"/>
                </a:cubicBezTo>
                <a:cubicBezTo>
                  <a:pt x="185486" y="207349"/>
                  <a:pt x="185432" y="207722"/>
                  <a:pt x="185498" y="208051"/>
                </a:cubicBezTo>
                <a:cubicBezTo>
                  <a:pt x="185562" y="208385"/>
                  <a:pt x="185724" y="208660"/>
                  <a:pt x="185988" y="208882"/>
                </a:cubicBezTo>
                <a:cubicBezTo>
                  <a:pt x="186511" y="209324"/>
                  <a:pt x="187359" y="209399"/>
                  <a:pt x="188529" y="209114"/>
                </a:cubicBezTo>
                <a:lnTo>
                  <a:pt x="188820" y="210602"/>
                </a:lnTo>
                <a:cubicBezTo>
                  <a:pt x="186560" y="211244"/>
                  <a:pt x="184602" y="211444"/>
                  <a:pt x="182957" y="211212"/>
                </a:cubicBezTo>
                <a:cubicBezTo>
                  <a:pt x="181311" y="210975"/>
                  <a:pt x="179806" y="210279"/>
                  <a:pt x="178436" y="209124"/>
                </a:cubicBezTo>
                <a:cubicBezTo>
                  <a:pt x="176829" y="207765"/>
                  <a:pt x="175890" y="206325"/>
                  <a:pt x="175620" y="204803"/>
                </a:cubicBezTo>
                <a:cubicBezTo>
                  <a:pt x="175351" y="203288"/>
                  <a:pt x="175766" y="201675"/>
                  <a:pt x="176856" y="199976"/>
                </a:cubicBezTo>
                <a:moveTo>
                  <a:pt x="178717" y="197774"/>
                </a:moveTo>
                <a:lnTo>
                  <a:pt x="186695" y="188324"/>
                </a:lnTo>
                <a:cubicBezTo>
                  <a:pt x="183053" y="187698"/>
                  <a:pt x="179952" y="187698"/>
                  <a:pt x="177389" y="188324"/>
                </a:cubicBezTo>
                <a:cubicBezTo>
                  <a:pt x="175685" y="188750"/>
                  <a:pt x="174363" y="189516"/>
                  <a:pt x="173430" y="190622"/>
                </a:cubicBezTo>
                <a:cubicBezTo>
                  <a:pt x="172648" y="191544"/>
                  <a:pt x="172292" y="192639"/>
                  <a:pt x="172362" y="193907"/>
                </a:cubicBezTo>
                <a:cubicBezTo>
                  <a:pt x="172405" y="194872"/>
                  <a:pt x="172880" y="195741"/>
                  <a:pt x="173786" y="196507"/>
                </a:cubicBezTo>
                <a:cubicBezTo>
                  <a:pt x="174789" y="197354"/>
                  <a:pt x="176435" y="197780"/>
                  <a:pt x="178717" y="197774"/>
                </a:cubicBezTo>
                <a:moveTo>
                  <a:pt x="232672" y="188221"/>
                </a:moveTo>
                <a:lnTo>
                  <a:pt x="223949" y="198541"/>
                </a:lnTo>
                <a:lnTo>
                  <a:pt x="230654" y="204199"/>
                </a:lnTo>
                <a:lnTo>
                  <a:pt x="228129" y="207188"/>
                </a:lnTo>
                <a:lnTo>
                  <a:pt x="221429" y="201529"/>
                </a:lnTo>
                <a:lnTo>
                  <a:pt x="206719" y="218942"/>
                </a:lnTo>
                <a:cubicBezTo>
                  <a:pt x="205337" y="220571"/>
                  <a:pt x="204529" y="221688"/>
                  <a:pt x="204281" y="222292"/>
                </a:cubicBezTo>
                <a:cubicBezTo>
                  <a:pt x="204027" y="222891"/>
                  <a:pt x="203973" y="223495"/>
                  <a:pt x="204108" y="224110"/>
                </a:cubicBezTo>
                <a:cubicBezTo>
                  <a:pt x="204243" y="224725"/>
                  <a:pt x="204475" y="225173"/>
                  <a:pt x="204799" y="225442"/>
                </a:cubicBezTo>
                <a:cubicBezTo>
                  <a:pt x="206104" y="226548"/>
                  <a:pt x="208180" y="226597"/>
                  <a:pt x="211035" y="225588"/>
                </a:cubicBezTo>
                <a:lnTo>
                  <a:pt x="211380" y="227017"/>
                </a:lnTo>
                <a:cubicBezTo>
                  <a:pt x="206482" y="229504"/>
                  <a:pt x="202203" y="229202"/>
                  <a:pt x="198546" y="226106"/>
                </a:cubicBezTo>
                <a:cubicBezTo>
                  <a:pt x="196756" y="224595"/>
                  <a:pt x="195660" y="222821"/>
                  <a:pt x="195261" y="220776"/>
                </a:cubicBezTo>
                <a:cubicBezTo>
                  <a:pt x="194867" y="218737"/>
                  <a:pt x="195019" y="216957"/>
                  <a:pt x="195715" y="215441"/>
                </a:cubicBezTo>
                <a:cubicBezTo>
                  <a:pt x="196087" y="214589"/>
                  <a:pt x="197554" y="212652"/>
                  <a:pt x="200100" y="209631"/>
                </a:cubicBezTo>
                <a:lnTo>
                  <a:pt x="212977" y="194392"/>
                </a:lnTo>
                <a:lnTo>
                  <a:pt x="209292" y="191280"/>
                </a:lnTo>
                <a:lnTo>
                  <a:pt x="210188" y="190222"/>
                </a:lnTo>
                <a:cubicBezTo>
                  <a:pt x="214233" y="190573"/>
                  <a:pt x="217982" y="190514"/>
                  <a:pt x="221429" y="190050"/>
                </a:cubicBezTo>
                <a:cubicBezTo>
                  <a:pt x="224876" y="189580"/>
                  <a:pt x="228291" y="188690"/>
                  <a:pt x="231673" y="187380"/>
                </a:cubicBezTo>
                <a:lnTo>
                  <a:pt x="232672" y="188221"/>
                </a:lnTo>
                <a:moveTo>
                  <a:pt x="251864" y="198691"/>
                </a:moveTo>
                <a:cubicBezTo>
                  <a:pt x="253170" y="199797"/>
                  <a:pt x="253893" y="201189"/>
                  <a:pt x="254023" y="202867"/>
                </a:cubicBezTo>
                <a:cubicBezTo>
                  <a:pt x="254157" y="204550"/>
                  <a:pt x="253677" y="206033"/>
                  <a:pt x="252592" y="207323"/>
                </a:cubicBezTo>
                <a:cubicBezTo>
                  <a:pt x="251503" y="208607"/>
                  <a:pt x="250117" y="209319"/>
                  <a:pt x="248439" y="209448"/>
                </a:cubicBezTo>
                <a:cubicBezTo>
                  <a:pt x="246756" y="209583"/>
                  <a:pt x="245273" y="209103"/>
                  <a:pt x="243983" y="208018"/>
                </a:cubicBezTo>
                <a:cubicBezTo>
                  <a:pt x="242699" y="206929"/>
                  <a:pt x="241982" y="205548"/>
                  <a:pt x="241842" y="203881"/>
                </a:cubicBezTo>
                <a:cubicBezTo>
                  <a:pt x="241702" y="202209"/>
                  <a:pt x="242176" y="200731"/>
                  <a:pt x="243266" y="199441"/>
                </a:cubicBezTo>
                <a:cubicBezTo>
                  <a:pt x="244350" y="198152"/>
                  <a:pt x="245736" y="197435"/>
                  <a:pt x="247414" y="197284"/>
                </a:cubicBezTo>
                <a:cubicBezTo>
                  <a:pt x="249092" y="197133"/>
                  <a:pt x="250575" y="197602"/>
                  <a:pt x="251864" y="198691"/>
                </a:cubicBezTo>
                <a:moveTo>
                  <a:pt x="244539" y="215932"/>
                </a:moveTo>
                <a:lnTo>
                  <a:pt x="225647" y="238297"/>
                </a:lnTo>
                <a:cubicBezTo>
                  <a:pt x="223964" y="240288"/>
                  <a:pt x="223123" y="241755"/>
                  <a:pt x="223117" y="242704"/>
                </a:cubicBezTo>
                <a:cubicBezTo>
                  <a:pt x="223112" y="243648"/>
                  <a:pt x="223749" y="244727"/>
                  <a:pt x="225027" y="245946"/>
                </a:cubicBezTo>
                <a:lnTo>
                  <a:pt x="224110" y="247036"/>
                </a:lnTo>
                <a:lnTo>
                  <a:pt x="208871" y="234160"/>
                </a:lnTo>
                <a:lnTo>
                  <a:pt x="209788" y="233070"/>
                </a:lnTo>
                <a:cubicBezTo>
                  <a:pt x="211067" y="234084"/>
                  <a:pt x="212302" y="234505"/>
                  <a:pt x="213483" y="234332"/>
                </a:cubicBezTo>
                <a:cubicBezTo>
                  <a:pt x="214277" y="234208"/>
                  <a:pt x="215512" y="233151"/>
                  <a:pt x="217195" y="231160"/>
                </a:cubicBezTo>
                <a:lnTo>
                  <a:pt x="231118" y="214681"/>
                </a:lnTo>
                <a:cubicBezTo>
                  <a:pt x="232801" y="212685"/>
                  <a:pt x="233642" y="211217"/>
                  <a:pt x="233647" y="210273"/>
                </a:cubicBezTo>
                <a:cubicBezTo>
                  <a:pt x="233653" y="209329"/>
                  <a:pt x="233027" y="208256"/>
                  <a:pt x="231765" y="207053"/>
                </a:cubicBezTo>
                <a:lnTo>
                  <a:pt x="232709" y="205936"/>
                </a:lnTo>
                <a:lnTo>
                  <a:pt x="244539" y="215932"/>
                </a:lnTo>
                <a:moveTo>
                  <a:pt x="264854" y="231646"/>
                </a:moveTo>
                <a:cubicBezTo>
                  <a:pt x="267309" y="233717"/>
                  <a:pt x="269057" y="236280"/>
                  <a:pt x="270103" y="239333"/>
                </a:cubicBezTo>
                <a:cubicBezTo>
                  <a:pt x="271144" y="242386"/>
                  <a:pt x="271225" y="245542"/>
                  <a:pt x="270351" y="248805"/>
                </a:cubicBezTo>
                <a:cubicBezTo>
                  <a:pt x="269477" y="252064"/>
                  <a:pt x="267864" y="255085"/>
                  <a:pt x="265518" y="257857"/>
                </a:cubicBezTo>
                <a:cubicBezTo>
                  <a:pt x="262135" y="261865"/>
                  <a:pt x="258289" y="264357"/>
                  <a:pt x="253979" y="265334"/>
                </a:cubicBezTo>
                <a:cubicBezTo>
                  <a:pt x="248774" y="266521"/>
                  <a:pt x="244005" y="265285"/>
                  <a:pt x="239678" y="261633"/>
                </a:cubicBezTo>
                <a:cubicBezTo>
                  <a:pt x="235433" y="258046"/>
                  <a:pt x="233421" y="253795"/>
                  <a:pt x="233642" y="248881"/>
                </a:cubicBezTo>
                <a:cubicBezTo>
                  <a:pt x="233864" y="243961"/>
                  <a:pt x="235633" y="239543"/>
                  <a:pt x="238950" y="235621"/>
                </a:cubicBezTo>
                <a:cubicBezTo>
                  <a:pt x="242365" y="231576"/>
                  <a:pt x="246513" y="229040"/>
                  <a:pt x="251400" y="228010"/>
                </a:cubicBezTo>
                <a:cubicBezTo>
                  <a:pt x="256288" y="226985"/>
                  <a:pt x="260770" y="228193"/>
                  <a:pt x="264854" y="231646"/>
                </a:cubicBezTo>
                <a:moveTo>
                  <a:pt x="263166" y="233890"/>
                </a:moveTo>
                <a:cubicBezTo>
                  <a:pt x="262140" y="233021"/>
                  <a:pt x="260933" y="232665"/>
                  <a:pt x="259546" y="232822"/>
                </a:cubicBezTo>
                <a:cubicBezTo>
                  <a:pt x="258154" y="232973"/>
                  <a:pt x="256380" y="234095"/>
                  <a:pt x="254221" y="236188"/>
                </a:cubicBezTo>
                <a:cubicBezTo>
                  <a:pt x="252059" y="238275"/>
                  <a:pt x="249265" y="241350"/>
                  <a:pt x="245828" y="245412"/>
                </a:cubicBezTo>
                <a:cubicBezTo>
                  <a:pt x="244010" y="247565"/>
                  <a:pt x="242451" y="249701"/>
                  <a:pt x="241151" y="251810"/>
                </a:cubicBezTo>
                <a:cubicBezTo>
                  <a:pt x="240164" y="253423"/>
                  <a:pt x="239722" y="254912"/>
                  <a:pt x="239819" y="256266"/>
                </a:cubicBezTo>
                <a:cubicBezTo>
                  <a:pt x="239910" y="257625"/>
                  <a:pt x="240423" y="258693"/>
                  <a:pt x="241346" y="259475"/>
                </a:cubicBezTo>
                <a:cubicBezTo>
                  <a:pt x="242252" y="260236"/>
                  <a:pt x="243222" y="260625"/>
                  <a:pt x="244248" y="260630"/>
                </a:cubicBezTo>
                <a:cubicBezTo>
                  <a:pt x="245613" y="260608"/>
                  <a:pt x="246945" y="260096"/>
                  <a:pt x="248239" y="259087"/>
                </a:cubicBezTo>
                <a:cubicBezTo>
                  <a:pt x="250257" y="257517"/>
                  <a:pt x="253725" y="253822"/>
                  <a:pt x="258635" y="248007"/>
                </a:cubicBezTo>
                <a:cubicBezTo>
                  <a:pt x="261526" y="244587"/>
                  <a:pt x="263317" y="242079"/>
                  <a:pt x="264013" y="240477"/>
                </a:cubicBezTo>
                <a:cubicBezTo>
                  <a:pt x="264714" y="238874"/>
                  <a:pt x="264935" y="237472"/>
                  <a:pt x="264682" y="236258"/>
                </a:cubicBezTo>
                <a:cubicBezTo>
                  <a:pt x="264514" y="235395"/>
                  <a:pt x="264013" y="234602"/>
                  <a:pt x="263166" y="233890"/>
                </a:cubicBezTo>
                <a:moveTo>
                  <a:pt x="293515" y="257302"/>
                </a:moveTo>
                <a:lnTo>
                  <a:pt x="290428" y="260954"/>
                </a:lnTo>
                <a:cubicBezTo>
                  <a:pt x="293207" y="260608"/>
                  <a:pt x="295559" y="260641"/>
                  <a:pt x="297490" y="261045"/>
                </a:cubicBezTo>
                <a:cubicBezTo>
                  <a:pt x="299421" y="261455"/>
                  <a:pt x="301153" y="262302"/>
                  <a:pt x="302680" y="263597"/>
                </a:cubicBezTo>
                <a:cubicBezTo>
                  <a:pt x="304508" y="265145"/>
                  <a:pt x="305598" y="266936"/>
                  <a:pt x="305948" y="268970"/>
                </a:cubicBezTo>
                <a:cubicBezTo>
                  <a:pt x="306300" y="271003"/>
                  <a:pt x="306035" y="272951"/>
                  <a:pt x="305166" y="274796"/>
                </a:cubicBezTo>
                <a:cubicBezTo>
                  <a:pt x="304519" y="276214"/>
                  <a:pt x="302820" y="278555"/>
                  <a:pt x="300064" y="281814"/>
                </a:cubicBezTo>
                <a:lnTo>
                  <a:pt x="290785" y="292802"/>
                </a:lnTo>
                <a:cubicBezTo>
                  <a:pt x="288945" y="294976"/>
                  <a:pt x="288002" y="296492"/>
                  <a:pt x="287942" y="297360"/>
                </a:cubicBezTo>
                <a:cubicBezTo>
                  <a:pt x="287883" y="298223"/>
                  <a:pt x="288422" y="299254"/>
                  <a:pt x="289549" y="300446"/>
                </a:cubicBezTo>
                <a:lnTo>
                  <a:pt x="288633" y="301535"/>
                </a:lnTo>
                <a:lnTo>
                  <a:pt x="274353" y="289474"/>
                </a:lnTo>
                <a:lnTo>
                  <a:pt x="275271" y="288389"/>
                </a:lnTo>
                <a:cubicBezTo>
                  <a:pt x="276458" y="289150"/>
                  <a:pt x="277596" y="289350"/>
                  <a:pt x="278686" y="288999"/>
                </a:cubicBezTo>
                <a:cubicBezTo>
                  <a:pt x="279435" y="288767"/>
                  <a:pt x="280649" y="287656"/>
                  <a:pt x="282332" y="285665"/>
                </a:cubicBezTo>
                <a:lnTo>
                  <a:pt x="292937" y="273107"/>
                </a:lnTo>
                <a:cubicBezTo>
                  <a:pt x="294895" y="270793"/>
                  <a:pt x="296034" y="269256"/>
                  <a:pt x="296363" y="268500"/>
                </a:cubicBezTo>
                <a:cubicBezTo>
                  <a:pt x="296691" y="267745"/>
                  <a:pt x="296784" y="267017"/>
                  <a:pt x="296627" y="266321"/>
                </a:cubicBezTo>
                <a:cubicBezTo>
                  <a:pt x="296476" y="265625"/>
                  <a:pt x="296141" y="265053"/>
                  <a:pt x="295618" y="264611"/>
                </a:cubicBezTo>
                <a:cubicBezTo>
                  <a:pt x="293887" y="263149"/>
                  <a:pt x="291233" y="263025"/>
                  <a:pt x="287651" y="264244"/>
                </a:cubicBezTo>
                <a:lnTo>
                  <a:pt x="274877" y="279365"/>
                </a:lnTo>
                <a:cubicBezTo>
                  <a:pt x="273091" y="281479"/>
                  <a:pt x="272158" y="282984"/>
                  <a:pt x="272077" y="283880"/>
                </a:cubicBezTo>
                <a:cubicBezTo>
                  <a:pt x="271991" y="284770"/>
                  <a:pt x="272423" y="285741"/>
                  <a:pt x="273372" y="286782"/>
                </a:cubicBezTo>
                <a:lnTo>
                  <a:pt x="272455" y="287866"/>
                </a:lnTo>
                <a:lnTo>
                  <a:pt x="258176" y="275810"/>
                </a:lnTo>
                <a:lnTo>
                  <a:pt x="259093" y="274720"/>
                </a:lnTo>
                <a:cubicBezTo>
                  <a:pt x="260382" y="275605"/>
                  <a:pt x="261553" y="275934"/>
                  <a:pt x="262599" y="275718"/>
                </a:cubicBezTo>
                <a:cubicBezTo>
                  <a:pt x="263317" y="275562"/>
                  <a:pt x="264590" y="274402"/>
                  <a:pt x="266424" y="272228"/>
                </a:cubicBezTo>
                <a:lnTo>
                  <a:pt x="279888" y="256293"/>
                </a:lnTo>
                <a:cubicBezTo>
                  <a:pt x="281690" y="254157"/>
                  <a:pt x="282612" y="252662"/>
                  <a:pt x="282666" y="251810"/>
                </a:cubicBezTo>
                <a:cubicBezTo>
                  <a:pt x="282715" y="250952"/>
                  <a:pt x="282181" y="249922"/>
                  <a:pt x="281070" y="248703"/>
                </a:cubicBezTo>
                <a:lnTo>
                  <a:pt x="282013" y="247586"/>
                </a:lnTo>
                <a:lnTo>
                  <a:pt x="293515" y="257302"/>
                </a:lnTo>
              </a:path>
            </a:pathLst>
          </a:custGeom>
          <a:solidFill xmlns:a="http://schemas.openxmlformats.org/drawingml/2006/main">
            <a:srgbClr val="36B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2ABEEFD4-9721-4FB6-B3BA-EE96D1E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156" y="338997"/>
            <a:ext cx="1926935" cy="2720913"/>
          </a:xfrm>
          <a:custGeom xmlns:a="http://schemas.openxmlformats.org/drawingml/2006/main">
            <a:pathLst>
              <a:path w="1926935" h="2720913">
                <a:moveTo>
                  <a:pt x="0" y="150050"/>
                </a:moveTo>
                <a:cubicBezTo>
                  <a:pt x="0" y="67182"/>
                  <a:pt x="67177" y="0"/>
                  <a:pt x="150050" y="0"/>
                </a:cubicBezTo>
                <a:lnTo>
                  <a:pt x="1776885" y="0"/>
                </a:lnTo>
                <a:cubicBezTo>
                  <a:pt x="1859753" y="0"/>
                  <a:pt x="1926935" y="67182"/>
                  <a:pt x="1926935" y="150050"/>
                </a:cubicBezTo>
                <a:lnTo>
                  <a:pt x="1926935" y="2570869"/>
                </a:lnTo>
                <a:cubicBezTo>
                  <a:pt x="1926935" y="2653737"/>
                  <a:pt x="1859753" y="2720913"/>
                  <a:pt x="1776885" y="2720913"/>
                </a:cubicBezTo>
                <a:lnTo>
                  <a:pt x="150050" y="2720913"/>
                </a:lnTo>
                <a:cubicBezTo>
                  <a:pt x="67177" y="2720913"/>
                  <a:pt x="0" y="2653737"/>
                  <a:pt x="0" y="2570869"/>
                </a:cubicBezTo>
                <a:lnTo>
                  <a:pt x="0" y="15005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DBE6B92C-A7E9-4D56-B515-BC2743AD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9170" y="1643551"/>
            <a:ext cx="32682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7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7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7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9" name="pdf-path-73">
            <a:extLst xmlns:a="http://schemas.openxmlformats.org/drawingml/2006/main">
              <a:ext uri="{FF2B5EF4-FFF2-40B4-BE49-F238E27FC236}">
                <a16:creationId xmlns:a16="http://schemas.microsoft.com/office/drawing/2014/main" id="{81C87C79-EC69-4A59-B283-CEC6747E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472" y="586689"/>
            <a:ext cx="1758743" cy="487858"/>
          </a:xfrm>
          <a:custGeom xmlns:a="http://schemas.openxmlformats.org/drawingml/2006/main">
            <a:pathLst>
              <a:path w="1758743" h="487858">
                <a:moveTo>
                  <a:pt x="0" y="81310"/>
                </a:moveTo>
                <a:cubicBezTo>
                  <a:pt x="0" y="36401"/>
                  <a:pt x="36407" y="0"/>
                  <a:pt x="81310" y="0"/>
                </a:cubicBezTo>
                <a:lnTo>
                  <a:pt x="1677428" y="0"/>
                </a:lnTo>
                <a:cubicBezTo>
                  <a:pt x="1722336" y="0"/>
                  <a:pt x="1758743" y="36401"/>
                  <a:pt x="1758743" y="81310"/>
                </a:cubicBezTo>
                <a:lnTo>
                  <a:pt x="1758743" y="406548"/>
                </a:lnTo>
                <a:cubicBezTo>
                  <a:pt x="1758743" y="451456"/>
                  <a:pt x="1722336" y="487858"/>
                  <a:pt x="1677428" y="487858"/>
                </a:cubicBezTo>
                <a:lnTo>
                  <a:pt x="81310" y="487858"/>
                </a:lnTo>
                <a:cubicBezTo>
                  <a:pt x="36407" y="487858"/>
                  <a:pt x="0" y="451456"/>
                  <a:pt x="0" y="406548"/>
                </a:cubicBezTo>
                <a:lnTo>
                  <a:pt x="0" y="81310"/>
                </a:lnTo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5394">
            <a:solidFill>
              <a:srgbClr val="36BCF8">
                <a:alpha val="50000"/>
              </a:srgbClr>
            </a:solidFill>
            <a:prstDash val="solid"/>
          </a:ln>
        </p:spPr>
      </p:sp>
      <p:sp>
        <p:nvSpPr>
          <p:cNvPr id="80" name="pdf-path-75">
            <a:extLst xmlns:a="http://schemas.openxmlformats.org/drawingml/2006/main">
              <a:ext uri="{FF2B5EF4-FFF2-40B4-BE49-F238E27FC236}">
                <a16:creationId xmlns:a16="http://schemas.microsoft.com/office/drawing/2014/main" id="{D5FD55EE-B8F4-4B94-BB99-E7D54572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0538" y="650419"/>
            <a:ext cx="348801" cy="10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1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Step 1:</a:t>
            </a:r>
          </a:p>
        </p:txBody>
      </p:sp>
      <p:sp>
        <p:nvSpPr>
          <p:cNvPr id="8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A107D3D5-BC2B-4F13-81BF-67D10988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1276" y="794816"/>
            <a:ext cx="963886" cy="93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704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Open the short_fridge</a:t>
            </a:r>
          </a:p>
        </p:txBody>
      </p:sp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9BA1A5-1A86-4908-89EB-5EEC0539F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d83a7755b4c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904875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83" name="source-raster-12">
            <a:extLst xmlns:a="http://schemas.openxmlformats.org/drawingml/2006/main">
              <a:ext uri="{FF2B5EF4-FFF2-40B4-BE49-F238E27FC236}">
                <a16:creationId xmlns:a16="http://schemas.microsoft.com/office/drawing/2014/main" id="{DDDC2C24-6F06-4D12-AC2D-2B98D47D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9048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pdf-path-78">
            <a:extLst xmlns:a="http://schemas.openxmlformats.org/drawingml/2006/main">
              <a:ext uri="{FF2B5EF4-FFF2-40B4-BE49-F238E27FC236}">
                <a16:creationId xmlns:a16="http://schemas.microsoft.com/office/drawing/2014/main" id="{57808B32-318E-4C72-B061-540A12B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183" y="931040"/>
            <a:ext cx="635049" cy="111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43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85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CECBE411-9A42-46AD-A4A2-6150F920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4114" y="424660"/>
            <a:ext cx="1691006" cy="140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Task: Heat milk in microwave</a:t>
            </a:r>
          </a:p>
        </p:txBody>
      </p:sp>
      <p:sp>
        <p:nvSpPr>
          <p:cNvPr id="86" name="pdf-path-80">
            <a:extLst xmlns:a="http://schemas.openxmlformats.org/drawingml/2006/main">
              <a:ext uri="{FF2B5EF4-FFF2-40B4-BE49-F238E27FC236}">
                <a16:creationId xmlns:a16="http://schemas.microsoft.com/office/drawing/2014/main" id="{A27BF36C-5344-430E-8882-52D41FE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472" y="1131916"/>
            <a:ext cx="1758743" cy="707879"/>
          </a:xfrm>
          <a:custGeom xmlns:a="http://schemas.openxmlformats.org/drawingml/2006/main">
            <a:pathLst>
              <a:path w="1758743" h="707879">
                <a:moveTo>
                  <a:pt x="0" y="117981"/>
                </a:moveTo>
                <a:cubicBezTo>
                  <a:pt x="0" y="52822"/>
                  <a:pt x="52822" y="0"/>
                  <a:pt x="117981" y="0"/>
                </a:cubicBezTo>
                <a:lnTo>
                  <a:pt x="1640757" y="0"/>
                </a:lnTo>
                <a:cubicBezTo>
                  <a:pt x="1705921" y="0"/>
                  <a:pt x="1758743" y="52822"/>
                  <a:pt x="1758743" y="117981"/>
                </a:cubicBezTo>
                <a:lnTo>
                  <a:pt x="1758743" y="589898"/>
                </a:lnTo>
                <a:cubicBezTo>
                  <a:pt x="1758743" y="655057"/>
                  <a:pt x="1705921" y="707879"/>
                  <a:pt x="1640757" y="707879"/>
                </a:cubicBezTo>
                <a:lnTo>
                  <a:pt x="117981" y="707879"/>
                </a:lnTo>
                <a:cubicBezTo>
                  <a:pt x="52822" y="707879"/>
                  <a:pt x="0" y="655057"/>
                  <a:pt x="0" y="589898"/>
                </a:cubicBezTo>
                <a:lnTo>
                  <a:pt x="0" y="117981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87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76862F0A-142B-4E4F-8838-7D9ABD5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048" y="1182198"/>
            <a:ext cx="420902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2:  </a:t>
            </a:r>
          </a:p>
        </p:txBody>
      </p:sp>
      <p:sp>
        <p:nvSpPr>
          <p:cNvPr id="88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D7B35466-6224-43AF-A29F-B39335E1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048" y="1339920"/>
            <a:ext cx="1172435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milk from </a:t>
            </a:r>
          </a:p>
        </p:txBody>
      </p:sp>
      <p:sp>
        <p:nvSpPr>
          <p:cNvPr id="89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F7C6CB81-889C-4880-AF4B-393CBDB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6048" y="1495278"/>
            <a:ext cx="755569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8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8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848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upper_region </a:t>
            </a:r>
          </a:p>
        </p:txBody>
      </p:sp>
      <p:sp>
        <p:nvSpPr>
          <p:cNvPr id="90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C4127361-301C-475D-AD7B-38857B9C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1479" y="1495278"/>
            <a:ext cx="857199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 short_fridge </a:t>
            </a:r>
          </a:p>
        </p:txBody>
      </p:sp>
      <p:pic>
        <p:nvPic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B50F60D-755C-4596-A3ED-5DB12822C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75c3bc2ad48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2075" y="1638300"/>
            <a:ext cx="123825" cy="133350"/>
          </a:xfrm>
          <a:prstGeom xmlns:a="http://schemas.openxmlformats.org/drawingml/2006/main" prst="rect">
            <a:avLst/>
          </a:prstGeom>
        </p:spPr>
      </p:pic>
      <p:sp>
        <p:nvSpPr>
          <p:cNvPr id="92" name="source-raster-13">
            <a:extLst xmlns:a="http://schemas.openxmlformats.org/drawingml/2006/main">
              <a:ext uri="{FF2B5EF4-FFF2-40B4-BE49-F238E27FC236}">
                <a16:creationId xmlns:a16="http://schemas.microsoft.com/office/drawing/2014/main" id="{1E2D59B3-A923-4DF3-8EC7-617EF637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075" y="163830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1E0AE9E4-0E23-4EAB-8144-8AC5550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063" y="1649568"/>
            <a:ext cx="25433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2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BE2A4E-AA11-4B85-830C-DD56478ED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c18447cea4d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163830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95" name="source-raster-14">
            <a:extLst xmlns:a="http://schemas.openxmlformats.org/drawingml/2006/main">
              <a:ext uri="{FF2B5EF4-FFF2-40B4-BE49-F238E27FC236}">
                <a16:creationId xmlns:a16="http://schemas.microsoft.com/office/drawing/2014/main" id="{040B55AB-14AB-4F69-B491-38202515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6383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D8A2874C-7682-4D9E-864A-236E2C6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6477" y="1649568"/>
            <a:ext cx="646363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16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916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97" name="pdf-path-90">
            <a:extLst xmlns:a="http://schemas.openxmlformats.org/drawingml/2006/main">
              <a:ext uri="{FF2B5EF4-FFF2-40B4-BE49-F238E27FC236}">
                <a16:creationId xmlns:a16="http://schemas.microsoft.com/office/drawing/2014/main" id="{AFD02A19-3F6D-44DB-942B-A7280B6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472" y="1896710"/>
            <a:ext cx="1758743" cy="531088"/>
          </a:xfrm>
          <a:custGeom xmlns:a="http://schemas.openxmlformats.org/drawingml/2006/main">
            <a:pathLst>
              <a:path w="1758743" h="531088">
                <a:moveTo>
                  <a:pt x="0" y="88516"/>
                </a:moveTo>
                <a:cubicBezTo>
                  <a:pt x="0" y="39632"/>
                  <a:pt x="39632" y="0"/>
                  <a:pt x="88516" y="0"/>
                </a:cubicBezTo>
                <a:lnTo>
                  <a:pt x="1670227" y="0"/>
                </a:lnTo>
                <a:cubicBezTo>
                  <a:pt x="1719110" y="0"/>
                  <a:pt x="1758743" y="39632"/>
                  <a:pt x="1758743" y="88516"/>
                </a:cubicBezTo>
                <a:lnTo>
                  <a:pt x="1758743" y="442572"/>
                </a:lnTo>
                <a:cubicBezTo>
                  <a:pt x="1758743" y="491455"/>
                  <a:pt x="1719110" y="531088"/>
                  <a:pt x="1670227" y="531088"/>
                </a:cubicBezTo>
                <a:lnTo>
                  <a:pt x="88516" y="531088"/>
                </a:lnTo>
                <a:cubicBezTo>
                  <a:pt x="39632" y="531088"/>
                  <a:pt x="0" y="491455"/>
                  <a:pt x="0" y="442572"/>
                </a:cubicBezTo>
                <a:lnTo>
                  <a:pt x="0" y="88516"/>
                </a:lnTo>
              </a:path>
            </a:pathLst>
          </a:cu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91">
            <a:extLst xmlns:a="http://schemas.openxmlformats.org/drawingml/2006/main">
              <a:ext uri="{FF2B5EF4-FFF2-40B4-BE49-F238E27FC236}">
                <a16:creationId xmlns:a16="http://schemas.microsoft.com/office/drawing/2014/main" id="{F881709E-543D-4542-B9F3-E9A9F10C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472" y="1896709"/>
            <a:ext cx="1758743" cy="531088"/>
          </a:xfrm>
          <a:custGeom xmlns:a="http://schemas.openxmlformats.org/drawingml/2006/main">
            <a:pathLst>
              <a:path w="1758743" h="531088">
                <a:moveTo>
                  <a:pt x="0" y="88516"/>
                </a:moveTo>
                <a:cubicBezTo>
                  <a:pt x="0" y="39632"/>
                  <a:pt x="39632" y="0"/>
                  <a:pt x="88516" y="0"/>
                </a:cubicBezTo>
                <a:lnTo>
                  <a:pt x="1670227" y="0"/>
                </a:lnTo>
                <a:cubicBezTo>
                  <a:pt x="1719110" y="0"/>
                  <a:pt x="1758743" y="39632"/>
                  <a:pt x="1758743" y="88516"/>
                </a:cubicBezTo>
                <a:lnTo>
                  <a:pt x="1758743" y="442572"/>
                </a:lnTo>
                <a:cubicBezTo>
                  <a:pt x="1758743" y="491455"/>
                  <a:pt x="1719110" y="531088"/>
                  <a:pt x="1670227" y="531088"/>
                </a:cubicBezTo>
                <a:lnTo>
                  <a:pt x="88516" y="531088"/>
                </a:lnTo>
                <a:cubicBezTo>
                  <a:pt x="39632" y="531088"/>
                  <a:pt x="0" y="491455"/>
                  <a:pt x="0" y="442572"/>
                </a:cubicBezTo>
                <a:lnTo>
                  <a:pt x="0" y="88516"/>
                </a:ln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36BCF8">
                <a:alpha val="50000"/>
              </a:srgbClr>
            </a:solidFill>
            <a:prstDash val="solid"/>
          </a:ln>
        </p:spPr>
      </p:sp>
      <p:sp>
        <p:nvSpPr>
          <p:cNvPr id="99" name="pdf-path-92">
            <a:extLst xmlns:a="http://schemas.openxmlformats.org/drawingml/2006/main">
              <a:ext uri="{FF2B5EF4-FFF2-40B4-BE49-F238E27FC236}">
                <a16:creationId xmlns:a16="http://schemas.microsoft.com/office/drawing/2014/main" id="{E0C36CB6-704D-4D7B-BDB8-39C84C4B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9314" y="1985543"/>
            <a:ext cx="348801" cy="106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1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1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Step 3:</a:t>
            </a:r>
          </a:p>
        </p:txBody>
      </p:sp>
      <p:sp>
        <p:nvSpPr>
          <p:cNvPr id="100" name="pdf-path-93">
            <a:extLst xmlns:a="http://schemas.openxmlformats.org/drawingml/2006/main">
              <a:ext uri="{FF2B5EF4-FFF2-40B4-BE49-F238E27FC236}">
                <a16:creationId xmlns:a16="http://schemas.microsoft.com/office/drawing/2014/main" id="{C39898ED-EA62-4FCC-9E0F-FD5EB7F2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906" y="2150005"/>
            <a:ext cx="1480485" cy="9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704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Place the milk on the coffee_table</a:t>
            </a:r>
          </a:p>
        </p:txBody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0863DC-9C50-4A5F-AF21-D12C29E3F0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4c55628a147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2266950"/>
            <a:ext cx="123825" cy="133350"/>
          </a:xfrm>
          <a:prstGeom xmlns:a="http://schemas.openxmlformats.org/drawingml/2006/main" prst="rect">
            <a:avLst/>
          </a:prstGeom>
        </p:spPr>
      </p:pic>
      <p:sp>
        <p:nvSpPr>
          <p:cNvPr id="102" name="source-raster-15">
            <a:extLst xmlns:a="http://schemas.openxmlformats.org/drawingml/2006/main">
              <a:ext uri="{FF2B5EF4-FFF2-40B4-BE49-F238E27FC236}">
                <a16:creationId xmlns:a16="http://schemas.microsoft.com/office/drawing/2014/main" id="{AEF39014-F2A7-4B12-895F-C9FAEA62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2266950"/>
            <a:ext cx="123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1AFD06FB-C23D-4D83-9C34-0F41336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2509" y="2292500"/>
            <a:ext cx="235815" cy="106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4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04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AF03138-D42C-47A8-8A22-E5C12FB8D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9aa1e3ffb4a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0225" y="2266950"/>
            <a:ext cx="95250" cy="133350"/>
          </a:xfrm>
          <a:prstGeom xmlns:a="http://schemas.openxmlformats.org/drawingml/2006/main" prst="rect">
            <a:avLst/>
          </a:prstGeom>
        </p:spPr>
      </p:pic>
      <p:sp>
        <p:nvSpPr>
          <p:cNvPr id="105" name="source-raster-16">
            <a:extLst xmlns:a="http://schemas.openxmlformats.org/drawingml/2006/main">
              <a:ext uri="{FF2B5EF4-FFF2-40B4-BE49-F238E27FC236}">
                <a16:creationId xmlns:a16="http://schemas.microsoft.com/office/drawing/2014/main" id="{FFEE5F53-9FD3-4345-A26C-8C452759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0225" y="2266950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pdf-path-97">
            <a:extLst xmlns:a="http://schemas.openxmlformats.org/drawingml/2006/main">
              <a:ext uri="{FF2B5EF4-FFF2-40B4-BE49-F238E27FC236}">
                <a16:creationId xmlns:a16="http://schemas.microsoft.com/office/drawing/2014/main" id="{ABF27B55-9E0F-4022-95D9-8BCC1E8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0946" y="2292055"/>
            <a:ext cx="644834" cy="111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3" b="1" i="0">
                <a:solidFill>
                  <a:srgbClr val="A6A6A6"/>
                </a:solidFill>
                <a:latin typeface="Arial"/>
                <a:ea typeface="Arial"/>
                <a:cs typeface="Arial"/>
              </a:defRPr>
            </a:pPr>
            <a:r>
              <a:rPr sz="843" b="1" i="0">
                <a:solidFill>
                  <a:srgbClr val="A6A6A6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sp>
        <p:nvSpPr>
          <p:cNvPr id="107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E6AD7A2B-F50D-47C6-980F-91AB392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233" y="2384234"/>
            <a:ext cx="129466" cy="129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08" name="pdf-path-99">
            <a:extLst xmlns:a="http://schemas.openxmlformats.org/drawingml/2006/main">
              <a:ext uri="{FF2B5EF4-FFF2-40B4-BE49-F238E27FC236}">
                <a16:creationId xmlns:a16="http://schemas.microsoft.com/office/drawing/2014/main" id="{F91000D2-2241-4EB7-8D3E-3C81BEE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843" y="1074549"/>
            <a:ext cx="95" cy="27021"/>
          </a:xfrm>
          <a:custGeom xmlns:a="http://schemas.openxmlformats.org/drawingml/2006/main">
            <a:pathLst>
              <a:path w="95" h="27021">
                <a:moveTo>
                  <a:pt x="0" y="0"/>
                </a:moveTo>
                <a:lnTo>
                  <a:pt x="0" y="27021"/>
                </a:lnTo>
              </a:path>
            </a:pathLst>
          </a:custGeom>
          <a:noFill xmlns:a="http://schemas.openxmlformats.org/drawingml/2006/main"/>
          <a:ln xmlns:a="http://schemas.openxmlformats.org/drawingml/2006/main" w="12137">
            <a:solidFill>
              <a:srgbClr val="000000"/>
            </a:solidFill>
            <a:prstDash val="solid"/>
          </a:ln>
        </p:spPr>
      </p:sp>
      <p:sp>
        <p:nvSpPr>
          <p:cNvPr id="109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1AF713FA-28C0-423F-A130-4E9490B7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639" y="1095503"/>
            <a:ext cx="36412" cy="36412"/>
          </a:xfrm>
          <a:custGeom xmlns:a="http://schemas.openxmlformats.org/drawingml/2006/main">
            <a:pathLst>
              <a:path w="36412" h="36412">
                <a:moveTo>
                  <a:pt x="36412" y="0"/>
                </a:moveTo>
                <a:lnTo>
                  <a:pt x="18206" y="36412"/>
                </a:lnTo>
                <a:lnTo>
                  <a:pt x="0" y="0"/>
                </a:lnTo>
                <a:lnTo>
                  <a:pt x="364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F8484F15-D172-4128-A58B-5AB51513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5616" y="2511078"/>
            <a:ext cx="1758743" cy="509850"/>
          </a:xfrm>
          <a:custGeom xmlns:a="http://schemas.openxmlformats.org/drawingml/2006/main">
            <a:pathLst>
              <a:path w="1758743" h="509850">
                <a:moveTo>
                  <a:pt x="0" y="84978"/>
                </a:moveTo>
                <a:cubicBezTo>
                  <a:pt x="0" y="38047"/>
                  <a:pt x="38046" y="0"/>
                  <a:pt x="84972" y="0"/>
                </a:cubicBezTo>
                <a:lnTo>
                  <a:pt x="1673765" y="0"/>
                </a:lnTo>
                <a:cubicBezTo>
                  <a:pt x="1720697" y="0"/>
                  <a:pt x="1758743" y="38047"/>
                  <a:pt x="1758743" y="84978"/>
                </a:cubicBezTo>
                <a:lnTo>
                  <a:pt x="1758743" y="424873"/>
                </a:lnTo>
                <a:cubicBezTo>
                  <a:pt x="1758743" y="471804"/>
                  <a:pt x="1720697" y="509850"/>
                  <a:pt x="1673765" y="509850"/>
                </a:cubicBezTo>
                <a:lnTo>
                  <a:pt x="84972" y="509850"/>
                </a:lnTo>
                <a:cubicBezTo>
                  <a:pt x="38046" y="509850"/>
                  <a:pt x="0" y="471804"/>
                  <a:pt x="0" y="424873"/>
                </a:cubicBezTo>
                <a:lnTo>
                  <a:pt x="0" y="84978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BAF24332-084C-4ED8-8A5D-652E9DD4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5616" y="2511078"/>
            <a:ext cx="1758743" cy="509851"/>
          </a:xfrm>
          <a:custGeom xmlns:a="http://schemas.openxmlformats.org/drawingml/2006/main">
            <a:pathLst>
              <a:path w="1758743" h="509851">
                <a:moveTo>
                  <a:pt x="0" y="84978"/>
                </a:moveTo>
                <a:cubicBezTo>
                  <a:pt x="0" y="38047"/>
                  <a:pt x="38046" y="0"/>
                  <a:pt x="84972" y="0"/>
                </a:cubicBezTo>
                <a:lnTo>
                  <a:pt x="1673765" y="0"/>
                </a:lnTo>
                <a:cubicBezTo>
                  <a:pt x="1720697" y="0"/>
                  <a:pt x="1758743" y="38047"/>
                  <a:pt x="1758743" y="84978"/>
                </a:cubicBezTo>
                <a:lnTo>
                  <a:pt x="1758743" y="424873"/>
                </a:lnTo>
                <a:cubicBezTo>
                  <a:pt x="1758743" y="471804"/>
                  <a:pt x="1720697" y="509851"/>
                  <a:pt x="1673765" y="509851"/>
                </a:cubicBezTo>
                <a:lnTo>
                  <a:pt x="84972" y="509851"/>
                </a:lnTo>
                <a:cubicBezTo>
                  <a:pt x="38046" y="509851"/>
                  <a:pt x="0" y="471804"/>
                  <a:pt x="0" y="424873"/>
                </a:cubicBezTo>
                <a:lnTo>
                  <a:pt x="0" y="84978"/>
                </a:ln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112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C96FDED3-4A95-40C6-8EB1-5798D9A4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356" y="2560177"/>
            <a:ext cx="439026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4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N:  </a:t>
            </a:r>
          </a:p>
        </p:txBody>
      </p:sp>
      <p:sp>
        <p:nvSpPr>
          <p:cNvPr id="113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7810B23E-0755-40D4-BB74-1F0E53A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356" y="2715535"/>
            <a:ext cx="430610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on </a:t>
            </a:r>
          </a:p>
        </p:txBody>
      </p:sp>
      <p:sp>
        <p:nvSpPr>
          <p:cNvPr id="114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CF2DD496-BF97-423B-9982-D2A51AE9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4475" y="2717899"/>
            <a:ext cx="841017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4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845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heating_region </a:t>
            </a:r>
          </a:p>
        </p:txBody>
      </p:sp>
      <p:sp>
        <p:nvSpPr>
          <p:cNvPr id="115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A40593DD-7966-4862-A52B-6EEBAA33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5353" y="2715535"/>
            <a:ext cx="341927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2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</a:t>
            </a:r>
          </a:p>
        </p:txBody>
      </p:sp>
      <p:sp>
        <p:nvSpPr>
          <p:cNvPr id="116" name="pdf-text-38-1">
            <a:extLst xmlns:a="http://schemas.openxmlformats.org/drawingml/2006/main">
              <a:ext uri="{FF2B5EF4-FFF2-40B4-BE49-F238E27FC236}">
                <a16:creationId xmlns:a16="http://schemas.microsoft.com/office/drawing/2014/main" id="{D8629CC2-7917-47D2-B547-F88E75A6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356" y="2870893"/>
            <a:ext cx="832615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microwave         </a:t>
            </a:r>
          </a:p>
        </p:txBody>
      </p:sp>
      <p:sp>
        <p:nvSpPr>
          <p:cNvPr id="117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947EB80B-46EB-480A-A495-386449F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5171" y="2870893"/>
            <a:ext cx="601518" cy="129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90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90" b="0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890" b="0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microwave </a:t>
            </a:r>
          </a:p>
        </p:txBody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1C70D0B-F18A-4BCA-B68F-900F5353E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2c87792424d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2876550"/>
            <a:ext cx="152400" cy="114300"/>
          </a:xfrm>
          <a:prstGeom xmlns:a="http://schemas.openxmlformats.org/drawingml/2006/main" prst="rect">
            <a:avLst/>
          </a:prstGeom>
        </p:spPr>
      </p:pic>
      <p:sp>
        <p:nvSpPr>
          <p:cNvPr id="119" name="source-raster-17">
            <a:extLst xmlns:a="http://schemas.openxmlformats.org/drawingml/2006/main">
              <a:ext uri="{FF2B5EF4-FFF2-40B4-BE49-F238E27FC236}">
                <a16:creationId xmlns:a16="http://schemas.microsoft.com/office/drawing/2014/main" id="{C3F94B58-4B9C-4F6E-921F-8CD0DA06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876550"/>
            <a:ext cx="1524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E876989D-1146-4CBF-B554-D8B1839F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5073" y="106345"/>
            <a:ext cx="484918" cy="468578"/>
          </a:xfrm>
          <a:custGeom xmlns:a="http://schemas.openxmlformats.org/drawingml/2006/main">
            <a:pathLst>
              <a:path w="484918" h="468578">
                <a:moveTo>
                  <a:pt x="246216" y="466749"/>
                </a:moveTo>
                <a:cubicBezTo>
                  <a:pt x="375201" y="468578"/>
                  <a:pt x="481244" y="365934"/>
                  <a:pt x="483084" y="237493"/>
                </a:cubicBezTo>
                <a:cubicBezTo>
                  <a:pt x="484918" y="109053"/>
                  <a:pt x="381842" y="3452"/>
                  <a:pt x="252857" y="1624"/>
                </a:cubicBezTo>
                <a:cubicBezTo>
                  <a:pt x="138150" y="0"/>
                  <a:pt x="39239" y="81569"/>
                  <a:pt x="19463" y="194096"/>
                </a:cubicBezTo>
                <a:lnTo>
                  <a:pt x="0" y="194964"/>
                </a:lnTo>
                <a:lnTo>
                  <a:pt x="29512" y="243967"/>
                </a:lnTo>
                <a:lnTo>
                  <a:pt x="66238" y="192019"/>
                </a:lnTo>
                <a:lnTo>
                  <a:pt x="46818" y="192882"/>
                </a:lnTo>
                <a:cubicBezTo>
                  <a:pt x="69739" y="81455"/>
                  <a:pt x="179083" y="9618"/>
                  <a:pt x="291038" y="32431"/>
                </a:cubicBezTo>
                <a:cubicBezTo>
                  <a:pt x="402998" y="55244"/>
                  <a:pt x="475175" y="164065"/>
                  <a:pt x="452255" y="275492"/>
                </a:cubicBezTo>
                <a:cubicBezTo>
                  <a:pt x="432322" y="372402"/>
                  <a:pt x="345975" y="441515"/>
                  <a:pt x="246599" y="440107"/>
                </a:cubicBezTo>
                <a:lnTo>
                  <a:pt x="246216" y="466749"/>
                </a:lnTo>
              </a:path>
            </a:pathLst>
          </a:custGeom>
          <a:solidFill xmlns:a="http://schemas.openxmlformats.org/drawingml/2006/main">
            <a:srgbClr val="36BCF8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121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BC8EDC99-53F9-4C7D-BEDF-129342A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35" y="141458"/>
            <a:ext cx="2505856" cy="17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8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88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8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rPr>
              <a:t>(a) Items Sampler from Simulator</a:t>
            </a:r>
          </a:p>
        </p:txBody>
      </p:sp>
      <p:sp>
        <p:nvSpPr>
          <p:cNvPr id="122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19DD2CFB-6B80-46CF-AABA-084CE62B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27" y="88118"/>
            <a:ext cx="3889440" cy="3017486"/>
          </a:xfrm>
          <a:custGeom xmlns:a="http://schemas.openxmlformats.org/drawingml/2006/main">
            <a:pathLst>
              <a:path w="3889440" h="3017486">
                <a:moveTo>
                  <a:pt x="0" y="256724"/>
                </a:moveTo>
                <a:cubicBezTo>
                  <a:pt x="0" y="114938"/>
                  <a:pt x="114938" y="0"/>
                  <a:pt x="256724" y="0"/>
                </a:cubicBezTo>
                <a:lnTo>
                  <a:pt x="3632711" y="0"/>
                </a:lnTo>
                <a:cubicBezTo>
                  <a:pt x="3774497" y="0"/>
                  <a:pt x="3889440" y="114938"/>
                  <a:pt x="3889440" y="256724"/>
                </a:cubicBezTo>
                <a:lnTo>
                  <a:pt x="3889440" y="2760756"/>
                </a:lnTo>
                <a:cubicBezTo>
                  <a:pt x="3889440" y="2902542"/>
                  <a:pt x="3774497" y="3017486"/>
                  <a:pt x="3632711" y="3017486"/>
                </a:cubicBezTo>
                <a:lnTo>
                  <a:pt x="256724" y="3017486"/>
                </a:lnTo>
                <a:cubicBezTo>
                  <a:pt x="114938" y="3017486"/>
                  <a:pt x="0" y="2902542"/>
                  <a:pt x="0" y="2760756"/>
                </a:cubicBezTo>
                <a:lnTo>
                  <a:pt x="0" y="256724"/>
                </a:lnTo>
              </a:path>
            </a:pathLst>
          </a:custGeom>
          <a:noFill xmlns:a="http://schemas.openxmlformats.org/drawingml/2006/main"/>
          <a:ln xmlns:a="http://schemas.openxmlformats.org/drawingml/2006/main" w="16183">
            <a:solidFill>
              <a:srgbClr val="E9A56B"/>
            </a:solidFill>
            <a:prstDash val="solid"/>
          </a:ln>
        </p:spPr>
      </p:sp>
      <p:pic>
        <p:nvPic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2EDFB9F-E8FA-49BF-A6AA-0F01E8A6CB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f0e4fb1d647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" y="619125"/>
            <a:ext cx="504825" cy="495300"/>
          </a:xfrm>
          <a:prstGeom xmlns:a="http://schemas.openxmlformats.org/drawingml/2006/main" prst="rect">
            <a:avLst/>
          </a:prstGeom>
        </p:spPr>
      </p:pic>
      <p:sp>
        <p:nvSpPr>
          <p:cNvPr id="124" name="source-raster-18">
            <a:extLst xmlns:a="http://schemas.openxmlformats.org/drawingml/2006/main">
              <a:ext uri="{FF2B5EF4-FFF2-40B4-BE49-F238E27FC236}">
                <a16:creationId xmlns:a16="http://schemas.microsoft.com/office/drawing/2014/main" id="{08C1524C-0121-4474-AFCD-CDBCFEEC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19125"/>
            <a:ext cx="504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AB7755C-56A7-4C53-8D99-D5B3E4E1D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a2e46f679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" y="704850"/>
            <a:ext cx="428625" cy="390525"/>
          </a:xfrm>
          <a:prstGeom xmlns:a="http://schemas.openxmlformats.org/drawingml/2006/main" prst="rect">
            <a:avLst/>
          </a:prstGeom>
        </p:spPr>
      </p:pic>
      <p:sp>
        <p:nvSpPr>
          <p:cNvPr id="126" name="source-raster-19">
            <a:extLst xmlns:a="http://schemas.openxmlformats.org/drawingml/2006/main">
              <a:ext uri="{FF2B5EF4-FFF2-40B4-BE49-F238E27FC236}">
                <a16:creationId xmlns:a16="http://schemas.microsoft.com/office/drawing/2014/main" id="{8E9BD8D1-1767-48B9-9DE0-CDB69CDC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704850"/>
            <a:ext cx="428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21BE54C-8C41-47E9-B6D6-933CA8063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6d71b2aaa4f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" y="685800"/>
            <a:ext cx="438150" cy="428625"/>
          </a:xfrm>
          <a:prstGeom xmlns:a="http://schemas.openxmlformats.org/drawingml/2006/main" prst="rect">
            <a:avLst/>
          </a:prstGeom>
        </p:spPr>
      </p:pic>
      <p:sp>
        <p:nvSpPr>
          <p:cNvPr id="128" name="source-raster-20">
            <a:extLst xmlns:a="http://schemas.openxmlformats.org/drawingml/2006/main">
              <a:ext uri="{FF2B5EF4-FFF2-40B4-BE49-F238E27FC236}">
                <a16:creationId xmlns:a16="http://schemas.microsoft.com/office/drawing/2014/main" id="{17229404-6206-4915-9267-873F694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685800"/>
            <a:ext cx="43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233BA5B-C160-49C0-966B-47A4B86FC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5fdadab54c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" y="742950"/>
            <a:ext cx="390525" cy="352425"/>
          </a:xfrm>
          <a:prstGeom xmlns:a="http://schemas.openxmlformats.org/drawingml/2006/main" prst="rect">
            <a:avLst/>
          </a:prstGeom>
        </p:spPr>
      </p:pic>
      <p:sp>
        <p:nvSpPr>
          <p:cNvPr id="130" name="source-raster-21">
            <a:extLst xmlns:a="http://schemas.openxmlformats.org/drawingml/2006/main">
              <a:ext uri="{FF2B5EF4-FFF2-40B4-BE49-F238E27FC236}">
                <a16:creationId xmlns:a16="http://schemas.microsoft.com/office/drawing/2014/main" id="{6DE09EE9-6B81-43FC-901A-C823412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742950"/>
            <a:ext cx="390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7AF3DF9-E6A4-455C-862C-6BA774B65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403e716e14b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1133475"/>
            <a:ext cx="361950" cy="257175"/>
          </a:xfrm>
          <a:prstGeom xmlns:a="http://schemas.openxmlformats.org/drawingml/2006/main" prst="rect">
            <a:avLst/>
          </a:prstGeom>
        </p:spPr>
      </p:pic>
      <p:sp>
        <p:nvSpPr>
          <p:cNvPr id="132" name="source-raster-22">
            <a:extLst xmlns:a="http://schemas.openxmlformats.org/drawingml/2006/main">
              <a:ext uri="{FF2B5EF4-FFF2-40B4-BE49-F238E27FC236}">
                <a16:creationId xmlns:a16="http://schemas.microsoft.com/office/drawing/2014/main" id="{9870BD0A-3CC8-4A1D-A4CC-265039D3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133475"/>
            <a:ext cx="361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CC746E4-5623-4519-997C-250EF05F9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127fdef0c42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" y="1495425"/>
            <a:ext cx="438150" cy="247650"/>
          </a:xfrm>
          <a:prstGeom xmlns:a="http://schemas.openxmlformats.org/drawingml/2006/main" prst="rect">
            <a:avLst/>
          </a:prstGeom>
        </p:spPr>
      </p:pic>
      <p:sp>
        <p:nvSpPr>
          <p:cNvPr id="134" name="source-raster-23">
            <a:extLst xmlns:a="http://schemas.openxmlformats.org/drawingml/2006/main">
              <a:ext uri="{FF2B5EF4-FFF2-40B4-BE49-F238E27FC236}">
                <a16:creationId xmlns:a16="http://schemas.microsoft.com/office/drawing/2014/main" id="{37FF541B-5C9C-4EA5-A64A-ABB671F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14954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B4BEE92-B04A-4354-A99A-0DC3E80DA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cdb9c451844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1800225"/>
            <a:ext cx="361950" cy="276225"/>
          </a:xfrm>
          <a:prstGeom xmlns:a="http://schemas.openxmlformats.org/drawingml/2006/main" prst="rect">
            <a:avLst/>
          </a:prstGeom>
        </p:spPr>
      </p:pic>
      <p:sp>
        <p:nvSpPr>
          <p:cNvPr id="136" name="source-raster-24">
            <a:extLst xmlns:a="http://schemas.openxmlformats.org/drawingml/2006/main">
              <a:ext uri="{FF2B5EF4-FFF2-40B4-BE49-F238E27FC236}">
                <a16:creationId xmlns:a16="http://schemas.microsoft.com/office/drawing/2014/main" id="{6B756A31-24E4-40F3-A8C5-AD43D3D9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" y="1800225"/>
            <a:ext cx="361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9E9B5651-4E88-4BD0-AC20-859DB386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481" y="2351617"/>
            <a:ext cx="150827" cy="1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38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6441B732-AADF-4DB5-9EC9-777CAC99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8686" y="680212"/>
            <a:ext cx="285077" cy="354530"/>
          </a:xfrm>
          <a:custGeom xmlns:a="http://schemas.openxmlformats.org/drawingml/2006/main">
            <a:pathLst>
              <a:path w="285077" h="354530">
                <a:moveTo>
                  <a:pt x="0" y="177265"/>
                </a:moveTo>
                <a:cubicBezTo>
                  <a:pt x="0" y="79362"/>
                  <a:pt x="63815" y="0"/>
                  <a:pt x="142541" y="0"/>
                </a:cubicBezTo>
                <a:cubicBezTo>
                  <a:pt x="221262" y="0"/>
                  <a:pt x="285077" y="79362"/>
                  <a:pt x="285077" y="177265"/>
                </a:cubicBezTo>
                <a:cubicBezTo>
                  <a:pt x="285077" y="275168"/>
                  <a:pt x="221262" y="354530"/>
                  <a:pt x="142541" y="354530"/>
                </a:cubicBezTo>
                <a:cubicBezTo>
                  <a:pt x="63815" y="354530"/>
                  <a:pt x="0" y="275168"/>
                  <a:pt x="0" y="17726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3E6B1AB-27AB-483F-8E87-3ACE8844A3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64b3ef7b64b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200150"/>
            <a:ext cx="352425" cy="285750"/>
          </a:xfrm>
          <a:prstGeom xmlns:a="http://schemas.openxmlformats.org/drawingml/2006/main" prst="rect">
            <a:avLst/>
          </a:prstGeom>
        </p:spPr>
      </p:pic>
      <p:sp>
        <p:nvSpPr>
          <p:cNvPr id="140" name="source-raster-25">
            <a:extLst xmlns:a="http://schemas.openxmlformats.org/drawingml/2006/main">
              <a:ext uri="{FF2B5EF4-FFF2-40B4-BE49-F238E27FC236}">
                <a16:creationId xmlns:a16="http://schemas.microsoft.com/office/drawing/2014/main" id="{F1C252B2-69C3-4DDD-92E5-3A4AFD34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1200150"/>
            <a:ext cx="352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A6469EF2-EFC9-4A73-848A-0257482E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934" y="1178955"/>
            <a:ext cx="331253" cy="307059"/>
          </a:xfrm>
          <a:custGeom xmlns:a="http://schemas.openxmlformats.org/drawingml/2006/main">
            <a:pathLst>
              <a:path w="331253" h="307059">
                <a:moveTo>
                  <a:pt x="0" y="153530"/>
                </a:moveTo>
                <a:cubicBezTo>
                  <a:pt x="0" y="68735"/>
                  <a:pt x="74151" y="0"/>
                  <a:pt x="165624" y="0"/>
                </a:cubicBezTo>
                <a:cubicBezTo>
                  <a:pt x="257097" y="0"/>
                  <a:pt x="331253" y="68735"/>
                  <a:pt x="331253" y="153530"/>
                </a:cubicBezTo>
                <a:cubicBezTo>
                  <a:pt x="331253" y="238324"/>
                  <a:pt x="257097" y="307059"/>
                  <a:pt x="165624" y="307059"/>
                </a:cubicBezTo>
                <a:cubicBezTo>
                  <a:pt x="74151" y="307059"/>
                  <a:pt x="0" y="238324"/>
                  <a:pt x="0" y="1535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897116D-D2A5-4B64-AF75-4AF26C7BC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26cc902f44e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2000250"/>
            <a:ext cx="390525" cy="352425"/>
          </a:xfrm>
          <a:prstGeom xmlns:a="http://schemas.openxmlformats.org/drawingml/2006/main" prst="rect">
            <a:avLst/>
          </a:prstGeom>
        </p:spPr>
      </p:pic>
      <p:sp>
        <p:nvSpPr>
          <p:cNvPr id="143" name="source-raster-26">
            <a:extLst xmlns:a="http://schemas.openxmlformats.org/drawingml/2006/main">
              <a:ext uri="{FF2B5EF4-FFF2-40B4-BE49-F238E27FC236}">
                <a16:creationId xmlns:a16="http://schemas.microsoft.com/office/drawing/2014/main" id="{D0393CB2-22D4-44BD-96E8-4C304FD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000250"/>
            <a:ext cx="3905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948E4BAE-A6B3-4EC6-908A-7FB3F49C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9" y="1964595"/>
            <a:ext cx="419139" cy="404288"/>
          </a:xfrm>
          <a:custGeom xmlns:a="http://schemas.openxmlformats.org/drawingml/2006/main">
            <a:pathLst>
              <a:path w="419139" h="404288">
                <a:moveTo>
                  <a:pt x="0" y="202144"/>
                </a:moveTo>
                <a:cubicBezTo>
                  <a:pt x="0" y="90502"/>
                  <a:pt x="93825" y="0"/>
                  <a:pt x="209566" y="0"/>
                </a:cubicBezTo>
                <a:cubicBezTo>
                  <a:pt x="325309" y="0"/>
                  <a:pt x="419139" y="90502"/>
                  <a:pt x="419139" y="202144"/>
                </a:cubicBezTo>
                <a:cubicBezTo>
                  <a:pt x="419139" y="313787"/>
                  <a:pt x="325309" y="404288"/>
                  <a:pt x="209566" y="404288"/>
                </a:cubicBezTo>
                <a:cubicBezTo>
                  <a:pt x="93825" y="404288"/>
                  <a:pt x="0" y="313787"/>
                  <a:pt x="0" y="2021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pic>
        <p:nvPic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FA80F28-4A09-4F38-B57D-EB3427A547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241416ef340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1476375"/>
            <a:ext cx="409575" cy="285750"/>
          </a:xfrm>
          <a:prstGeom xmlns:a="http://schemas.openxmlformats.org/drawingml/2006/main" prst="rect">
            <a:avLst/>
          </a:prstGeom>
        </p:spPr>
      </p:pic>
      <p:sp>
        <p:nvSpPr>
          <p:cNvPr id="146" name="source-raster-27">
            <a:extLst xmlns:a="http://schemas.openxmlformats.org/drawingml/2006/main">
              <a:ext uri="{FF2B5EF4-FFF2-40B4-BE49-F238E27FC236}">
                <a16:creationId xmlns:a16="http://schemas.microsoft.com/office/drawing/2014/main" id="{8AFAC979-357E-4AB3-876A-E4925378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476375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E8C56598-D1E5-49C5-B4A4-53F19105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070" y="1488881"/>
            <a:ext cx="331253" cy="228711"/>
          </a:xfrm>
          <a:custGeom xmlns:a="http://schemas.openxmlformats.org/drawingml/2006/main">
            <a:pathLst>
              <a:path w="331253" h="228711">
                <a:moveTo>
                  <a:pt x="0" y="114356"/>
                </a:moveTo>
                <a:cubicBezTo>
                  <a:pt x="0" y="51198"/>
                  <a:pt x="74151" y="0"/>
                  <a:pt x="165624" y="0"/>
                </a:cubicBezTo>
                <a:cubicBezTo>
                  <a:pt x="257102" y="0"/>
                  <a:pt x="331253" y="51198"/>
                  <a:pt x="331253" y="114356"/>
                </a:cubicBezTo>
                <a:cubicBezTo>
                  <a:pt x="331253" y="177513"/>
                  <a:pt x="257102" y="228711"/>
                  <a:pt x="165624" y="228711"/>
                </a:cubicBezTo>
                <a:cubicBezTo>
                  <a:pt x="74151" y="228711"/>
                  <a:pt x="0" y="177513"/>
                  <a:pt x="0" y="114356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1C8FA75-D8B6-436C-9F85-5C11A2805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bbb4c71724f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" y="1752600"/>
            <a:ext cx="447675" cy="295275"/>
          </a:xfrm>
          <a:prstGeom xmlns:a="http://schemas.openxmlformats.org/drawingml/2006/main" prst="rect">
            <a:avLst/>
          </a:prstGeom>
        </p:spPr>
      </p:pic>
      <p:sp>
        <p:nvSpPr>
          <p:cNvPr id="149" name="source-raster-28">
            <a:extLst xmlns:a="http://schemas.openxmlformats.org/drawingml/2006/main">
              <a:ext uri="{FF2B5EF4-FFF2-40B4-BE49-F238E27FC236}">
                <a16:creationId xmlns:a16="http://schemas.microsoft.com/office/drawing/2014/main" id="{76AF7821-1202-44B6-BFF4-7B5698F1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1752600"/>
            <a:ext cx="447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C822234E-DB9E-4772-B13E-47000DA6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718" y="1755155"/>
            <a:ext cx="505923" cy="307059"/>
          </a:xfrm>
          <a:custGeom xmlns:a="http://schemas.openxmlformats.org/drawingml/2006/main">
            <a:pathLst>
              <a:path w="505923" h="307059">
                <a:moveTo>
                  <a:pt x="0" y="153530"/>
                </a:moveTo>
                <a:cubicBezTo>
                  <a:pt x="0" y="68735"/>
                  <a:pt x="113255" y="0"/>
                  <a:pt x="252959" y="0"/>
                </a:cubicBezTo>
                <a:cubicBezTo>
                  <a:pt x="392668" y="0"/>
                  <a:pt x="505923" y="68735"/>
                  <a:pt x="505923" y="153530"/>
                </a:cubicBezTo>
                <a:cubicBezTo>
                  <a:pt x="505923" y="238324"/>
                  <a:pt x="392668" y="307059"/>
                  <a:pt x="252959" y="307059"/>
                </a:cubicBezTo>
                <a:cubicBezTo>
                  <a:pt x="113255" y="307059"/>
                  <a:pt x="0" y="238324"/>
                  <a:pt x="0" y="1535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51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CC47AC43-1566-4151-9D58-8EE3DC03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766" y="857477"/>
            <a:ext cx="201303" cy="151847"/>
          </a:xfrm>
          <a:custGeom xmlns:a="http://schemas.openxmlformats.org/drawingml/2006/main">
            <a:pathLst>
              <a:path w="201303" h="151847">
                <a:moveTo>
                  <a:pt x="0" y="0"/>
                </a:moveTo>
                <a:cubicBezTo>
                  <a:pt x="50324" y="0"/>
                  <a:pt x="100654" y="37960"/>
                  <a:pt x="100654" y="75926"/>
                </a:cubicBezTo>
                <a:cubicBezTo>
                  <a:pt x="100654" y="113886"/>
                  <a:pt x="150978" y="151847"/>
                  <a:pt x="201303" y="1518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52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468240C8-0A68-411C-BBBF-E42F1D66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186" y="1332485"/>
            <a:ext cx="611476" cy="89833"/>
          </a:xfrm>
          <a:custGeom xmlns:a="http://schemas.openxmlformats.org/drawingml/2006/main">
            <a:pathLst>
              <a:path w="611476" h="89833">
                <a:moveTo>
                  <a:pt x="0" y="0"/>
                </a:moveTo>
                <a:cubicBezTo>
                  <a:pt x="54958" y="0"/>
                  <a:pt x="109921" y="22457"/>
                  <a:pt x="109921" y="44919"/>
                </a:cubicBezTo>
                <a:cubicBezTo>
                  <a:pt x="109921" y="67376"/>
                  <a:pt x="360696" y="89833"/>
                  <a:pt x="611476" y="89833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53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4CCC2C5B-C579-45FD-B94D-CEFF73D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322" y="1603236"/>
            <a:ext cx="159340" cy="32550"/>
          </a:xfrm>
          <a:custGeom xmlns:a="http://schemas.openxmlformats.org/drawingml/2006/main">
            <a:pathLst>
              <a:path w="159340" h="32550">
                <a:moveTo>
                  <a:pt x="0" y="0"/>
                </a:moveTo>
                <a:cubicBezTo>
                  <a:pt x="39832" y="0"/>
                  <a:pt x="79670" y="8140"/>
                  <a:pt x="79670" y="16275"/>
                </a:cubicBezTo>
                <a:cubicBezTo>
                  <a:pt x="79670" y="24415"/>
                  <a:pt x="119502" y="32550"/>
                  <a:pt x="159340" y="325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54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A47B642E-7B1C-41B1-9A0A-2D1A09DA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588" y="1858896"/>
            <a:ext cx="96840" cy="37922"/>
          </a:xfrm>
          <a:custGeom xmlns:a="http://schemas.openxmlformats.org/drawingml/2006/main">
            <a:pathLst>
              <a:path w="96840" h="37922">
                <a:moveTo>
                  <a:pt x="0" y="37922"/>
                </a:moveTo>
                <a:cubicBezTo>
                  <a:pt x="24210" y="37922"/>
                  <a:pt x="48420" y="28445"/>
                  <a:pt x="48420" y="18961"/>
                </a:cubicBezTo>
                <a:cubicBezTo>
                  <a:pt x="48420" y="9483"/>
                  <a:pt x="72630" y="0"/>
                  <a:pt x="9684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55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38B7BB69-5C06-493F-844D-23C4714B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75" y="2049682"/>
            <a:ext cx="512953" cy="117058"/>
          </a:xfrm>
          <a:custGeom xmlns:a="http://schemas.openxmlformats.org/drawingml/2006/main">
            <a:pathLst>
              <a:path w="512953" h="117058">
                <a:moveTo>
                  <a:pt x="0" y="117058"/>
                </a:moveTo>
                <a:cubicBezTo>
                  <a:pt x="128241" y="117058"/>
                  <a:pt x="256476" y="87794"/>
                  <a:pt x="256476" y="58529"/>
                </a:cubicBezTo>
                <a:cubicBezTo>
                  <a:pt x="256476" y="29265"/>
                  <a:pt x="384717" y="0"/>
                  <a:pt x="51295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1228640-E355-45E0-95B6-57BF935A19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7c525c75641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43050"/>
            <a:ext cx="361950" cy="352425"/>
          </a:xfrm>
          <a:prstGeom xmlns:a="http://schemas.openxmlformats.org/drawingml/2006/main" prst="rect">
            <a:avLst/>
          </a:prstGeom>
        </p:spPr>
      </p:pic>
      <p:sp>
        <p:nvSpPr>
          <p:cNvPr id="157" name="source-raster-29">
            <a:extLst xmlns:a="http://schemas.openxmlformats.org/drawingml/2006/main">
              <a:ext uri="{FF2B5EF4-FFF2-40B4-BE49-F238E27FC236}">
                <a16:creationId xmlns:a16="http://schemas.microsoft.com/office/drawing/2014/main" id="{1281E089-EF5D-40B0-A4E1-8A801C53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543050"/>
            <a:ext cx="36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B5EDE17-0189-4D4B-BB9B-A5144EFDBB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35b51ebcb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" y="2171700"/>
            <a:ext cx="381000" cy="361950"/>
          </a:xfrm>
          <a:prstGeom xmlns:a="http://schemas.openxmlformats.org/drawingml/2006/main" prst="rect">
            <a:avLst/>
          </a:prstGeom>
        </p:spPr>
      </p:pic>
      <p:sp>
        <p:nvSpPr>
          <p:cNvPr id="159" name="source-raster-30">
            <a:extLst xmlns:a="http://schemas.openxmlformats.org/drawingml/2006/main">
              <a:ext uri="{FF2B5EF4-FFF2-40B4-BE49-F238E27FC236}">
                <a16:creationId xmlns:a16="http://schemas.microsoft.com/office/drawing/2014/main" id="{12273854-35E2-497F-B2F9-F9C399AE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21717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330FEB6-3895-44C6-A86F-D44BC8CD2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ab67ebe3b47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6325" y="2190750"/>
            <a:ext cx="390525" cy="342900"/>
          </a:xfrm>
          <a:prstGeom xmlns:a="http://schemas.openxmlformats.org/drawingml/2006/main" prst="rect">
            <a:avLst/>
          </a:prstGeom>
        </p:spPr>
      </p:pic>
      <p:sp>
        <p:nvSpPr>
          <p:cNvPr id="161" name="source-raster-31">
            <a:extLst xmlns:a="http://schemas.openxmlformats.org/drawingml/2006/main">
              <a:ext uri="{FF2B5EF4-FFF2-40B4-BE49-F238E27FC236}">
                <a16:creationId xmlns:a16="http://schemas.microsoft.com/office/drawing/2014/main" id="{25DDCD7F-2517-47CB-9EDD-4DE08BB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2190750"/>
            <a:ext cx="390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6D7FA1E-D2A8-440C-BDB9-711F23CE9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5925468a44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4425" y="1085850"/>
            <a:ext cx="323850" cy="295275"/>
          </a:xfrm>
          <a:prstGeom xmlns:a="http://schemas.openxmlformats.org/drawingml/2006/main" prst="rect">
            <a:avLst/>
          </a:prstGeom>
        </p:spPr>
      </p:pic>
      <p:sp>
        <p:nvSpPr>
          <p:cNvPr id="163" name="source-raster-32">
            <a:extLst xmlns:a="http://schemas.openxmlformats.org/drawingml/2006/main">
              <a:ext uri="{FF2B5EF4-FFF2-40B4-BE49-F238E27FC236}">
                <a16:creationId xmlns:a16="http://schemas.microsoft.com/office/drawing/2014/main" id="{783201FC-84B4-410F-8D23-1A454EE9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08585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0166973E-ECBB-4030-84D9-6507EAD3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525" y="1060011"/>
            <a:ext cx="331253" cy="336394"/>
          </a:xfrm>
          <a:custGeom xmlns:a="http://schemas.openxmlformats.org/drawingml/2006/main">
            <a:pathLst>
              <a:path w="331253" h="336394">
                <a:moveTo>
                  <a:pt x="0" y="168197"/>
                </a:moveTo>
                <a:cubicBezTo>
                  <a:pt x="0" y="75306"/>
                  <a:pt x="74151" y="0"/>
                  <a:pt x="165624" y="0"/>
                </a:cubicBezTo>
                <a:cubicBezTo>
                  <a:pt x="257097" y="0"/>
                  <a:pt x="331253" y="75306"/>
                  <a:pt x="331253" y="168197"/>
                </a:cubicBezTo>
                <a:cubicBezTo>
                  <a:pt x="331253" y="261088"/>
                  <a:pt x="257097" y="336394"/>
                  <a:pt x="165624" y="336394"/>
                </a:cubicBezTo>
                <a:cubicBezTo>
                  <a:pt x="74151" y="336394"/>
                  <a:pt x="0" y="261088"/>
                  <a:pt x="0" y="16819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65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AB004344-F55A-4560-8432-AB669E9A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778" y="1228208"/>
            <a:ext cx="129886" cy="5394"/>
          </a:xfrm>
          <a:custGeom xmlns:a="http://schemas.openxmlformats.org/drawingml/2006/main">
            <a:pathLst>
              <a:path w="129886" h="5394">
                <a:moveTo>
                  <a:pt x="0" y="0"/>
                </a:moveTo>
                <a:cubicBezTo>
                  <a:pt x="32469" y="0"/>
                  <a:pt x="64943" y="1349"/>
                  <a:pt x="64943" y="2697"/>
                </a:cubicBezTo>
                <a:cubicBezTo>
                  <a:pt x="64943" y="4046"/>
                  <a:pt x="97412" y="5394"/>
                  <a:pt x="129886" y="53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66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C9D6CC47-3D01-4EA8-8A06-7C6B0FA9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535" y="2178610"/>
            <a:ext cx="382991" cy="373313"/>
          </a:xfrm>
          <a:custGeom xmlns:a="http://schemas.openxmlformats.org/drawingml/2006/main">
            <a:pathLst>
              <a:path w="382991" h="373313">
                <a:moveTo>
                  <a:pt x="0" y="186657"/>
                </a:moveTo>
                <a:cubicBezTo>
                  <a:pt x="0" y="83570"/>
                  <a:pt x="85733" y="0"/>
                  <a:pt x="191496" y="0"/>
                </a:cubicBezTo>
                <a:cubicBezTo>
                  <a:pt x="297252" y="0"/>
                  <a:pt x="382991" y="83570"/>
                  <a:pt x="382991" y="186657"/>
                </a:cubicBezTo>
                <a:cubicBezTo>
                  <a:pt x="382991" y="289744"/>
                  <a:pt x="297252" y="373313"/>
                  <a:pt x="191496" y="373313"/>
                </a:cubicBezTo>
                <a:cubicBezTo>
                  <a:pt x="85733" y="373313"/>
                  <a:pt x="0" y="289744"/>
                  <a:pt x="0" y="18665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67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602C23DD-56EC-4A63-94C2-D835DA7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782" y="2244886"/>
            <a:ext cx="129568" cy="119567"/>
          </a:xfrm>
          <a:custGeom xmlns:a="http://schemas.openxmlformats.org/drawingml/2006/main">
            <a:pathLst>
              <a:path w="129568" h="119567">
                <a:moveTo>
                  <a:pt x="0" y="119567"/>
                </a:moveTo>
                <a:cubicBezTo>
                  <a:pt x="32393" y="119567"/>
                  <a:pt x="64786" y="89676"/>
                  <a:pt x="64786" y="59781"/>
                </a:cubicBezTo>
                <a:cubicBezTo>
                  <a:pt x="64786" y="29890"/>
                  <a:pt x="97174" y="0"/>
                  <a:pt x="12956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E9A56B"/>
            </a:solidFill>
            <a:prstDash val="dash"/>
          </a:ln>
        </p:spPr>
      </p:sp>
      <p:sp>
        <p:nvSpPr>
          <p:cNvPr id="168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BA0FE1EC-739E-486D-B010-5808F2A3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1" y="615613"/>
            <a:ext cx="1353511" cy="2167686"/>
          </a:xfrm>
          <a:custGeom xmlns:a="http://schemas.openxmlformats.org/drawingml/2006/main">
            <a:pathLst>
              <a:path w="1353511" h="2167686">
                <a:moveTo>
                  <a:pt x="0" y="105396"/>
                </a:moveTo>
                <a:cubicBezTo>
                  <a:pt x="0" y="47185"/>
                  <a:pt x="47190" y="0"/>
                  <a:pt x="105396" y="0"/>
                </a:cubicBezTo>
                <a:lnTo>
                  <a:pt x="1248116" y="0"/>
                </a:lnTo>
                <a:cubicBezTo>
                  <a:pt x="1306321" y="0"/>
                  <a:pt x="1353511" y="47185"/>
                  <a:pt x="1353511" y="105396"/>
                </a:cubicBezTo>
                <a:lnTo>
                  <a:pt x="1353511" y="2062291"/>
                </a:lnTo>
                <a:cubicBezTo>
                  <a:pt x="1353511" y="2120502"/>
                  <a:pt x="1306321" y="2167686"/>
                  <a:pt x="1248116" y="2167686"/>
                </a:cubicBezTo>
                <a:lnTo>
                  <a:pt x="105396" y="2167686"/>
                </a:lnTo>
                <a:cubicBezTo>
                  <a:pt x="47190" y="2167686"/>
                  <a:pt x="0" y="2120502"/>
                  <a:pt x="0" y="2062291"/>
                </a:cubicBezTo>
                <a:lnTo>
                  <a:pt x="0" y="105396"/>
                </a:lnTo>
              </a:path>
            </a:pathLst>
          </a:custGeom>
          <a:noFill xmlns:a="http://schemas.openxmlformats.org/drawingml/2006/main"/>
          <a:ln xmlns:a="http://schemas.openxmlformats.org/drawingml/2006/main" w="8092">
            <a:solidFill>
              <a:srgbClr val="7F7F7F"/>
            </a:solidFill>
            <a:prstDash val="dash"/>
          </a:ln>
        </p:spPr>
      </p:sp>
      <p:sp>
        <p:nvSpPr>
          <p:cNvPr id="169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17E7D53D-9110-42FB-A038-51DA1F8E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279" y="764461"/>
            <a:ext cx="603537" cy="200335"/>
          </a:xfrm>
          <a:custGeom xmlns:a="http://schemas.openxmlformats.org/drawingml/2006/main">
            <a:pathLst>
              <a:path w="603537" h="200335">
                <a:moveTo>
                  <a:pt x="0" y="0"/>
                </a:moveTo>
                <a:lnTo>
                  <a:pt x="603537" y="0"/>
                </a:lnTo>
                <a:lnTo>
                  <a:pt x="603537" y="200335"/>
                </a:lnTo>
                <a:lnTo>
                  <a:pt x="0" y="20033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590392FB-B274-4071-B81B-A50D33DE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2816" y="764462"/>
            <a:ext cx="553833" cy="200335"/>
          </a:xfrm>
          <a:custGeom xmlns:a="http://schemas.openxmlformats.org/drawingml/2006/main">
            <a:pathLst>
              <a:path w="553833" h="200335">
                <a:moveTo>
                  <a:pt x="0" y="0"/>
                </a:moveTo>
                <a:lnTo>
                  <a:pt x="553833" y="0"/>
                </a:lnTo>
                <a:lnTo>
                  <a:pt x="553833" y="200335"/>
                </a:lnTo>
                <a:lnTo>
                  <a:pt x="0" y="20033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0F0A3F45-F008-494D-9FC3-4AF2726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6645" y="764462"/>
            <a:ext cx="461529" cy="200335"/>
          </a:xfrm>
          <a:custGeom xmlns:a="http://schemas.openxmlformats.org/drawingml/2006/main">
            <a:pathLst>
              <a:path w="461529" h="200335">
                <a:moveTo>
                  <a:pt x="0" y="0"/>
                </a:moveTo>
                <a:lnTo>
                  <a:pt x="461529" y="0"/>
                </a:lnTo>
                <a:lnTo>
                  <a:pt x="461529" y="200335"/>
                </a:lnTo>
                <a:lnTo>
                  <a:pt x="0" y="20033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9606EEC3-B169-4CF9-B9F6-3E0BCF5A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8175" y="764462"/>
            <a:ext cx="724253" cy="200335"/>
          </a:xfrm>
          <a:custGeom xmlns:a="http://schemas.openxmlformats.org/drawingml/2006/main">
            <a:pathLst>
              <a:path w="724253" h="200335">
                <a:moveTo>
                  <a:pt x="0" y="0"/>
                </a:moveTo>
                <a:lnTo>
                  <a:pt x="724253" y="0"/>
                </a:lnTo>
                <a:lnTo>
                  <a:pt x="724253" y="200335"/>
                </a:lnTo>
                <a:lnTo>
                  <a:pt x="0" y="200335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DCCA25E9-4685-449A-84E2-35FA14B2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2816" y="761513"/>
            <a:ext cx="95" cy="1644640"/>
          </a:xfrm>
          <a:custGeom xmlns:a="http://schemas.openxmlformats.org/drawingml/2006/main">
            <a:pathLst>
              <a:path w="95" h="1644640">
                <a:moveTo>
                  <a:pt x="0" y="0"/>
                </a:moveTo>
                <a:lnTo>
                  <a:pt x="0" y="164464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4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DD6946A8-E88C-49C5-BA65-DA9F0DE4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6649" y="761513"/>
            <a:ext cx="95" cy="1644640"/>
          </a:xfrm>
          <a:custGeom xmlns:a="http://schemas.openxmlformats.org/drawingml/2006/main">
            <a:pathLst>
              <a:path w="95" h="1644640">
                <a:moveTo>
                  <a:pt x="0" y="0"/>
                </a:moveTo>
                <a:lnTo>
                  <a:pt x="0" y="164464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5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1E1DEE18-D091-4A04-992E-A87C2FD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8178" y="761513"/>
            <a:ext cx="95" cy="1644640"/>
          </a:xfrm>
          <a:custGeom xmlns:a="http://schemas.openxmlformats.org/drawingml/2006/main">
            <a:pathLst>
              <a:path w="95" h="1644640">
                <a:moveTo>
                  <a:pt x="0" y="0"/>
                </a:moveTo>
                <a:lnTo>
                  <a:pt x="0" y="164464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6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3D86B13D-3664-4324-9F9F-5A7D7971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6" y="964801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7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DAE9F543-6896-49E2-8966-B53E4B5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1169143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8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39FC1A5D-A181-41C0-A870-687BC504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1373481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79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FCD2C17C-3D93-4707-AD69-A86094FE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1577823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0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686B683-3026-4B0D-9A5C-EECF92B8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1782165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1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C579D4A-412B-498F-8DB6-9EC5E097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1986507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2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E7E7A2E1-BDDD-41B3-B082-934673B5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2194856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14ECA81B-9C29-46C6-BA3D-03A79DC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9279" y="761513"/>
            <a:ext cx="95" cy="1644640"/>
          </a:xfrm>
          <a:custGeom xmlns:a="http://schemas.openxmlformats.org/drawingml/2006/main">
            <a:pathLst>
              <a:path w="95" h="1644640">
                <a:moveTo>
                  <a:pt x="0" y="0"/>
                </a:moveTo>
                <a:lnTo>
                  <a:pt x="0" y="164464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4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87739EFE-E48D-43FF-91EE-F71E9C24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2431" y="761513"/>
            <a:ext cx="95" cy="1644640"/>
          </a:xfrm>
          <a:custGeom xmlns:a="http://schemas.openxmlformats.org/drawingml/2006/main">
            <a:pathLst>
              <a:path w="95" h="1644640">
                <a:moveTo>
                  <a:pt x="0" y="0"/>
                </a:moveTo>
                <a:lnTo>
                  <a:pt x="0" y="164464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5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07A497A6-5898-4C6B-A561-7CC01FC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764466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6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247D403-14ED-43E1-B1E8-DCDEA8CC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6327" y="2403200"/>
            <a:ext cx="2349031" cy="95"/>
          </a:xfrm>
          <a:custGeom xmlns:a="http://schemas.openxmlformats.org/drawingml/2006/main">
            <a:pathLst>
              <a:path w="2349031" h="95">
                <a:moveTo>
                  <a:pt x="0" y="0"/>
                </a:moveTo>
                <a:lnTo>
                  <a:pt x="2349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000000"/>
            </a:solidFill>
            <a:prstDash val="solid"/>
          </a:ln>
        </p:spPr>
      </p:sp>
      <p:sp>
        <p:nvSpPr>
          <p:cNvPr id="187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53B7EC17-34B4-4777-9604-D7E21A9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8442" y="826261"/>
            <a:ext cx="27784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188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473D7AD1-0656-4F68-99BD-910583B7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3316" y="826261"/>
            <a:ext cx="26459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Action</a:t>
            </a:r>
          </a:p>
        </p:txBody>
      </p:sp>
      <p:sp>
        <p:nvSpPr>
          <p:cNvPr id="189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E7E57B8A-E461-43F2-A173-667EC786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3174" y="826260"/>
            <a:ext cx="36580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Category</a:t>
            </a:r>
          </a:p>
        </p:txBody>
      </p:sp>
      <p:sp>
        <p:nvSpPr>
          <p:cNvPr id="190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EDED94E8-89B3-45B0-88BB-ABAC566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6106" y="826260"/>
            <a:ext cx="18398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8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Item</a:t>
            </a:r>
          </a:p>
        </p:txBody>
      </p:sp>
      <p:sp>
        <p:nvSpPr>
          <p:cNvPr id="191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C2C686C2-C128-44E5-A841-5366BF3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029" y="1029074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92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86029627-0487-40CC-98A1-9AD0BDA9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258" y="1029074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193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7000B8DA-A8ED-4D2F-9844-F60F1F5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2122" y="1029074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4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1E40AEE5-CEC5-458E-B0C8-E348DAF6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140" y="1029074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95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BCE79DD0-DB81-46B4-88DA-6CC5731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69" y="1029074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196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B8A4F450-F78A-48B9-BE4F-7C02917E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233" y="1029074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97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41AE0EC6-973D-4E30-954E-CF02BBF0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2575" y="1029074"/>
            <a:ext cx="19281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198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D48B88DB-135C-497D-93E8-D267602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3864" y="1029074"/>
            <a:ext cx="170726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milk</a:t>
            </a:r>
          </a:p>
        </p:txBody>
      </p:sp>
      <p:sp>
        <p:nvSpPr>
          <p:cNvPr id="199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ABD6C07B-0486-41CF-B7B6-237DC1A5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029" y="123273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00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D19381F7-5E1A-4410-8EFD-21D86894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258" y="1232735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01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6D401E97-7153-402E-B4FA-B9B8D8E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2122" y="123273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2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9AAA7CA5-3247-4C0A-8075-E2159EB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140" y="123273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03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66BAE115-BF8B-4E13-B80B-99F3B79D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69" y="1232735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04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489A6EAF-7648-4115-B61B-34A48C9A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233" y="123273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05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7FD1EC53-956C-4C64-8DDB-7BBA1A3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2575" y="1232734"/>
            <a:ext cx="19281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Food</a:t>
            </a:r>
          </a:p>
        </p:txBody>
      </p:sp>
      <p:sp>
        <p:nvSpPr>
          <p:cNvPr id="206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861D0B91-E17A-49EA-9F09-969F1EB1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0239" y="1232734"/>
            <a:ext cx="25938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tomato</a:t>
            </a:r>
          </a:p>
        </p:txBody>
      </p:sp>
      <p:sp>
        <p:nvSpPr>
          <p:cNvPr id="207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5F16A723-C94F-481D-80DC-1C0EC5B1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8793" y="1232734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08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F17FDEC5-3728-4839-B1B8-84BAA4D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5341" y="1232734"/>
            <a:ext cx="20537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2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2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2" b="0" i="0">
                <a:solidFill>
                  <a:srgbClr val="9C0006"/>
                </a:solidFill>
                <a:latin typeface="Times New Roman"/>
                <a:ea typeface="Times New Roman"/>
                <a:cs typeface="Times New Roman"/>
              </a:rPr>
              <a:t>sauce</a:t>
            </a:r>
          </a:p>
        </p:txBody>
      </p:sp>
      <p:sp>
        <p:nvSpPr>
          <p:cNvPr id="209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6AACE382-A9BF-45E0-970E-4B9457B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029" y="143639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10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9EBD65A6-68B1-4DD9-9ABE-06FA978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258" y="1436395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11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A1943221-2ED6-41F2-BF91-4BDC661E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2122" y="143639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2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33313559-E895-4EDB-9336-2E02FB0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140" y="143639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13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0FAEC7F0-B38F-4F88-B9DF-FB8FF122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69" y="1436395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14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7D3D56EA-AC58-49CB-8E4A-A6566C1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233" y="1436395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5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0A682610-44E3-475C-918C-DEF5D5F5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73" y="1436395"/>
            <a:ext cx="387136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Tableware</a:t>
            </a:r>
          </a:p>
        </p:txBody>
      </p:sp>
      <p:sp>
        <p:nvSpPr>
          <p:cNvPr id="216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C2299858-7426-49C8-8D21-2940695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5451" y="1436395"/>
            <a:ext cx="23196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5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5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5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coffee</a:t>
            </a:r>
          </a:p>
        </p:txBody>
      </p:sp>
      <p:sp>
        <p:nvSpPr>
          <p:cNvPr id="217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680B421C-A400-4063-A980-6D09C5C7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6277" y="1436395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18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E2055946-93EF-4456-89EC-4C6ED9B1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824" y="1436395"/>
            <a:ext cx="166248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mug</a:t>
            </a:r>
          </a:p>
        </p:txBody>
      </p:sp>
      <p:sp>
        <p:nvSpPr>
          <p:cNvPr id="219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36249CCE-2510-4E0F-A3BF-A3E885C5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029" y="1640057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20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106D5F3E-B98C-4A7E-8E69-F41AA202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6258" y="1640057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21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8C740BDA-2DE5-4E87-B3CF-3D05039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2122" y="1640057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2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C457996F-5A90-49C9-A4BD-17606B4F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139" y="1640057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23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8A68C9D0-4AAA-45EA-AAE7-D772859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69" y="1640057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24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3632EED0-7AF2-4704-9C03-F1F912D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233" y="1640057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25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44459F61-5D4D-4934-A7CE-61FFFB48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3173" y="1640056"/>
            <a:ext cx="387136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6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Tableware</a:t>
            </a:r>
          </a:p>
        </p:txBody>
      </p:sp>
      <p:sp>
        <p:nvSpPr>
          <p:cNvPr id="226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C3A71AC3-92C2-4FC9-9E71-FAC4947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548" y="1640056"/>
            <a:ext cx="20533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1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1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white</a:t>
            </a:r>
          </a:p>
        </p:txBody>
      </p:sp>
      <p:sp>
        <p:nvSpPr>
          <p:cNvPr id="227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4B4EE31F-0806-4E87-B2E6-FF0357BA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4373" y="1640056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28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E13FA952-F77A-4C6D-92C0-6D95710A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0920" y="1640056"/>
            <a:ext cx="185438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9C5700"/>
                </a:solidFill>
                <a:latin typeface="Times New Roman"/>
                <a:ea typeface="Times New Roman"/>
                <a:cs typeface="Times New Roman"/>
              </a:rPr>
              <a:t>bowl</a:t>
            </a:r>
          </a:p>
        </p:txBody>
      </p:sp>
      <p:sp>
        <p:nvSpPr>
          <p:cNvPr id="229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43CE81FC-F8CD-4997-914C-3C79A6C0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8724" y="1843717"/>
            <a:ext cx="11745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7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87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87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top</a:t>
            </a:r>
          </a:p>
        </p:txBody>
      </p:sp>
      <p:sp>
        <p:nvSpPr>
          <p:cNvPr id="230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D8C3D8F7-FABD-4E82-ADD2-6ECBD05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7682" y="1843717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31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BB8767CD-2A81-45F4-92B6-A00C2D1D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4230" y="1843717"/>
            <a:ext cx="1521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side</a:t>
            </a:r>
          </a:p>
        </p:txBody>
      </p:sp>
      <p:sp>
        <p:nvSpPr>
          <p:cNvPr id="232" name="pdf-text-87-0">
            <a:extLst xmlns:a="http://schemas.openxmlformats.org/drawingml/2006/main">
              <a:ext uri="{FF2B5EF4-FFF2-40B4-BE49-F238E27FC236}">
                <a16:creationId xmlns:a16="http://schemas.microsoft.com/office/drawing/2014/main" id="{5E8EF22C-D8C9-4704-AA49-D10B6881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4189" y="1843717"/>
            <a:ext cx="2327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233" name="pdf-text-88-0">
            <a:extLst xmlns:a="http://schemas.openxmlformats.org/drawingml/2006/main">
              <a:ext uri="{FF2B5EF4-FFF2-40B4-BE49-F238E27FC236}">
                <a16:creationId xmlns:a16="http://schemas.microsoft.com/office/drawing/2014/main" id="{B675E64A-A38A-475A-BB81-7FCBB3C7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7407" y="1843717"/>
            <a:ext cx="10785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etc</a:t>
            </a:r>
          </a:p>
        </p:txBody>
      </p:sp>
      <p:sp>
        <p:nvSpPr>
          <p:cNvPr id="234" name="pdf-text-89-0">
            <a:extLst xmlns:a="http://schemas.openxmlformats.org/drawingml/2006/main">
              <a:ext uri="{FF2B5EF4-FFF2-40B4-BE49-F238E27FC236}">
                <a16:creationId xmlns:a16="http://schemas.microsoft.com/office/drawing/2014/main" id="{4A2EC9EF-87E7-4F9A-B72A-C47F53E9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242" y="1843716"/>
            <a:ext cx="2327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35" name="pdf-text-90-0">
            <a:extLst xmlns:a="http://schemas.openxmlformats.org/drawingml/2006/main">
              <a:ext uri="{FF2B5EF4-FFF2-40B4-BE49-F238E27FC236}">
                <a16:creationId xmlns:a16="http://schemas.microsoft.com/office/drawing/2014/main" id="{0ABE2279-958E-4AFD-84E6-E96A7C1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430" y="1843717"/>
            <a:ext cx="17952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236" name="pdf-text-91-0">
            <a:extLst xmlns:a="http://schemas.openxmlformats.org/drawingml/2006/main">
              <a:ext uri="{FF2B5EF4-FFF2-40B4-BE49-F238E27FC236}">
                <a16:creationId xmlns:a16="http://schemas.microsoft.com/office/drawing/2014/main" id="{EB855824-DA0D-4A5E-B536-D4965C84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6576" y="1843716"/>
            <a:ext cx="417542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Appliances</a:t>
            </a:r>
          </a:p>
        </p:txBody>
      </p:sp>
      <p:sp>
        <p:nvSpPr>
          <p:cNvPr id="237" name="pdf-text-92-0">
            <a:extLst xmlns:a="http://schemas.openxmlformats.org/drawingml/2006/main">
              <a:ext uri="{FF2B5EF4-FFF2-40B4-BE49-F238E27FC236}">
                <a16:creationId xmlns:a16="http://schemas.microsoft.com/office/drawing/2014/main" id="{F9C7642D-2C9D-45D9-8C07-24A82F0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0479" y="1843716"/>
            <a:ext cx="413771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microwave</a:t>
            </a:r>
          </a:p>
        </p:txBody>
      </p:sp>
      <p:sp>
        <p:nvSpPr>
          <p:cNvPr id="238" name="pdf-text-93-0">
            <a:extLst xmlns:a="http://schemas.openxmlformats.org/drawingml/2006/main">
              <a:ext uri="{FF2B5EF4-FFF2-40B4-BE49-F238E27FC236}">
                <a16:creationId xmlns:a16="http://schemas.microsoft.com/office/drawing/2014/main" id="{FD35E6A5-AC85-46DD-9800-F827075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6738" y="2051804"/>
            <a:ext cx="21279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upper</a:t>
            </a:r>
          </a:p>
        </p:txBody>
      </p:sp>
      <p:sp>
        <p:nvSpPr>
          <p:cNvPr id="239" name="pdf-text-94-0">
            <a:extLst xmlns:a="http://schemas.openxmlformats.org/drawingml/2006/main">
              <a:ext uri="{FF2B5EF4-FFF2-40B4-BE49-F238E27FC236}">
                <a16:creationId xmlns:a16="http://schemas.microsoft.com/office/drawing/2014/main" id="{988AC76E-2E98-4011-9E5A-606103F5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701" y="2051804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40" name="pdf-text-95-0">
            <a:extLst xmlns:a="http://schemas.openxmlformats.org/drawingml/2006/main">
              <a:ext uri="{FF2B5EF4-FFF2-40B4-BE49-F238E27FC236}">
                <a16:creationId xmlns:a16="http://schemas.microsoft.com/office/drawing/2014/main" id="{525EDF34-5710-4FC9-8981-72D4960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5247" y="2051804"/>
            <a:ext cx="237148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241" name="pdf-text-96-0">
            <a:extLst xmlns:a="http://schemas.openxmlformats.org/drawingml/2006/main">
              <a:ext uri="{FF2B5EF4-FFF2-40B4-BE49-F238E27FC236}">
                <a16:creationId xmlns:a16="http://schemas.microsoft.com/office/drawing/2014/main" id="{9B9DA28E-2291-40AA-932A-4EB86898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3072" y="2051804"/>
            <a:ext cx="2327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,</a:t>
            </a:r>
          </a:p>
        </p:txBody>
      </p:sp>
      <p:sp>
        <p:nvSpPr>
          <p:cNvPr id="242" name="pdf-text-97-0">
            <a:extLst xmlns:a="http://schemas.openxmlformats.org/drawingml/2006/main">
              <a:ext uri="{FF2B5EF4-FFF2-40B4-BE49-F238E27FC236}">
                <a16:creationId xmlns:a16="http://schemas.microsoft.com/office/drawing/2014/main" id="{5C131E69-9A0A-4791-8348-D98AA888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9401" y="2051804"/>
            <a:ext cx="107854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2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etc</a:t>
            </a:r>
          </a:p>
        </p:txBody>
      </p:sp>
      <p:sp>
        <p:nvSpPr>
          <p:cNvPr id="243" name="pdf-text-98-0">
            <a:extLst xmlns:a="http://schemas.openxmlformats.org/drawingml/2006/main">
              <a:ext uri="{FF2B5EF4-FFF2-40B4-BE49-F238E27FC236}">
                <a16:creationId xmlns:a16="http://schemas.microsoft.com/office/drawing/2014/main" id="{AF732997-96CA-432A-9B3C-C25F43AE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7904" y="2051804"/>
            <a:ext cx="2327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244" name="pdf-text-99-0">
            <a:extLst xmlns:a="http://schemas.openxmlformats.org/drawingml/2006/main">
              <a:ext uri="{FF2B5EF4-FFF2-40B4-BE49-F238E27FC236}">
                <a16:creationId xmlns:a16="http://schemas.microsoft.com/office/drawing/2014/main" id="{51A1A932-7254-41DB-A8D4-8B782C9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430" y="2051804"/>
            <a:ext cx="179523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1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245" name="pdf-text-100-0">
            <a:extLst xmlns:a="http://schemas.openxmlformats.org/drawingml/2006/main">
              <a:ext uri="{FF2B5EF4-FFF2-40B4-BE49-F238E27FC236}">
                <a16:creationId xmlns:a16="http://schemas.microsoft.com/office/drawing/2014/main" id="{03356211-D6CA-441D-8990-7DF18AE3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6575" y="2051804"/>
            <a:ext cx="417542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Appliances</a:t>
            </a:r>
          </a:p>
        </p:txBody>
      </p:sp>
      <p:sp>
        <p:nvSpPr>
          <p:cNvPr id="246" name="pdf-text-101-0">
            <a:extLst xmlns:a="http://schemas.openxmlformats.org/drawingml/2006/main">
              <a:ext uri="{FF2B5EF4-FFF2-40B4-BE49-F238E27FC236}">
                <a16:creationId xmlns:a16="http://schemas.microsoft.com/office/drawing/2014/main" id="{18D48855-3949-4864-9CF7-0B0977B0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054" y="2051804"/>
            <a:ext cx="185438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short</a:t>
            </a:r>
          </a:p>
        </p:txBody>
      </p:sp>
      <p:sp>
        <p:nvSpPr>
          <p:cNvPr id="247" name="pdf-text-102-0">
            <a:extLst xmlns:a="http://schemas.openxmlformats.org/drawingml/2006/main">
              <a:ext uri="{FF2B5EF4-FFF2-40B4-BE49-F238E27FC236}">
                <a16:creationId xmlns:a16="http://schemas.microsoft.com/office/drawing/2014/main" id="{545129E0-BC67-4D89-B7CD-C94A45E7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242" y="2051804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48" name="pdf-text-103-0">
            <a:extLst xmlns:a="http://schemas.openxmlformats.org/drawingml/2006/main">
              <a:ext uri="{FF2B5EF4-FFF2-40B4-BE49-F238E27FC236}">
                <a16:creationId xmlns:a16="http://schemas.microsoft.com/office/drawing/2014/main" id="{7FCB9A72-C9C1-4CB3-ACE4-7AD7E81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1789" y="2051804"/>
            <a:ext cx="223012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fridge</a:t>
            </a:r>
          </a:p>
        </p:txBody>
      </p:sp>
      <p:sp>
        <p:nvSpPr>
          <p:cNvPr id="249" name="pdf-text-104-0">
            <a:extLst xmlns:a="http://schemas.openxmlformats.org/drawingml/2006/main">
              <a:ext uri="{FF2B5EF4-FFF2-40B4-BE49-F238E27FC236}">
                <a16:creationId xmlns:a16="http://schemas.microsoft.com/office/drawing/2014/main" id="{55837E56-5F93-4062-8A1D-FD8D389D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5844" y="2259892"/>
            <a:ext cx="272710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contain</a:t>
            </a:r>
          </a:p>
        </p:txBody>
      </p:sp>
      <p:sp>
        <p:nvSpPr>
          <p:cNvPr id="250" name="pdf-text-105-0">
            <a:extLst xmlns:a="http://schemas.openxmlformats.org/drawingml/2006/main">
              <a:ext uri="{FF2B5EF4-FFF2-40B4-BE49-F238E27FC236}">
                <a16:creationId xmlns:a16="http://schemas.microsoft.com/office/drawing/2014/main" id="{ECB95A1B-C31A-475E-BB8E-EFE49F1F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9853" y="2259892"/>
            <a:ext cx="46547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_</a:t>
            </a:r>
          </a:p>
        </p:txBody>
      </p:sp>
      <p:sp>
        <p:nvSpPr>
          <p:cNvPr id="251" name="pdf-text-106-0">
            <a:extLst xmlns:a="http://schemas.openxmlformats.org/drawingml/2006/main">
              <a:ext uri="{FF2B5EF4-FFF2-40B4-BE49-F238E27FC236}">
                <a16:creationId xmlns:a16="http://schemas.microsoft.com/office/drawing/2014/main" id="{4A68A1B4-A89C-4B34-922D-9F518F73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6399" y="2259892"/>
            <a:ext cx="237148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region</a:t>
            </a:r>
          </a:p>
        </p:txBody>
      </p:sp>
      <p:sp>
        <p:nvSpPr>
          <p:cNvPr id="252" name="pdf-text-107-0">
            <a:extLst xmlns:a="http://schemas.openxmlformats.org/drawingml/2006/main">
              <a:ext uri="{FF2B5EF4-FFF2-40B4-BE49-F238E27FC236}">
                <a16:creationId xmlns:a16="http://schemas.microsoft.com/office/drawing/2014/main" id="{1F54BB66-D691-4D85-8271-477B2AB9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6139" y="2259892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253" name="pdf-text-108-0">
            <a:extLst xmlns:a="http://schemas.openxmlformats.org/drawingml/2006/main">
              <a:ext uri="{FF2B5EF4-FFF2-40B4-BE49-F238E27FC236}">
                <a16:creationId xmlns:a16="http://schemas.microsoft.com/office/drawing/2014/main" id="{60B7BE6A-7829-477F-BC8E-C7CC7652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3369" y="2259892"/>
            <a:ext cx="25865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6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54" name="pdf-text-109-0">
            <a:extLst xmlns:a="http://schemas.openxmlformats.org/drawingml/2006/main">
              <a:ext uri="{FF2B5EF4-FFF2-40B4-BE49-F238E27FC236}">
                <a16:creationId xmlns:a16="http://schemas.microsoft.com/office/drawing/2014/main" id="{87F974C8-0F90-49D4-802F-4E9D6D6C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9233" y="2259892"/>
            <a:ext cx="67229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55" name="pdf-text-110-0">
            <a:extLst xmlns:a="http://schemas.openxmlformats.org/drawingml/2006/main">
              <a:ext uri="{FF2B5EF4-FFF2-40B4-BE49-F238E27FC236}">
                <a16:creationId xmlns:a16="http://schemas.microsoft.com/office/drawing/2014/main" id="{6692FA4F-6E88-4D2A-849B-5146A69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6575" y="2259891"/>
            <a:ext cx="417542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4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Appliances</a:t>
            </a:r>
          </a:p>
        </p:txBody>
      </p:sp>
      <p:sp>
        <p:nvSpPr>
          <p:cNvPr id="256" name="pdf-text-111-0">
            <a:extLst xmlns:a="http://schemas.openxmlformats.org/drawingml/2006/main">
              <a:ext uri="{FF2B5EF4-FFF2-40B4-BE49-F238E27FC236}">
                <a16:creationId xmlns:a16="http://schemas.microsoft.com/office/drawing/2014/main" id="{63380D86-CC05-49AA-BED3-8FF43D76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881" y="2259892"/>
            <a:ext cx="238632" cy="9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3" b="0" i="0">
                <a:solidFill>
                  <a:srgbClr val="006100"/>
                </a:solidFill>
                <a:latin typeface="Times New Roman"/>
                <a:ea typeface="Times New Roman"/>
                <a:cs typeface="Times New Roman"/>
              </a:rPr>
              <a:t>basket</a:t>
            </a:r>
          </a:p>
        </p:txBody>
      </p:sp>
      <p:sp>
        <p:nvSpPr>
          <p:cNvPr id="257" name="pdf-text-112-0">
            <a:extLst xmlns:a="http://schemas.openxmlformats.org/drawingml/2006/main">
              <a:ext uri="{FF2B5EF4-FFF2-40B4-BE49-F238E27FC236}">
                <a16:creationId xmlns:a16="http://schemas.microsoft.com/office/drawing/2014/main" id="{607EE465-EE98-4366-B1BF-8BA5042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246" y="2611374"/>
            <a:ext cx="780663" cy="129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9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019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rPr>
              <a:t>Items Library</a:t>
            </a:r>
          </a:p>
        </p:txBody>
      </p:sp>
      <p:sp>
        <p:nvSpPr>
          <p:cNvPr id="258" name="pdf-text-113-0">
            <a:extLst xmlns:a="http://schemas.openxmlformats.org/drawingml/2006/main">
              <a:ext uri="{FF2B5EF4-FFF2-40B4-BE49-F238E27FC236}">
                <a16:creationId xmlns:a16="http://schemas.microsoft.com/office/drawing/2014/main" id="{C8A3780B-C39A-4539-95A0-6C8E29F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1400" y="2578749"/>
            <a:ext cx="856912" cy="129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54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954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54" b="1" i="0">
                <a:solidFill>
                  <a:srgbClr val="E9A56B"/>
                </a:solidFill>
                <a:latin typeface="Times New Roman"/>
                <a:ea typeface="Times New Roman"/>
                <a:cs typeface="Times New Roman"/>
              </a:rPr>
              <a:t>Item Info Table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B34DB3B-588A-454B-96A3-592760973B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6b7a02f5c4c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0025" y="3190875"/>
            <a:ext cx="428625" cy="142875"/>
          </a:xfrm>
          <a:prstGeom xmlns:a="http://schemas.openxmlformats.org/drawingml/2006/main" prst="rect">
            <a:avLst/>
          </a:prstGeom>
        </p:spPr>
      </p:pic>
      <p:sp>
        <p:nvSpPr>
          <p:cNvPr id="260" name="source-raster-33">
            <a:extLst xmlns:a="http://schemas.openxmlformats.org/drawingml/2006/main">
              <a:ext uri="{FF2B5EF4-FFF2-40B4-BE49-F238E27FC236}">
                <a16:creationId xmlns:a16="http://schemas.microsoft.com/office/drawing/2014/main" id="{30D97290-CF53-4BA9-80C7-C948879A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0025" y="3190875"/>
            <a:ext cx="428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1" name="pdf-path-235">
            <a:extLst xmlns:a="http://schemas.openxmlformats.org/drawingml/2006/main">
              <a:ext uri="{FF2B5EF4-FFF2-40B4-BE49-F238E27FC236}">
                <a16:creationId xmlns:a16="http://schemas.microsoft.com/office/drawing/2014/main" id="{E8AF9F3E-414E-4405-84C3-7CBB054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5818" y="3029774"/>
            <a:ext cx="263285" cy="489854"/>
          </a:xfrm>
          <a:custGeom xmlns:a="http://schemas.openxmlformats.org/drawingml/2006/main">
            <a:pathLst>
              <a:path w="263285" h="489854">
                <a:moveTo>
                  <a:pt x="198077" y="0"/>
                </a:moveTo>
                <a:cubicBezTo>
                  <a:pt x="68763" y="44062"/>
                  <a:pt x="0" y="184041"/>
                  <a:pt x="44488" y="312659"/>
                </a:cubicBezTo>
                <a:cubicBezTo>
                  <a:pt x="70721" y="388477"/>
                  <a:pt x="132417" y="446909"/>
                  <a:pt x="209869" y="469269"/>
                </a:cubicBezTo>
                <a:lnTo>
                  <a:pt x="208504" y="489854"/>
                </a:lnTo>
                <a:lnTo>
                  <a:pt x="263285" y="464419"/>
                </a:lnTo>
                <a:lnTo>
                  <a:pt x="213143" y="419840"/>
                </a:lnTo>
                <a:lnTo>
                  <a:pt x="211784" y="440382"/>
                </a:lnTo>
                <a:cubicBezTo>
                  <a:pt x="96366" y="403532"/>
                  <a:pt x="32728" y="280756"/>
                  <a:pt x="69652" y="166158"/>
                </a:cubicBezTo>
                <a:cubicBezTo>
                  <a:pt x="90756" y="100643"/>
                  <a:pt x="141787" y="48927"/>
                  <a:pt x="207296" y="26648"/>
                </a:cubicBezTo>
                <a:lnTo>
                  <a:pt x="198077" y="0"/>
                </a:lnTo>
              </a:path>
            </a:pathLst>
          </a:custGeom>
          <a:solidFill xmlns:a="http://schemas.openxmlformats.org/drawingml/2006/main">
            <a:srgbClr val="36BCF8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62" name="pdf-path-237">
            <a:extLst xmlns:a="http://schemas.openxmlformats.org/drawingml/2006/main">
              <a:ext uri="{FF2B5EF4-FFF2-40B4-BE49-F238E27FC236}">
                <a16:creationId xmlns:a16="http://schemas.microsoft.com/office/drawing/2014/main" id="{6C2522E6-B471-452B-914A-1B69A70C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1248" y="3015414"/>
            <a:ext cx="235961" cy="482112"/>
          </a:xfrm>
          <a:custGeom xmlns:a="http://schemas.openxmlformats.org/drawingml/2006/main">
            <a:pathLst>
              <a:path w="235961" h="482112">
                <a:moveTo>
                  <a:pt x="33887" y="482112"/>
                </a:moveTo>
                <a:cubicBezTo>
                  <a:pt x="164124" y="441056"/>
                  <a:pt x="235961" y="302684"/>
                  <a:pt x="194344" y="173046"/>
                </a:cubicBezTo>
                <a:cubicBezTo>
                  <a:pt x="172210" y="104106"/>
                  <a:pt x="120753" y="48253"/>
                  <a:pt x="53620" y="20299"/>
                </a:cubicBezTo>
                <a:lnTo>
                  <a:pt x="57310" y="0"/>
                </a:lnTo>
                <a:lnTo>
                  <a:pt x="0" y="19069"/>
                </a:lnTo>
                <a:lnTo>
                  <a:pt x="44768" y="69042"/>
                </a:lnTo>
                <a:lnTo>
                  <a:pt x="48447" y="48787"/>
                </a:lnTo>
                <a:cubicBezTo>
                  <a:pt x="158951" y="98469"/>
                  <a:pt x="208277" y="227654"/>
                  <a:pt x="158616" y="337338"/>
                </a:cubicBezTo>
                <a:cubicBezTo>
                  <a:pt x="133085" y="393731"/>
                  <a:pt x="84600" y="436605"/>
                  <a:pt x="25267" y="455265"/>
                </a:cubicBezTo>
                <a:lnTo>
                  <a:pt x="33887" y="48211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5394">
            <a:solidFill>
              <a:srgbClr val="791CCD"/>
            </a:solidFill>
            <a:prstDash val="solid"/>
          </a:ln>
        </p:spPr>
      </p:sp>
      <p:sp>
        <p:nvSpPr>
          <p:cNvPr id="263" name="pdf-path-239">
            <a:extLst xmlns:a="http://schemas.openxmlformats.org/drawingml/2006/main">
              <a:ext uri="{FF2B5EF4-FFF2-40B4-BE49-F238E27FC236}">
                <a16:creationId xmlns:a16="http://schemas.microsoft.com/office/drawing/2014/main" id="{88EB1768-3D56-47D6-B197-6DDB91D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8687" y="3005341"/>
            <a:ext cx="229558" cy="485506"/>
          </a:xfrm>
          <a:custGeom xmlns:a="http://schemas.openxmlformats.org/drawingml/2006/main">
            <a:pathLst>
              <a:path w="229558" h="485506">
                <a:moveTo>
                  <a:pt x="33510" y="485506"/>
                </a:moveTo>
                <a:cubicBezTo>
                  <a:pt x="160488" y="440646"/>
                  <a:pt x="229558" y="298779"/>
                  <a:pt x="187779" y="168645"/>
                </a:cubicBezTo>
                <a:cubicBezTo>
                  <a:pt x="166190" y="101415"/>
                  <a:pt x="117614" y="47287"/>
                  <a:pt x="54273" y="19879"/>
                </a:cubicBezTo>
                <a:lnTo>
                  <a:pt x="57887" y="0"/>
                </a:lnTo>
                <a:lnTo>
                  <a:pt x="0" y="17899"/>
                </a:lnTo>
                <a:lnTo>
                  <a:pt x="45572" y="67775"/>
                </a:lnTo>
                <a:lnTo>
                  <a:pt x="49175" y="47946"/>
                </a:lnTo>
                <a:cubicBezTo>
                  <a:pt x="156286" y="98308"/>
                  <a:pt x="202230" y="229537"/>
                  <a:pt x="151798" y="341055"/>
                </a:cubicBezTo>
                <a:cubicBezTo>
                  <a:pt x="126741" y="396472"/>
                  <a:pt x="80905" y="439168"/>
                  <a:pt x="25046" y="459138"/>
                </a:cubicBezTo>
                <a:lnTo>
                  <a:pt x="33510" y="48550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5394">
            <a:solidFill>
              <a:srgbClr val="791CCD"/>
            </a:solidFill>
            <a:prstDash val="solid"/>
          </a:ln>
        </p:spPr>
      </p:sp>
      <p:sp>
        <p:nvSpPr>
          <p:cNvPr id="264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93DBDFD9-87B0-4E9F-851A-52E567C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8355" y="3020602"/>
            <a:ext cx="256924" cy="494061"/>
          </a:xfrm>
          <a:custGeom xmlns:a="http://schemas.openxmlformats.org/drawingml/2006/main">
            <a:pathLst>
              <a:path w="256924" h="494061">
                <a:moveTo>
                  <a:pt x="191414" y="0"/>
                </a:moveTo>
                <a:cubicBezTo>
                  <a:pt x="65645" y="47163"/>
                  <a:pt x="0" y="190373"/>
                  <a:pt x="44795" y="319866"/>
                </a:cubicBezTo>
                <a:cubicBezTo>
                  <a:pt x="70575" y="394378"/>
                  <a:pt x="129217" y="451559"/>
                  <a:pt x="202775" y="473897"/>
                </a:cubicBezTo>
                <a:lnTo>
                  <a:pt x="201437" y="494061"/>
                </a:lnTo>
                <a:lnTo>
                  <a:pt x="256924" y="469722"/>
                </a:lnTo>
                <a:lnTo>
                  <a:pt x="205996" y="425326"/>
                </a:lnTo>
                <a:lnTo>
                  <a:pt x="204663" y="445431"/>
                </a:lnTo>
                <a:cubicBezTo>
                  <a:pt x="92541" y="407524"/>
                  <a:pt x="32027" y="282343"/>
                  <a:pt x="69507" y="165829"/>
                </a:cubicBezTo>
                <a:cubicBezTo>
                  <a:pt x="90335" y="101086"/>
                  <a:pt x="138609" y="49601"/>
                  <a:pt x="200466" y="26168"/>
                </a:cubicBezTo>
                <a:lnTo>
                  <a:pt x="191414" y="0"/>
                </a:lnTo>
              </a:path>
            </a:pathLst>
          </a:custGeom>
          <a:solidFill xmlns:a="http://schemas.openxmlformats.org/drawingml/2006/main">
            <a:srgbClr val="36BCF8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65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A3A0712D-2766-40F1-8F0F-9B5FF05F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081" y="3107635"/>
            <a:ext cx="291942" cy="299122"/>
          </a:xfrm>
          <a:custGeom xmlns:a="http://schemas.openxmlformats.org/drawingml/2006/main">
            <a:pathLst>
              <a:path w="291942" h="299122">
                <a:moveTo>
                  <a:pt x="159907" y="274148"/>
                </a:moveTo>
                <a:cubicBezTo>
                  <a:pt x="153952" y="274148"/>
                  <a:pt x="146975" y="271873"/>
                  <a:pt x="141752" y="270007"/>
                </a:cubicBezTo>
                <a:cubicBezTo>
                  <a:pt x="139228" y="269318"/>
                  <a:pt x="136811" y="268259"/>
                  <a:pt x="134571" y="266861"/>
                </a:cubicBezTo>
                <a:cubicBezTo>
                  <a:pt x="131169" y="264692"/>
                  <a:pt x="130454" y="264532"/>
                  <a:pt x="129280" y="259947"/>
                </a:cubicBezTo>
                <a:cubicBezTo>
                  <a:pt x="135150" y="258507"/>
                  <a:pt x="151076" y="248251"/>
                  <a:pt x="157031" y="244501"/>
                </a:cubicBezTo>
                <a:cubicBezTo>
                  <a:pt x="196812" y="219617"/>
                  <a:pt x="188832" y="241586"/>
                  <a:pt x="188832" y="142637"/>
                </a:cubicBezTo>
                <a:cubicBezTo>
                  <a:pt x="192848" y="143633"/>
                  <a:pt x="210952" y="151684"/>
                  <a:pt x="210952" y="158634"/>
                </a:cubicBezTo>
                <a:cubicBezTo>
                  <a:pt x="210952" y="195782"/>
                  <a:pt x="216447" y="235063"/>
                  <a:pt x="196898" y="257690"/>
                </a:cubicBezTo>
                <a:cubicBezTo>
                  <a:pt x="190806" y="264799"/>
                  <a:pt x="172362" y="274148"/>
                  <a:pt x="159924" y="274148"/>
                </a:cubicBezTo>
                <a:lnTo>
                  <a:pt x="159907" y="274148"/>
                </a:lnTo>
                <a:moveTo>
                  <a:pt x="44205" y="190610"/>
                </a:moveTo>
                <a:cubicBezTo>
                  <a:pt x="113303" y="228806"/>
                  <a:pt x="93463" y="234441"/>
                  <a:pt x="139778" y="205149"/>
                </a:cubicBezTo>
                <a:cubicBezTo>
                  <a:pt x="151689" y="197559"/>
                  <a:pt x="163939" y="191392"/>
                  <a:pt x="175203" y="183500"/>
                </a:cubicBezTo>
                <a:lnTo>
                  <a:pt x="175203" y="211939"/>
                </a:lnTo>
                <a:cubicBezTo>
                  <a:pt x="149680" y="218142"/>
                  <a:pt x="102447" y="275304"/>
                  <a:pt x="63245" y="240040"/>
                </a:cubicBezTo>
                <a:lnTo>
                  <a:pt x="56336" y="233019"/>
                </a:lnTo>
                <a:cubicBezTo>
                  <a:pt x="46365" y="220755"/>
                  <a:pt x="44222" y="212810"/>
                  <a:pt x="44222" y="190627"/>
                </a:cubicBezTo>
                <a:lnTo>
                  <a:pt x="44205" y="190610"/>
                </a:lnTo>
                <a:moveTo>
                  <a:pt x="144593" y="185277"/>
                </a:moveTo>
                <a:cubicBezTo>
                  <a:pt x="139267" y="181563"/>
                  <a:pt x="123359" y="170952"/>
                  <a:pt x="117370" y="169281"/>
                </a:cubicBezTo>
                <a:lnTo>
                  <a:pt x="117370" y="131955"/>
                </a:lnTo>
                <a:cubicBezTo>
                  <a:pt x="126696" y="127105"/>
                  <a:pt x="135782" y="121766"/>
                  <a:pt x="144593" y="115958"/>
                </a:cubicBezTo>
                <a:cubicBezTo>
                  <a:pt x="156334" y="118802"/>
                  <a:pt x="163480" y="129094"/>
                  <a:pt x="175221" y="131955"/>
                </a:cubicBezTo>
                <a:lnTo>
                  <a:pt x="175221" y="167504"/>
                </a:lnTo>
                <a:cubicBezTo>
                  <a:pt x="170456" y="170881"/>
                  <a:pt x="149612" y="183891"/>
                  <a:pt x="144593" y="185295"/>
                </a:cubicBezTo>
                <a:lnTo>
                  <a:pt x="144593" y="185277"/>
                </a:lnTo>
                <a:moveTo>
                  <a:pt x="30593" y="135510"/>
                </a:moveTo>
                <a:cubicBezTo>
                  <a:pt x="30593" y="117736"/>
                  <a:pt x="29453" y="110306"/>
                  <a:pt x="40972" y="94825"/>
                </a:cubicBezTo>
                <a:cubicBezTo>
                  <a:pt x="47369" y="86204"/>
                  <a:pt x="53665" y="83769"/>
                  <a:pt x="62905" y="78650"/>
                </a:cubicBezTo>
                <a:lnTo>
                  <a:pt x="62905" y="151524"/>
                </a:lnTo>
                <a:cubicBezTo>
                  <a:pt x="74695" y="158048"/>
                  <a:pt x="85313" y="165211"/>
                  <a:pt x="97462" y="172302"/>
                </a:cubicBezTo>
                <a:lnTo>
                  <a:pt x="132666" y="194182"/>
                </a:lnTo>
                <a:cubicBezTo>
                  <a:pt x="116757" y="198626"/>
                  <a:pt x="115651" y="211299"/>
                  <a:pt x="103383" y="203603"/>
                </a:cubicBezTo>
                <a:cubicBezTo>
                  <a:pt x="75411" y="186095"/>
                  <a:pt x="30609" y="167504"/>
                  <a:pt x="30609" y="135528"/>
                </a:cubicBezTo>
                <a:lnTo>
                  <a:pt x="30593" y="135510"/>
                </a:lnTo>
                <a:moveTo>
                  <a:pt x="261997" y="171058"/>
                </a:moveTo>
                <a:cubicBezTo>
                  <a:pt x="261997" y="193258"/>
                  <a:pt x="249287" y="216045"/>
                  <a:pt x="229668" y="220826"/>
                </a:cubicBezTo>
                <a:lnTo>
                  <a:pt x="229668" y="174613"/>
                </a:lnTo>
                <a:cubicBezTo>
                  <a:pt x="229668" y="151507"/>
                  <a:pt x="232272" y="151009"/>
                  <a:pt x="216601" y="142069"/>
                </a:cubicBezTo>
                <a:lnTo>
                  <a:pt x="159907" y="108884"/>
                </a:lnTo>
                <a:cubicBezTo>
                  <a:pt x="164127" y="102290"/>
                  <a:pt x="165947" y="103552"/>
                  <a:pt x="172770" y="99162"/>
                </a:cubicBezTo>
                <a:cubicBezTo>
                  <a:pt x="183915" y="92052"/>
                  <a:pt x="183201" y="94665"/>
                  <a:pt x="204043" y="107195"/>
                </a:cubicBezTo>
                <a:cubicBezTo>
                  <a:pt x="229209" y="122321"/>
                  <a:pt x="261980" y="135261"/>
                  <a:pt x="261980" y="171076"/>
                </a:cubicBezTo>
                <a:lnTo>
                  <a:pt x="261997" y="171058"/>
                </a:lnTo>
                <a:moveTo>
                  <a:pt x="117370" y="115958"/>
                </a:moveTo>
                <a:lnTo>
                  <a:pt x="117370" y="89297"/>
                </a:lnTo>
                <a:cubicBezTo>
                  <a:pt x="129058" y="82827"/>
                  <a:pt x="141599" y="75078"/>
                  <a:pt x="152999" y="67861"/>
                </a:cubicBezTo>
                <a:cubicBezTo>
                  <a:pt x="174948" y="54033"/>
                  <a:pt x="178521" y="50194"/>
                  <a:pt x="202427" y="50194"/>
                </a:cubicBezTo>
                <a:cubicBezTo>
                  <a:pt x="215376" y="50194"/>
                  <a:pt x="229822" y="60450"/>
                  <a:pt x="235998" y="68448"/>
                </a:cubicBezTo>
                <a:cubicBezTo>
                  <a:pt x="247279" y="83023"/>
                  <a:pt x="246666" y="94309"/>
                  <a:pt x="246666" y="110626"/>
                </a:cubicBezTo>
                <a:cubicBezTo>
                  <a:pt x="238363" y="106023"/>
                  <a:pt x="195265" y="76855"/>
                  <a:pt x="187114" y="76855"/>
                </a:cubicBezTo>
                <a:cubicBezTo>
                  <a:pt x="178963" y="76855"/>
                  <a:pt x="125758" y="111301"/>
                  <a:pt x="117352" y="115958"/>
                </a:cubicBezTo>
                <a:lnTo>
                  <a:pt x="117370" y="115958"/>
                </a:lnTo>
                <a:moveTo>
                  <a:pt x="103757" y="160394"/>
                </a:moveTo>
                <a:cubicBezTo>
                  <a:pt x="99385" y="157336"/>
                  <a:pt x="86895" y="149231"/>
                  <a:pt x="81638" y="147952"/>
                </a:cubicBezTo>
                <a:cubicBezTo>
                  <a:pt x="81638" y="100975"/>
                  <a:pt x="72586" y="60147"/>
                  <a:pt x="99793" y="38961"/>
                </a:cubicBezTo>
                <a:cubicBezTo>
                  <a:pt x="114766" y="27318"/>
                  <a:pt x="130028" y="23941"/>
                  <a:pt x="148252" y="30394"/>
                </a:cubicBezTo>
                <a:cubicBezTo>
                  <a:pt x="155057" y="32811"/>
                  <a:pt x="157746" y="36224"/>
                  <a:pt x="163310" y="37770"/>
                </a:cubicBezTo>
                <a:cubicBezTo>
                  <a:pt x="160162" y="42249"/>
                  <a:pt x="141752" y="51811"/>
                  <a:pt x="135983" y="55437"/>
                </a:cubicBezTo>
                <a:cubicBezTo>
                  <a:pt x="94689" y="81459"/>
                  <a:pt x="103757" y="57517"/>
                  <a:pt x="103757" y="160394"/>
                </a:cubicBezTo>
                <a:moveTo>
                  <a:pt x="25488" y="194164"/>
                </a:moveTo>
                <a:cubicBezTo>
                  <a:pt x="25488" y="241373"/>
                  <a:pt x="56252" y="272549"/>
                  <a:pt x="98772" y="270594"/>
                </a:cubicBezTo>
                <a:cubicBezTo>
                  <a:pt x="114749" y="269847"/>
                  <a:pt x="105935" y="268443"/>
                  <a:pt x="117318" y="277703"/>
                </a:cubicBezTo>
                <a:cubicBezTo>
                  <a:pt x="143453" y="299122"/>
                  <a:pt x="178453" y="298285"/>
                  <a:pt x="202717" y="277988"/>
                </a:cubicBezTo>
                <a:cubicBezTo>
                  <a:pt x="208132" y="273588"/>
                  <a:pt x="212871" y="268349"/>
                  <a:pt x="216771" y="262453"/>
                </a:cubicBezTo>
                <a:cubicBezTo>
                  <a:pt x="232323" y="238653"/>
                  <a:pt x="213844" y="249726"/>
                  <a:pt x="238669" y="239115"/>
                </a:cubicBezTo>
                <a:cubicBezTo>
                  <a:pt x="273465" y="224256"/>
                  <a:pt x="291942" y="178452"/>
                  <a:pt x="273039" y="139918"/>
                </a:cubicBezTo>
                <a:cubicBezTo>
                  <a:pt x="265706" y="124970"/>
                  <a:pt x="262286" y="131866"/>
                  <a:pt x="265485" y="110697"/>
                </a:cubicBezTo>
                <a:cubicBezTo>
                  <a:pt x="270488" y="77602"/>
                  <a:pt x="248606" y="46497"/>
                  <a:pt x="223373" y="35406"/>
                </a:cubicBezTo>
                <a:cubicBezTo>
                  <a:pt x="196948" y="23799"/>
                  <a:pt x="188884" y="38961"/>
                  <a:pt x="175577" y="24919"/>
                </a:cubicBezTo>
                <a:cubicBezTo>
                  <a:pt x="172197" y="21215"/>
                  <a:pt x="168238" y="18138"/>
                  <a:pt x="163871" y="15819"/>
                </a:cubicBezTo>
                <a:cubicBezTo>
                  <a:pt x="135525" y="0"/>
                  <a:pt x="97394" y="8176"/>
                  <a:pt x="77928" y="33895"/>
                </a:cubicBezTo>
                <a:cubicBezTo>
                  <a:pt x="56200" y="62636"/>
                  <a:pt x="80464" y="49163"/>
                  <a:pt x="53240" y="61427"/>
                </a:cubicBezTo>
                <a:cubicBezTo>
                  <a:pt x="12931" y="79575"/>
                  <a:pt x="0" y="130320"/>
                  <a:pt x="19992" y="164340"/>
                </a:cubicBezTo>
                <a:cubicBezTo>
                  <a:pt x="35170" y="190183"/>
                  <a:pt x="25488" y="165726"/>
                  <a:pt x="25488" y="194147"/>
                </a:cubicBezTo>
                <a:lnTo>
                  <a:pt x="25488" y="1941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7B77B5C2-DE66-43BD-89C5-8D3DB58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6886" y="4757418"/>
            <a:ext cx="479426" cy="88468"/>
          </a:xfrm>
          <a:custGeom xmlns:a="http://schemas.openxmlformats.org/drawingml/2006/main">
            <a:pathLst>
              <a:path w="479426" h="88468">
                <a:moveTo>
                  <a:pt x="0" y="0"/>
                </a:moveTo>
                <a:lnTo>
                  <a:pt x="479426" y="0"/>
                </a:lnTo>
                <a:lnTo>
                  <a:pt x="479426" y="88468"/>
                </a:lnTo>
                <a:lnTo>
                  <a:pt x="0" y="88468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A6A6A6"/>
            </a:solidFill>
            <a:prstDash val="solid"/>
          </a:ln>
        </p:spPr>
      </p:sp>
      <p:sp>
        <p:nvSpPr>
          <p:cNvPr id="267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DB86B887-C79F-4BB9-888F-53506D69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347" y="3621934"/>
            <a:ext cx="2412349" cy="2460327"/>
          </a:xfrm>
          <a:custGeom xmlns:a="http://schemas.openxmlformats.org/drawingml/2006/main">
            <a:pathLst>
              <a:path w="2412349" h="2460327">
                <a:moveTo>
                  <a:pt x="0" y="187849"/>
                </a:moveTo>
                <a:cubicBezTo>
                  <a:pt x="0" y="84104"/>
                  <a:pt x="84104" y="0"/>
                  <a:pt x="187849" y="0"/>
                </a:cubicBezTo>
                <a:lnTo>
                  <a:pt x="2224500" y="0"/>
                </a:lnTo>
                <a:cubicBezTo>
                  <a:pt x="2328245" y="0"/>
                  <a:pt x="2412349" y="84104"/>
                  <a:pt x="2412349" y="187849"/>
                </a:cubicBezTo>
                <a:lnTo>
                  <a:pt x="2412349" y="2272472"/>
                </a:lnTo>
                <a:cubicBezTo>
                  <a:pt x="2412349" y="2376222"/>
                  <a:pt x="2328245" y="2460327"/>
                  <a:pt x="2224500" y="2460327"/>
                </a:cubicBezTo>
                <a:lnTo>
                  <a:pt x="187849" y="2460327"/>
                </a:lnTo>
                <a:cubicBezTo>
                  <a:pt x="84104" y="2460327"/>
                  <a:pt x="0" y="2376222"/>
                  <a:pt x="0" y="2272472"/>
                </a:cubicBezTo>
                <a:lnTo>
                  <a:pt x="0" y="187849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pdf-text-114-0">
            <a:extLst xmlns:a="http://schemas.openxmlformats.org/drawingml/2006/main">
              <a:ext uri="{FF2B5EF4-FFF2-40B4-BE49-F238E27FC236}">
                <a16:creationId xmlns:a16="http://schemas.microsoft.com/office/drawing/2014/main" id="{F7E970A2-2DE9-4D5A-BA47-01A9264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793" y="4805451"/>
            <a:ext cx="27290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3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3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3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9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3994AC34-CDF1-4A3D-9843-4B9E01BD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83" y="3918940"/>
            <a:ext cx="2263388" cy="353569"/>
          </a:xfrm>
          <a:custGeom xmlns:a="http://schemas.openxmlformats.org/drawingml/2006/main">
            <a:pathLst>
              <a:path w="2263388" h="353569">
                <a:moveTo>
                  <a:pt x="0" y="58928"/>
                </a:moveTo>
                <a:cubicBezTo>
                  <a:pt x="0" y="26384"/>
                  <a:pt x="26384" y="0"/>
                  <a:pt x="58928" y="0"/>
                </a:cubicBezTo>
                <a:lnTo>
                  <a:pt x="2204460" y="0"/>
                </a:lnTo>
                <a:cubicBezTo>
                  <a:pt x="2237010" y="0"/>
                  <a:pt x="2263388" y="26384"/>
                  <a:pt x="2263388" y="58928"/>
                </a:cubicBezTo>
                <a:lnTo>
                  <a:pt x="2263388" y="294641"/>
                </a:lnTo>
                <a:cubicBezTo>
                  <a:pt x="2263388" y="327186"/>
                  <a:pt x="2237010" y="353569"/>
                  <a:pt x="2204460" y="353569"/>
                </a:cubicBezTo>
                <a:lnTo>
                  <a:pt x="58928" y="353569"/>
                </a:lnTo>
                <a:cubicBezTo>
                  <a:pt x="26384" y="353569"/>
                  <a:pt x="0" y="327186"/>
                  <a:pt x="0" y="294641"/>
                </a:cubicBezTo>
                <a:lnTo>
                  <a:pt x="0" y="58928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70" name="pdf-text-115-0">
            <a:extLst xmlns:a="http://schemas.openxmlformats.org/drawingml/2006/main">
              <a:ext uri="{FF2B5EF4-FFF2-40B4-BE49-F238E27FC236}">
                <a16:creationId xmlns:a16="http://schemas.microsoft.com/office/drawing/2014/main" id="{3F78E117-532B-4EE7-A150-07AD99E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3962960"/>
            <a:ext cx="357193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1:  </a:t>
            </a:r>
          </a:p>
        </p:txBody>
      </p:sp>
      <p:sp>
        <p:nvSpPr>
          <p:cNvPr id="271" name="pdf-text-116-0">
            <a:extLst xmlns:a="http://schemas.openxmlformats.org/drawingml/2006/main">
              <a:ext uri="{FF2B5EF4-FFF2-40B4-BE49-F238E27FC236}">
                <a16:creationId xmlns:a16="http://schemas.microsoft.com/office/drawing/2014/main" id="{39936857-788D-493E-BC26-60DE20FD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4093117"/>
            <a:ext cx="1016797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the short_fridge </a:t>
            </a:r>
          </a:p>
        </p:txBody>
      </p:sp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6D5591A-319A-4FB5-87AE-86F6EBF2C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5aaf98b0f4a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3975" y="407670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73" name="source-raster-34">
            <a:extLst xmlns:a="http://schemas.openxmlformats.org/drawingml/2006/main">
              <a:ext uri="{FF2B5EF4-FFF2-40B4-BE49-F238E27FC236}">
                <a16:creationId xmlns:a16="http://schemas.microsoft.com/office/drawing/2014/main" id="{CAE1A76A-126C-401C-ACCC-73BE1429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407670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4" name="pdf-text-117-0">
            <a:extLst xmlns:a="http://schemas.openxmlformats.org/drawingml/2006/main">
              <a:ext uri="{FF2B5EF4-FFF2-40B4-BE49-F238E27FC236}">
                <a16:creationId xmlns:a16="http://schemas.microsoft.com/office/drawing/2014/main" id="{6E0746BA-AAE7-408F-A8F7-1BD6528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609" y="4093072"/>
            <a:ext cx="550877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0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275" name="pdf-text-118-0">
            <a:extLst xmlns:a="http://schemas.openxmlformats.org/drawingml/2006/main">
              <a:ext uri="{FF2B5EF4-FFF2-40B4-BE49-F238E27FC236}">
                <a16:creationId xmlns:a16="http://schemas.microsoft.com/office/drawing/2014/main" id="{9EDE56CE-45FD-4693-B605-02D6EF5C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65" y="3696291"/>
            <a:ext cx="1821300" cy="1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7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Task: Heat milk in microwave</a:t>
            </a:r>
          </a:p>
        </p:txBody>
      </p:sp>
      <p:sp>
        <p:nvSpPr>
          <p:cNvPr id="276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3FFF5804-DF5B-4CF6-B7ED-4A62CCEE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483" y="4336994"/>
            <a:ext cx="2263388" cy="473115"/>
          </a:xfrm>
          <a:custGeom xmlns:a="http://schemas.openxmlformats.org/drawingml/2006/main">
            <a:pathLst>
              <a:path w="2263388" h="473115">
                <a:moveTo>
                  <a:pt x="0" y="78855"/>
                </a:moveTo>
                <a:cubicBezTo>
                  <a:pt x="0" y="35306"/>
                  <a:pt x="35301" y="0"/>
                  <a:pt x="78850" y="0"/>
                </a:cubicBezTo>
                <a:lnTo>
                  <a:pt x="2184539" y="0"/>
                </a:lnTo>
                <a:cubicBezTo>
                  <a:pt x="2228087" y="0"/>
                  <a:pt x="2263388" y="35306"/>
                  <a:pt x="2263388" y="78855"/>
                </a:cubicBezTo>
                <a:lnTo>
                  <a:pt x="2263388" y="394260"/>
                </a:lnTo>
                <a:cubicBezTo>
                  <a:pt x="2263388" y="437808"/>
                  <a:pt x="2228087" y="473115"/>
                  <a:pt x="2184539" y="473115"/>
                </a:cubicBezTo>
                <a:lnTo>
                  <a:pt x="78850" y="473115"/>
                </a:lnTo>
                <a:cubicBezTo>
                  <a:pt x="35301" y="473115"/>
                  <a:pt x="0" y="437808"/>
                  <a:pt x="0" y="394260"/>
                </a:cubicBezTo>
                <a:lnTo>
                  <a:pt x="0" y="78855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77" name="pdf-text-119-0">
            <a:extLst xmlns:a="http://schemas.openxmlformats.org/drawingml/2006/main">
              <a:ext uri="{FF2B5EF4-FFF2-40B4-BE49-F238E27FC236}">
                <a16:creationId xmlns:a16="http://schemas.microsoft.com/office/drawing/2014/main" id="{397248BA-0860-47CC-B9D1-5C92086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4382553"/>
            <a:ext cx="357193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2:  </a:t>
            </a:r>
          </a:p>
        </p:txBody>
      </p:sp>
      <p:sp>
        <p:nvSpPr>
          <p:cNvPr id="278" name="pdf-text-120-0">
            <a:extLst xmlns:a="http://schemas.openxmlformats.org/drawingml/2006/main">
              <a:ext uri="{FF2B5EF4-FFF2-40B4-BE49-F238E27FC236}">
                <a16:creationId xmlns:a16="http://schemas.microsoft.com/office/drawing/2014/main" id="{C6C506E1-213A-4F8F-B66C-4F3C22BC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4512061"/>
            <a:ext cx="1899064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5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Pick up the milk from upper_region of the</a:t>
            </a:r>
          </a:p>
        </p:txBody>
      </p:sp>
      <p:sp>
        <p:nvSpPr>
          <p:cNvPr id="279" name="pdf-text-120-1">
            <a:extLst xmlns:a="http://schemas.openxmlformats.org/drawingml/2006/main">
              <a:ext uri="{FF2B5EF4-FFF2-40B4-BE49-F238E27FC236}">
                <a16:creationId xmlns:a16="http://schemas.microsoft.com/office/drawing/2014/main" id="{E71AD9B0-CEB4-4FAE-A56A-6A3A4378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4642218"/>
            <a:ext cx="575270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pic>
        <p:nvPic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726C703-CF04-4526-B18A-A487BFE66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4095f9f7249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4629150"/>
            <a:ext cx="104775" cy="114300"/>
          </a:xfrm>
          <a:prstGeom xmlns:a="http://schemas.openxmlformats.org/drawingml/2006/main" prst="rect">
            <a:avLst/>
          </a:prstGeom>
        </p:spPr>
      </p:pic>
      <p:sp>
        <p:nvSpPr>
          <p:cNvPr id="281" name="source-raster-35">
            <a:extLst xmlns:a="http://schemas.openxmlformats.org/drawingml/2006/main">
              <a:ext uri="{FF2B5EF4-FFF2-40B4-BE49-F238E27FC236}">
                <a16:creationId xmlns:a16="http://schemas.microsoft.com/office/drawing/2014/main" id="{B15C5F59-FEB2-4B13-8788-D3D3DF7A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4629150"/>
            <a:ext cx="104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2" name="pdf-text-121-0">
            <a:extLst xmlns:a="http://schemas.openxmlformats.org/drawingml/2006/main">
              <a:ext uri="{FF2B5EF4-FFF2-40B4-BE49-F238E27FC236}">
                <a16:creationId xmlns:a16="http://schemas.microsoft.com/office/drawing/2014/main" id="{C5FDE6E3-5376-44BB-A6E5-5E4AAD8D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132" y="4642131"/>
            <a:ext cx="220122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2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23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95A2DBB-C5BA-4902-B522-3ABDF4EAD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5546f4d92430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47775" y="462915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284" name="source-raster-36">
            <a:extLst xmlns:a="http://schemas.openxmlformats.org/drawingml/2006/main">
              <a:ext uri="{FF2B5EF4-FFF2-40B4-BE49-F238E27FC236}">
                <a16:creationId xmlns:a16="http://schemas.microsoft.com/office/drawing/2014/main" id="{6FC17516-96B7-4030-836A-8AA0AA03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462915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5" name="pdf-text-122-0">
            <a:extLst xmlns:a="http://schemas.openxmlformats.org/drawingml/2006/main">
              <a:ext uri="{FF2B5EF4-FFF2-40B4-BE49-F238E27FC236}">
                <a16:creationId xmlns:a16="http://schemas.microsoft.com/office/drawing/2014/main" id="{AA74B5FF-9CE4-4DA3-BD3A-433E273F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6224" y="4642131"/>
            <a:ext cx="550260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0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286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2144911B-FFBB-4405-A34F-61D04665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85" y="4879153"/>
            <a:ext cx="2263388" cy="500562"/>
          </a:xfrm>
          <a:custGeom xmlns:a="http://schemas.openxmlformats.org/drawingml/2006/main">
            <a:pathLst>
              <a:path w="2263388" h="500562">
                <a:moveTo>
                  <a:pt x="0" y="83430"/>
                </a:moveTo>
                <a:cubicBezTo>
                  <a:pt x="0" y="37351"/>
                  <a:pt x="37351" y="0"/>
                  <a:pt x="83430" y="0"/>
                </a:cubicBezTo>
                <a:lnTo>
                  <a:pt x="2179964" y="0"/>
                </a:lnTo>
                <a:cubicBezTo>
                  <a:pt x="2226037" y="0"/>
                  <a:pt x="2263388" y="37351"/>
                  <a:pt x="2263388" y="83430"/>
                </a:cubicBezTo>
                <a:lnTo>
                  <a:pt x="2263388" y="417132"/>
                </a:lnTo>
                <a:cubicBezTo>
                  <a:pt x="2263388" y="463211"/>
                  <a:pt x="2226037" y="500562"/>
                  <a:pt x="2179964" y="500562"/>
                </a:cubicBezTo>
                <a:lnTo>
                  <a:pt x="83430" y="500562"/>
                </a:lnTo>
                <a:cubicBezTo>
                  <a:pt x="37351" y="500562"/>
                  <a:pt x="0" y="463211"/>
                  <a:pt x="0" y="417132"/>
                </a:cubicBezTo>
                <a:lnTo>
                  <a:pt x="0" y="83430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87" name="pdf-text-123-0">
            <a:extLst xmlns:a="http://schemas.openxmlformats.org/drawingml/2006/main">
              <a:ext uri="{FF2B5EF4-FFF2-40B4-BE49-F238E27FC236}">
                <a16:creationId xmlns:a16="http://schemas.microsoft.com/office/drawing/2014/main" id="{3E523CD6-C085-40AD-AD07-52B361B1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666" y="4918635"/>
            <a:ext cx="357193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3:  </a:t>
            </a:r>
          </a:p>
        </p:txBody>
      </p:sp>
      <p:sp>
        <p:nvSpPr>
          <p:cNvPr id="288" name="pdf-text-124-0">
            <a:extLst xmlns:a="http://schemas.openxmlformats.org/drawingml/2006/main">
              <a:ext uri="{FF2B5EF4-FFF2-40B4-BE49-F238E27FC236}">
                <a16:creationId xmlns:a16="http://schemas.microsoft.com/office/drawing/2014/main" id="{06FBC060-9EB9-4515-BEEF-8DA32AB3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666" y="5048142"/>
            <a:ext cx="1550894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1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 the milk on the coffee_table </a:t>
            </a:r>
          </a:p>
        </p:txBody>
      </p:sp>
      <p:pic>
        <p:nvPic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D608977-704D-4EE0-8458-1184D2571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81bf11f3d45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5162550"/>
            <a:ext cx="104775" cy="114300"/>
          </a:xfrm>
          <a:prstGeom xmlns:a="http://schemas.openxmlformats.org/drawingml/2006/main" prst="rect">
            <a:avLst/>
          </a:prstGeom>
        </p:spPr>
      </p:pic>
      <p:sp>
        <p:nvSpPr>
          <p:cNvPr id="290" name="source-raster-37">
            <a:extLst xmlns:a="http://schemas.openxmlformats.org/drawingml/2006/main">
              <a:ext uri="{FF2B5EF4-FFF2-40B4-BE49-F238E27FC236}">
                <a16:creationId xmlns:a16="http://schemas.microsoft.com/office/drawing/2014/main" id="{FF521A68-BA7E-4A3D-AC80-DF324B2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5162550"/>
            <a:ext cx="1047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1" name="pdf-text-125-0">
            <a:extLst xmlns:a="http://schemas.openxmlformats.org/drawingml/2006/main">
              <a:ext uri="{FF2B5EF4-FFF2-40B4-BE49-F238E27FC236}">
                <a16:creationId xmlns:a16="http://schemas.microsoft.com/office/drawing/2014/main" id="{81FFAB62-4296-4675-8018-69AAB724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62" y="5178212"/>
            <a:ext cx="220770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2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25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milk,</a:t>
            </a:r>
          </a:p>
        </p:txBody>
      </p:sp>
      <p:pic>
        <p:nvPic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F10AEDF-A73F-49E2-A98C-E9497AEAA2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0150d1420454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5162550"/>
            <a:ext cx="85725" cy="114300"/>
          </a:xfrm>
          <a:prstGeom xmlns:a="http://schemas.openxmlformats.org/drawingml/2006/main" prst="rect">
            <a:avLst/>
          </a:prstGeom>
        </p:spPr>
      </p:pic>
      <p:sp>
        <p:nvSpPr>
          <p:cNvPr id="293" name="source-raster-38">
            <a:extLst xmlns:a="http://schemas.openxmlformats.org/drawingml/2006/main">
              <a:ext uri="{FF2B5EF4-FFF2-40B4-BE49-F238E27FC236}">
                <a16:creationId xmlns:a16="http://schemas.microsoft.com/office/drawing/2014/main" id="{7CAD6B24-19D5-4752-B2FC-4175A4D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162550"/>
            <a:ext cx="857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4" name="pdf-text-126-0">
            <a:extLst xmlns:a="http://schemas.openxmlformats.org/drawingml/2006/main">
              <a:ext uri="{FF2B5EF4-FFF2-40B4-BE49-F238E27FC236}">
                <a16:creationId xmlns:a16="http://schemas.microsoft.com/office/drawing/2014/main" id="{92D0C915-B5AB-49BD-A7D9-4BB725AB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054" y="5178212"/>
            <a:ext cx="585021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1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 </a:t>
            </a:r>
          </a:p>
        </p:txBody>
      </p:sp>
      <p:sp>
        <p:nvSpPr>
          <p:cNvPr id="295" name="pdf-text-127-0">
            <a:extLst xmlns:a="http://schemas.openxmlformats.org/drawingml/2006/main">
              <a:ext uri="{FF2B5EF4-FFF2-40B4-BE49-F238E27FC236}">
                <a16:creationId xmlns:a16="http://schemas.microsoft.com/office/drawing/2014/main" id="{1E691F08-2B33-4C8E-A289-DB7CF1DF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86" y="5386047"/>
            <a:ext cx="108104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96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8FEA78E4-9718-43CD-8AF5-164CDFC9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847" y="5530755"/>
            <a:ext cx="2263394" cy="472316"/>
          </a:xfrm>
          <a:custGeom xmlns:a="http://schemas.openxmlformats.org/drawingml/2006/main">
            <a:pathLst>
              <a:path w="2263394" h="472316">
                <a:moveTo>
                  <a:pt x="0" y="78720"/>
                </a:moveTo>
                <a:cubicBezTo>
                  <a:pt x="0" y="35241"/>
                  <a:pt x="35247" y="0"/>
                  <a:pt x="78720" y="0"/>
                </a:cubicBezTo>
                <a:lnTo>
                  <a:pt x="2184668" y="0"/>
                </a:lnTo>
                <a:cubicBezTo>
                  <a:pt x="2228147" y="0"/>
                  <a:pt x="2263394" y="35241"/>
                  <a:pt x="2263394" y="78720"/>
                </a:cubicBezTo>
                <a:lnTo>
                  <a:pt x="2263394" y="393590"/>
                </a:lnTo>
                <a:cubicBezTo>
                  <a:pt x="2263394" y="437069"/>
                  <a:pt x="2228147" y="472316"/>
                  <a:pt x="2184668" y="472316"/>
                </a:cubicBezTo>
                <a:lnTo>
                  <a:pt x="78720" y="472316"/>
                </a:lnTo>
                <a:cubicBezTo>
                  <a:pt x="35247" y="472316"/>
                  <a:pt x="0" y="437069"/>
                  <a:pt x="0" y="393590"/>
                </a:cubicBezTo>
                <a:lnTo>
                  <a:pt x="0" y="78720"/>
                </a:lnTo>
              </a:path>
            </a:pathLst>
          </a:custGeom>
          <a:solidFill xmlns:a="http://schemas.openxmlformats.org/drawingml/2006/main">
            <a:srgbClr val="F0F9FF"/>
          </a:solidFill>
          <a:ln xmlns:a="http://schemas.openxmlformats.org/drawingml/2006/main" w="5394">
            <a:solidFill>
              <a:srgbClr val="36BCF8"/>
            </a:solidFill>
            <a:prstDash val="solid"/>
          </a:ln>
        </p:spPr>
      </p:sp>
      <p:sp>
        <p:nvSpPr>
          <p:cNvPr id="297" name="pdf-text-128-0">
            <a:extLst xmlns:a="http://schemas.openxmlformats.org/drawingml/2006/main">
              <a:ext uri="{FF2B5EF4-FFF2-40B4-BE49-F238E27FC236}">
                <a16:creationId xmlns:a16="http://schemas.microsoft.com/office/drawing/2014/main" id="{07CCDD9A-694A-444E-B592-BF890E0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5575516"/>
            <a:ext cx="373419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N:  </a:t>
            </a:r>
          </a:p>
        </p:txBody>
      </p:sp>
      <p:sp>
        <p:nvSpPr>
          <p:cNvPr id="298" name="pdf-text-129-0">
            <a:extLst xmlns:a="http://schemas.openxmlformats.org/drawingml/2006/main">
              <a:ext uri="{FF2B5EF4-FFF2-40B4-BE49-F238E27FC236}">
                <a16:creationId xmlns:a16="http://schemas.microsoft.com/office/drawing/2014/main" id="{03FAE958-771A-45FE-A34A-60C91C9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5705024"/>
            <a:ext cx="1848162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0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 on heating_region of the microwave</a:t>
            </a:r>
          </a:p>
        </p:txBody>
      </p:sp>
      <p:sp>
        <p:nvSpPr>
          <p:cNvPr id="299" name="pdf-text-130-0">
            <a:extLst xmlns:a="http://schemas.openxmlformats.org/drawingml/2006/main">
              <a:ext uri="{FF2B5EF4-FFF2-40B4-BE49-F238E27FC236}">
                <a16:creationId xmlns:a16="http://schemas.microsoft.com/office/drawing/2014/main" id="{D005255F-522F-4989-8DAC-86CA2BB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011" y="5834532"/>
            <a:ext cx="660034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94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      microwave </a:t>
            </a:r>
          </a:p>
        </p:txBody>
      </p:sp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D64A9B3-3D95-442A-9C14-12E95354CB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74e11c0cc4d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" y="5838825"/>
            <a:ext cx="133350" cy="85725"/>
          </a:xfrm>
          <a:prstGeom xmlns:a="http://schemas.openxmlformats.org/drawingml/2006/main" prst="rect">
            <a:avLst/>
          </a:prstGeom>
        </p:spPr>
      </p:pic>
      <p:sp>
        <p:nvSpPr>
          <p:cNvPr id="301" name="source-raster-39">
            <a:extLst xmlns:a="http://schemas.openxmlformats.org/drawingml/2006/main">
              <a:ext uri="{FF2B5EF4-FFF2-40B4-BE49-F238E27FC236}">
                <a16:creationId xmlns:a16="http://schemas.microsoft.com/office/drawing/2014/main" id="{FD82955E-B0B2-4104-B3A4-5887ADF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5838825"/>
            <a:ext cx="1333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756149D6-14FF-4EBE-9694-20D3A67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178" y="4272509"/>
            <a:ext cx="95" cy="43592"/>
          </a:xfrm>
          <a:custGeom xmlns:a="http://schemas.openxmlformats.org/drawingml/2006/main">
            <a:pathLst>
              <a:path w="95" h="43592">
                <a:moveTo>
                  <a:pt x="0" y="0"/>
                </a:moveTo>
                <a:lnTo>
                  <a:pt x="0" y="43592"/>
                </a:ln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000000"/>
            </a:solidFill>
            <a:prstDash val="solid"/>
          </a:ln>
        </p:spPr>
      </p:sp>
      <p:sp>
        <p:nvSpPr>
          <p:cNvPr id="303" name="pdf-path-279">
            <a:extLst xmlns:a="http://schemas.openxmlformats.org/drawingml/2006/main">
              <a:ext uri="{FF2B5EF4-FFF2-40B4-BE49-F238E27FC236}">
                <a16:creationId xmlns:a16="http://schemas.microsoft.com/office/drawing/2014/main" id="{E8360F09-5519-4A1F-963B-0148A1A3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993" y="4310706"/>
            <a:ext cx="32366" cy="32366"/>
          </a:xfrm>
          <a:custGeom xmlns:a="http://schemas.openxmlformats.org/drawingml/2006/main">
            <a:pathLst>
              <a:path w="32366" h="32366">
                <a:moveTo>
                  <a:pt x="0" y="0"/>
                </a:moveTo>
                <a:lnTo>
                  <a:pt x="16183" y="32366"/>
                </a:lnTo>
                <a:lnTo>
                  <a:pt x="3236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91202DF3-A005-4D27-816B-DA71B0E2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178" y="4774480"/>
            <a:ext cx="95" cy="77701"/>
          </a:xfrm>
          <a:custGeom xmlns:a="http://schemas.openxmlformats.org/drawingml/2006/main">
            <a:pathLst>
              <a:path w="95" h="77701">
                <a:moveTo>
                  <a:pt x="0" y="0"/>
                </a:moveTo>
                <a:lnTo>
                  <a:pt x="0" y="77701"/>
                </a:lnTo>
              </a:path>
            </a:pathLst>
          </a:custGeom>
          <a:noFill xmlns:a="http://schemas.openxmlformats.org/drawingml/2006/main"/>
          <a:ln xmlns:a="http://schemas.openxmlformats.org/drawingml/2006/main" w="5394">
            <a:solidFill>
              <a:srgbClr val="000000"/>
            </a:solidFill>
            <a:prstDash val="solid"/>
          </a:ln>
        </p:spPr>
      </p:sp>
      <p:sp>
        <p:nvSpPr>
          <p:cNvPr id="305" name="pdf-path-281">
            <a:extLst xmlns:a="http://schemas.openxmlformats.org/drawingml/2006/main">
              <a:ext uri="{FF2B5EF4-FFF2-40B4-BE49-F238E27FC236}">
                <a16:creationId xmlns:a16="http://schemas.microsoft.com/office/drawing/2014/main" id="{BADDA16B-AB36-4139-A71C-57CB10B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996" y="4846788"/>
            <a:ext cx="32366" cy="32366"/>
          </a:xfrm>
          <a:custGeom xmlns:a="http://schemas.openxmlformats.org/drawingml/2006/main">
            <a:pathLst>
              <a:path w="32366" h="32366">
                <a:moveTo>
                  <a:pt x="32366" y="0"/>
                </a:moveTo>
                <a:lnTo>
                  <a:pt x="16183" y="32366"/>
                </a:lnTo>
                <a:lnTo>
                  <a:pt x="0" y="0"/>
                </a:lnTo>
                <a:lnTo>
                  <a:pt x="3236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6B5C1977-00F6-400A-ACD1-0254A9EC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18" y="3395476"/>
            <a:ext cx="10890736" cy="2732684"/>
          </a:xfrm>
          <a:custGeom xmlns:a="http://schemas.openxmlformats.org/drawingml/2006/main">
            <a:pathLst>
              <a:path w="10890736" h="2732684">
                <a:moveTo>
                  <a:pt x="0" y="232498"/>
                </a:moveTo>
                <a:cubicBezTo>
                  <a:pt x="0" y="104090"/>
                  <a:pt x="104096" y="0"/>
                  <a:pt x="232498" y="0"/>
                </a:cubicBezTo>
                <a:lnTo>
                  <a:pt x="10658238" y="0"/>
                </a:lnTo>
                <a:cubicBezTo>
                  <a:pt x="10786641" y="0"/>
                  <a:pt x="10890736" y="104090"/>
                  <a:pt x="10890736" y="232498"/>
                </a:cubicBezTo>
                <a:lnTo>
                  <a:pt x="10890736" y="2500180"/>
                </a:lnTo>
                <a:cubicBezTo>
                  <a:pt x="10890736" y="2628588"/>
                  <a:pt x="10786641" y="2732684"/>
                  <a:pt x="10658238" y="2732684"/>
                </a:cubicBezTo>
                <a:lnTo>
                  <a:pt x="232498" y="2732684"/>
                </a:lnTo>
                <a:cubicBezTo>
                  <a:pt x="104096" y="2732684"/>
                  <a:pt x="0" y="2628588"/>
                  <a:pt x="0" y="2500180"/>
                </a:cubicBezTo>
                <a:lnTo>
                  <a:pt x="0" y="232498"/>
                </a:lnTo>
              </a:path>
            </a:pathLst>
          </a:custGeom>
          <a:noFill xmlns:a="http://schemas.openxmlformats.org/drawingml/2006/main"/>
          <a:ln xmlns:a="http://schemas.openxmlformats.org/drawingml/2006/main" w="16183">
            <a:solidFill>
              <a:srgbClr val="7030A0"/>
            </a:solidFill>
            <a:prstDash val="solid"/>
          </a:ln>
        </p:spPr>
      </p:sp>
      <p:sp>
        <p:nvSpPr>
          <p:cNvPr id="307" name="pdf-text-131-0">
            <a:extLst xmlns:a="http://schemas.openxmlformats.org/drawingml/2006/main">
              <a:ext uri="{FF2B5EF4-FFF2-40B4-BE49-F238E27FC236}">
                <a16:creationId xmlns:a16="http://schemas.microsoft.com/office/drawing/2014/main" id="{D945E529-B080-49DC-809E-9412179E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8309" y="3448466"/>
            <a:ext cx="4095698" cy="172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8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8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7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(c) Simulator Scene Programmer via Pre-defined Rules </a:t>
            </a:r>
          </a:p>
        </p:txBody>
      </p:sp>
      <p:sp>
        <p:nvSpPr>
          <p:cNvPr id="308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4323496D-51C4-42AF-B03C-D8948166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695" y="4055043"/>
            <a:ext cx="314131" cy="797053"/>
          </a:xfrm>
          <a:custGeom xmlns:a="http://schemas.openxmlformats.org/drawingml/2006/main">
            <a:pathLst>
              <a:path w="314131" h="797053">
                <a:moveTo>
                  <a:pt x="0" y="797053"/>
                </a:moveTo>
                <a:cubicBezTo>
                  <a:pt x="85150" y="797053"/>
                  <a:pt x="170301" y="596220"/>
                  <a:pt x="170301" y="395382"/>
                </a:cubicBezTo>
                <a:cubicBezTo>
                  <a:pt x="170301" y="215436"/>
                  <a:pt x="238664" y="35484"/>
                  <a:pt x="314131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92">
            <a:solidFill>
              <a:srgbClr val="7030A0"/>
            </a:solidFill>
            <a:prstDash val="solid"/>
          </a:ln>
        </p:spPr>
      </p:sp>
      <p:sp>
        <p:nvSpPr>
          <p:cNvPr id="309" name="pdf-path-285">
            <a:extLst xmlns:a="http://schemas.openxmlformats.org/drawingml/2006/main">
              <a:ext uri="{FF2B5EF4-FFF2-40B4-BE49-F238E27FC236}">
                <a16:creationId xmlns:a16="http://schemas.microsoft.com/office/drawing/2014/main" id="{E5537D39-03F8-4A2E-85B7-E5C77971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1065" y="4040497"/>
            <a:ext cx="35236" cy="31487"/>
          </a:xfrm>
          <a:custGeom xmlns:a="http://schemas.openxmlformats.org/drawingml/2006/main">
            <a:pathLst>
              <a:path w="35236" h="31487">
                <a:moveTo>
                  <a:pt x="7487" y="31487"/>
                </a:moveTo>
                <a:lnTo>
                  <a:pt x="35236" y="8259"/>
                </a:lnTo>
                <a:lnTo>
                  <a:pt x="0" y="0"/>
                </a:lnTo>
                <a:lnTo>
                  <a:pt x="7487" y="3148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5A01C23F-6D56-4F6F-9BF4-0B3BE0A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5695" y="4852097"/>
            <a:ext cx="317740" cy="455189"/>
          </a:xfrm>
          <a:custGeom xmlns:a="http://schemas.openxmlformats.org/drawingml/2006/main">
            <a:pathLst>
              <a:path w="317740" h="455189">
                <a:moveTo>
                  <a:pt x="0" y="0"/>
                </a:moveTo>
                <a:cubicBezTo>
                  <a:pt x="86127" y="0"/>
                  <a:pt x="172259" y="114695"/>
                  <a:pt x="172259" y="229391"/>
                </a:cubicBezTo>
                <a:cubicBezTo>
                  <a:pt x="172259" y="332160"/>
                  <a:pt x="241404" y="434923"/>
                  <a:pt x="317740" y="4551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092">
            <a:solidFill>
              <a:srgbClr val="7030A0"/>
            </a:solidFill>
            <a:prstDash val="solid"/>
          </a:ln>
        </p:spPr>
      </p:sp>
      <p:sp>
        <p:nvSpPr>
          <p:cNvPr id="311" name="pdf-path-287">
            <a:extLst xmlns:a="http://schemas.openxmlformats.org/drawingml/2006/main">
              <a:ext uri="{FF2B5EF4-FFF2-40B4-BE49-F238E27FC236}">
                <a16:creationId xmlns:a16="http://schemas.microsoft.com/office/drawing/2014/main" id="{79B71FF5-224B-44BF-A95F-FB891E63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5980" y="5290531"/>
            <a:ext cx="34233" cy="32081"/>
          </a:xfrm>
          <a:custGeom xmlns:a="http://schemas.openxmlformats.org/drawingml/2006/main">
            <a:pathLst>
              <a:path w="34233" h="32081">
                <a:moveTo>
                  <a:pt x="4305" y="0"/>
                </a:moveTo>
                <a:lnTo>
                  <a:pt x="34233" y="20347"/>
                </a:lnTo>
                <a:lnTo>
                  <a:pt x="0" y="32081"/>
                </a:lnTo>
                <a:lnTo>
                  <a:pt x="4305" y="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DF3B45AB-54E0-4711-9A58-6A289A17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305" y="3625567"/>
            <a:ext cx="1919199" cy="2458881"/>
          </a:xfrm>
          <a:custGeom xmlns:a="http://schemas.openxmlformats.org/drawingml/2006/main">
            <a:pathLst>
              <a:path w="1919199" h="2458881">
                <a:moveTo>
                  <a:pt x="0" y="385720"/>
                </a:moveTo>
                <a:cubicBezTo>
                  <a:pt x="0" y="172690"/>
                  <a:pt x="172691" y="0"/>
                  <a:pt x="385721" y="0"/>
                </a:cubicBezTo>
                <a:lnTo>
                  <a:pt x="1533479" y="0"/>
                </a:lnTo>
                <a:cubicBezTo>
                  <a:pt x="1746509" y="0"/>
                  <a:pt x="1919199" y="172690"/>
                  <a:pt x="1919199" y="385720"/>
                </a:cubicBezTo>
                <a:lnTo>
                  <a:pt x="1919199" y="2073166"/>
                </a:lnTo>
                <a:cubicBezTo>
                  <a:pt x="1919199" y="2286190"/>
                  <a:pt x="1746509" y="2458881"/>
                  <a:pt x="1533479" y="2458881"/>
                </a:cubicBezTo>
                <a:lnTo>
                  <a:pt x="385721" y="2458881"/>
                </a:lnTo>
                <a:cubicBezTo>
                  <a:pt x="172691" y="2458881"/>
                  <a:pt x="0" y="2286190"/>
                  <a:pt x="0" y="2073166"/>
                </a:cubicBezTo>
                <a:lnTo>
                  <a:pt x="0" y="385720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df-text-132-0">
            <a:extLst xmlns:a="http://schemas.openxmlformats.org/drawingml/2006/main">
              <a:ext uri="{FF2B5EF4-FFF2-40B4-BE49-F238E27FC236}">
                <a16:creationId xmlns:a16="http://schemas.microsoft.com/office/drawing/2014/main" id="{5716B2FF-BF40-450E-917B-08B667F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8364" y="4812918"/>
            <a:ext cx="24512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62EEB92-4893-49F5-B61D-33D98C1BF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95593aec448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625" y="4457700"/>
            <a:ext cx="942975" cy="762000"/>
          </a:xfrm>
          <a:prstGeom xmlns:a="http://schemas.openxmlformats.org/drawingml/2006/main" prst="rect">
            <a:avLst/>
          </a:prstGeom>
        </p:spPr>
      </p:pic>
      <p:sp>
        <p:nvSpPr>
          <p:cNvPr id="315" name="source-raster-41">
            <a:extLst xmlns:a="http://schemas.openxmlformats.org/drawingml/2006/main">
              <a:ext uri="{FF2B5EF4-FFF2-40B4-BE49-F238E27FC236}">
                <a16:creationId xmlns:a16="http://schemas.microsoft.com/office/drawing/2014/main" id="{238826BB-7C19-422A-B062-3B87B157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4457700"/>
            <a:ext cx="942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DDE433B-1D25-4A1D-9BA8-1D22994E6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2658b251e47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625" y="5248275"/>
            <a:ext cx="942975" cy="762000"/>
          </a:xfrm>
          <a:prstGeom xmlns:a="http://schemas.openxmlformats.org/drawingml/2006/main" prst="rect">
            <a:avLst/>
          </a:prstGeom>
        </p:spPr>
      </p:pic>
      <p:sp>
        <p:nvSpPr>
          <p:cNvPr id="317" name="source-raster-42">
            <a:extLst xmlns:a="http://schemas.openxmlformats.org/drawingml/2006/main">
              <a:ext uri="{FF2B5EF4-FFF2-40B4-BE49-F238E27FC236}">
                <a16:creationId xmlns:a16="http://schemas.microsoft.com/office/drawing/2014/main" id="{ABC4442B-1DFB-49BF-A99F-B0DDC424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5248275"/>
            <a:ext cx="9429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8" name="pdf-text-133-0">
            <a:extLst xmlns:a="http://schemas.openxmlformats.org/drawingml/2006/main">
              <a:ext uri="{FF2B5EF4-FFF2-40B4-BE49-F238E27FC236}">
                <a16:creationId xmlns:a16="http://schemas.microsoft.com/office/drawing/2014/main" id="{BF3832B9-50FC-41E3-973F-B4A99E2A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9088" y="4737000"/>
            <a:ext cx="542920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6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6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6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Agent View:</a:t>
            </a:r>
          </a:p>
        </p:txBody>
      </p:sp>
      <p:sp>
        <p:nvSpPr>
          <p:cNvPr id="319" name="pdf-text-134-0">
            <a:extLst xmlns:a="http://schemas.openxmlformats.org/drawingml/2006/main">
              <a:ext uri="{FF2B5EF4-FFF2-40B4-BE49-F238E27FC236}">
                <a16:creationId xmlns:a16="http://schemas.microsoft.com/office/drawing/2014/main" id="{5AA899E9-DBAD-45A9-A286-25720DE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627" y="5550371"/>
            <a:ext cx="476252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9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Bird View:</a:t>
            </a:r>
          </a:p>
        </p:txBody>
      </p:sp>
      <p:sp>
        <p:nvSpPr>
          <p:cNvPr id="320" name="pdf-text-135-0">
            <a:extLst xmlns:a="http://schemas.openxmlformats.org/drawingml/2006/main">
              <a:ext uri="{FF2B5EF4-FFF2-40B4-BE49-F238E27FC236}">
                <a16:creationId xmlns:a16="http://schemas.microsoft.com/office/drawing/2014/main" id="{FA121A8A-5EC2-4271-BF92-459498D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73" y="3885252"/>
            <a:ext cx="1748260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4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Check whether the object placement in </a:t>
            </a:r>
          </a:p>
        </p:txBody>
      </p:sp>
      <p:sp>
        <p:nvSpPr>
          <p:cNvPr id="321" name="pdf-text-135-1">
            <a:extLst xmlns:a="http://schemas.openxmlformats.org/drawingml/2006/main">
              <a:ext uri="{FF2B5EF4-FFF2-40B4-BE49-F238E27FC236}">
                <a16:creationId xmlns:a16="http://schemas.microsoft.com/office/drawing/2014/main" id="{08F4BEA4-872A-4903-8B4D-DBC7DBD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73" y="4079406"/>
            <a:ext cx="1767076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3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this scene aligns with human cognition </a:t>
            </a:r>
          </a:p>
        </p:txBody>
      </p:sp>
      <p:sp>
        <p:nvSpPr>
          <p:cNvPr id="322" name="pdf-text-135-2">
            <a:extLst xmlns:a="http://schemas.openxmlformats.org/drawingml/2006/main">
              <a:ext uri="{FF2B5EF4-FFF2-40B4-BE49-F238E27FC236}">
                <a16:creationId xmlns:a16="http://schemas.microsoft.com/office/drawing/2014/main" id="{5C2971D9-6EE4-4F52-A468-34A684F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173" y="4273560"/>
            <a:ext cx="1210272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67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 different perspectives.</a:t>
            </a:r>
          </a:p>
        </p:txBody>
      </p:sp>
      <p:sp>
        <p:nvSpPr>
          <p:cNvPr id="323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AE7B7319-1519-4865-A1B7-FD2BB84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299" y="3626170"/>
            <a:ext cx="2154610" cy="845171"/>
          </a:xfrm>
          <a:custGeom xmlns:a="http://schemas.openxmlformats.org/drawingml/2006/main">
            <a:pathLst>
              <a:path w="2154610" h="845171">
                <a:moveTo>
                  <a:pt x="0" y="65812"/>
                </a:moveTo>
                <a:cubicBezTo>
                  <a:pt x="0" y="29464"/>
                  <a:pt x="29464" y="0"/>
                  <a:pt x="65817" y="0"/>
                </a:cubicBezTo>
                <a:lnTo>
                  <a:pt x="2088793" y="0"/>
                </a:lnTo>
                <a:cubicBezTo>
                  <a:pt x="2125147" y="0"/>
                  <a:pt x="2154610" y="29464"/>
                  <a:pt x="2154610" y="65812"/>
                </a:cubicBezTo>
                <a:lnTo>
                  <a:pt x="2154610" y="779360"/>
                </a:lnTo>
                <a:cubicBezTo>
                  <a:pt x="2154610" y="815707"/>
                  <a:pt x="2125147" y="845171"/>
                  <a:pt x="2088793" y="845171"/>
                </a:cubicBezTo>
                <a:lnTo>
                  <a:pt x="65817" y="845171"/>
                </a:lnTo>
                <a:cubicBezTo>
                  <a:pt x="29464" y="845171"/>
                  <a:pt x="0" y="815707"/>
                  <a:pt x="0" y="779360"/>
                </a:cubicBezTo>
                <a:lnTo>
                  <a:pt x="0" y="6581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df-text-136-0">
            <a:extLst xmlns:a="http://schemas.openxmlformats.org/drawingml/2006/main">
              <a:ext uri="{FF2B5EF4-FFF2-40B4-BE49-F238E27FC236}">
                <a16:creationId xmlns:a16="http://schemas.microsoft.com/office/drawing/2014/main" id="{F0969FF5-B42F-4AD3-8A12-4B21789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331" y="4006664"/>
            <a:ext cx="24512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25" name="pdf-text-137-0">
            <a:extLst xmlns:a="http://schemas.openxmlformats.org/drawingml/2006/main">
              <a:ext uri="{FF2B5EF4-FFF2-40B4-BE49-F238E27FC236}">
                <a16:creationId xmlns:a16="http://schemas.microsoft.com/office/drawing/2014/main" id="{FD7793A8-EB54-42AA-B284-B9C17D2A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6935" y="3681377"/>
            <a:ext cx="409593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rPr>
              <a:t>Fixtures </a:t>
            </a:r>
          </a:p>
        </p:txBody>
      </p:sp>
      <p:sp>
        <p:nvSpPr>
          <p:cNvPr id="326" name="pdf-text-138-0">
            <a:extLst xmlns:a="http://schemas.openxmlformats.org/drawingml/2006/main">
              <a:ext uri="{FF2B5EF4-FFF2-40B4-BE49-F238E27FC236}">
                <a16:creationId xmlns:a16="http://schemas.microsoft.com/office/drawing/2014/main" id="{9332F8E0-B230-423C-84E0-AE886C2F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702" y="3681377"/>
            <a:ext cx="174712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and</a:t>
            </a:r>
          </a:p>
        </p:txBody>
      </p:sp>
      <p:sp>
        <p:nvSpPr>
          <p:cNvPr id="327" name="pdf-text-140-0">
            <a:extLst xmlns:a="http://schemas.openxmlformats.org/drawingml/2006/main">
              <a:ext uri="{FF2B5EF4-FFF2-40B4-BE49-F238E27FC236}">
                <a16:creationId xmlns:a16="http://schemas.microsoft.com/office/drawing/2014/main" id="{FE8D4B68-CD44-4EEC-9BA3-612DBF48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5990" y="3681377"/>
            <a:ext cx="354717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rPr>
              <a:t>Objects</a:t>
            </a:r>
          </a:p>
        </p:txBody>
      </p:sp>
      <p:sp>
        <p:nvSpPr>
          <p:cNvPr id="328" name="pdf-path-304">
            <a:extLst xmlns:a="http://schemas.openxmlformats.org/drawingml/2006/main">
              <a:ext uri="{FF2B5EF4-FFF2-40B4-BE49-F238E27FC236}">
                <a16:creationId xmlns:a16="http://schemas.microsoft.com/office/drawing/2014/main" id="{C2734636-3561-4529-B168-95A2ED39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0082" y="3844581"/>
            <a:ext cx="910724" cy="575803"/>
          </a:xfrm>
          <a:custGeom xmlns:a="http://schemas.openxmlformats.org/drawingml/2006/main">
            <a:pathLst>
              <a:path w="910724" h="575803">
                <a:moveTo>
                  <a:pt x="0" y="95966"/>
                </a:moveTo>
                <a:cubicBezTo>
                  <a:pt x="0" y="42966"/>
                  <a:pt x="42966" y="0"/>
                  <a:pt x="95966" y="0"/>
                </a:cubicBezTo>
                <a:lnTo>
                  <a:pt x="814752" y="0"/>
                </a:lnTo>
                <a:cubicBezTo>
                  <a:pt x="867758" y="0"/>
                  <a:pt x="910724" y="42966"/>
                  <a:pt x="910724" y="95966"/>
                </a:cubicBezTo>
                <a:lnTo>
                  <a:pt x="910724" y="479831"/>
                </a:lnTo>
                <a:cubicBezTo>
                  <a:pt x="910724" y="532831"/>
                  <a:pt x="867758" y="575803"/>
                  <a:pt x="814752" y="575803"/>
                </a:cubicBezTo>
                <a:lnTo>
                  <a:pt x="95966" y="575803"/>
                </a:lnTo>
                <a:cubicBezTo>
                  <a:pt x="42966" y="575803"/>
                  <a:pt x="0" y="532831"/>
                  <a:pt x="0" y="479831"/>
                </a:cubicBezTo>
                <a:lnTo>
                  <a:pt x="0" y="95966"/>
                </a:lnTo>
              </a:path>
            </a:pathLst>
          </a:custGeom>
          <a:solidFill xmlns:a="http://schemas.openxmlformats.org/drawingml/2006/main">
            <a:srgbClr val="FAF5FF"/>
          </a:solidFill>
          <a:ln xmlns:a="http://schemas.openxmlformats.org/drawingml/2006/main" w="5394">
            <a:solidFill>
              <a:srgbClr val="7030A0"/>
            </a:solidFill>
            <a:prstDash val="solid"/>
          </a:ln>
        </p:spPr>
      </p:sp>
      <p:sp>
        <p:nvSpPr>
          <p:cNvPr id="329" name="pdf-text-141-0">
            <a:extLst xmlns:a="http://schemas.openxmlformats.org/drawingml/2006/main">
              <a:ext uri="{FF2B5EF4-FFF2-40B4-BE49-F238E27FC236}">
                <a16:creationId xmlns:a16="http://schemas.microsoft.com/office/drawing/2014/main" id="{B5461760-F1FA-4D3E-A087-0BF7E31A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3700" y="3885733"/>
            <a:ext cx="382542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5" b="1" i="0">
                <a:solidFill>
                  <a:srgbClr val="2980B9"/>
                </a:solidFill>
                <a:latin typeface="Times New Roman"/>
                <a:ea typeface="Times New Roman"/>
                <a:cs typeface="Times New Roman"/>
              </a:rPr>
              <a:t>Fixtures</a:t>
            </a:r>
          </a:p>
        </p:txBody>
      </p:sp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959FA606-278F-42BB-B059-9DD5443913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f1f24c0dd48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95625" y="4029075"/>
            <a:ext cx="76200" cy="114300"/>
          </a:xfrm>
          <a:prstGeom xmlns:a="http://schemas.openxmlformats.org/drawingml/2006/main" prst="rect">
            <a:avLst/>
          </a:prstGeom>
        </p:spPr>
      </p:pic>
      <p:sp>
        <p:nvSpPr>
          <p:cNvPr id="331" name="source-raster-43">
            <a:extLst xmlns:a="http://schemas.openxmlformats.org/drawingml/2006/main">
              <a:ext uri="{FF2B5EF4-FFF2-40B4-BE49-F238E27FC236}">
                <a16:creationId xmlns:a16="http://schemas.microsoft.com/office/drawing/2014/main" id="{7EE98563-AF3E-45F9-8A16-378B0F5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4029075"/>
            <a:ext cx="76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pdf-text-142-0">
            <a:extLst xmlns:a="http://schemas.openxmlformats.org/drawingml/2006/main">
              <a:ext uri="{FF2B5EF4-FFF2-40B4-BE49-F238E27FC236}">
                <a16:creationId xmlns:a16="http://schemas.microsoft.com/office/drawing/2014/main" id="{67859D9A-8F17-43FE-9949-9A8CA50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217" y="4037248"/>
            <a:ext cx="560628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1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1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19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pic>
        <p:nvPic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ECED7D83-9699-4E69-B37D-3F202558B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6ffa2ffc240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76575" y="4152900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34" name="source-raster-44">
            <a:extLst xmlns:a="http://schemas.openxmlformats.org/drawingml/2006/main">
              <a:ext uri="{FF2B5EF4-FFF2-40B4-BE49-F238E27FC236}">
                <a16:creationId xmlns:a16="http://schemas.microsoft.com/office/drawing/2014/main" id="{2A66A06B-BEF2-41DB-A55E-73E04C5E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4152900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pdf-text-143-0">
            <a:extLst xmlns:a="http://schemas.openxmlformats.org/drawingml/2006/main">
              <a:ext uri="{FF2B5EF4-FFF2-40B4-BE49-F238E27FC236}">
                <a16:creationId xmlns:a16="http://schemas.microsoft.com/office/drawing/2014/main" id="{6CC6C9F0-6883-4926-9C9B-1035B4AF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217" y="4166713"/>
            <a:ext cx="550261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0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336" name="pdf-text-144-0">
            <a:extLst xmlns:a="http://schemas.openxmlformats.org/drawingml/2006/main">
              <a:ext uri="{FF2B5EF4-FFF2-40B4-BE49-F238E27FC236}">
                <a16:creationId xmlns:a16="http://schemas.microsoft.com/office/drawing/2014/main" id="{ABE2E882-9A6D-4A2F-B0D1-E3EB86BB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8953" y="4295573"/>
            <a:ext cx="660023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9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9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94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      microwave </a:t>
            </a:r>
          </a:p>
        </p:txBody>
      </p:sp>
      <p:sp>
        <p:nvSpPr>
          <p:cNvPr id="337" name="pdf-path-312">
            <a:extLst xmlns:a="http://schemas.openxmlformats.org/drawingml/2006/main">
              <a:ext uri="{FF2B5EF4-FFF2-40B4-BE49-F238E27FC236}">
                <a16:creationId xmlns:a16="http://schemas.microsoft.com/office/drawing/2014/main" id="{7F4D2983-2ADB-474C-A89E-488202C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6403" y="3844581"/>
            <a:ext cx="910723" cy="575803"/>
          </a:xfrm>
          <a:custGeom xmlns:a="http://schemas.openxmlformats.org/drawingml/2006/main">
            <a:pathLst>
              <a:path w="910723" h="575803">
                <a:moveTo>
                  <a:pt x="0" y="95966"/>
                </a:moveTo>
                <a:cubicBezTo>
                  <a:pt x="0" y="42966"/>
                  <a:pt x="42966" y="0"/>
                  <a:pt x="95966" y="0"/>
                </a:cubicBezTo>
                <a:lnTo>
                  <a:pt x="814752" y="0"/>
                </a:lnTo>
                <a:cubicBezTo>
                  <a:pt x="867757" y="0"/>
                  <a:pt x="910723" y="42966"/>
                  <a:pt x="910723" y="95966"/>
                </a:cubicBezTo>
                <a:lnTo>
                  <a:pt x="910723" y="479831"/>
                </a:lnTo>
                <a:cubicBezTo>
                  <a:pt x="910723" y="532831"/>
                  <a:pt x="867757" y="575803"/>
                  <a:pt x="814752" y="575803"/>
                </a:cubicBezTo>
                <a:lnTo>
                  <a:pt x="95966" y="575803"/>
                </a:lnTo>
                <a:cubicBezTo>
                  <a:pt x="42966" y="575803"/>
                  <a:pt x="0" y="532831"/>
                  <a:pt x="0" y="479831"/>
                </a:cubicBezTo>
                <a:lnTo>
                  <a:pt x="0" y="95966"/>
                </a:lnTo>
              </a:path>
            </a:pathLst>
          </a:custGeom>
          <a:solidFill xmlns:a="http://schemas.openxmlformats.org/drawingml/2006/main">
            <a:srgbClr val="FAF5FF"/>
          </a:solidFill>
          <a:ln xmlns:a="http://schemas.openxmlformats.org/drawingml/2006/main" w="5394">
            <a:solidFill>
              <a:srgbClr val="7030A0"/>
            </a:solidFill>
            <a:prstDash val="solid"/>
          </a:ln>
        </p:spPr>
      </p:sp>
      <p:sp>
        <p:nvSpPr>
          <p:cNvPr id="338" name="pdf-text-145-0">
            <a:extLst xmlns:a="http://schemas.openxmlformats.org/drawingml/2006/main">
              <a:ext uri="{FF2B5EF4-FFF2-40B4-BE49-F238E27FC236}">
                <a16:creationId xmlns:a16="http://schemas.microsoft.com/office/drawing/2014/main" id="{E104BE96-CFA0-45BB-8EBA-268F1C78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4247" y="3885734"/>
            <a:ext cx="354717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E67E22"/>
                </a:solidFill>
                <a:latin typeface="Times New Roman"/>
                <a:ea typeface="Times New Roman"/>
                <a:cs typeface="Times New Roman"/>
              </a:rPr>
              <a:t>Objects</a:t>
            </a:r>
          </a:p>
        </p:txBody>
      </p:sp>
      <p:pic>
        <p:nvPic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2E50E76E-B54C-42E7-A596-E77EB964A4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c4ef0d51447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4029075"/>
            <a:ext cx="104775" cy="123825"/>
          </a:xfrm>
          <a:prstGeom xmlns:a="http://schemas.openxmlformats.org/drawingml/2006/main" prst="rect">
            <a:avLst/>
          </a:prstGeom>
        </p:spPr>
      </p:pic>
      <p:sp>
        <p:nvSpPr>
          <p:cNvPr id="340" name="source-raster-45">
            <a:extLst xmlns:a="http://schemas.openxmlformats.org/drawingml/2006/main">
              <a:ext uri="{FF2B5EF4-FFF2-40B4-BE49-F238E27FC236}">
                <a16:creationId xmlns:a16="http://schemas.microsoft.com/office/drawing/2014/main" id="{729442D5-23F4-4D8B-86E8-3C0C996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029075"/>
            <a:ext cx="1047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pdf-text-146-0">
            <a:extLst xmlns:a="http://schemas.openxmlformats.org/drawingml/2006/main">
              <a:ext uri="{FF2B5EF4-FFF2-40B4-BE49-F238E27FC236}">
                <a16:creationId xmlns:a16="http://schemas.microsoft.com/office/drawing/2014/main" id="{0D45126C-32BF-4664-A357-41A2EAD3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537" y="4050087"/>
            <a:ext cx="193007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2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2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2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</a:t>
            </a:r>
          </a:p>
        </p:txBody>
      </p:sp>
      <p:pic>
        <p:nvPic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C27428FF-EEAD-420F-BDDC-96788659A1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25b79659945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4162425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43" name="source-raster-46">
            <a:extLst xmlns:a="http://schemas.openxmlformats.org/drawingml/2006/main">
              <a:ext uri="{FF2B5EF4-FFF2-40B4-BE49-F238E27FC236}">
                <a16:creationId xmlns:a16="http://schemas.microsoft.com/office/drawing/2014/main" id="{4FCC0AEE-307C-4C98-99FE-3B0FF702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1624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pdf-text-147-0">
            <a:extLst xmlns:a="http://schemas.openxmlformats.org/drawingml/2006/main">
              <a:ext uri="{FF2B5EF4-FFF2-40B4-BE49-F238E27FC236}">
                <a16:creationId xmlns:a16="http://schemas.microsoft.com/office/drawing/2014/main" id="{A7CB2727-3DEB-480D-A4F9-304E5B52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1537" y="4179552"/>
            <a:ext cx="529559" cy="108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70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coffee_mug</a:t>
            </a:r>
          </a:p>
        </p:txBody>
      </p:sp>
      <p:pic>
        <p:nvPic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31D5A61-BBF0-49DD-935E-C8F32519C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9d78287464e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7050" y="4305300"/>
            <a:ext cx="104775" cy="85725"/>
          </a:xfrm>
          <a:prstGeom xmlns:a="http://schemas.openxmlformats.org/drawingml/2006/main" prst="rect">
            <a:avLst/>
          </a:prstGeom>
        </p:spPr>
      </p:pic>
      <p:sp>
        <p:nvSpPr>
          <p:cNvPr id="346" name="source-raster-47">
            <a:extLst xmlns:a="http://schemas.openxmlformats.org/drawingml/2006/main">
              <a:ext uri="{FF2B5EF4-FFF2-40B4-BE49-F238E27FC236}">
                <a16:creationId xmlns:a16="http://schemas.microsoft.com/office/drawing/2014/main" id="{E4A46822-8F20-4362-B534-AD899B8B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4305300"/>
            <a:ext cx="1047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EEDE701C-6A45-4D13-B14E-ED171553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0210" y="4537301"/>
            <a:ext cx="2154611" cy="1547149"/>
          </a:xfrm>
          <a:custGeom xmlns:a="http://schemas.openxmlformats.org/drawingml/2006/main">
            <a:pathLst>
              <a:path w="2154611" h="1547149">
                <a:moveTo>
                  <a:pt x="0" y="120478"/>
                </a:moveTo>
                <a:cubicBezTo>
                  <a:pt x="0" y="53939"/>
                  <a:pt x="53938" y="0"/>
                  <a:pt x="120478" y="0"/>
                </a:cubicBezTo>
                <a:lnTo>
                  <a:pt x="2034132" y="0"/>
                </a:lnTo>
                <a:cubicBezTo>
                  <a:pt x="2100672" y="0"/>
                  <a:pt x="2154611" y="53939"/>
                  <a:pt x="2154611" y="120478"/>
                </a:cubicBezTo>
                <a:lnTo>
                  <a:pt x="2154611" y="1426675"/>
                </a:lnTo>
                <a:cubicBezTo>
                  <a:pt x="2154611" y="1493210"/>
                  <a:pt x="2100672" y="1547149"/>
                  <a:pt x="2034132" y="1547149"/>
                </a:cubicBezTo>
                <a:lnTo>
                  <a:pt x="120478" y="1547149"/>
                </a:lnTo>
                <a:cubicBezTo>
                  <a:pt x="53938" y="1547149"/>
                  <a:pt x="0" y="1493210"/>
                  <a:pt x="0" y="1426675"/>
                </a:cubicBezTo>
                <a:lnTo>
                  <a:pt x="0" y="120478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df-text-148-0">
            <a:extLst xmlns:a="http://schemas.openxmlformats.org/drawingml/2006/main">
              <a:ext uri="{FF2B5EF4-FFF2-40B4-BE49-F238E27FC236}">
                <a16:creationId xmlns:a16="http://schemas.microsoft.com/office/drawing/2014/main" id="{B95FF16C-02D2-4161-9940-A8BF4619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4919" y="5268785"/>
            <a:ext cx="24512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49" name="pdf-text-149-0">
            <a:extLst xmlns:a="http://schemas.openxmlformats.org/drawingml/2006/main">
              <a:ext uri="{FF2B5EF4-FFF2-40B4-BE49-F238E27FC236}">
                <a16:creationId xmlns:a16="http://schemas.microsoft.com/office/drawing/2014/main" id="{6223CB9A-51A8-4009-B1F7-C257403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9255" y="4589584"/>
            <a:ext cx="282489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rPr>
              <a:t>Initial</a:t>
            </a:r>
          </a:p>
        </p:txBody>
      </p:sp>
      <p:sp>
        <p:nvSpPr>
          <p:cNvPr id="350" name="pdf-text-150-0">
            <a:extLst xmlns:a="http://schemas.openxmlformats.org/drawingml/2006/main">
              <a:ext uri="{FF2B5EF4-FFF2-40B4-BE49-F238E27FC236}">
                <a16:creationId xmlns:a16="http://schemas.microsoft.com/office/drawing/2014/main" id="{912D0D18-DB93-48A1-947C-79A3520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514" y="4589584"/>
            <a:ext cx="142912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2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</a:t>
            </a:r>
          </a:p>
        </p:txBody>
      </p:sp>
      <p:sp>
        <p:nvSpPr>
          <p:cNvPr id="351" name="pdf-text-151-0">
            <a:extLst xmlns:a="http://schemas.openxmlformats.org/drawingml/2006/main">
              <a:ext uri="{FF2B5EF4-FFF2-40B4-BE49-F238E27FC236}">
                <a16:creationId xmlns:a16="http://schemas.microsoft.com/office/drawing/2014/main" id="{359F9615-7A4B-48D4-B2AD-54A4A4F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3346" y="4589584"/>
            <a:ext cx="240415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Final</a:t>
            </a:r>
          </a:p>
        </p:txBody>
      </p:sp>
      <p:sp>
        <p:nvSpPr>
          <p:cNvPr id="352" name="pdf-text-152-0">
            <a:extLst xmlns:a="http://schemas.openxmlformats.org/drawingml/2006/main">
              <a:ext uri="{FF2B5EF4-FFF2-40B4-BE49-F238E27FC236}">
                <a16:creationId xmlns:a16="http://schemas.microsoft.com/office/drawing/2014/main" id="{48B7D51B-78AF-45CC-8002-5ED53FA1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3552" y="4589584"/>
            <a:ext cx="351483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Region</a:t>
            </a:r>
          </a:p>
        </p:txBody>
      </p:sp>
      <p:sp>
        <p:nvSpPr>
          <p:cNvPr id="353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B0C8D3F6-9875-43F5-82BC-884C79F7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8603" y="4764216"/>
            <a:ext cx="946133" cy="1255118"/>
          </a:xfrm>
          <a:custGeom xmlns:a="http://schemas.openxmlformats.org/drawingml/2006/main">
            <a:pathLst>
              <a:path w="946133" h="1255118">
                <a:moveTo>
                  <a:pt x="0" y="91661"/>
                </a:moveTo>
                <a:cubicBezTo>
                  <a:pt x="0" y="41040"/>
                  <a:pt x="41040" y="0"/>
                  <a:pt x="91661" y="0"/>
                </a:cubicBezTo>
                <a:lnTo>
                  <a:pt x="854471" y="0"/>
                </a:lnTo>
                <a:cubicBezTo>
                  <a:pt x="905092" y="0"/>
                  <a:pt x="946133" y="41040"/>
                  <a:pt x="946133" y="91661"/>
                </a:cubicBezTo>
                <a:lnTo>
                  <a:pt x="946133" y="1163456"/>
                </a:lnTo>
                <a:cubicBezTo>
                  <a:pt x="946133" y="1214082"/>
                  <a:pt x="905092" y="1255118"/>
                  <a:pt x="854471" y="1255118"/>
                </a:cubicBezTo>
                <a:lnTo>
                  <a:pt x="91661" y="1255118"/>
                </a:lnTo>
                <a:cubicBezTo>
                  <a:pt x="41040" y="1255118"/>
                  <a:pt x="0" y="1214082"/>
                  <a:pt x="0" y="1163456"/>
                </a:cubicBezTo>
                <a:lnTo>
                  <a:pt x="0" y="91661"/>
                </a:lnTo>
              </a:path>
            </a:pathLst>
          </a:custGeom>
          <a:solidFill xmlns:a="http://schemas.openxmlformats.org/drawingml/2006/main">
            <a:srgbClr val="FAF5FF"/>
          </a:solidFill>
          <a:ln xmlns:a="http://schemas.openxmlformats.org/drawingml/2006/main" w="5394">
            <a:solidFill>
              <a:srgbClr val="7030A0"/>
            </a:solidFill>
            <a:prstDash val="solid"/>
          </a:ln>
        </p:spPr>
      </p:sp>
      <p:sp>
        <p:nvSpPr>
          <p:cNvPr id="354" name="pdf-text-153-0">
            <a:extLst xmlns:a="http://schemas.openxmlformats.org/drawingml/2006/main">
              <a:ext uri="{FF2B5EF4-FFF2-40B4-BE49-F238E27FC236}">
                <a16:creationId xmlns:a16="http://schemas.microsoft.com/office/drawing/2014/main" id="{A4849EEB-F5CF-4369-940C-F4F75DEF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0363" y="4805371"/>
            <a:ext cx="282489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D6C1E2"/>
                </a:solidFill>
                <a:latin typeface="Times New Roman"/>
                <a:ea typeface="Times New Roman"/>
                <a:cs typeface="Times New Roman"/>
              </a:rPr>
              <a:t>Initial</a:t>
            </a:r>
          </a:p>
        </p:txBody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ADF4F5F-788C-4732-8544-8396A94FEB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5baf1c7cf47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7050" y="4962525"/>
            <a:ext cx="76200" cy="104775"/>
          </a:xfrm>
          <a:prstGeom xmlns:a="http://schemas.openxmlformats.org/drawingml/2006/main" prst="rect">
            <a:avLst/>
          </a:prstGeom>
        </p:spPr>
      </p:pic>
      <p:sp>
        <p:nvSpPr>
          <p:cNvPr id="356" name="source-raster-48">
            <a:extLst xmlns:a="http://schemas.openxmlformats.org/drawingml/2006/main">
              <a:ext uri="{FF2B5EF4-FFF2-40B4-BE49-F238E27FC236}">
                <a16:creationId xmlns:a16="http://schemas.microsoft.com/office/drawing/2014/main" id="{5EDC4482-0E83-484F-84E1-E2546FD0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4962525"/>
            <a:ext cx="76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7" name="pdf-text-154-0">
            <a:extLst xmlns:a="http://schemas.openxmlformats.org/drawingml/2006/main">
              <a:ext uri="{FF2B5EF4-FFF2-40B4-BE49-F238E27FC236}">
                <a16:creationId xmlns:a16="http://schemas.microsoft.com/office/drawing/2014/main" id="{AA5C3908-A191-40F6-937F-A1BD742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498" y="4971202"/>
            <a:ext cx="503275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45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sp>
        <p:nvSpPr>
          <p:cNvPr id="358" name="pdf-text-155-0">
            <a:extLst xmlns:a="http://schemas.openxmlformats.org/drawingml/2006/main">
              <a:ext uri="{FF2B5EF4-FFF2-40B4-BE49-F238E27FC236}">
                <a16:creationId xmlns:a16="http://schemas.microsoft.com/office/drawing/2014/main" id="{01991532-9398-428F-9C93-2683C35A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082349"/>
            <a:ext cx="299923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5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&lt;default&gt;</a:t>
            </a:r>
          </a:p>
        </p:txBody>
      </p:sp>
      <p:pic>
        <p:nvPic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77562141-8702-4BC0-8301-BBA47CCFD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8432c6ab44e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0" y="5162550"/>
            <a:ext cx="114300" cy="104775"/>
          </a:xfrm>
          <a:prstGeom xmlns:a="http://schemas.openxmlformats.org/drawingml/2006/main" prst="rect">
            <a:avLst/>
          </a:prstGeom>
        </p:spPr>
      </p:pic>
      <p:sp>
        <p:nvSpPr>
          <p:cNvPr id="360" name="source-raster-49">
            <a:extLst xmlns:a="http://schemas.openxmlformats.org/drawingml/2006/main">
              <a:ext uri="{FF2B5EF4-FFF2-40B4-BE49-F238E27FC236}">
                <a16:creationId xmlns:a16="http://schemas.microsoft.com/office/drawing/2014/main" id="{85ECFECB-5BB2-4F59-9F52-C2F45C31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5162550"/>
            <a:ext cx="1143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1" name="pdf-text-156-0">
            <a:extLst xmlns:a="http://schemas.openxmlformats.org/drawingml/2006/main">
              <a:ext uri="{FF2B5EF4-FFF2-40B4-BE49-F238E27FC236}">
                <a16:creationId xmlns:a16="http://schemas.microsoft.com/office/drawing/2014/main" id="{916D3481-1CFD-4D18-BF2D-3BE8B3F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498" y="5178347"/>
            <a:ext cx="494178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34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362" name="pdf-text-157-0">
            <a:extLst xmlns:a="http://schemas.openxmlformats.org/drawingml/2006/main">
              <a:ext uri="{FF2B5EF4-FFF2-40B4-BE49-F238E27FC236}">
                <a16:creationId xmlns:a16="http://schemas.microsoft.com/office/drawing/2014/main" id="{8FC00432-F6EE-43EF-93C7-7913769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289493"/>
            <a:ext cx="772189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coffee_table_init_region</a:t>
            </a:r>
          </a:p>
        </p:txBody>
      </p:sp>
      <p:sp>
        <p:nvSpPr>
          <p:cNvPr id="363" name="pdf-text-158-0">
            <a:extLst xmlns:a="http://schemas.openxmlformats.org/drawingml/2006/main">
              <a:ext uri="{FF2B5EF4-FFF2-40B4-BE49-F238E27FC236}">
                <a16:creationId xmlns:a16="http://schemas.microsoft.com/office/drawing/2014/main" id="{8F3EC4BA-4639-4280-9FA0-560A8D4A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384195"/>
            <a:ext cx="596252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7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7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27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      microwave </a:t>
            </a:r>
          </a:p>
        </p:txBody>
      </p:sp>
      <p:sp>
        <p:nvSpPr>
          <p:cNvPr id="364" name="pdf-text-159-0">
            <a:extLst xmlns:a="http://schemas.openxmlformats.org/drawingml/2006/main">
              <a:ext uri="{FF2B5EF4-FFF2-40B4-BE49-F238E27FC236}">
                <a16:creationId xmlns:a16="http://schemas.microsoft.com/office/drawing/2014/main" id="{7B89C928-7776-4D91-A1EB-9A06C2F3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496639"/>
            <a:ext cx="772189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coffee_table_init_region</a:t>
            </a:r>
          </a:p>
        </p:txBody>
      </p:sp>
      <p:pic>
        <p:nvPic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594E0180-C5A6-41BB-AB1A-68CC2DE54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8cb1b9bad47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7525" y="5572125"/>
            <a:ext cx="95250" cy="114300"/>
          </a:xfrm>
          <a:prstGeom xmlns:a="http://schemas.openxmlformats.org/drawingml/2006/main" prst="rect">
            <a:avLst/>
          </a:prstGeom>
        </p:spPr>
      </p:pic>
      <p:sp>
        <p:nvSpPr>
          <p:cNvPr id="366" name="source-raster-50">
            <a:extLst xmlns:a="http://schemas.openxmlformats.org/drawingml/2006/main">
              <a:ext uri="{FF2B5EF4-FFF2-40B4-BE49-F238E27FC236}">
                <a16:creationId xmlns:a16="http://schemas.microsoft.com/office/drawing/2014/main" id="{7AED7CF1-7E2C-4D17-BCBB-149E20C8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5572125"/>
            <a:ext cx="95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7" name="pdf-text-160-0">
            <a:extLst xmlns:a="http://schemas.openxmlformats.org/drawingml/2006/main">
              <a:ext uri="{FF2B5EF4-FFF2-40B4-BE49-F238E27FC236}">
                <a16:creationId xmlns:a16="http://schemas.microsoft.com/office/drawing/2014/main" id="{0E065ACD-A992-474D-80B1-F77B3A9E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498" y="5592635"/>
            <a:ext cx="173543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49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</a:t>
            </a:r>
          </a:p>
        </p:txBody>
      </p:sp>
      <p:sp>
        <p:nvSpPr>
          <p:cNvPr id="368" name="pdf-text-161-0">
            <a:extLst xmlns:a="http://schemas.openxmlformats.org/drawingml/2006/main">
              <a:ext uri="{FF2B5EF4-FFF2-40B4-BE49-F238E27FC236}">
                <a16:creationId xmlns:a16="http://schemas.microsoft.com/office/drawing/2014/main" id="{52D3C3ED-D9CA-4023-A5F0-A7A19545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703782"/>
            <a:ext cx="847889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49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short_fridge_upper_region</a:t>
            </a:r>
          </a:p>
        </p:txBody>
      </p:sp>
      <p:pic>
        <p:nvPic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38480896-37E2-48E3-9735-4A944C2308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13b4a36ac4e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7525" y="5791200"/>
            <a:ext cx="95250" cy="104775"/>
          </a:xfrm>
          <a:prstGeom xmlns:a="http://schemas.openxmlformats.org/drawingml/2006/main" prst="rect">
            <a:avLst/>
          </a:prstGeom>
        </p:spPr>
      </p:pic>
      <p:sp>
        <p:nvSpPr>
          <p:cNvPr id="370" name="source-raster-51">
            <a:extLst xmlns:a="http://schemas.openxmlformats.org/drawingml/2006/main">
              <a:ext uri="{FF2B5EF4-FFF2-40B4-BE49-F238E27FC236}">
                <a16:creationId xmlns:a16="http://schemas.microsoft.com/office/drawing/2014/main" id="{05D5A1E5-CB10-422D-9009-B6CE0803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5791200"/>
            <a:ext cx="95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pdf-text-162-0">
            <a:extLst xmlns:a="http://schemas.openxmlformats.org/drawingml/2006/main">
              <a:ext uri="{FF2B5EF4-FFF2-40B4-BE49-F238E27FC236}">
                <a16:creationId xmlns:a16="http://schemas.microsoft.com/office/drawing/2014/main" id="{ED302BB1-0B97-4D11-9F81-9FD9BAD9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9498" y="5799779"/>
            <a:ext cx="475175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33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coffee_mug</a:t>
            </a:r>
          </a:p>
        </p:txBody>
      </p:sp>
      <p:sp>
        <p:nvSpPr>
          <p:cNvPr id="372" name="pdf-text-163-0">
            <a:extLst xmlns:a="http://schemas.openxmlformats.org/drawingml/2006/main">
              <a:ext uri="{FF2B5EF4-FFF2-40B4-BE49-F238E27FC236}">
                <a16:creationId xmlns:a16="http://schemas.microsoft.com/office/drawing/2014/main" id="{3EA3C834-3450-40BB-A760-ABCFE14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7443" y="5910927"/>
            <a:ext cx="772189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coffee_table_init_region</a:t>
            </a:r>
          </a:p>
        </p:txBody>
      </p:sp>
      <p:sp>
        <p:nvSpPr>
          <p:cNvPr id="373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2C8A6DAB-1D20-49F7-83A3-57CD784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0294" y="4764808"/>
            <a:ext cx="946132" cy="1255118"/>
          </a:xfrm>
          <a:custGeom xmlns:a="http://schemas.openxmlformats.org/drawingml/2006/main">
            <a:pathLst>
              <a:path w="946132" h="1255118">
                <a:moveTo>
                  <a:pt x="0" y="91661"/>
                </a:moveTo>
                <a:cubicBezTo>
                  <a:pt x="0" y="41040"/>
                  <a:pt x="41040" y="0"/>
                  <a:pt x="91661" y="0"/>
                </a:cubicBezTo>
                <a:lnTo>
                  <a:pt x="854471" y="0"/>
                </a:lnTo>
                <a:cubicBezTo>
                  <a:pt x="905092" y="0"/>
                  <a:pt x="946132" y="41040"/>
                  <a:pt x="946132" y="91661"/>
                </a:cubicBezTo>
                <a:lnTo>
                  <a:pt x="946132" y="1163456"/>
                </a:lnTo>
                <a:cubicBezTo>
                  <a:pt x="946132" y="1214082"/>
                  <a:pt x="905092" y="1255118"/>
                  <a:pt x="854471" y="1255118"/>
                </a:cubicBezTo>
                <a:lnTo>
                  <a:pt x="91661" y="1255118"/>
                </a:lnTo>
                <a:cubicBezTo>
                  <a:pt x="41040" y="1255118"/>
                  <a:pt x="0" y="1214082"/>
                  <a:pt x="0" y="1163456"/>
                </a:cubicBezTo>
                <a:lnTo>
                  <a:pt x="0" y="91661"/>
                </a:lnTo>
              </a:path>
            </a:pathLst>
          </a:custGeom>
          <a:solidFill xmlns:a="http://schemas.openxmlformats.org/drawingml/2006/main">
            <a:srgbClr val="FAF5FF"/>
          </a:solidFill>
          <a:ln xmlns:a="http://schemas.openxmlformats.org/drawingml/2006/main" w="5394">
            <a:solidFill>
              <a:srgbClr val="7030A0"/>
            </a:solidFill>
            <a:prstDash val="solid"/>
          </a:ln>
        </p:spPr>
      </p:sp>
      <p:sp>
        <p:nvSpPr>
          <p:cNvPr id="374" name="pdf-text-164-0">
            <a:extLst xmlns:a="http://schemas.openxmlformats.org/drawingml/2006/main">
              <a:ext uri="{FF2B5EF4-FFF2-40B4-BE49-F238E27FC236}">
                <a16:creationId xmlns:a16="http://schemas.microsoft.com/office/drawing/2014/main" id="{A65BF123-8A2B-4B04-A746-9FCFB83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3402" y="4805962"/>
            <a:ext cx="240416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5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Final</a:t>
            </a:r>
          </a:p>
        </p:txBody>
      </p:sp>
      <p:pic>
        <p:nvPic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1384FD2E-E564-4248-AFB9-D0F641AA9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1deb2d04b42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4962525"/>
            <a:ext cx="76200" cy="104775"/>
          </a:xfrm>
          <a:prstGeom xmlns:a="http://schemas.openxmlformats.org/drawingml/2006/main" prst="rect">
            <a:avLst/>
          </a:prstGeom>
        </p:spPr>
      </p:pic>
      <p:sp>
        <p:nvSpPr>
          <p:cNvPr id="376" name="source-raster-52">
            <a:extLst xmlns:a="http://schemas.openxmlformats.org/drawingml/2006/main">
              <a:ext uri="{FF2B5EF4-FFF2-40B4-BE49-F238E27FC236}">
                <a16:creationId xmlns:a16="http://schemas.microsoft.com/office/drawing/2014/main" id="{E0080FB6-1FA0-4E7D-AB1A-D7CB416A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962525"/>
            <a:ext cx="76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pdf-text-165-0">
            <a:extLst xmlns:a="http://schemas.openxmlformats.org/drawingml/2006/main">
              <a:ext uri="{FF2B5EF4-FFF2-40B4-BE49-F238E27FC236}">
                <a16:creationId xmlns:a16="http://schemas.microsoft.com/office/drawing/2014/main" id="{1FA2B002-5B84-423A-B3B4-983F73DF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1189" y="4971792"/>
            <a:ext cx="503275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45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</a:t>
            </a:r>
          </a:p>
        </p:txBody>
      </p:sp>
      <p:sp>
        <p:nvSpPr>
          <p:cNvPr id="378" name="pdf-text-166-0">
            <a:extLst xmlns:a="http://schemas.openxmlformats.org/drawingml/2006/main">
              <a:ext uri="{FF2B5EF4-FFF2-40B4-BE49-F238E27FC236}">
                <a16:creationId xmlns:a16="http://schemas.microsoft.com/office/drawing/2014/main" id="{161A0AEA-4CCF-442A-9872-5F2DB18F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082939"/>
            <a:ext cx="299924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5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5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&lt;default&gt;</a:t>
            </a:r>
          </a:p>
        </p:txBody>
      </p:sp>
      <p:pic>
        <p:nvPic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68522154-2DCB-45BF-A169-6DACA7A622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daa6487c443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5275" y="5162550"/>
            <a:ext cx="104775" cy="104775"/>
          </a:xfrm>
          <a:prstGeom xmlns:a="http://schemas.openxmlformats.org/drawingml/2006/main" prst="rect">
            <a:avLst/>
          </a:prstGeom>
        </p:spPr>
      </p:pic>
      <p:sp>
        <p:nvSpPr>
          <p:cNvPr id="380" name="source-raster-53">
            <a:extLst xmlns:a="http://schemas.openxmlformats.org/drawingml/2006/main">
              <a:ext uri="{FF2B5EF4-FFF2-40B4-BE49-F238E27FC236}">
                <a16:creationId xmlns:a16="http://schemas.microsoft.com/office/drawing/2014/main" id="{E454AD4A-8C18-4A86-87CD-45FC5AF7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162550"/>
            <a:ext cx="1047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1" name="pdf-text-167-0">
            <a:extLst xmlns:a="http://schemas.openxmlformats.org/drawingml/2006/main">
              <a:ext uri="{FF2B5EF4-FFF2-40B4-BE49-F238E27FC236}">
                <a16:creationId xmlns:a16="http://schemas.microsoft.com/office/drawing/2014/main" id="{AD570631-160A-4986-8E8A-34D36D80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1189" y="5178936"/>
            <a:ext cx="494178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4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34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</a:t>
            </a:r>
          </a:p>
        </p:txBody>
      </p:sp>
      <p:sp>
        <p:nvSpPr>
          <p:cNvPr id="382" name="pdf-text-168-0">
            <a:extLst xmlns:a="http://schemas.openxmlformats.org/drawingml/2006/main">
              <a:ext uri="{FF2B5EF4-FFF2-40B4-BE49-F238E27FC236}">
                <a16:creationId xmlns:a16="http://schemas.microsoft.com/office/drawing/2014/main" id="{3C3FB718-47C6-4B15-B55A-E753D75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290084"/>
            <a:ext cx="772190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coffee_table_init_region</a:t>
            </a:r>
          </a:p>
        </p:txBody>
      </p:sp>
      <p:sp>
        <p:nvSpPr>
          <p:cNvPr id="383" name="pdf-text-169-0">
            <a:extLst xmlns:a="http://schemas.openxmlformats.org/drawingml/2006/main">
              <a:ext uri="{FF2B5EF4-FFF2-40B4-BE49-F238E27FC236}">
                <a16:creationId xmlns:a16="http://schemas.microsoft.com/office/drawing/2014/main" id="{67043DCE-97CA-4277-BA86-ABDF9667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384786"/>
            <a:ext cx="596253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27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27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27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      microwave </a:t>
            </a:r>
          </a:p>
        </p:txBody>
      </p:sp>
      <p:sp>
        <p:nvSpPr>
          <p:cNvPr id="384" name="pdf-text-170-0">
            <a:extLst xmlns:a="http://schemas.openxmlformats.org/drawingml/2006/main">
              <a:ext uri="{FF2B5EF4-FFF2-40B4-BE49-F238E27FC236}">
                <a16:creationId xmlns:a16="http://schemas.microsoft.com/office/drawing/2014/main" id="{C4EB8D12-0CFC-4DCE-885E-6E8CB279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497228"/>
            <a:ext cx="772190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02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502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coffee_table_init_region</a:t>
            </a:r>
          </a:p>
        </p:txBody>
      </p:sp>
      <p:pic>
        <p:nvPic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C42C8B7-086E-4269-908C-57A427937B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b7b4b4a2c42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5275" y="5581650"/>
            <a:ext cx="95250" cy="104775"/>
          </a:xfrm>
          <a:prstGeom xmlns:a="http://schemas.openxmlformats.org/drawingml/2006/main" prst="rect">
            <a:avLst/>
          </a:prstGeom>
        </p:spPr>
      </p:pic>
      <p:sp>
        <p:nvSpPr>
          <p:cNvPr id="386" name="source-raster-54">
            <a:extLst xmlns:a="http://schemas.openxmlformats.org/drawingml/2006/main">
              <a:ext uri="{FF2B5EF4-FFF2-40B4-BE49-F238E27FC236}">
                <a16:creationId xmlns:a16="http://schemas.microsoft.com/office/drawing/2014/main" id="{B32AA4A8-0A02-485C-B6ED-494ED67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581650"/>
            <a:ext cx="952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7" name="pdf-text-171-0">
            <a:extLst xmlns:a="http://schemas.openxmlformats.org/drawingml/2006/main">
              <a:ext uri="{FF2B5EF4-FFF2-40B4-BE49-F238E27FC236}">
                <a16:creationId xmlns:a16="http://schemas.microsoft.com/office/drawing/2014/main" id="{D87B1F6C-C2EE-4242-AB4F-55DEF42C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1189" y="5593225"/>
            <a:ext cx="173542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9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49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milk</a:t>
            </a:r>
          </a:p>
        </p:txBody>
      </p:sp>
      <p:sp>
        <p:nvSpPr>
          <p:cNvPr id="388" name="pdf-text-172-0">
            <a:extLst xmlns:a="http://schemas.openxmlformats.org/drawingml/2006/main">
              <a:ext uri="{FF2B5EF4-FFF2-40B4-BE49-F238E27FC236}">
                <a16:creationId xmlns:a16="http://schemas.microsoft.com/office/drawing/2014/main" id="{A1486D78-045B-4E26-8470-634BE24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704373"/>
            <a:ext cx="847888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6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496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short_fridge_upper_region</a:t>
            </a:r>
          </a:p>
        </p:txBody>
      </p:sp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07772F6B-6789-41B5-9B59-9337C4C4A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80ebf1fb943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5275" y="5791200"/>
            <a:ext cx="104775" cy="104775"/>
          </a:xfrm>
          <a:prstGeom xmlns:a="http://schemas.openxmlformats.org/drawingml/2006/main" prst="rect">
            <a:avLst/>
          </a:prstGeom>
        </p:spPr>
      </p:pic>
      <p:sp>
        <p:nvSpPr>
          <p:cNvPr id="390" name="source-raster-55">
            <a:extLst xmlns:a="http://schemas.openxmlformats.org/drawingml/2006/main">
              <a:ext uri="{FF2B5EF4-FFF2-40B4-BE49-F238E27FC236}">
                <a16:creationId xmlns:a16="http://schemas.microsoft.com/office/drawing/2014/main" id="{B37EB3F5-5BCD-46F8-9721-D77A48AE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5275" y="5791200"/>
            <a:ext cx="1047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1" name="pdf-text-173-0">
            <a:extLst xmlns:a="http://schemas.openxmlformats.org/drawingml/2006/main">
              <a:ext uri="{FF2B5EF4-FFF2-40B4-BE49-F238E27FC236}">
                <a16:creationId xmlns:a16="http://schemas.microsoft.com/office/drawing/2014/main" id="{692D52D0-5E9E-4292-9786-E7FBCD9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1189" y="5800370"/>
            <a:ext cx="475174" cy="97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3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33" b="1" i="0">
                <a:solidFill>
                  <a:srgbClr val="96A2AF"/>
                </a:solidFill>
                <a:latin typeface="Arial"/>
                <a:ea typeface="Arial"/>
                <a:cs typeface="Arial"/>
              </a:defRPr>
            </a:pPr>
            <a:r>
              <a:rPr sz="633" b="1" i="0">
                <a:solidFill>
                  <a:srgbClr val="96A2AF"/>
                </a:solidFill>
                <a:latin typeface="Arial"/>
                <a:ea typeface="Arial"/>
                <a:cs typeface="Arial"/>
              </a:rPr>
              <a:t>coffee_mug</a:t>
            </a:r>
          </a:p>
        </p:txBody>
      </p:sp>
      <p:sp>
        <p:nvSpPr>
          <p:cNvPr id="392" name="pdf-text-174-0">
            <a:extLst xmlns:a="http://schemas.openxmlformats.org/drawingml/2006/main">
              <a:ext uri="{FF2B5EF4-FFF2-40B4-BE49-F238E27FC236}">
                <a16:creationId xmlns:a16="http://schemas.microsoft.com/office/drawing/2014/main" id="{D5D4B986-E945-4241-A1D9-A9E6F2CB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134" y="5911518"/>
            <a:ext cx="855560" cy="7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496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6" b="1" i="0">
                <a:solidFill>
                  <a:srgbClr val="002060"/>
                </a:solidFill>
                <a:latin typeface="Arial"/>
                <a:ea typeface="Arial"/>
                <a:cs typeface="Arial"/>
              </a:defRPr>
            </a:pPr>
            <a:r>
              <a:rPr sz="496" b="1" i="0">
                <a:solidFill>
                  <a:srgbClr val="002060"/>
                </a:solidFill>
                <a:latin typeface="Arial"/>
                <a:ea typeface="Arial"/>
                <a:cs typeface="Arial"/>
              </a:rPr>
              <a:t>microwave_heating_region</a:t>
            </a:r>
          </a:p>
        </p:txBody>
      </p:sp>
      <p:sp>
        <p:nvSpPr>
          <p:cNvPr id="393" name="pdf-path-362">
            <a:extLst xmlns:a="http://schemas.openxmlformats.org/drawingml/2006/main">
              <a:ext uri="{FF2B5EF4-FFF2-40B4-BE49-F238E27FC236}">
                <a16:creationId xmlns:a16="http://schemas.microsoft.com/office/drawing/2014/main" id="{D181C1FF-F17D-4971-AC1C-E3CEA718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2833" y="4397894"/>
            <a:ext cx="188804" cy="226570"/>
          </a:xfrm>
          <a:custGeom xmlns:a="http://schemas.openxmlformats.org/drawingml/2006/main">
            <a:pathLst>
              <a:path w="188804" h="226570">
                <a:moveTo>
                  <a:pt x="163623" y="226570"/>
                </a:moveTo>
                <a:lnTo>
                  <a:pt x="25181" y="226570"/>
                </a:lnTo>
                <a:cubicBezTo>
                  <a:pt x="11290" y="226570"/>
                  <a:pt x="0" y="214896"/>
                  <a:pt x="0" y="200553"/>
                </a:cubicBezTo>
                <a:lnTo>
                  <a:pt x="0" y="26098"/>
                </a:lnTo>
                <a:cubicBezTo>
                  <a:pt x="0" y="11755"/>
                  <a:pt x="11290" y="81"/>
                  <a:pt x="25181" y="81"/>
                </a:cubicBezTo>
                <a:lnTo>
                  <a:pt x="39611" y="81"/>
                </a:lnTo>
                <a:cubicBezTo>
                  <a:pt x="43840" y="0"/>
                  <a:pt x="47330" y="3361"/>
                  <a:pt x="47411" y="7590"/>
                </a:cubicBezTo>
                <a:cubicBezTo>
                  <a:pt x="47492" y="11814"/>
                  <a:pt x="44131" y="15304"/>
                  <a:pt x="39902" y="15385"/>
                </a:cubicBezTo>
                <a:cubicBezTo>
                  <a:pt x="39805" y="15390"/>
                  <a:pt x="39708" y="15390"/>
                  <a:pt x="39611" y="15385"/>
                </a:cubicBezTo>
                <a:lnTo>
                  <a:pt x="25181" y="15385"/>
                </a:lnTo>
                <a:cubicBezTo>
                  <a:pt x="19733" y="15385"/>
                  <a:pt x="15299" y="20191"/>
                  <a:pt x="15299" y="26098"/>
                </a:cubicBezTo>
                <a:lnTo>
                  <a:pt x="15299" y="200553"/>
                </a:lnTo>
                <a:cubicBezTo>
                  <a:pt x="15299" y="206460"/>
                  <a:pt x="19738" y="211266"/>
                  <a:pt x="25181" y="211266"/>
                </a:cubicBezTo>
                <a:lnTo>
                  <a:pt x="163623" y="211266"/>
                </a:lnTo>
                <a:cubicBezTo>
                  <a:pt x="169071" y="211266"/>
                  <a:pt x="173505" y="206460"/>
                  <a:pt x="173505" y="200553"/>
                </a:cubicBezTo>
                <a:lnTo>
                  <a:pt x="173505" y="26098"/>
                </a:lnTo>
                <a:cubicBezTo>
                  <a:pt x="173505" y="20191"/>
                  <a:pt x="169065" y="15385"/>
                  <a:pt x="163623" y="15385"/>
                </a:cubicBezTo>
                <a:lnTo>
                  <a:pt x="149203" y="15385"/>
                </a:lnTo>
                <a:cubicBezTo>
                  <a:pt x="144974" y="15466"/>
                  <a:pt x="141484" y="12105"/>
                  <a:pt x="141403" y="7881"/>
                </a:cubicBezTo>
                <a:cubicBezTo>
                  <a:pt x="141322" y="3652"/>
                  <a:pt x="144683" y="162"/>
                  <a:pt x="148912" y="81"/>
                </a:cubicBezTo>
                <a:cubicBezTo>
                  <a:pt x="149009" y="81"/>
                  <a:pt x="149106" y="81"/>
                  <a:pt x="149203" y="81"/>
                </a:cubicBezTo>
                <a:lnTo>
                  <a:pt x="163623" y="81"/>
                </a:lnTo>
                <a:cubicBezTo>
                  <a:pt x="177508" y="81"/>
                  <a:pt x="188804" y="11755"/>
                  <a:pt x="188804" y="26098"/>
                </a:cubicBezTo>
                <a:lnTo>
                  <a:pt x="188804" y="200553"/>
                </a:lnTo>
                <a:cubicBezTo>
                  <a:pt x="188804" y="214896"/>
                  <a:pt x="177508" y="226570"/>
                  <a:pt x="163623" y="226570"/>
                </a:cubicBezTo>
              </a:path>
            </a:pathLst>
          </a:custGeom>
          <a:solidFill xmlns:a="http://schemas.openxmlformats.org/drawingml/2006/main">
            <a:srgbClr val="2C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df-path-363">
            <a:extLst xmlns:a="http://schemas.openxmlformats.org/drawingml/2006/main">
              <a:ext uri="{FF2B5EF4-FFF2-40B4-BE49-F238E27FC236}">
                <a16:creationId xmlns:a16="http://schemas.microsoft.com/office/drawing/2014/main" id="{4E0C26C1-B0A4-480F-BD2B-48E20CCE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9079" y="4457658"/>
            <a:ext cx="116303" cy="110180"/>
          </a:xfrm>
          <a:custGeom xmlns:a="http://schemas.openxmlformats.org/drawingml/2006/main">
            <a:pathLst>
              <a:path w="116303" h="110180">
                <a:moveTo>
                  <a:pt x="108654" y="62742"/>
                </a:moveTo>
                <a:lnTo>
                  <a:pt x="7655" y="62742"/>
                </a:lnTo>
                <a:cubicBezTo>
                  <a:pt x="3426" y="62742"/>
                  <a:pt x="0" y="59317"/>
                  <a:pt x="0" y="55093"/>
                </a:cubicBezTo>
                <a:cubicBezTo>
                  <a:pt x="0" y="50863"/>
                  <a:pt x="3426" y="47438"/>
                  <a:pt x="7655" y="47438"/>
                </a:cubicBezTo>
                <a:lnTo>
                  <a:pt x="108654" y="47438"/>
                </a:lnTo>
                <a:cubicBezTo>
                  <a:pt x="112878" y="47438"/>
                  <a:pt x="116303" y="50863"/>
                  <a:pt x="116303" y="55093"/>
                </a:cubicBezTo>
                <a:cubicBezTo>
                  <a:pt x="116303" y="59317"/>
                  <a:pt x="112878" y="62742"/>
                  <a:pt x="108654" y="62742"/>
                </a:cubicBezTo>
                <a:moveTo>
                  <a:pt x="108654" y="15304"/>
                </a:moveTo>
                <a:lnTo>
                  <a:pt x="7655" y="15304"/>
                </a:lnTo>
                <a:cubicBezTo>
                  <a:pt x="3426" y="15304"/>
                  <a:pt x="0" y="11878"/>
                  <a:pt x="0" y="7654"/>
                </a:cubicBezTo>
                <a:cubicBezTo>
                  <a:pt x="0" y="3425"/>
                  <a:pt x="3426" y="0"/>
                  <a:pt x="7655" y="0"/>
                </a:cubicBezTo>
                <a:lnTo>
                  <a:pt x="108654" y="0"/>
                </a:lnTo>
                <a:cubicBezTo>
                  <a:pt x="112878" y="0"/>
                  <a:pt x="116303" y="3425"/>
                  <a:pt x="116303" y="7654"/>
                </a:cubicBezTo>
                <a:cubicBezTo>
                  <a:pt x="116303" y="11878"/>
                  <a:pt x="112878" y="15304"/>
                  <a:pt x="108654" y="15304"/>
                </a:cubicBezTo>
                <a:moveTo>
                  <a:pt x="67333" y="110180"/>
                </a:moveTo>
                <a:lnTo>
                  <a:pt x="7655" y="110180"/>
                </a:lnTo>
                <a:cubicBezTo>
                  <a:pt x="3426" y="110180"/>
                  <a:pt x="0" y="106755"/>
                  <a:pt x="0" y="102531"/>
                </a:cubicBezTo>
                <a:cubicBezTo>
                  <a:pt x="0" y="98302"/>
                  <a:pt x="3426" y="94876"/>
                  <a:pt x="7655" y="94876"/>
                </a:cubicBezTo>
                <a:lnTo>
                  <a:pt x="67333" y="94876"/>
                </a:lnTo>
                <a:cubicBezTo>
                  <a:pt x="71562" y="94876"/>
                  <a:pt x="74988" y="98302"/>
                  <a:pt x="74988" y="102531"/>
                </a:cubicBezTo>
                <a:cubicBezTo>
                  <a:pt x="74988" y="106755"/>
                  <a:pt x="71562" y="110180"/>
                  <a:pt x="67333" y="110180"/>
                </a:cubicBezTo>
              </a:path>
            </a:pathLst>
          </a:custGeom>
          <a:solidFill xmlns:a="http://schemas.openxmlformats.org/drawingml/2006/main">
            <a:srgbClr val="D6C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df-path-364">
            <a:extLst xmlns:a="http://schemas.openxmlformats.org/drawingml/2006/main">
              <a:ext uri="{FF2B5EF4-FFF2-40B4-BE49-F238E27FC236}">
                <a16:creationId xmlns:a16="http://schemas.microsoft.com/office/drawing/2014/main" id="{27FAF22B-5B7A-4D71-8502-B843B242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4796" y="4381153"/>
            <a:ext cx="124880" cy="48959"/>
          </a:xfrm>
          <a:custGeom xmlns:a="http://schemas.openxmlformats.org/drawingml/2006/main">
            <a:pathLst>
              <a:path w="124880" h="48959">
                <a:moveTo>
                  <a:pt x="103863" y="48959"/>
                </a:moveTo>
                <a:lnTo>
                  <a:pt x="21017" y="48959"/>
                </a:lnTo>
                <a:cubicBezTo>
                  <a:pt x="9413" y="48948"/>
                  <a:pt x="10" y="39546"/>
                  <a:pt x="0" y="27943"/>
                </a:cubicBezTo>
                <a:lnTo>
                  <a:pt x="0" y="21011"/>
                </a:lnTo>
                <a:cubicBezTo>
                  <a:pt x="16" y="9413"/>
                  <a:pt x="9413" y="11"/>
                  <a:pt x="21017" y="0"/>
                </a:cubicBezTo>
                <a:lnTo>
                  <a:pt x="103863" y="0"/>
                </a:lnTo>
                <a:cubicBezTo>
                  <a:pt x="115462" y="11"/>
                  <a:pt x="124864" y="9413"/>
                  <a:pt x="124880" y="21011"/>
                </a:cubicBezTo>
                <a:lnTo>
                  <a:pt x="124880" y="27943"/>
                </a:lnTo>
                <a:cubicBezTo>
                  <a:pt x="124864" y="39546"/>
                  <a:pt x="115467" y="48948"/>
                  <a:pt x="103863" y="48959"/>
                </a:cubicBezTo>
                <a:moveTo>
                  <a:pt x="21017" y="15293"/>
                </a:moveTo>
                <a:cubicBezTo>
                  <a:pt x="17861" y="15293"/>
                  <a:pt x="15298" y="17845"/>
                  <a:pt x="15298" y="21000"/>
                </a:cubicBezTo>
                <a:lnTo>
                  <a:pt x="15298" y="21006"/>
                </a:lnTo>
                <a:lnTo>
                  <a:pt x="15298" y="27938"/>
                </a:lnTo>
                <a:cubicBezTo>
                  <a:pt x="15298" y="31088"/>
                  <a:pt x="17855" y="33645"/>
                  <a:pt x="21006" y="33650"/>
                </a:cubicBezTo>
                <a:lnTo>
                  <a:pt x="103863" y="33650"/>
                </a:lnTo>
                <a:cubicBezTo>
                  <a:pt x="107019" y="33650"/>
                  <a:pt x="109576" y="31099"/>
                  <a:pt x="109581" y="27943"/>
                </a:cubicBezTo>
                <a:lnTo>
                  <a:pt x="109581" y="21011"/>
                </a:lnTo>
                <a:cubicBezTo>
                  <a:pt x="109581" y="17861"/>
                  <a:pt x="107025" y="15304"/>
                  <a:pt x="103874" y="15304"/>
                </a:cubicBezTo>
                <a:lnTo>
                  <a:pt x="21017" y="15293"/>
                </a:lnTo>
              </a:path>
            </a:pathLst>
          </a:custGeom>
          <a:solidFill xmlns:a="http://schemas.openxmlformats.org/drawingml/2006/main">
            <a:srgbClr val="2C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df-text-175-0">
            <a:extLst xmlns:a="http://schemas.openxmlformats.org/drawingml/2006/main">
              <a:ext uri="{FF2B5EF4-FFF2-40B4-BE49-F238E27FC236}">
                <a16:creationId xmlns:a16="http://schemas.microsoft.com/office/drawing/2014/main" id="{F435980A-960D-4033-8C96-9645E45C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062" y="4652038"/>
            <a:ext cx="449999" cy="86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4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4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41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Pre-defined </a:t>
            </a:r>
          </a:p>
        </p:txBody>
      </p:sp>
      <p:sp>
        <p:nvSpPr>
          <p:cNvPr id="397" name="pdf-text-175-1">
            <a:extLst xmlns:a="http://schemas.openxmlformats.org/drawingml/2006/main">
              <a:ext uri="{FF2B5EF4-FFF2-40B4-BE49-F238E27FC236}">
                <a16:creationId xmlns:a16="http://schemas.microsoft.com/office/drawing/2014/main" id="{1A60116B-F5F7-4A71-926A-DD3F1027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4382" y="4755610"/>
            <a:ext cx="205694" cy="86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67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67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Rules</a:t>
            </a:r>
          </a:p>
        </p:txBody>
      </p:sp>
      <p:sp>
        <p:nvSpPr>
          <p:cNvPr id="398" name="pdf-path-367">
            <a:extLst xmlns:a="http://schemas.openxmlformats.org/drawingml/2006/main">
              <a:ext uri="{FF2B5EF4-FFF2-40B4-BE49-F238E27FC236}">
                <a16:creationId xmlns:a16="http://schemas.microsoft.com/office/drawing/2014/main" id="{AC74B393-F91A-4843-8FE9-D4B95A4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585" y="4278393"/>
            <a:ext cx="224719" cy="224719"/>
          </a:xfrm>
          <a:custGeom xmlns:a="http://schemas.openxmlformats.org/drawingml/2006/main">
            <a:pathLst>
              <a:path w="224719" h="224719">
                <a:moveTo>
                  <a:pt x="200542" y="131974"/>
                </a:moveTo>
                <a:cubicBezTo>
                  <a:pt x="203600" y="134951"/>
                  <a:pt x="206536" y="137810"/>
                  <a:pt x="209438" y="140669"/>
                </a:cubicBezTo>
                <a:cubicBezTo>
                  <a:pt x="212215" y="143447"/>
                  <a:pt x="215037" y="146188"/>
                  <a:pt x="217772" y="149009"/>
                </a:cubicBezTo>
                <a:cubicBezTo>
                  <a:pt x="219995" y="151307"/>
                  <a:pt x="219995" y="152979"/>
                  <a:pt x="217815" y="155321"/>
                </a:cubicBezTo>
                <a:cubicBezTo>
                  <a:pt x="216979" y="156195"/>
                  <a:pt x="216024" y="156987"/>
                  <a:pt x="215274" y="157942"/>
                </a:cubicBezTo>
                <a:cubicBezTo>
                  <a:pt x="214756" y="158617"/>
                  <a:pt x="214438" y="159490"/>
                  <a:pt x="214082" y="160240"/>
                </a:cubicBezTo>
                <a:cubicBezTo>
                  <a:pt x="214956" y="160559"/>
                  <a:pt x="215830" y="161039"/>
                  <a:pt x="216741" y="161157"/>
                </a:cubicBezTo>
                <a:cubicBezTo>
                  <a:pt x="218128" y="161314"/>
                  <a:pt x="219563" y="161195"/>
                  <a:pt x="220949" y="161233"/>
                </a:cubicBezTo>
                <a:cubicBezTo>
                  <a:pt x="223334" y="161314"/>
                  <a:pt x="224644" y="162662"/>
                  <a:pt x="224644" y="164966"/>
                </a:cubicBezTo>
                <a:cubicBezTo>
                  <a:pt x="224719" y="172351"/>
                  <a:pt x="224719" y="179779"/>
                  <a:pt x="224644" y="187164"/>
                </a:cubicBezTo>
                <a:cubicBezTo>
                  <a:pt x="224601" y="189505"/>
                  <a:pt x="223172" y="190735"/>
                  <a:pt x="220911" y="190934"/>
                </a:cubicBezTo>
                <a:cubicBezTo>
                  <a:pt x="219320" y="191053"/>
                  <a:pt x="217734" y="190891"/>
                  <a:pt x="216148" y="191015"/>
                </a:cubicBezTo>
                <a:cubicBezTo>
                  <a:pt x="215430" y="191091"/>
                  <a:pt x="214557" y="191409"/>
                  <a:pt x="214120" y="191965"/>
                </a:cubicBezTo>
                <a:cubicBezTo>
                  <a:pt x="213920" y="192245"/>
                  <a:pt x="214438" y="193313"/>
                  <a:pt x="214875" y="193793"/>
                </a:cubicBezTo>
                <a:cubicBezTo>
                  <a:pt x="215786" y="194861"/>
                  <a:pt x="216860" y="195779"/>
                  <a:pt x="217815" y="196809"/>
                </a:cubicBezTo>
                <a:cubicBezTo>
                  <a:pt x="219919" y="199031"/>
                  <a:pt x="220037" y="200741"/>
                  <a:pt x="217933" y="202883"/>
                </a:cubicBezTo>
                <a:cubicBezTo>
                  <a:pt x="212928" y="207964"/>
                  <a:pt x="207927" y="213008"/>
                  <a:pt x="202845" y="217971"/>
                </a:cubicBezTo>
                <a:cubicBezTo>
                  <a:pt x="200898" y="219875"/>
                  <a:pt x="198913" y="219800"/>
                  <a:pt x="196928" y="217933"/>
                </a:cubicBezTo>
                <a:cubicBezTo>
                  <a:pt x="195779" y="216860"/>
                  <a:pt x="194706" y="215630"/>
                  <a:pt x="193513" y="214594"/>
                </a:cubicBezTo>
                <a:cubicBezTo>
                  <a:pt x="193077" y="214238"/>
                  <a:pt x="192246" y="213963"/>
                  <a:pt x="191809" y="214119"/>
                </a:cubicBezTo>
                <a:cubicBezTo>
                  <a:pt x="191372" y="214281"/>
                  <a:pt x="191053" y="215112"/>
                  <a:pt x="191016" y="215668"/>
                </a:cubicBezTo>
                <a:cubicBezTo>
                  <a:pt x="190891" y="217259"/>
                  <a:pt x="190972" y="218845"/>
                  <a:pt x="190972" y="220431"/>
                </a:cubicBezTo>
                <a:cubicBezTo>
                  <a:pt x="190972" y="223053"/>
                  <a:pt x="189586" y="224563"/>
                  <a:pt x="187046" y="224601"/>
                </a:cubicBezTo>
                <a:cubicBezTo>
                  <a:pt x="179736" y="224719"/>
                  <a:pt x="172432" y="224681"/>
                  <a:pt x="165128" y="224601"/>
                </a:cubicBezTo>
                <a:cubicBezTo>
                  <a:pt x="162587" y="224563"/>
                  <a:pt x="161157" y="223134"/>
                  <a:pt x="161238" y="220474"/>
                </a:cubicBezTo>
                <a:cubicBezTo>
                  <a:pt x="161277" y="219163"/>
                  <a:pt x="161314" y="217852"/>
                  <a:pt x="161196" y="216541"/>
                </a:cubicBezTo>
                <a:cubicBezTo>
                  <a:pt x="161115" y="215711"/>
                  <a:pt x="160678" y="214875"/>
                  <a:pt x="160402" y="214038"/>
                </a:cubicBezTo>
                <a:cubicBezTo>
                  <a:pt x="159609" y="214400"/>
                  <a:pt x="158736" y="214594"/>
                  <a:pt x="158062" y="215112"/>
                </a:cubicBezTo>
                <a:cubicBezTo>
                  <a:pt x="157026" y="215905"/>
                  <a:pt x="156195" y="216941"/>
                  <a:pt x="155240" y="217852"/>
                </a:cubicBezTo>
                <a:cubicBezTo>
                  <a:pt x="153217" y="219719"/>
                  <a:pt x="151232" y="219837"/>
                  <a:pt x="149322" y="217933"/>
                </a:cubicBezTo>
                <a:cubicBezTo>
                  <a:pt x="144166" y="212889"/>
                  <a:pt x="139084" y="207770"/>
                  <a:pt x="133997" y="202645"/>
                </a:cubicBezTo>
                <a:cubicBezTo>
                  <a:pt x="132173" y="200779"/>
                  <a:pt x="132212" y="198832"/>
                  <a:pt x="134040" y="196971"/>
                </a:cubicBezTo>
                <a:cubicBezTo>
                  <a:pt x="135070" y="195897"/>
                  <a:pt x="136225" y="194904"/>
                  <a:pt x="137174" y="193750"/>
                </a:cubicBezTo>
                <a:cubicBezTo>
                  <a:pt x="137654" y="193195"/>
                  <a:pt x="137773" y="192364"/>
                  <a:pt x="138048" y="191646"/>
                </a:cubicBezTo>
                <a:cubicBezTo>
                  <a:pt x="137412" y="191409"/>
                  <a:pt x="136780" y="190972"/>
                  <a:pt x="136106" y="190934"/>
                </a:cubicBezTo>
                <a:cubicBezTo>
                  <a:pt x="134596" y="190816"/>
                  <a:pt x="133085" y="191091"/>
                  <a:pt x="131618" y="190816"/>
                </a:cubicBezTo>
                <a:cubicBezTo>
                  <a:pt x="130426" y="190578"/>
                  <a:pt x="128597" y="190060"/>
                  <a:pt x="128322" y="189224"/>
                </a:cubicBezTo>
                <a:cubicBezTo>
                  <a:pt x="127448" y="186764"/>
                  <a:pt x="125700" y="187045"/>
                  <a:pt x="123834" y="187045"/>
                </a:cubicBezTo>
                <a:cubicBezTo>
                  <a:pt x="98545" y="187045"/>
                  <a:pt x="73250" y="187002"/>
                  <a:pt x="47962" y="187083"/>
                </a:cubicBezTo>
                <a:cubicBezTo>
                  <a:pt x="42163" y="187083"/>
                  <a:pt x="37837" y="184898"/>
                  <a:pt x="35096" y="179736"/>
                </a:cubicBezTo>
                <a:cubicBezTo>
                  <a:pt x="31007" y="171913"/>
                  <a:pt x="36688" y="161831"/>
                  <a:pt x="45502" y="161195"/>
                </a:cubicBezTo>
                <a:cubicBezTo>
                  <a:pt x="45777" y="161157"/>
                  <a:pt x="46058" y="161114"/>
                  <a:pt x="46332" y="161157"/>
                </a:cubicBezTo>
                <a:cubicBezTo>
                  <a:pt x="52170" y="162468"/>
                  <a:pt x="54947" y="159366"/>
                  <a:pt x="57214" y="154403"/>
                </a:cubicBezTo>
                <a:cubicBezTo>
                  <a:pt x="60228" y="147817"/>
                  <a:pt x="63999" y="141543"/>
                  <a:pt x="67695" y="134671"/>
                </a:cubicBezTo>
                <a:lnTo>
                  <a:pt x="64280" y="134671"/>
                </a:lnTo>
                <a:cubicBezTo>
                  <a:pt x="49391" y="134671"/>
                  <a:pt x="34503" y="134714"/>
                  <a:pt x="19614" y="134671"/>
                </a:cubicBezTo>
                <a:cubicBezTo>
                  <a:pt x="9651" y="134633"/>
                  <a:pt x="2266" y="128796"/>
                  <a:pt x="318" y="119545"/>
                </a:cubicBezTo>
                <a:cubicBezTo>
                  <a:pt x="38" y="118196"/>
                  <a:pt x="0" y="116767"/>
                  <a:pt x="0" y="115375"/>
                </a:cubicBezTo>
                <a:lnTo>
                  <a:pt x="0" y="19571"/>
                </a:lnTo>
                <a:cubicBezTo>
                  <a:pt x="38" y="8259"/>
                  <a:pt x="7741" y="318"/>
                  <a:pt x="19097" y="0"/>
                </a:cubicBezTo>
                <a:lnTo>
                  <a:pt x="189343" y="0"/>
                </a:lnTo>
                <a:cubicBezTo>
                  <a:pt x="198713" y="0"/>
                  <a:pt x="205230" y="4008"/>
                  <a:pt x="208402" y="12029"/>
                </a:cubicBezTo>
                <a:cubicBezTo>
                  <a:pt x="209238" y="14133"/>
                  <a:pt x="209594" y="16555"/>
                  <a:pt x="209594" y="18859"/>
                </a:cubicBezTo>
                <a:cubicBezTo>
                  <a:pt x="209675" y="50421"/>
                  <a:pt x="209556" y="81989"/>
                  <a:pt x="209712" y="113552"/>
                </a:cubicBezTo>
                <a:cubicBezTo>
                  <a:pt x="209756" y="121492"/>
                  <a:pt x="207409" y="127885"/>
                  <a:pt x="200542" y="131974"/>
                </a:cubicBezTo>
                <a:moveTo>
                  <a:pt x="7466" y="97196"/>
                </a:moveTo>
                <a:lnTo>
                  <a:pt x="202209" y="97196"/>
                </a:lnTo>
                <a:cubicBezTo>
                  <a:pt x="202290" y="96635"/>
                  <a:pt x="202371" y="96241"/>
                  <a:pt x="202371" y="95885"/>
                </a:cubicBezTo>
                <a:cubicBezTo>
                  <a:pt x="202371" y="69954"/>
                  <a:pt x="202408" y="43991"/>
                  <a:pt x="202328" y="18066"/>
                </a:cubicBezTo>
                <a:cubicBezTo>
                  <a:pt x="202328" y="16399"/>
                  <a:pt x="201616" y="14570"/>
                  <a:pt x="200779" y="13060"/>
                </a:cubicBezTo>
                <a:cubicBezTo>
                  <a:pt x="198239" y="8377"/>
                  <a:pt x="193875" y="7266"/>
                  <a:pt x="188869" y="7266"/>
                </a:cubicBezTo>
                <a:cubicBezTo>
                  <a:pt x="132929" y="7304"/>
                  <a:pt x="77026" y="7266"/>
                  <a:pt x="21082" y="7266"/>
                </a:cubicBezTo>
                <a:lnTo>
                  <a:pt x="19097" y="7266"/>
                </a:lnTo>
                <a:cubicBezTo>
                  <a:pt x="11874" y="7585"/>
                  <a:pt x="7304" y="12310"/>
                  <a:pt x="7267" y="19533"/>
                </a:cubicBezTo>
                <a:lnTo>
                  <a:pt x="7267" y="94294"/>
                </a:lnTo>
                <a:cubicBezTo>
                  <a:pt x="7304" y="95211"/>
                  <a:pt x="7385" y="96122"/>
                  <a:pt x="7466" y="97196"/>
                </a:cubicBezTo>
                <a:moveTo>
                  <a:pt x="7622" y="104937"/>
                </a:moveTo>
                <a:cubicBezTo>
                  <a:pt x="7622" y="109544"/>
                  <a:pt x="7541" y="114027"/>
                  <a:pt x="7666" y="118477"/>
                </a:cubicBezTo>
                <a:cubicBezTo>
                  <a:pt x="7704" y="119426"/>
                  <a:pt x="8259" y="120419"/>
                  <a:pt x="8733" y="121330"/>
                </a:cubicBezTo>
                <a:cubicBezTo>
                  <a:pt x="11199" y="125899"/>
                  <a:pt x="15245" y="127486"/>
                  <a:pt x="20208" y="127486"/>
                </a:cubicBezTo>
                <a:cubicBezTo>
                  <a:pt x="76709" y="127486"/>
                  <a:pt x="133167" y="127486"/>
                  <a:pt x="189662" y="127448"/>
                </a:cubicBezTo>
                <a:cubicBezTo>
                  <a:pt x="190854" y="127448"/>
                  <a:pt x="192083" y="127329"/>
                  <a:pt x="193276" y="127092"/>
                </a:cubicBezTo>
                <a:cubicBezTo>
                  <a:pt x="198120" y="126137"/>
                  <a:pt x="201335" y="123003"/>
                  <a:pt x="202090" y="118353"/>
                </a:cubicBezTo>
                <a:cubicBezTo>
                  <a:pt x="202765" y="113989"/>
                  <a:pt x="202252" y="109463"/>
                  <a:pt x="202252" y="104937"/>
                </a:cubicBezTo>
                <a:lnTo>
                  <a:pt x="7622" y="104937"/>
                </a:lnTo>
                <a:moveTo>
                  <a:pt x="198913" y="210548"/>
                </a:moveTo>
                <a:lnTo>
                  <a:pt x="210230" y="199231"/>
                </a:lnTo>
                <a:cubicBezTo>
                  <a:pt x="204275" y="196215"/>
                  <a:pt x="205542" y="191646"/>
                  <a:pt x="208084" y="186684"/>
                </a:cubicBezTo>
                <a:cubicBezTo>
                  <a:pt x="209038" y="184817"/>
                  <a:pt x="210149" y="183668"/>
                  <a:pt x="212334" y="183668"/>
                </a:cubicBezTo>
                <a:cubicBezTo>
                  <a:pt x="213446" y="183668"/>
                  <a:pt x="214594" y="183825"/>
                  <a:pt x="215711" y="183587"/>
                </a:cubicBezTo>
                <a:cubicBezTo>
                  <a:pt x="216343" y="183468"/>
                  <a:pt x="217335" y="182756"/>
                  <a:pt x="217378" y="182320"/>
                </a:cubicBezTo>
                <a:cubicBezTo>
                  <a:pt x="217496" y="177750"/>
                  <a:pt x="217454" y="173225"/>
                  <a:pt x="217454" y="168342"/>
                </a:cubicBezTo>
                <a:cubicBezTo>
                  <a:pt x="212572" y="168860"/>
                  <a:pt x="209319" y="168305"/>
                  <a:pt x="207015" y="163061"/>
                </a:cubicBezTo>
                <a:cubicBezTo>
                  <a:pt x="204594" y="157543"/>
                  <a:pt x="207609" y="155202"/>
                  <a:pt x="210031" y="152699"/>
                </a:cubicBezTo>
                <a:lnTo>
                  <a:pt x="199274" y="141937"/>
                </a:lnTo>
                <a:cubicBezTo>
                  <a:pt x="196809" y="145276"/>
                  <a:pt x="194188" y="147100"/>
                  <a:pt x="188949" y="145076"/>
                </a:cubicBezTo>
                <a:cubicBezTo>
                  <a:pt x="183431" y="142930"/>
                  <a:pt x="183550" y="139278"/>
                  <a:pt x="183749" y="134951"/>
                </a:cubicBezTo>
                <a:lnTo>
                  <a:pt x="168343" y="134951"/>
                </a:lnTo>
                <a:cubicBezTo>
                  <a:pt x="169255" y="139876"/>
                  <a:pt x="168182" y="142854"/>
                  <a:pt x="163099" y="145158"/>
                </a:cubicBezTo>
                <a:cubicBezTo>
                  <a:pt x="157581" y="147655"/>
                  <a:pt x="155240" y="144402"/>
                  <a:pt x="152662" y="141980"/>
                </a:cubicBezTo>
                <a:cubicBezTo>
                  <a:pt x="148966" y="145632"/>
                  <a:pt x="145514" y="149009"/>
                  <a:pt x="141900" y="152580"/>
                </a:cubicBezTo>
                <a:cubicBezTo>
                  <a:pt x="145077" y="155278"/>
                  <a:pt x="147461" y="157818"/>
                  <a:pt x="145195" y="163261"/>
                </a:cubicBezTo>
                <a:cubicBezTo>
                  <a:pt x="142930" y="168618"/>
                  <a:pt x="139440" y="168779"/>
                  <a:pt x="135070" y="168461"/>
                </a:cubicBezTo>
                <a:lnTo>
                  <a:pt x="135070" y="183468"/>
                </a:lnTo>
                <a:cubicBezTo>
                  <a:pt x="143092" y="184380"/>
                  <a:pt x="143092" y="184380"/>
                  <a:pt x="146069" y="191528"/>
                </a:cubicBezTo>
                <a:cubicBezTo>
                  <a:pt x="147936" y="195978"/>
                  <a:pt x="143211" y="197046"/>
                  <a:pt x="142061" y="199468"/>
                </a:cubicBezTo>
                <a:cubicBezTo>
                  <a:pt x="145595" y="203045"/>
                  <a:pt x="149047" y="206535"/>
                  <a:pt x="152781" y="210230"/>
                </a:cubicBezTo>
                <a:cubicBezTo>
                  <a:pt x="155359" y="206772"/>
                  <a:pt x="158018" y="204868"/>
                  <a:pt x="163380" y="207015"/>
                </a:cubicBezTo>
                <a:cubicBezTo>
                  <a:pt x="168898" y="209194"/>
                  <a:pt x="168737" y="212852"/>
                  <a:pt x="168543" y="216978"/>
                </a:cubicBezTo>
                <a:cubicBezTo>
                  <a:pt x="169098" y="217216"/>
                  <a:pt x="169255" y="217335"/>
                  <a:pt x="169416" y="217335"/>
                </a:cubicBezTo>
                <a:cubicBezTo>
                  <a:pt x="172394" y="217378"/>
                  <a:pt x="175410" y="217415"/>
                  <a:pt x="178387" y="217415"/>
                </a:cubicBezTo>
                <a:cubicBezTo>
                  <a:pt x="183550" y="217415"/>
                  <a:pt x="183388" y="217415"/>
                  <a:pt x="183825" y="212372"/>
                </a:cubicBezTo>
                <a:cubicBezTo>
                  <a:pt x="183944" y="210985"/>
                  <a:pt x="185098" y="208881"/>
                  <a:pt x="186209" y="208520"/>
                </a:cubicBezTo>
                <a:cubicBezTo>
                  <a:pt x="189268" y="207608"/>
                  <a:pt x="191846" y="204231"/>
                  <a:pt x="195542" y="206378"/>
                </a:cubicBezTo>
                <a:cubicBezTo>
                  <a:pt x="196253" y="206772"/>
                  <a:pt x="196853" y="207452"/>
                  <a:pt x="197364" y="208083"/>
                </a:cubicBezTo>
                <a:cubicBezTo>
                  <a:pt x="198039" y="209000"/>
                  <a:pt x="198595" y="209993"/>
                  <a:pt x="198913" y="210548"/>
                </a:cubicBezTo>
                <a:moveTo>
                  <a:pt x="61896" y="160996"/>
                </a:moveTo>
                <a:cubicBezTo>
                  <a:pt x="63287" y="161076"/>
                  <a:pt x="64080" y="161195"/>
                  <a:pt x="64874" y="161195"/>
                </a:cubicBezTo>
                <a:lnTo>
                  <a:pt x="135109" y="161195"/>
                </a:lnTo>
                <a:cubicBezTo>
                  <a:pt x="135588" y="161195"/>
                  <a:pt x="136106" y="161314"/>
                  <a:pt x="136500" y="161157"/>
                </a:cubicBezTo>
                <a:cubicBezTo>
                  <a:pt x="137056" y="160958"/>
                  <a:pt x="137811" y="160639"/>
                  <a:pt x="137972" y="160202"/>
                </a:cubicBezTo>
                <a:cubicBezTo>
                  <a:pt x="138129" y="159766"/>
                  <a:pt x="137811" y="158972"/>
                  <a:pt x="137454" y="158536"/>
                </a:cubicBezTo>
                <a:cubicBezTo>
                  <a:pt x="136462" y="157425"/>
                  <a:pt x="135351" y="156432"/>
                  <a:pt x="134315" y="155321"/>
                </a:cubicBezTo>
                <a:cubicBezTo>
                  <a:pt x="132055" y="152936"/>
                  <a:pt x="132093" y="151469"/>
                  <a:pt x="134278" y="149047"/>
                </a:cubicBezTo>
                <a:cubicBezTo>
                  <a:pt x="136063" y="147100"/>
                  <a:pt x="139041" y="145114"/>
                  <a:pt x="139122" y="143048"/>
                </a:cubicBezTo>
                <a:cubicBezTo>
                  <a:pt x="139203" y="140826"/>
                  <a:pt x="136462" y="138565"/>
                  <a:pt x="134952" y="136300"/>
                </a:cubicBezTo>
                <a:cubicBezTo>
                  <a:pt x="134914" y="136224"/>
                  <a:pt x="134871" y="136100"/>
                  <a:pt x="134796" y="136063"/>
                </a:cubicBezTo>
                <a:cubicBezTo>
                  <a:pt x="133959" y="135626"/>
                  <a:pt x="133123" y="134833"/>
                  <a:pt x="132254" y="134833"/>
                </a:cubicBezTo>
                <a:cubicBezTo>
                  <a:pt x="114070" y="134752"/>
                  <a:pt x="95924" y="134752"/>
                  <a:pt x="77739" y="134833"/>
                </a:cubicBezTo>
                <a:cubicBezTo>
                  <a:pt x="76946" y="134833"/>
                  <a:pt x="75797" y="135270"/>
                  <a:pt x="75479" y="135906"/>
                </a:cubicBezTo>
                <a:cubicBezTo>
                  <a:pt x="71029" y="144003"/>
                  <a:pt x="66583" y="152262"/>
                  <a:pt x="61896" y="160996"/>
                </a:cubicBezTo>
                <a:moveTo>
                  <a:pt x="127329" y="168461"/>
                </a:moveTo>
                <a:lnTo>
                  <a:pt x="48798" y="168461"/>
                </a:lnTo>
                <a:cubicBezTo>
                  <a:pt x="43835" y="168461"/>
                  <a:pt x="41014" y="170565"/>
                  <a:pt x="41014" y="174179"/>
                </a:cubicBezTo>
                <a:cubicBezTo>
                  <a:pt x="41051" y="177794"/>
                  <a:pt x="43835" y="179854"/>
                  <a:pt x="48836" y="179854"/>
                </a:cubicBezTo>
                <a:lnTo>
                  <a:pt x="127329" y="179854"/>
                </a:lnTo>
                <a:lnTo>
                  <a:pt x="127329" y="168461"/>
                </a:lnTo>
                <a:moveTo>
                  <a:pt x="190698" y="134871"/>
                </a:moveTo>
                <a:lnTo>
                  <a:pt x="191728" y="137967"/>
                </a:lnTo>
                <a:cubicBezTo>
                  <a:pt x="192640" y="137492"/>
                  <a:pt x="193632" y="137136"/>
                  <a:pt x="194430" y="136537"/>
                </a:cubicBezTo>
                <a:cubicBezTo>
                  <a:pt x="195224" y="135944"/>
                  <a:pt x="195779" y="135108"/>
                  <a:pt x="196853" y="133996"/>
                </a:cubicBezTo>
                <a:cubicBezTo>
                  <a:pt x="194668" y="134315"/>
                  <a:pt x="193038" y="134552"/>
                  <a:pt x="190698" y="134871"/>
                </a:cubicBezTo>
                <a:moveTo>
                  <a:pt x="156670" y="134914"/>
                </a:moveTo>
                <a:lnTo>
                  <a:pt x="156313" y="135626"/>
                </a:lnTo>
                <a:cubicBezTo>
                  <a:pt x="157700" y="136418"/>
                  <a:pt x="159054" y="137217"/>
                  <a:pt x="160440" y="138010"/>
                </a:cubicBezTo>
                <a:cubicBezTo>
                  <a:pt x="160759" y="137093"/>
                  <a:pt x="161115" y="136143"/>
                  <a:pt x="161551" y="134914"/>
                </a:cubicBezTo>
                <a:lnTo>
                  <a:pt x="156670" y="134914"/>
                </a:lnTo>
                <a:moveTo>
                  <a:pt x="144996" y="137810"/>
                </a:moveTo>
                <a:cubicBezTo>
                  <a:pt x="146069" y="136818"/>
                  <a:pt x="146981" y="135944"/>
                  <a:pt x="148017" y="134951"/>
                </a:cubicBezTo>
                <a:lnTo>
                  <a:pt x="142974" y="134951"/>
                </a:lnTo>
                <a:cubicBezTo>
                  <a:pt x="143847" y="136181"/>
                  <a:pt x="144440" y="137055"/>
                  <a:pt x="144996" y="137810"/>
                </a:cubicBez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df-path-368">
            <a:extLst xmlns:a="http://schemas.openxmlformats.org/drawingml/2006/main">
              <a:ext uri="{FF2B5EF4-FFF2-40B4-BE49-F238E27FC236}">
                <a16:creationId xmlns:a16="http://schemas.microsoft.com/office/drawing/2014/main" id="{6554927A-E88A-47EE-A1BD-A39C555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7198" y="4432005"/>
            <a:ext cx="44822" cy="44747"/>
          </a:xfrm>
          <a:custGeom xmlns:a="http://schemas.openxmlformats.org/drawingml/2006/main">
            <a:pathLst>
              <a:path w="44822" h="44747">
                <a:moveTo>
                  <a:pt x="22392" y="44747"/>
                </a:moveTo>
                <a:cubicBezTo>
                  <a:pt x="10044" y="44709"/>
                  <a:pt x="37" y="34783"/>
                  <a:pt x="37" y="22473"/>
                </a:cubicBezTo>
                <a:cubicBezTo>
                  <a:pt x="0" y="10206"/>
                  <a:pt x="9964" y="238"/>
                  <a:pt x="22355" y="119"/>
                </a:cubicBezTo>
                <a:cubicBezTo>
                  <a:pt x="34778" y="0"/>
                  <a:pt x="44822" y="10045"/>
                  <a:pt x="44784" y="22592"/>
                </a:cubicBezTo>
                <a:cubicBezTo>
                  <a:pt x="44747" y="34978"/>
                  <a:pt x="34859" y="44747"/>
                  <a:pt x="22392" y="44747"/>
                </a:cubicBezTo>
                <a:moveTo>
                  <a:pt x="22511" y="7423"/>
                </a:moveTo>
                <a:cubicBezTo>
                  <a:pt x="14172" y="7385"/>
                  <a:pt x="7466" y="13977"/>
                  <a:pt x="7385" y="22236"/>
                </a:cubicBezTo>
                <a:cubicBezTo>
                  <a:pt x="7304" y="30613"/>
                  <a:pt x="14015" y="37442"/>
                  <a:pt x="22392" y="37480"/>
                </a:cubicBezTo>
                <a:cubicBezTo>
                  <a:pt x="30651" y="37518"/>
                  <a:pt x="37480" y="30813"/>
                  <a:pt x="37518" y="22629"/>
                </a:cubicBezTo>
                <a:cubicBezTo>
                  <a:pt x="37561" y="14134"/>
                  <a:pt x="30926" y="7423"/>
                  <a:pt x="22511" y="7423"/>
                </a:cubicBez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df-path-369">
            <a:extLst xmlns:a="http://schemas.openxmlformats.org/drawingml/2006/main">
              <a:ext uri="{FF2B5EF4-FFF2-40B4-BE49-F238E27FC236}">
                <a16:creationId xmlns:a16="http://schemas.microsoft.com/office/drawing/2014/main" id="{D2CD7C2E-B181-4579-932C-EC00936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8306" y="4299596"/>
            <a:ext cx="45291" cy="71135"/>
          </a:xfrm>
          <a:custGeom xmlns:a="http://schemas.openxmlformats.org/drawingml/2006/main">
            <a:pathLst>
              <a:path w="45291" h="71135">
                <a:moveTo>
                  <a:pt x="41095" y="0"/>
                </a:moveTo>
                <a:cubicBezTo>
                  <a:pt x="41270" y="48"/>
                  <a:pt x="41438" y="96"/>
                  <a:pt x="41614" y="143"/>
                </a:cubicBezTo>
                <a:cubicBezTo>
                  <a:pt x="44118" y="846"/>
                  <a:pt x="45291" y="3710"/>
                  <a:pt x="44007" y="5944"/>
                </a:cubicBezTo>
                <a:cubicBezTo>
                  <a:pt x="41622" y="10109"/>
                  <a:pt x="39212" y="14257"/>
                  <a:pt x="36811" y="18406"/>
                </a:cubicBezTo>
                <a:cubicBezTo>
                  <a:pt x="27109" y="35217"/>
                  <a:pt x="17408" y="52019"/>
                  <a:pt x="7706" y="68838"/>
                </a:cubicBezTo>
                <a:cubicBezTo>
                  <a:pt x="7316" y="69516"/>
                  <a:pt x="6852" y="70106"/>
                  <a:pt x="6183" y="70513"/>
                </a:cubicBezTo>
                <a:cubicBezTo>
                  <a:pt x="5752" y="70776"/>
                  <a:pt x="5273" y="70936"/>
                  <a:pt x="4787" y="71056"/>
                </a:cubicBezTo>
                <a:cubicBezTo>
                  <a:pt x="4723" y="71072"/>
                  <a:pt x="4659" y="71104"/>
                  <a:pt x="4603" y="71135"/>
                </a:cubicBezTo>
                <a:lnTo>
                  <a:pt x="3574" y="71135"/>
                </a:lnTo>
                <a:cubicBezTo>
                  <a:pt x="3446" y="71088"/>
                  <a:pt x="3319" y="71040"/>
                  <a:pt x="3191" y="71008"/>
                </a:cubicBezTo>
                <a:cubicBezTo>
                  <a:pt x="1268" y="70537"/>
                  <a:pt x="0" y="68870"/>
                  <a:pt x="87" y="66907"/>
                </a:cubicBezTo>
                <a:cubicBezTo>
                  <a:pt x="112" y="66285"/>
                  <a:pt x="287" y="65694"/>
                  <a:pt x="598" y="65144"/>
                </a:cubicBezTo>
                <a:cubicBezTo>
                  <a:pt x="7771" y="52713"/>
                  <a:pt x="14950" y="40291"/>
                  <a:pt x="22123" y="27861"/>
                </a:cubicBezTo>
                <a:cubicBezTo>
                  <a:pt x="27061" y="19300"/>
                  <a:pt x="32008" y="10747"/>
                  <a:pt x="36938" y="2186"/>
                </a:cubicBezTo>
                <a:cubicBezTo>
                  <a:pt x="37417" y="1356"/>
                  <a:pt x="38039" y="702"/>
                  <a:pt x="38925" y="335"/>
                </a:cubicBezTo>
                <a:cubicBezTo>
                  <a:pt x="39220" y="215"/>
                  <a:pt x="39531" y="152"/>
                  <a:pt x="39843" y="64"/>
                </a:cubicBezTo>
                <a:cubicBezTo>
                  <a:pt x="39898" y="48"/>
                  <a:pt x="39946" y="24"/>
                  <a:pt x="39993" y="0"/>
                </a:cubicBezTo>
                <a:lnTo>
                  <a:pt x="41095" y="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3C58A3F4-7391-476B-A6A2-33D27E3F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4638" y="4310487"/>
            <a:ext cx="29894" cy="51596"/>
          </a:xfrm>
          <a:custGeom xmlns:a="http://schemas.openxmlformats.org/drawingml/2006/main">
            <a:pathLst>
              <a:path w="29894" h="51596">
                <a:moveTo>
                  <a:pt x="0" y="24574"/>
                </a:moveTo>
                <a:cubicBezTo>
                  <a:pt x="48" y="24470"/>
                  <a:pt x="112" y="24374"/>
                  <a:pt x="136" y="24271"/>
                </a:cubicBezTo>
                <a:cubicBezTo>
                  <a:pt x="311" y="23488"/>
                  <a:pt x="694" y="22827"/>
                  <a:pt x="1252" y="22268"/>
                </a:cubicBezTo>
                <a:cubicBezTo>
                  <a:pt x="8186" y="15335"/>
                  <a:pt x="15119" y="8393"/>
                  <a:pt x="22059" y="1468"/>
                </a:cubicBezTo>
                <a:cubicBezTo>
                  <a:pt x="23201" y="327"/>
                  <a:pt x="24605" y="0"/>
                  <a:pt x="26128" y="495"/>
                </a:cubicBezTo>
                <a:cubicBezTo>
                  <a:pt x="27668" y="989"/>
                  <a:pt x="28585" y="2090"/>
                  <a:pt x="28841" y="3686"/>
                </a:cubicBezTo>
                <a:cubicBezTo>
                  <a:pt x="29049" y="5002"/>
                  <a:pt x="28666" y="6175"/>
                  <a:pt x="27708" y="7133"/>
                </a:cubicBezTo>
                <a:cubicBezTo>
                  <a:pt x="22897" y="11944"/>
                  <a:pt x="18078" y="16755"/>
                  <a:pt x="13259" y="21574"/>
                </a:cubicBezTo>
                <a:cubicBezTo>
                  <a:pt x="11919" y="22914"/>
                  <a:pt x="10579" y="24254"/>
                  <a:pt x="9238" y="25603"/>
                </a:cubicBezTo>
                <a:cubicBezTo>
                  <a:pt x="9175" y="25667"/>
                  <a:pt x="9111" y="25730"/>
                  <a:pt x="9040" y="25810"/>
                </a:cubicBezTo>
                <a:cubicBezTo>
                  <a:pt x="9127" y="25914"/>
                  <a:pt x="9207" y="26002"/>
                  <a:pt x="9294" y="26090"/>
                </a:cubicBezTo>
                <a:lnTo>
                  <a:pt x="27700" y="44496"/>
                </a:lnTo>
                <a:cubicBezTo>
                  <a:pt x="29894" y="46690"/>
                  <a:pt x="28945" y="50392"/>
                  <a:pt x="25953" y="51197"/>
                </a:cubicBezTo>
                <a:cubicBezTo>
                  <a:pt x="24485" y="51596"/>
                  <a:pt x="23161" y="51253"/>
                  <a:pt x="22068" y="50176"/>
                </a:cubicBezTo>
                <a:cubicBezTo>
                  <a:pt x="20767" y="48892"/>
                  <a:pt x="19482" y="47592"/>
                  <a:pt x="18190" y="46299"/>
                </a:cubicBezTo>
                <a:cubicBezTo>
                  <a:pt x="12597" y="40698"/>
                  <a:pt x="6996" y="35097"/>
                  <a:pt x="1388" y="29496"/>
                </a:cubicBezTo>
                <a:cubicBezTo>
                  <a:pt x="750" y="28866"/>
                  <a:pt x="296" y="28164"/>
                  <a:pt x="119" y="27278"/>
                </a:cubicBezTo>
                <a:cubicBezTo>
                  <a:pt x="104" y="27198"/>
                  <a:pt x="40" y="27119"/>
                  <a:pt x="0" y="27047"/>
                </a:cubicBezTo>
                <a:lnTo>
                  <a:pt x="0" y="245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df-path-371">
            <a:extLst xmlns:a="http://schemas.openxmlformats.org/drawingml/2006/main">
              <a:ext uri="{FF2B5EF4-FFF2-40B4-BE49-F238E27FC236}">
                <a16:creationId xmlns:a16="http://schemas.microsoft.com/office/drawing/2014/main" id="{220062C8-FCC9-4F60-AE59-E4E899BA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7162" y="4310551"/>
            <a:ext cx="29001" cy="51572"/>
          </a:xfrm>
          <a:custGeom xmlns:a="http://schemas.openxmlformats.org/drawingml/2006/main">
            <a:pathLst>
              <a:path w="29001" h="51572">
                <a:moveTo>
                  <a:pt x="29001" y="27182"/>
                </a:moveTo>
                <a:cubicBezTo>
                  <a:pt x="28960" y="27318"/>
                  <a:pt x="28921" y="27461"/>
                  <a:pt x="28881" y="27597"/>
                </a:cubicBezTo>
                <a:cubicBezTo>
                  <a:pt x="28689" y="28235"/>
                  <a:pt x="28354" y="28778"/>
                  <a:pt x="27883" y="29257"/>
                </a:cubicBezTo>
                <a:cubicBezTo>
                  <a:pt x="25538" y="31602"/>
                  <a:pt x="23201" y="33956"/>
                  <a:pt x="20863" y="36302"/>
                </a:cubicBezTo>
                <a:cubicBezTo>
                  <a:pt x="20073" y="37100"/>
                  <a:pt x="19283" y="37889"/>
                  <a:pt x="18493" y="38687"/>
                </a:cubicBezTo>
                <a:cubicBezTo>
                  <a:pt x="15717" y="41472"/>
                  <a:pt x="12941" y="44256"/>
                  <a:pt x="10164" y="47040"/>
                </a:cubicBezTo>
                <a:cubicBezTo>
                  <a:pt x="9143" y="48070"/>
                  <a:pt x="8138" y="49115"/>
                  <a:pt x="7092" y="50128"/>
                </a:cubicBezTo>
                <a:cubicBezTo>
                  <a:pt x="5928" y="51253"/>
                  <a:pt x="4532" y="51572"/>
                  <a:pt x="3008" y="51070"/>
                </a:cubicBezTo>
                <a:cubicBezTo>
                  <a:pt x="1469" y="50559"/>
                  <a:pt x="559" y="49442"/>
                  <a:pt x="319" y="47823"/>
                </a:cubicBezTo>
                <a:cubicBezTo>
                  <a:pt x="128" y="46498"/>
                  <a:pt x="542" y="45365"/>
                  <a:pt x="1484" y="44424"/>
                </a:cubicBezTo>
                <a:cubicBezTo>
                  <a:pt x="4515" y="41376"/>
                  <a:pt x="7548" y="38336"/>
                  <a:pt x="10579" y="35288"/>
                </a:cubicBezTo>
                <a:cubicBezTo>
                  <a:pt x="13188" y="32671"/>
                  <a:pt x="15789" y="30054"/>
                  <a:pt x="18397" y="27438"/>
                </a:cubicBezTo>
                <a:cubicBezTo>
                  <a:pt x="18949" y="26887"/>
                  <a:pt x="19507" y="26353"/>
                  <a:pt x="20089" y="25778"/>
                </a:cubicBezTo>
                <a:cubicBezTo>
                  <a:pt x="19985" y="25666"/>
                  <a:pt x="19914" y="25587"/>
                  <a:pt x="19834" y="25507"/>
                </a:cubicBezTo>
                <a:cubicBezTo>
                  <a:pt x="18478" y="24142"/>
                  <a:pt x="17121" y="22786"/>
                  <a:pt x="15773" y="21422"/>
                </a:cubicBezTo>
                <a:cubicBezTo>
                  <a:pt x="12270" y="17911"/>
                  <a:pt x="8768" y="14393"/>
                  <a:pt x="5265" y="10883"/>
                </a:cubicBezTo>
                <a:cubicBezTo>
                  <a:pt x="3981" y="9598"/>
                  <a:pt x="2681" y="8321"/>
                  <a:pt x="1421" y="7013"/>
                </a:cubicBezTo>
                <a:cubicBezTo>
                  <a:pt x="344" y="5896"/>
                  <a:pt x="0" y="4548"/>
                  <a:pt x="455" y="3056"/>
                </a:cubicBezTo>
                <a:cubicBezTo>
                  <a:pt x="910" y="1572"/>
                  <a:pt x="1939" y="630"/>
                  <a:pt x="3455" y="303"/>
                </a:cubicBezTo>
                <a:cubicBezTo>
                  <a:pt x="4875" y="0"/>
                  <a:pt x="6127" y="399"/>
                  <a:pt x="7157" y="1428"/>
                </a:cubicBezTo>
                <a:cubicBezTo>
                  <a:pt x="9949" y="4229"/>
                  <a:pt x="12741" y="7037"/>
                  <a:pt x="15534" y="9837"/>
                </a:cubicBezTo>
                <a:cubicBezTo>
                  <a:pt x="18637" y="12957"/>
                  <a:pt x="21749" y="16076"/>
                  <a:pt x="24852" y="19188"/>
                </a:cubicBezTo>
                <a:cubicBezTo>
                  <a:pt x="25873" y="20217"/>
                  <a:pt x="26902" y="21239"/>
                  <a:pt x="27924" y="22276"/>
                </a:cubicBezTo>
                <a:cubicBezTo>
                  <a:pt x="28450" y="22818"/>
                  <a:pt x="28825" y="23448"/>
                  <a:pt x="28937" y="24214"/>
                </a:cubicBezTo>
                <a:cubicBezTo>
                  <a:pt x="28945" y="24246"/>
                  <a:pt x="28977" y="24270"/>
                  <a:pt x="28993" y="24294"/>
                </a:cubicBezTo>
                <a:cubicBezTo>
                  <a:pt x="29001" y="25260"/>
                  <a:pt x="29001" y="26225"/>
                  <a:pt x="29001" y="27182"/>
                </a:cubicBez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EA7BB8BC-8399-4981-BD66-D625D193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6611" y="4724733"/>
            <a:ext cx="522576" cy="162128"/>
          </a:xfrm>
          <a:custGeom xmlns:a="http://schemas.openxmlformats.org/drawingml/2006/main">
            <a:pathLst>
              <a:path w="522576" h="162128">
                <a:moveTo>
                  <a:pt x="0" y="40533"/>
                </a:moveTo>
                <a:lnTo>
                  <a:pt x="441509" y="40533"/>
                </a:lnTo>
                <a:lnTo>
                  <a:pt x="441509" y="0"/>
                </a:lnTo>
                <a:lnTo>
                  <a:pt x="522576" y="81067"/>
                </a:lnTo>
                <a:lnTo>
                  <a:pt x="441509" y="162128"/>
                </a:lnTo>
                <a:lnTo>
                  <a:pt x="441509" y="121595"/>
                </a:lnTo>
                <a:lnTo>
                  <a:pt x="0" y="121595"/>
                </a:lnTo>
                <a:lnTo>
                  <a:pt x="0" y="40533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96A2AF"/>
            </a:solidFill>
            <a:prstDash val="solid"/>
          </a:ln>
        </p:spPr>
      </p:sp>
      <p:sp>
        <p:nvSpPr>
          <p:cNvPr id="404" name="pdf-path-374">
            <a:extLst xmlns:a="http://schemas.openxmlformats.org/drawingml/2006/main">
              <a:ext uri="{FF2B5EF4-FFF2-40B4-BE49-F238E27FC236}">
                <a16:creationId xmlns:a16="http://schemas.microsoft.com/office/drawing/2014/main" id="{A2EE7A63-A588-4FF5-AE99-CAF1D5F0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3324" y="4001438"/>
            <a:ext cx="309524" cy="842577"/>
          </a:xfrm>
          <a:custGeom xmlns:a="http://schemas.openxmlformats.org/drawingml/2006/main">
            <a:pathLst>
              <a:path w="309524" h="842577">
                <a:moveTo>
                  <a:pt x="0" y="842577"/>
                </a:moveTo>
                <a:lnTo>
                  <a:pt x="138965" y="842577"/>
                </a:lnTo>
                <a:cubicBezTo>
                  <a:pt x="213753" y="842577"/>
                  <a:pt x="274380" y="781949"/>
                  <a:pt x="274380" y="707161"/>
                </a:cubicBezTo>
                <a:lnTo>
                  <a:pt x="274380" y="77377"/>
                </a:lnTo>
                <a:lnTo>
                  <a:pt x="309524" y="77377"/>
                </a:lnTo>
                <a:lnTo>
                  <a:pt x="230205" y="0"/>
                </a:lnTo>
                <a:lnTo>
                  <a:pt x="150886" y="77377"/>
                </a:lnTo>
                <a:lnTo>
                  <a:pt x="186025" y="77377"/>
                </a:lnTo>
                <a:lnTo>
                  <a:pt x="186025" y="707161"/>
                </a:lnTo>
                <a:cubicBezTo>
                  <a:pt x="186025" y="733151"/>
                  <a:pt x="164955" y="754222"/>
                  <a:pt x="138965" y="754222"/>
                </a:cubicBezTo>
                <a:lnTo>
                  <a:pt x="0" y="754222"/>
                </a:lnTo>
                <a:lnTo>
                  <a:pt x="0" y="84257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A6A6A6"/>
            </a:solidFill>
            <a:prstDash val="solid"/>
          </a:ln>
        </p:spPr>
      </p:sp>
      <p:sp>
        <p:nvSpPr>
          <p:cNvPr id="405" name="pdf-text-178-0">
            <a:extLst xmlns:a="http://schemas.openxmlformats.org/drawingml/2006/main">
              <a:ext uri="{FF2B5EF4-FFF2-40B4-BE49-F238E27FC236}">
                <a16:creationId xmlns:a16="http://schemas.microsoft.com/office/drawing/2014/main" id="{363D67CF-A66B-47E1-9D35-CA097D4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7287" y="4867685"/>
            <a:ext cx="485899" cy="1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Success</a:t>
            </a:r>
          </a:p>
        </p:txBody>
      </p:sp>
      <p:pic>
        <p:nvPic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8CC1D8EC-9091-45BE-8D97-C2F89D2F1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bf4c3e01d41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3543300"/>
            <a:ext cx="638175" cy="114300"/>
          </a:xfrm>
          <a:prstGeom xmlns:a="http://schemas.openxmlformats.org/drawingml/2006/main" prst="rect">
            <a:avLst/>
          </a:prstGeom>
        </p:spPr>
      </p:pic>
      <p:sp>
        <p:nvSpPr>
          <p:cNvPr id="407" name="source-raster-58">
            <a:extLst xmlns:a="http://schemas.openxmlformats.org/drawingml/2006/main">
              <a:ext uri="{FF2B5EF4-FFF2-40B4-BE49-F238E27FC236}">
                <a16:creationId xmlns:a16="http://schemas.microsoft.com/office/drawing/2014/main" id="{DC8EB5E1-C1B5-429F-B374-663601E3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3543300"/>
            <a:ext cx="6381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BAB0B66-9BB8-4949-A7BE-E73B95DD8F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9a9a48b184f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3724275"/>
            <a:ext cx="342900" cy="114300"/>
          </a:xfrm>
          <a:prstGeom xmlns:a="http://schemas.openxmlformats.org/drawingml/2006/main" prst="rect">
            <a:avLst/>
          </a:prstGeom>
        </p:spPr>
      </p:pic>
      <p:sp>
        <p:nvSpPr>
          <p:cNvPr id="409" name="source-raster-59">
            <a:extLst xmlns:a="http://schemas.openxmlformats.org/drawingml/2006/main">
              <a:ext uri="{FF2B5EF4-FFF2-40B4-BE49-F238E27FC236}">
                <a16:creationId xmlns:a16="http://schemas.microsoft.com/office/drawing/2014/main" id="{BEF6B99C-484B-4289-A7AD-B7BDDE63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724275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BB175821-A5ED-4B45-95EC-2AFC07BC5A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33086701243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3781425"/>
            <a:ext cx="57150" cy="28575"/>
          </a:xfrm>
          <a:prstGeom xmlns:a="http://schemas.openxmlformats.org/drawingml/2006/main" prst="rect">
            <a:avLst/>
          </a:prstGeom>
        </p:spPr>
      </p:pic>
      <p:sp>
        <p:nvSpPr>
          <p:cNvPr id="411" name="source-raster-60">
            <a:extLst xmlns:a="http://schemas.openxmlformats.org/drawingml/2006/main">
              <a:ext uri="{FF2B5EF4-FFF2-40B4-BE49-F238E27FC236}">
                <a16:creationId xmlns:a16="http://schemas.microsoft.com/office/drawing/2014/main" id="{34207FB1-77E3-4A0C-9C05-F08A364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3781425"/>
            <a:ext cx="57150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A0549D48-9C81-4DD5-95C4-245E52C07F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f9884e89b46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3724275"/>
            <a:ext cx="333375" cy="142875"/>
          </a:xfrm>
          <a:prstGeom xmlns:a="http://schemas.openxmlformats.org/drawingml/2006/main" prst="rect">
            <a:avLst/>
          </a:prstGeom>
        </p:spPr>
      </p:pic>
      <p:sp>
        <p:nvSpPr>
          <p:cNvPr id="413" name="source-raster-61">
            <a:extLst xmlns:a="http://schemas.openxmlformats.org/drawingml/2006/main">
              <a:ext uri="{FF2B5EF4-FFF2-40B4-BE49-F238E27FC236}">
                <a16:creationId xmlns:a16="http://schemas.microsoft.com/office/drawing/2014/main" id="{0608EFA9-CA11-450C-A3A1-E48277C4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724275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26294D72-10FA-4C84-953F-B5B33B7CE9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aa73b723d41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8900" y="3543300"/>
            <a:ext cx="714375" cy="142875"/>
          </a:xfrm>
          <a:prstGeom xmlns:a="http://schemas.openxmlformats.org/drawingml/2006/main" prst="rect">
            <a:avLst/>
          </a:prstGeom>
        </p:spPr>
      </p:pic>
      <p:sp>
        <p:nvSpPr>
          <p:cNvPr id="415" name="source-raster-62">
            <a:extLst xmlns:a="http://schemas.openxmlformats.org/drawingml/2006/main">
              <a:ext uri="{FF2B5EF4-FFF2-40B4-BE49-F238E27FC236}">
                <a16:creationId xmlns:a16="http://schemas.microsoft.com/office/drawing/2014/main" id="{698981B9-2741-41C9-B4BD-D19D2482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35433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92684AAB-2C6A-4EC4-8082-DC0573392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d9d088f7a4e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8900" y="3724275"/>
            <a:ext cx="342900" cy="114300"/>
          </a:xfrm>
          <a:prstGeom xmlns:a="http://schemas.openxmlformats.org/drawingml/2006/main" prst="rect">
            <a:avLst/>
          </a:prstGeom>
        </p:spPr>
      </p:pic>
      <p:sp>
        <p:nvSpPr>
          <p:cNvPr id="417" name="source-raster-63">
            <a:extLst xmlns:a="http://schemas.openxmlformats.org/drawingml/2006/main">
              <a:ext uri="{FF2B5EF4-FFF2-40B4-BE49-F238E27FC236}">
                <a16:creationId xmlns:a16="http://schemas.microsoft.com/office/drawing/2014/main" id="{85ED4BA1-919D-499E-8BA8-8CE2306F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3724275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C45F0E4-6336-4900-AFC1-A3F8974E64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93dfc613d46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800" y="3790950"/>
            <a:ext cx="57150" cy="19050"/>
          </a:xfrm>
          <a:prstGeom xmlns:a="http://schemas.openxmlformats.org/drawingml/2006/main" prst="rect">
            <a:avLst/>
          </a:prstGeom>
        </p:spPr>
      </p:pic>
      <p:sp>
        <p:nvSpPr>
          <p:cNvPr id="419" name="source-raster-64">
            <a:extLst xmlns:a="http://schemas.openxmlformats.org/drawingml/2006/main">
              <a:ext uri="{FF2B5EF4-FFF2-40B4-BE49-F238E27FC236}">
                <a16:creationId xmlns:a16="http://schemas.microsoft.com/office/drawing/2014/main" id="{73F03E7F-8367-440D-9530-BB06F545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1800" y="3790950"/>
            <a:ext cx="571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82383DD-3CD2-4A89-8111-3EC9E3966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9de26c1b94b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9900" y="3724275"/>
            <a:ext cx="333375" cy="142875"/>
          </a:xfrm>
          <a:prstGeom xmlns:a="http://schemas.openxmlformats.org/drawingml/2006/main" prst="rect">
            <a:avLst/>
          </a:prstGeom>
        </p:spPr>
      </p:pic>
      <p:sp>
        <p:nvSpPr>
          <p:cNvPr id="421" name="source-raster-65">
            <a:extLst xmlns:a="http://schemas.openxmlformats.org/drawingml/2006/main">
              <a:ext uri="{FF2B5EF4-FFF2-40B4-BE49-F238E27FC236}">
                <a16:creationId xmlns:a16="http://schemas.microsoft.com/office/drawing/2014/main" id="{67D1C1AA-8F1E-47B6-BAD3-CCF4298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900" y="3724275"/>
            <a:ext cx="333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pdf-text-179-0">
            <a:extLst xmlns:a="http://schemas.openxmlformats.org/drawingml/2006/main">
              <a:ext uri="{FF2B5EF4-FFF2-40B4-BE49-F238E27FC236}">
                <a16:creationId xmlns:a16="http://schemas.microsoft.com/office/drawing/2014/main" id="{3950B937-DFE3-42E0-9A25-C0BF522E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568" y="3689961"/>
            <a:ext cx="600756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9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GPT Verifier</a:t>
            </a:r>
          </a:p>
        </p:txBody>
      </p:sp>
      <p:sp>
        <p:nvSpPr>
          <p:cNvPr id="423" name="pdf-path-387">
            <a:extLst xmlns:a="http://schemas.openxmlformats.org/drawingml/2006/main">
              <a:ext uri="{FF2B5EF4-FFF2-40B4-BE49-F238E27FC236}">
                <a16:creationId xmlns:a16="http://schemas.microsoft.com/office/drawing/2014/main" id="{F2F1070B-EADB-45BD-BF8C-75BBB0CB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721" y="4002565"/>
            <a:ext cx="309524" cy="842577"/>
          </a:xfrm>
          <a:custGeom xmlns:a="http://schemas.openxmlformats.org/drawingml/2006/main">
            <a:pathLst>
              <a:path w="309524" h="842577">
                <a:moveTo>
                  <a:pt x="0" y="842577"/>
                </a:moveTo>
                <a:lnTo>
                  <a:pt x="138965" y="842577"/>
                </a:lnTo>
                <a:cubicBezTo>
                  <a:pt x="213753" y="842577"/>
                  <a:pt x="274380" y="781949"/>
                  <a:pt x="274380" y="707161"/>
                </a:cubicBezTo>
                <a:lnTo>
                  <a:pt x="274380" y="77377"/>
                </a:lnTo>
                <a:lnTo>
                  <a:pt x="309524" y="77377"/>
                </a:lnTo>
                <a:lnTo>
                  <a:pt x="230205" y="0"/>
                </a:lnTo>
                <a:lnTo>
                  <a:pt x="150886" y="77377"/>
                </a:lnTo>
                <a:lnTo>
                  <a:pt x="186025" y="77377"/>
                </a:lnTo>
                <a:lnTo>
                  <a:pt x="186025" y="707161"/>
                </a:lnTo>
                <a:cubicBezTo>
                  <a:pt x="186025" y="733151"/>
                  <a:pt x="164955" y="754222"/>
                  <a:pt x="138965" y="754222"/>
                </a:cubicBezTo>
                <a:lnTo>
                  <a:pt x="0" y="754222"/>
                </a:lnTo>
                <a:lnTo>
                  <a:pt x="0" y="842577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A6A6A6"/>
            </a:solidFill>
            <a:prstDash val="solid"/>
          </a:ln>
        </p:spPr>
      </p:sp>
      <p:sp>
        <p:nvSpPr>
          <p:cNvPr id="424" name="pdf-text-181-0">
            <a:extLst xmlns:a="http://schemas.openxmlformats.org/drawingml/2006/main">
              <a:ext uri="{FF2B5EF4-FFF2-40B4-BE49-F238E27FC236}">
                <a16:creationId xmlns:a16="http://schemas.microsoft.com/office/drawing/2014/main" id="{13CE7C7A-305B-4DFF-9973-898E3C27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3296" y="4850472"/>
            <a:ext cx="485899" cy="15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8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Success</a:t>
            </a:r>
          </a:p>
        </p:txBody>
      </p:sp>
      <p:sp>
        <p:nvSpPr>
          <p:cNvPr id="425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C10938CE-696E-4302-8F91-5012699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1466" y="1422305"/>
            <a:ext cx="257250" cy="252329"/>
          </a:xfrm>
          <a:custGeom xmlns:a="http://schemas.openxmlformats.org/drawingml/2006/main">
            <a:pathLst>
              <a:path w="257250" h="252329">
                <a:moveTo>
                  <a:pt x="140905" y="231262"/>
                </a:moveTo>
                <a:cubicBezTo>
                  <a:pt x="135657" y="231262"/>
                  <a:pt x="129510" y="229343"/>
                  <a:pt x="124907" y="227769"/>
                </a:cubicBezTo>
                <a:cubicBezTo>
                  <a:pt x="122683" y="227187"/>
                  <a:pt x="120553" y="226293"/>
                  <a:pt x="118580" y="225114"/>
                </a:cubicBezTo>
                <a:cubicBezTo>
                  <a:pt x="115581" y="223285"/>
                  <a:pt x="114952" y="223150"/>
                  <a:pt x="113917" y="219282"/>
                </a:cubicBezTo>
                <a:cubicBezTo>
                  <a:pt x="119090" y="218068"/>
                  <a:pt x="133123" y="209416"/>
                  <a:pt x="138370" y="206253"/>
                </a:cubicBezTo>
                <a:cubicBezTo>
                  <a:pt x="173425" y="185261"/>
                  <a:pt x="166393" y="203794"/>
                  <a:pt x="166393" y="120324"/>
                </a:cubicBezTo>
                <a:cubicBezTo>
                  <a:pt x="169931" y="121163"/>
                  <a:pt x="185884" y="127956"/>
                  <a:pt x="185884" y="133818"/>
                </a:cubicBezTo>
                <a:cubicBezTo>
                  <a:pt x="185884" y="165155"/>
                  <a:pt x="190727" y="198291"/>
                  <a:pt x="173500" y="217378"/>
                </a:cubicBezTo>
                <a:cubicBezTo>
                  <a:pt x="168132" y="223375"/>
                  <a:pt x="151879" y="231262"/>
                  <a:pt x="140919" y="231262"/>
                </a:cubicBezTo>
                <a:lnTo>
                  <a:pt x="140905" y="231262"/>
                </a:lnTo>
                <a:moveTo>
                  <a:pt x="38952" y="160792"/>
                </a:moveTo>
                <a:cubicBezTo>
                  <a:pt x="99839" y="193013"/>
                  <a:pt x="82357" y="197766"/>
                  <a:pt x="123168" y="173057"/>
                </a:cubicBezTo>
                <a:cubicBezTo>
                  <a:pt x="133663" y="166654"/>
                  <a:pt x="144458" y="161452"/>
                  <a:pt x="154384" y="154794"/>
                </a:cubicBezTo>
                <a:lnTo>
                  <a:pt x="154384" y="178784"/>
                </a:lnTo>
                <a:cubicBezTo>
                  <a:pt x="131894" y="184017"/>
                  <a:pt x="90273" y="232236"/>
                  <a:pt x="55729" y="202489"/>
                </a:cubicBezTo>
                <a:lnTo>
                  <a:pt x="49642" y="196566"/>
                </a:lnTo>
                <a:cubicBezTo>
                  <a:pt x="40856" y="186221"/>
                  <a:pt x="38967" y="179519"/>
                  <a:pt x="38967" y="160807"/>
                </a:cubicBezTo>
                <a:lnTo>
                  <a:pt x="38952" y="160792"/>
                </a:lnTo>
                <a:moveTo>
                  <a:pt x="127411" y="156294"/>
                </a:moveTo>
                <a:cubicBezTo>
                  <a:pt x="122718" y="153160"/>
                  <a:pt x="108699" y="144209"/>
                  <a:pt x="103422" y="142799"/>
                </a:cubicBezTo>
                <a:lnTo>
                  <a:pt x="103422" y="111313"/>
                </a:lnTo>
                <a:cubicBezTo>
                  <a:pt x="111641" y="107221"/>
                  <a:pt x="119647" y="102718"/>
                  <a:pt x="127411" y="97818"/>
                </a:cubicBezTo>
                <a:cubicBezTo>
                  <a:pt x="137756" y="100217"/>
                  <a:pt x="144054" y="108899"/>
                  <a:pt x="154399" y="111313"/>
                </a:cubicBezTo>
                <a:lnTo>
                  <a:pt x="154399" y="141300"/>
                </a:lnTo>
                <a:cubicBezTo>
                  <a:pt x="150201" y="144149"/>
                  <a:pt x="131834" y="155124"/>
                  <a:pt x="127411" y="156309"/>
                </a:cubicBezTo>
                <a:lnTo>
                  <a:pt x="127411" y="156294"/>
                </a:lnTo>
                <a:moveTo>
                  <a:pt x="26957" y="114311"/>
                </a:moveTo>
                <a:cubicBezTo>
                  <a:pt x="26957" y="99318"/>
                  <a:pt x="25953" y="93050"/>
                  <a:pt x="36103" y="79991"/>
                </a:cubicBezTo>
                <a:cubicBezTo>
                  <a:pt x="41741" y="72719"/>
                  <a:pt x="47288" y="70665"/>
                  <a:pt x="55429" y="66347"/>
                </a:cubicBezTo>
                <a:lnTo>
                  <a:pt x="55429" y="127821"/>
                </a:lnTo>
                <a:cubicBezTo>
                  <a:pt x="65819" y="133323"/>
                  <a:pt x="75175" y="139366"/>
                  <a:pt x="85880" y="145348"/>
                </a:cubicBezTo>
                <a:lnTo>
                  <a:pt x="116901" y="163806"/>
                </a:lnTo>
                <a:cubicBezTo>
                  <a:pt x="102882" y="167554"/>
                  <a:pt x="101908" y="178244"/>
                  <a:pt x="91098" y="171752"/>
                </a:cubicBezTo>
                <a:cubicBezTo>
                  <a:pt x="66449" y="156983"/>
                  <a:pt x="26972" y="141300"/>
                  <a:pt x="26972" y="114327"/>
                </a:cubicBezTo>
                <a:lnTo>
                  <a:pt x="26957" y="114311"/>
                </a:lnTo>
                <a:moveTo>
                  <a:pt x="230863" y="144299"/>
                </a:moveTo>
                <a:cubicBezTo>
                  <a:pt x="230863" y="163026"/>
                  <a:pt x="219663" y="182248"/>
                  <a:pt x="202376" y="186281"/>
                </a:cubicBezTo>
                <a:lnTo>
                  <a:pt x="202376" y="147297"/>
                </a:lnTo>
                <a:cubicBezTo>
                  <a:pt x="202376" y="127806"/>
                  <a:pt x="204670" y="127386"/>
                  <a:pt x="190861" y="119844"/>
                </a:cubicBezTo>
                <a:lnTo>
                  <a:pt x="140905" y="91851"/>
                </a:lnTo>
                <a:cubicBezTo>
                  <a:pt x="144623" y="86288"/>
                  <a:pt x="146228" y="87353"/>
                  <a:pt x="152239" y="83649"/>
                </a:cubicBezTo>
                <a:cubicBezTo>
                  <a:pt x="162059" y="77652"/>
                  <a:pt x="161430" y="79856"/>
                  <a:pt x="179797" y="90427"/>
                </a:cubicBezTo>
                <a:cubicBezTo>
                  <a:pt x="201971" y="103186"/>
                  <a:pt x="230849" y="114101"/>
                  <a:pt x="230849" y="144314"/>
                </a:cubicBezTo>
                <a:lnTo>
                  <a:pt x="230863" y="144299"/>
                </a:lnTo>
                <a:moveTo>
                  <a:pt x="103422" y="97818"/>
                </a:moveTo>
                <a:lnTo>
                  <a:pt x="103422" y="75328"/>
                </a:lnTo>
                <a:cubicBezTo>
                  <a:pt x="113722" y="69870"/>
                  <a:pt x="124772" y="63333"/>
                  <a:pt x="134818" y="57246"/>
                </a:cubicBezTo>
                <a:cubicBezTo>
                  <a:pt x="154159" y="45581"/>
                  <a:pt x="157307" y="42342"/>
                  <a:pt x="178373" y="42342"/>
                </a:cubicBezTo>
                <a:cubicBezTo>
                  <a:pt x="189782" y="42342"/>
                  <a:pt x="202512" y="50993"/>
                  <a:pt x="207954" y="57741"/>
                </a:cubicBezTo>
                <a:cubicBezTo>
                  <a:pt x="217894" y="70035"/>
                  <a:pt x="217355" y="79556"/>
                  <a:pt x="217355" y="93320"/>
                </a:cubicBezTo>
                <a:cubicBezTo>
                  <a:pt x="210037" y="89437"/>
                  <a:pt x="172060" y="64832"/>
                  <a:pt x="164879" y="64832"/>
                </a:cubicBezTo>
                <a:cubicBezTo>
                  <a:pt x="157697" y="64832"/>
                  <a:pt x="110813" y="93890"/>
                  <a:pt x="103407" y="97818"/>
                </a:cubicBezTo>
                <a:lnTo>
                  <a:pt x="103422" y="97818"/>
                </a:lnTo>
                <a:moveTo>
                  <a:pt x="91428" y="135303"/>
                </a:moveTo>
                <a:cubicBezTo>
                  <a:pt x="87574" y="132724"/>
                  <a:pt x="76570" y="125887"/>
                  <a:pt x="71937" y="124807"/>
                </a:cubicBezTo>
                <a:cubicBezTo>
                  <a:pt x="71937" y="85179"/>
                  <a:pt x="63960" y="50738"/>
                  <a:pt x="87934" y="32866"/>
                </a:cubicBezTo>
                <a:cubicBezTo>
                  <a:pt x="101128" y="23045"/>
                  <a:pt x="114577" y="20196"/>
                  <a:pt x="130635" y="25639"/>
                </a:cubicBezTo>
                <a:cubicBezTo>
                  <a:pt x="136632" y="27678"/>
                  <a:pt x="139000" y="30557"/>
                  <a:pt x="143904" y="31861"/>
                </a:cubicBezTo>
                <a:cubicBezTo>
                  <a:pt x="141130" y="35640"/>
                  <a:pt x="124907" y="43706"/>
                  <a:pt x="119824" y="46765"/>
                </a:cubicBezTo>
                <a:cubicBezTo>
                  <a:pt x="83436" y="68716"/>
                  <a:pt x="91428" y="48519"/>
                  <a:pt x="91428" y="135303"/>
                </a:cubicBezTo>
                <a:moveTo>
                  <a:pt x="22459" y="163790"/>
                </a:moveTo>
                <a:cubicBezTo>
                  <a:pt x="22459" y="203613"/>
                  <a:pt x="49567" y="229912"/>
                  <a:pt x="87034" y="228263"/>
                </a:cubicBezTo>
                <a:cubicBezTo>
                  <a:pt x="101113" y="227633"/>
                  <a:pt x="93347" y="226449"/>
                  <a:pt x="103377" y="234260"/>
                </a:cubicBezTo>
                <a:cubicBezTo>
                  <a:pt x="126406" y="252329"/>
                  <a:pt x="157247" y="251622"/>
                  <a:pt x="178627" y="234501"/>
                </a:cubicBezTo>
                <a:cubicBezTo>
                  <a:pt x="183399" y="230789"/>
                  <a:pt x="187575" y="226370"/>
                  <a:pt x="191011" y="221396"/>
                </a:cubicBezTo>
                <a:cubicBezTo>
                  <a:pt x="204715" y="201320"/>
                  <a:pt x="188433" y="210660"/>
                  <a:pt x="210308" y="201709"/>
                </a:cubicBezTo>
                <a:cubicBezTo>
                  <a:pt x="240969" y="189175"/>
                  <a:pt x="257250" y="150536"/>
                  <a:pt x="240594" y="118030"/>
                </a:cubicBezTo>
                <a:cubicBezTo>
                  <a:pt x="234132" y="105420"/>
                  <a:pt x="231118" y="111238"/>
                  <a:pt x="233936" y="93380"/>
                </a:cubicBezTo>
                <a:cubicBezTo>
                  <a:pt x="238345" y="65462"/>
                  <a:pt x="219064" y="39223"/>
                  <a:pt x="196829" y="29867"/>
                </a:cubicBezTo>
                <a:cubicBezTo>
                  <a:pt x="173545" y="20077"/>
                  <a:pt x="166438" y="32866"/>
                  <a:pt x="154713" y="21021"/>
                </a:cubicBezTo>
                <a:cubicBezTo>
                  <a:pt x="151734" y="17896"/>
                  <a:pt x="148246" y="15300"/>
                  <a:pt x="144398" y="13344"/>
                </a:cubicBezTo>
                <a:cubicBezTo>
                  <a:pt x="119419" y="0"/>
                  <a:pt x="85820" y="6897"/>
                  <a:pt x="68668" y="28593"/>
                </a:cubicBezTo>
                <a:cubicBezTo>
                  <a:pt x="49522" y="52837"/>
                  <a:pt x="70902" y="41472"/>
                  <a:pt x="46914" y="51818"/>
                </a:cubicBezTo>
                <a:cubicBezTo>
                  <a:pt x="11395" y="67127"/>
                  <a:pt x="0" y="109933"/>
                  <a:pt x="17617" y="138631"/>
                </a:cubicBezTo>
                <a:cubicBezTo>
                  <a:pt x="30991" y="160432"/>
                  <a:pt x="22459" y="139801"/>
                  <a:pt x="22459" y="163776"/>
                </a:cubicBezTo>
                <a:lnTo>
                  <a:pt x="22459" y="1637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E36576C8-CFC1-4B32-9F75-03B2EA95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2435" y="1684636"/>
            <a:ext cx="178" cy="32852"/>
          </a:xfrm>
          <a:custGeom xmlns:a="http://schemas.openxmlformats.org/drawingml/2006/main">
            <a:pathLst>
              <a:path w="178" h="32852">
                <a:moveTo>
                  <a:pt x="0" y="0"/>
                </a:moveTo>
                <a:lnTo>
                  <a:pt x="178" y="32852"/>
                </a:lnTo>
              </a:path>
            </a:pathLst>
          </a:custGeom>
          <a:noFill xmlns:a="http://schemas.openxmlformats.org/drawingml/2006/main"/>
          <a:ln xmlns:a="http://schemas.openxmlformats.org/drawingml/2006/main" w="12137">
            <a:solidFill>
              <a:srgbClr val="000000"/>
            </a:solidFill>
            <a:prstDash val="solid"/>
          </a:ln>
        </p:spPr>
      </p:sp>
      <p:sp>
        <p:nvSpPr>
          <p:cNvPr id="427" name="pdf-path-393">
            <a:extLst xmlns:a="http://schemas.openxmlformats.org/drawingml/2006/main">
              <a:ext uri="{FF2B5EF4-FFF2-40B4-BE49-F238E27FC236}">
                <a16:creationId xmlns:a16="http://schemas.microsoft.com/office/drawing/2014/main" id="{58E7E7F9-80D8-49F7-A4A0-BEB57C6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4377" y="1711319"/>
            <a:ext cx="36412" cy="36509"/>
          </a:xfrm>
          <a:custGeom xmlns:a="http://schemas.openxmlformats.org/drawingml/2006/main">
            <a:pathLst>
              <a:path w="36412" h="36509">
                <a:moveTo>
                  <a:pt x="36412" y="0"/>
                </a:moveTo>
                <a:lnTo>
                  <a:pt x="18405" y="36509"/>
                </a:lnTo>
                <a:lnTo>
                  <a:pt x="0" y="200"/>
                </a:lnTo>
                <a:lnTo>
                  <a:pt x="364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df-path-394">
            <a:extLst xmlns:a="http://schemas.openxmlformats.org/drawingml/2006/main">
              <a:ext uri="{FF2B5EF4-FFF2-40B4-BE49-F238E27FC236}">
                <a16:creationId xmlns:a16="http://schemas.microsoft.com/office/drawing/2014/main" id="{9EF8FEC8-382B-4C44-BF62-ED489009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5843" y="1839797"/>
            <a:ext cx="95" cy="26568"/>
          </a:xfrm>
          <a:custGeom xmlns:a="http://schemas.openxmlformats.org/drawingml/2006/main">
            <a:pathLst>
              <a:path w="95" h="26568">
                <a:moveTo>
                  <a:pt x="0" y="0"/>
                </a:moveTo>
                <a:lnTo>
                  <a:pt x="0" y="26568"/>
                </a:lnTo>
              </a:path>
            </a:pathLst>
          </a:custGeom>
          <a:noFill xmlns:a="http://schemas.openxmlformats.org/drawingml/2006/main"/>
          <a:ln xmlns:a="http://schemas.openxmlformats.org/drawingml/2006/main" w="12137">
            <a:solidFill>
              <a:srgbClr val="000000"/>
            </a:solidFill>
            <a:prstDash val="solid"/>
          </a:ln>
        </p:spPr>
      </p:sp>
      <p:sp>
        <p:nvSpPr>
          <p:cNvPr id="429" name="pdf-path-395">
            <a:extLst xmlns:a="http://schemas.openxmlformats.org/drawingml/2006/main">
              <a:ext uri="{FF2B5EF4-FFF2-40B4-BE49-F238E27FC236}">
                <a16:creationId xmlns:a16="http://schemas.microsoft.com/office/drawing/2014/main" id="{319F55A6-9443-4E2F-BA67-9F0FBDB0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7639" y="1860299"/>
            <a:ext cx="36412" cy="36412"/>
          </a:xfrm>
          <a:custGeom xmlns:a="http://schemas.openxmlformats.org/drawingml/2006/main">
            <a:pathLst>
              <a:path w="36412" h="36412">
                <a:moveTo>
                  <a:pt x="36412" y="0"/>
                </a:moveTo>
                <a:lnTo>
                  <a:pt x="18206" y="36412"/>
                </a:lnTo>
                <a:lnTo>
                  <a:pt x="0" y="0"/>
                </a:lnTo>
                <a:lnTo>
                  <a:pt x="3641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df-path-397">
            <a:extLst xmlns:a="http://schemas.openxmlformats.org/drawingml/2006/main">
              <a:ext uri="{FF2B5EF4-FFF2-40B4-BE49-F238E27FC236}">
                <a16:creationId xmlns:a16="http://schemas.microsoft.com/office/drawing/2014/main" id="{C422BF72-6EF4-44BF-B75C-69F58538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1837" y="1541371"/>
            <a:ext cx="125371" cy="107888"/>
          </a:xfrm>
          <a:custGeom xmlns:a="http://schemas.openxmlformats.org/drawingml/2006/main">
            <a:pathLst>
              <a:path w="125371" h="107888">
                <a:moveTo>
                  <a:pt x="0" y="26972"/>
                </a:moveTo>
                <a:lnTo>
                  <a:pt x="71432" y="26972"/>
                </a:lnTo>
                <a:lnTo>
                  <a:pt x="71432" y="0"/>
                </a:lnTo>
                <a:lnTo>
                  <a:pt x="125371" y="53944"/>
                </a:lnTo>
                <a:lnTo>
                  <a:pt x="71432" y="107888"/>
                </a:lnTo>
                <a:lnTo>
                  <a:pt x="71432" y="80916"/>
                </a:lnTo>
                <a:lnTo>
                  <a:pt x="0" y="80916"/>
                </a:lnTo>
                <a:lnTo>
                  <a:pt x="0" y="2697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96A2AF"/>
            </a:solidFill>
            <a:prstDash val="solid"/>
          </a:ln>
        </p:spPr>
      </p:sp>
      <p:sp>
        <p:nvSpPr>
          <p:cNvPr id="431" name="pdf-path-399">
            <a:extLst xmlns:a="http://schemas.openxmlformats.org/drawingml/2006/main">
              <a:ext uri="{FF2B5EF4-FFF2-40B4-BE49-F238E27FC236}">
                <a16:creationId xmlns:a16="http://schemas.microsoft.com/office/drawing/2014/main" id="{421DC621-EF76-46B1-B3B9-833534AC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7961" y="1541371"/>
            <a:ext cx="125371" cy="107888"/>
          </a:xfrm>
          <a:custGeom xmlns:a="http://schemas.openxmlformats.org/drawingml/2006/main">
            <a:pathLst>
              <a:path w="125371" h="107888">
                <a:moveTo>
                  <a:pt x="0" y="26972"/>
                </a:moveTo>
                <a:lnTo>
                  <a:pt x="71432" y="26972"/>
                </a:lnTo>
                <a:lnTo>
                  <a:pt x="71432" y="0"/>
                </a:lnTo>
                <a:lnTo>
                  <a:pt x="125371" y="53944"/>
                </a:lnTo>
                <a:lnTo>
                  <a:pt x="71432" y="107888"/>
                </a:lnTo>
                <a:lnTo>
                  <a:pt x="71432" y="80916"/>
                </a:lnTo>
                <a:lnTo>
                  <a:pt x="0" y="80916"/>
                </a:lnTo>
                <a:lnTo>
                  <a:pt x="0" y="2697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96A2AF"/>
            </a:solidFill>
            <a:prstDash val="solid"/>
          </a:ln>
        </p:spPr>
      </p:sp>
      <p:sp>
        <p:nvSpPr>
          <p:cNvPr id="432" name="pdf-path-401">
            <a:extLst xmlns:a="http://schemas.openxmlformats.org/drawingml/2006/main">
              <a:ext uri="{FF2B5EF4-FFF2-40B4-BE49-F238E27FC236}">
                <a16:creationId xmlns:a16="http://schemas.microsoft.com/office/drawing/2014/main" id="{7F57B85E-D372-457E-B516-4E5A615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535" y="1541371"/>
            <a:ext cx="125371" cy="107888"/>
          </a:xfrm>
          <a:custGeom xmlns:a="http://schemas.openxmlformats.org/drawingml/2006/main">
            <a:pathLst>
              <a:path w="125371" h="107888">
                <a:moveTo>
                  <a:pt x="0" y="26972"/>
                </a:moveTo>
                <a:lnTo>
                  <a:pt x="71432" y="26972"/>
                </a:lnTo>
                <a:lnTo>
                  <a:pt x="71432" y="0"/>
                </a:lnTo>
                <a:lnTo>
                  <a:pt x="125371" y="53944"/>
                </a:lnTo>
                <a:lnTo>
                  <a:pt x="71432" y="107888"/>
                </a:lnTo>
                <a:lnTo>
                  <a:pt x="71432" y="80916"/>
                </a:lnTo>
                <a:lnTo>
                  <a:pt x="0" y="80916"/>
                </a:lnTo>
                <a:lnTo>
                  <a:pt x="0" y="2697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96A2AF"/>
            </a:solidFill>
            <a:prstDash val="solid"/>
          </a:ln>
        </p:spPr>
      </p:sp>
      <p:sp>
        <p:nvSpPr>
          <p:cNvPr id="433" name="pdf-path-403">
            <a:extLst xmlns:a="http://schemas.openxmlformats.org/drawingml/2006/main">
              <a:ext uri="{FF2B5EF4-FFF2-40B4-BE49-F238E27FC236}">
                <a16:creationId xmlns:a16="http://schemas.microsoft.com/office/drawing/2014/main" id="{58AEE40C-7FC1-4E9D-B1F8-9E23C91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9718" y="4653930"/>
            <a:ext cx="125371" cy="107887"/>
          </a:xfrm>
          <a:custGeom xmlns:a="http://schemas.openxmlformats.org/drawingml/2006/main">
            <a:pathLst>
              <a:path w="125371" h="107887">
                <a:moveTo>
                  <a:pt x="0" y="26972"/>
                </a:moveTo>
                <a:lnTo>
                  <a:pt x="71432" y="26972"/>
                </a:lnTo>
                <a:lnTo>
                  <a:pt x="71432" y="0"/>
                </a:lnTo>
                <a:lnTo>
                  <a:pt x="125371" y="53944"/>
                </a:lnTo>
                <a:lnTo>
                  <a:pt x="71432" y="107887"/>
                </a:lnTo>
                <a:lnTo>
                  <a:pt x="71432" y="80916"/>
                </a:lnTo>
                <a:lnTo>
                  <a:pt x="0" y="80916"/>
                </a:lnTo>
                <a:lnTo>
                  <a:pt x="0" y="26972"/>
                </a:ln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5394">
            <a:solidFill>
              <a:srgbClr val="96A2AF"/>
            </a:solidFill>
            <a:prstDash val="solid"/>
          </a:ln>
        </p:spPr>
      </p:sp>
      <p:sp>
        <p:nvSpPr>
          <p:cNvPr id="434" name="pdf-text-183-0">
            <a:extLst xmlns:a="http://schemas.openxmlformats.org/drawingml/2006/main">
              <a:ext uri="{FF2B5EF4-FFF2-40B4-BE49-F238E27FC236}">
                <a16:creationId xmlns:a16="http://schemas.microsoft.com/office/drawing/2014/main" id="{68C045F6-E277-47AB-9AEF-A14CDC74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063" y="3657658"/>
            <a:ext cx="1107010" cy="108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80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80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06" b="1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Scene initialization code</a:t>
            </a:r>
          </a:p>
        </p:txBody>
      </p:sp>
      <p:sp>
        <p:nvSpPr>
          <p:cNvPr id="435" name="vertical-label-0">
            <a:extLst xmlns:a="http://schemas.openxmlformats.org/drawingml/2006/main">
              <a:ext uri="{FF2B5EF4-FFF2-40B4-BE49-F238E27FC236}">
                <a16:creationId xmlns:a16="http://schemas.microsoft.com/office/drawing/2014/main" id="{54125379-8A48-47CB-AB0E-E2D49D0D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28053" y="1552838"/>
            <a:ext cx="1430740" cy="129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rPr>
              <a:t>Task and Steps Generation</a:t>
            </a:r>
          </a:p>
        </p:txBody>
      </p:sp>
      <p:sp>
        <p:nvSpPr>
          <p:cNvPr id="436" name="vertical-label-1">
            <a:extLst xmlns:a="http://schemas.openxmlformats.org/drawingml/2006/main">
              <a:ext uri="{FF2B5EF4-FFF2-40B4-BE49-F238E27FC236}">
                <a16:creationId xmlns:a16="http://schemas.microsoft.com/office/drawing/2014/main" id="{96139321-C961-49AF-8BFE-F1B41A3E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48748" y="1552837"/>
            <a:ext cx="1538194" cy="129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rPr>
              <a:t>Primitive actions Generation</a:t>
            </a:r>
          </a:p>
        </p:txBody>
      </p:sp>
      <p:sp>
        <p:nvSpPr>
          <p:cNvPr id="437" name="vertical-label-2">
            <a:extLst xmlns:a="http://schemas.openxmlformats.org/drawingml/2006/main">
              <a:ext uri="{FF2B5EF4-FFF2-40B4-BE49-F238E27FC236}">
                <a16:creationId xmlns:a16="http://schemas.microsoft.com/office/drawing/2014/main" id="{3AA4A9DD-1A61-4BD6-B7AF-F2091899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8380" y="4664187"/>
            <a:ext cx="1430741" cy="129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19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19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Task and Steps Generation</a:t>
            </a:r>
          </a:p>
        </p:txBody>
      </p:sp>
      <p:sp>
        <p:nvSpPr>
          <p:cNvPr id="438" name="vertical-label-3">
            <a:extLst xmlns:a="http://schemas.openxmlformats.org/drawingml/2006/main">
              <a:ext uri="{FF2B5EF4-FFF2-40B4-BE49-F238E27FC236}">
                <a16:creationId xmlns:a16="http://schemas.microsoft.com/office/drawing/2014/main" id="{EC16B6DA-E862-4AFD-8AD6-06EE24E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689156" y="4360669"/>
            <a:ext cx="470240" cy="150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Failure</a:t>
            </a:r>
          </a:p>
        </p:txBody>
      </p:sp>
      <p:sp>
        <p:nvSpPr>
          <p:cNvPr id="439" name="vertical-label-4">
            <a:extLst xmlns:a="http://schemas.openxmlformats.org/drawingml/2006/main">
              <a:ext uri="{FF2B5EF4-FFF2-40B4-BE49-F238E27FC236}">
                <a16:creationId xmlns:a16="http://schemas.microsoft.com/office/drawing/2014/main" id="{82460EA0-2993-4511-959E-BEE027A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255694" y="4338057"/>
            <a:ext cx="470241" cy="150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88" b="1" i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Failure</a:t>
            </a:r>
          </a:p>
        </p:txBody>
      </p:sp>
      <p:sp>
        <p:nvSpPr>
          <p:cNvPr id="440" name="vertical-label-5">
            <a:extLst xmlns:a="http://schemas.openxmlformats.org/drawingml/2006/main">
              <a:ext uri="{FF2B5EF4-FFF2-40B4-BE49-F238E27FC236}">
                <a16:creationId xmlns:a16="http://schemas.microsoft.com/office/drawing/2014/main" id="{B7B5B991-064B-4D5F-BA24-7D0A6DE2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38614" y="1503826"/>
            <a:ext cx="1239118" cy="129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9" b="1" i="1">
                <a:solidFill>
                  <a:srgbClr val="36BCF8"/>
                </a:solidFill>
                <a:latin typeface="Times New Roman"/>
                <a:ea typeface="Times New Roman"/>
                <a:cs typeface="Times New Roman"/>
              </a:rPr>
              <a:t>Affordance Generation</a:t>
            </a:r>
          </a:p>
        </p:txBody>
      </p:sp>
      <p:sp>
        <p:nvSpPr>
          <p:cNvPr id="44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C7BC912-C0BA-49E5-97F7-1523487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3771900"/>
            <a:ext cx="2085975" cy="2295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42" name="code-0-0">
            <a:extLst xmlns:a="http://schemas.openxmlformats.org/drawingml/2006/main">
              <a:ext uri="{FF2B5EF4-FFF2-40B4-BE49-F238E27FC236}">
                <a16:creationId xmlns:a16="http://schemas.microsoft.com/office/drawing/2014/main" id="{BFC6326B-3E8F-4E5C-96F5-6E749F5A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3781425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def</a:t>
            </a:r>
          </a:p>
        </p:txBody>
      </p:sp>
      <p:sp>
        <p:nvSpPr>
          <p:cNvPr id="443" name="code-0-1">
            <a:extLst xmlns:a="http://schemas.openxmlformats.org/drawingml/2006/main">
              <a:ext uri="{FF2B5EF4-FFF2-40B4-BE49-F238E27FC236}">
                <a16:creationId xmlns:a16="http://schemas.microsoft.com/office/drawing/2014/main" id="{BFF6D60F-0016-4823-9CFC-F515AF94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666" y="3781425"/>
            <a:ext cx="22347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__init__</a:t>
            </a:r>
          </a:p>
        </p:txBody>
      </p:sp>
      <p:sp>
        <p:nvSpPr>
          <p:cNvPr id="444" name="code-0-2">
            <a:extLst xmlns:a="http://schemas.openxmlformats.org/drawingml/2006/main">
              <a:ext uri="{FF2B5EF4-FFF2-40B4-BE49-F238E27FC236}">
                <a16:creationId xmlns:a16="http://schemas.microsoft.com/office/drawing/2014/main" id="{B5A8E625-8F3B-4566-89F8-502705B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378142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445" name="code-0-3">
            <a:extLst xmlns:a="http://schemas.openxmlformats.org/drawingml/2006/main">
              <a:ext uri="{FF2B5EF4-FFF2-40B4-BE49-F238E27FC236}">
                <a16:creationId xmlns:a16="http://schemas.microsoft.com/office/drawing/2014/main" id="{7A44EEAE-E866-4599-A6F9-648510D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3781425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self</a:t>
            </a:r>
          </a:p>
        </p:txBody>
      </p:sp>
      <p:sp>
        <p:nvSpPr>
          <p:cNvPr id="446" name="code-0-4">
            <a:extLst xmlns:a="http://schemas.openxmlformats.org/drawingml/2006/main">
              <a:ext uri="{FF2B5EF4-FFF2-40B4-BE49-F238E27FC236}">
                <a16:creationId xmlns:a16="http://schemas.microsoft.com/office/drawing/2014/main" id="{096C1C25-1920-44A3-8174-A433CECB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378142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447" name="code-0-5">
            <a:extLst xmlns:a="http://schemas.openxmlformats.org/drawingml/2006/main">
              <a:ext uri="{FF2B5EF4-FFF2-40B4-BE49-F238E27FC236}">
                <a16:creationId xmlns:a16="http://schemas.microsoft.com/office/drawing/2014/main" id="{1ABD6AB2-2C18-4B5C-A979-017C42E7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4072" y="378142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48" name="code-1-0">
            <a:extLst xmlns:a="http://schemas.openxmlformats.org/drawingml/2006/main">
              <a:ext uri="{FF2B5EF4-FFF2-40B4-BE49-F238E27FC236}">
                <a16:creationId xmlns:a16="http://schemas.microsoft.com/office/drawing/2014/main" id="{896BA661-BFCF-46FC-B079-6B185FC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3840285"/>
            <a:ext cx="437417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fixture_num_info</a:t>
            </a:r>
          </a:p>
        </p:txBody>
      </p:sp>
      <p:sp>
        <p:nvSpPr>
          <p:cNvPr id="449" name="code-1-1">
            <a:extLst xmlns:a="http://schemas.openxmlformats.org/drawingml/2006/main">
              <a:ext uri="{FF2B5EF4-FFF2-40B4-BE49-F238E27FC236}">
                <a16:creationId xmlns:a16="http://schemas.microsoft.com/office/drawing/2014/main" id="{506DC457-C448-4B37-AC06-46EDF1D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384028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450" name="code-1-2">
            <a:extLst xmlns:a="http://schemas.openxmlformats.org/drawingml/2006/main">
              <a:ext uri="{FF2B5EF4-FFF2-40B4-BE49-F238E27FC236}">
                <a16:creationId xmlns:a16="http://schemas.microsoft.com/office/drawing/2014/main" id="{29872E95-F578-4579-B482-CF3C242F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384028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451" name="code-2-0">
            <a:extLst xmlns:a="http://schemas.openxmlformats.org/drawingml/2006/main">
              <a:ext uri="{FF2B5EF4-FFF2-40B4-BE49-F238E27FC236}">
                <a16:creationId xmlns:a16="http://schemas.microsoft.com/office/drawing/2014/main" id="{2B2338A9-ABAD-490B-956D-C93A8AE6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3899144"/>
            <a:ext cx="38393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"coffee_table"</a:t>
            </a:r>
          </a:p>
        </p:txBody>
      </p:sp>
      <p:sp>
        <p:nvSpPr>
          <p:cNvPr id="452" name="code-2-1">
            <a:extLst xmlns:a="http://schemas.openxmlformats.org/drawingml/2006/main">
              <a:ext uri="{FF2B5EF4-FFF2-40B4-BE49-F238E27FC236}">
                <a16:creationId xmlns:a16="http://schemas.microsoft.com/office/drawing/2014/main" id="{1AE5538C-2407-4FD9-8B62-51B1135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1045" y="389914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53" name="code-2-2">
            <a:extLst xmlns:a="http://schemas.openxmlformats.org/drawingml/2006/main">
              <a:ext uri="{FF2B5EF4-FFF2-40B4-BE49-F238E27FC236}">
                <a16:creationId xmlns:a16="http://schemas.microsoft.com/office/drawing/2014/main" id="{169A43D8-57E3-4D26-93B2-DA530DDD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532" y="389914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54" name="code-2-3">
            <a:extLst xmlns:a="http://schemas.openxmlformats.org/drawingml/2006/main">
              <a:ext uri="{FF2B5EF4-FFF2-40B4-BE49-F238E27FC236}">
                <a16:creationId xmlns:a16="http://schemas.microsoft.com/office/drawing/2014/main" id="{0A80983D-3C87-4A9F-A49F-786632A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389914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55" name="code-3-0">
            <a:extLst xmlns:a="http://schemas.openxmlformats.org/drawingml/2006/main">
              <a:ext uri="{FF2B5EF4-FFF2-40B4-BE49-F238E27FC236}">
                <a16:creationId xmlns:a16="http://schemas.microsoft.com/office/drawing/2014/main" id="{51CE3701-794A-4827-8205-BBA72E5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3958004"/>
            <a:ext cx="30370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"microwave"</a:t>
            </a:r>
          </a:p>
        </p:txBody>
      </p:sp>
      <p:sp>
        <p:nvSpPr>
          <p:cNvPr id="456" name="code-3-1">
            <a:extLst xmlns:a="http://schemas.openxmlformats.org/drawingml/2006/main">
              <a:ext uri="{FF2B5EF4-FFF2-40B4-BE49-F238E27FC236}">
                <a16:creationId xmlns:a16="http://schemas.microsoft.com/office/drawing/2014/main" id="{FEA0B52E-22FB-4B9C-B3D7-AE516918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395800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57" name="code-3-2">
            <a:extLst xmlns:a="http://schemas.openxmlformats.org/drawingml/2006/main">
              <a:ext uri="{FF2B5EF4-FFF2-40B4-BE49-F238E27FC236}">
                <a16:creationId xmlns:a16="http://schemas.microsoft.com/office/drawing/2014/main" id="{050B7FC5-9667-45CF-B7BE-24285A9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302" y="395800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58" name="code-3-3">
            <a:extLst xmlns:a="http://schemas.openxmlformats.org/drawingml/2006/main">
              <a:ext uri="{FF2B5EF4-FFF2-40B4-BE49-F238E27FC236}">
                <a16:creationId xmlns:a16="http://schemas.microsoft.com/office/drawing/2014/main" id="{51DCF428-46FD-4CC3-84F5-19AA7EDB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1045" y="395800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59" name="code-4-0">
            <a:extLst xmlns:a="http://schemas.openxmlformats.org/drawingml/2006/main">
              <a:ext uri="{FF2B5EF4-FFF2-40B4-BE49-F238E27FC236}">
                <a16:creationId xmlns:a16="http://schemas.microsoft.com/office/drawing/2014/main" id="{C028B253-8EDC-47CB-8B0C-7692DE9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016863"/>
            <a:ext cx="38393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"short_fridge"</a:t>
            </a:r>
          </a:p>
        </p:txBody>
      </p:sp>
      <p:sp>
        <p:nvSpPr>
          <p:cNvPr id="460" name="code-4-1">
            <a:extLst xmlns:a="http://schemas.openxmlformats.org/drawingml/2006/main">
              <a:ext uri="{FF2B5EF4-FFF2-40B4-BE49-F238E27FC236}">
                <a16:creationId xmlns:a16="http://schemas.microsoft.com/office/drawing/2014/main" id="{1EF1D1EC-8AC5-4EC4-B07C-22F1188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1045" y="401686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61" name="code-4-2">
            <a:extLst xmlns:a="http://schemas.openxmlformats.org/drawingml/2006/main">
              <a:ext uri="{FF2B5EF4-FFF2-40B4-BE49-F238E27FC236}">
                <a16:creationId xmlns:a16="http://schemas.microsoft.com/office/drawing/2014/main" id="{4EBA0ACD-FF59-4D77-B743-DAE58FB7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532" y="401686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62" name="code-4-3">
            <a:extLst xmlns:a="http://schemas.openxmlformats.org/drawingml/2006/main">
              <a:ext uri="{FF2B5EF4-FFF2-40B4-BE49-F238E27FC236}">
                <a16:creationId xmlns:a16="http://schemas.microsoft.com/office/drawing/2014/main" id="{D877BBCD-DDAA-43FD-BC55-FDC27799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401686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63" name="code-5-0">
            <a:extLst xmlns:a="http://schemas.openxmlformats.org/drawingml/2006/main">
              <a:ext uri="{FF2B5EF4-FFF2-40B4-BE49-F238E27FC236}">
                <a16:creationId xmlns:a16="http://schemas.microsoft.com/office/drawing/2014/main" id="{AF8CA774-CC5C-41F9-B25D-58E9E27B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07572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64" name="code-6-0">
            <a:extLst xmlns:a="http://schemas.openxmlformats.org/drawingml/2006/main">
              <a:ext uri="{FF2B5EF4-FFF2-40B4-BE49-F238E27FC236}">
                <a16:creationId xmlns:a16="http://schemas.microsoft.com/office/drawing/2014/main" id="{D984FE25-97F3-4863-8F3B-0C052090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134583"/>
            <a:ext cx="41067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object_num_info</a:t>
            </a:r>
          </a:p>
        </p:txBody>
      </p:sp>
      <p:sp>
        <p:nvSpPr>
          <p:cNvPr id="465" name="code-6-1">
            <a:extLst xmlns:a="http://schemas.openxmlformats.org/drawingml/2006/main">
              <a:ext uri="{FF2B5EF4-FFF2-40B4-BE49-F238E27FC236}">
                <a16:creationId xmlns:a16="http://schemas.microsoft.com/office/drawing/2014/main" id="{AF174E9C-AAC1-47A4-AC48-FCFDE6EE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532" y="413458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466" name="code-6-2">
            <a:extLst xmlns:a="http://schemas.openxmlformats.org/drawingml/2006/main">
              <a:ext uri="{FF2B5EF4-FFF2-40B4-BE49-F238E27FC236}">
                <a16:creationId xmlns:a16="http://schemas.microsoft.com/office/drawing/2014/main" id="{EFDFEBD4-4BE9-4376-B78B-1A04F7BC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018" y="413458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{</a:t>
            </a:r>
          </a:p>
        </p:txBody>
      </p:sp>
      <p:sp>
        <p:nvSpPr>
          <p:cNvPr id="467" name="code-7-0">
            <a:extLst xmlns:a="http://schemas.openxmlformats.org/drawingml/2006/main">
              <a:ext uri="{FF2B5EF4-FFF2-40B4-BE49-F238E27FC236}">
                <a16:creationId xmlns:a16="http://schemas.microsoft.com/office/drawing/2014/main" id="{40D8BE11-16CB-4094-BCA7-064BCF1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193442"/>
            <a:ext cx="16998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"milk"</a:t>
            </a:r>
          </a:p>
        </p:txBody>
      </p:sp>
      <p:sp>
        <p:nvSpPr>
          <p:cNvPr id="468" name="code-7-1">
            <a:extLst xmlns:a="http://schemas.openxmlformats.org/drawingml/2006/main">
              <a:ext uri="{FF2B5EF4-FFF2-40B4-BE49-F238E27FC236}">
                <a16:creationId xmlns:a16="http://schemas.microsoft.com/office/drawing/2014/main" id="{825489B0-D304-47AB-8BE0-4AE780E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099" y="419344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69" name="code-7-2">
            <a:extLst xmlns:a="http://schemas.openxmlformats.org/drawingml/2006/main">
              <a:ext uri="{FF2B5EF4-FFF2-40B4-BE49-F238E27FC236}">
                <a16:creationId xmlns:a16="http://schemas.microsoft.com/office/drawing/2014/main" id="{3DC669DD-8837-4429-9081-027D69A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19344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70" name="code-7-3">
            <a:extLst xmlns:a="http://schemas.openxmlformats.org/drawingml/2006/main">
              <a:ext uri="{FF2B5EF4-FFF2-40B4-BE49-F238E27FC236}">
                <a16:creationId xmlns:a16="http://schemas.microsoft.com/office/drawing/2014/main" id="{8A243E06-173C-4026-9414-4F7A603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419344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71" name="code-8-0">
            <a:extLst xmlns:a="http://schemas.openxmlformats.org/drawingml/2006/main">
              <a:ext uri="{FF2B5EF4-FFF2-40B4-BE49-F238E27FC236}">
                <a16:creationId xmlns:a16="http://schemas.microsoft.com/office/drawing/2014/main" id="{95201075-2A30-41D4-A411-78382BD8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252302"/>
            <a:ext cx="19672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"plate"</a:t>
            </a:r>
          </a:p>
        </p:txBody>
      </p:sp>
      <p:sp>
        <p:nvSpPr>
          <p:cNvPr id="472" name="code-8-1">
            <a:extLst xmlns:a="http://schemas.openxmlformats.org/drawingml/2006/main">
              <a:ext uri="{FF2B5EF4-FFF2-40B4-BE49-F238E27FC236}">
                <a16:creationId xmlns:a16="http://schemas.microsoft.com/office/drawing/2014/main" id="{8AC67455-0174-422A-95A3-C55EE67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3842" y="425230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73" name="code-8-2">
            <a:extLst xmlns:a="http://schemas.openxmlformats.org/drawingml/2006/main">
              <a:ext uri="{FF2B5EF4-FFF2-40B4-BE49-F238E27FC236}">
                <a16:creationId xmlns:a16="http://schemas.microsoft.com/office/drawing/2014/main" id="{0FBD8311-6465-4022-A523-C82DFAF7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425230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74" name="code-8-3">
            <a:extLst xmlns:a="http://schemas.openxmlformats.org/drawingml/2006/main">
              <a:ext uri="{FF2B5EF4-FFF2-40B4-BE49-F238E27FC236}">
                <a16:creationId xmlns:a16="http://schemas.microsoft.com/office/drawing/2014/main" id="{137D66DF-F80E-4CD2-A2B5-B466B58B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4072" y="425230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75" name="code-9-0">
            <a:extLst xmlns:a="http://schemas.openxmlformats.org/drawingml/2006/main">
              <a:ext uri="{FF2B5EF4-FFF2-40B4-BE49-F238E27FC236}">
                <a16:creationId xmlns:a16="http://schemas.microsoft.com/office/drawing/2014/main" id="{E17DEA9F-68AC-48F9-AA39-89FE583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311162"/>
            <a:ext cx="437417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"red_coffee_mug"</a:t>
            </a:r>
          </a:p>
        </p:txBody>
      </p:sp>
      <p:sp>
        <p:nvSpPr>
          <p:cNvPr id="476" name="code-9-1">
            <a:extLst xmlns:a="http://schemas.openxmlformats.org/drawingml/2006/main">
              <a:ext uri="{FF2B5EF4-FFF2-40B4-BE49-F238E27FC236}">
                <a16:creationId xmlns:a16="http://schemas.microsoft.com/office/drawing/2014/main" id="{52A69647-B5FA-48FF-979B-69D422DC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532" y="431116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77" name="code-9-2">
            <a:extLst xmlns:a="http://schemas.openxmlformats.org/drawingml/2006/main">
              <a:ext uri="{FF2B5EF4-FFF2-40B4-BE49-F238E27FC236}">
                <a16:creationId xmlns:a16="http://schemas.microsoft.com/office/drawing/2014/main" id="{6F98EE27-C3FF-4727-AD0D-23ED48B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8018" y="431116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478" name="code-9-3">
            <a:extLst xmlns:a="http://schemas.openxmlformats.org/drawingml/2006/main">
              <a:ext uri="{FF2B5EF4-FFF2-40B4-BE49-F238E27FC236}">
                <a16:creationId xmlns:a16="http://schemas.microsoft.com/office/drawing/2014/main" id="{7A6C6052-8719-4193-A262-828220BF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431116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479" name="code-10-0">
            <a:extLst xmlns:a="http://schemas.openxmlformats.org/drawingml/2006/main">
              <a:ext uri="{FF2B5EF4-FFF2-40B4-BE49-F238E27FC236}">
                <a16:creationId xmlns:a16="http://schemas.microsoft.com/office/drawing/2014/main" id="{2A58C1B7-A45D-4E41-A239-BA3B23E6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37002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480" name="code-11-0">
            <a:extLst xmlns:a="http://schemas.openxmlformats.org/drawingml/2006/main">
              <a:ext uri="{FF2B5EF4-FFF2-40B4-BE49-F238E27FC236}">
                <a16:creationId xmlns:a16="http://schemas.microsoft.com/office/drawing/2014/main" id="{07E002A4-CF74-4C89-9AF1-1205F709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4428881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481" name="code-13-0">
            <a:extLst xmlns:a="http://schemas.openxmlformats.org/drawingml/2006/main">
              <a:ext uri="{FF2B5EF4-FFF2-40B4-BE49-F238E27FC236}">
                <a16:creationId xmlns:a16="http://schemas.microsoft.com/office/drawing/2014/main" id="{EAB747AE-7D56-48DA-8CF5-A24024E5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4546600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def</a:t>
            </a:r>
          </a:p>
        </p:txBody>
      </p:sp>
      <p:sp>
        <p:nvSpPr>
          <p:cNvPr id="482" name="code-13-1">
            <a:extLst xmlns:a="http://schemas.openxmlformats.org/drawingml/2006/main">
              <a:ext uri="{FF2B5EF4-FFF2-40B4-BE49-F238E27FC236}">
                <a16:creationId xmlns:a16="http://schemas.microsoft.com/office/drawing/2014/main" id="{F1E61657-BFAD-42F5-B2BB-89056541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666" y="4546600"/>
            <a:ext cx="38393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define_regions</a:t>
            </a:r>
          </a:p>
        </p:txBody>
      </p:sp>
      <p:sp>
        <p:nvSpPr>
          <p:cNvPr id="483" name="code-13-2">
            <a:extLst xmlns:a="http://schemas.openxmlformats.org/drawingml/2006/main">
              <a:ext uri="{FF2B5EF4-FFF2-40B4-BE49-F238E27FC236}">
                <a16:creationId xmlns:a16="http://schemas.microsoft.com/office/drawing/2014/main" id="{5087E472-CF47-4D77-8A76-79383DA0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4072" y="454660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484" name="code-13-3">
            <a:extLst xmlns:a="http://schemas.openxmlformats.org/drawingml/2006/main">
              <a:ext uri="{FF2B5EF4-FFF2-40B4-BE49-F238E27FC236}">
                <a16:creationId xmlns:a16="http://schemas.microsoft.com/office/drawing/2014/main" id="{81503745-9FBC-4412-B703-1AB49B30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4546600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self</a:t>
            </a:r>
          </a:p>
        </p:txBody>
      </p:sp>
      <p:sp>
        <p:nvSpPr>
          <p:cNvPr id="485" name="code-13-4">
            <a:extLst xmlns:a="http://schemas.openxmlformats.org/drawingml/2006/main">
              <a:ext uri="{FF2B5EF4-FFF2-40B4-BE49-F238E27FC236}">
                <a16:creationId xmlns:a16="http://schemas.microsoft.com/office/drawing/2014/main" id="{F4258CD1-9585-4366-BB90-B1548213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7788" y="454660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486" name="code-13-5">
            <a:extLst xmlns:a="http://schemas.openxmlformats.org/drawingml/2006/main">
              <a:ext uri="{FF2B5EF4-FFF2-40B4-BE49-F238E27FC236}">
                <a16:creationId xmlns:a16="http://schemas.microsoft.com/office/drawing/2014/main" id="{7E87F58D-106F-40FF-81EC-83579A88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4532" y="454660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487" name="code-14-0">
            <a:extLst xmlns:a="http://schemas.openxmlformats.org/drawingml/2006/main">
              <a:ext uri="{FF2B5EF4-FFF2-40B4-BE49-F238E27FC236}">
                <a16:creationId xmlns:a16="http://schemas.microsoft.com/office/drawing/2014/main" id="{7A02AC0C-E1DA-4543-920F-29A5A309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4605460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self</a:t>
            </a:r>
          </a:p>
        </p:txBody>
      </p:sp>
      <p:sp>
        <p:nvSpPr>
          <p:cNvPr id="488" name="code-14-1">
            <a:extLst xmlns:a="http://schemas.openxmlformats.org/drawingml/2006/main">
              <a:ext uri="{FF2B5EF4-FFF2-40B4-BE49-F238E27FC236}">
                <a16:creationId xmlns:a16="http://schemas.microsoft.com/office/drawing/2014/main" id="{EC9C570A-8B9B-4ACD-852B-03651C6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460546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489" name="code-14-2">
            <a:extLst xmlns:a="http://schemas.openxmlformats.org/drawingml/2006/main">
              <a:ext uri="{FF2B5EF4-FFF2-40B4-BE49-F238E27FC236}">
                <a16:creationId xmlns:a16="http://schemas.microsoft.com/office/drawing/2014/main" id="{1E01AA92-A518-461C-AE48-A0E404E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4605460"/>
            <a:ext cx="19672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regions</a:t>
            </a:r>
          </a:p>
        </p:txBody>
      </p:sp>
      <p:sp>
        <p:nvSpPr>
          <p:cNvPr id="490" name="code-14-3">
            <a:extLst xmlns:a="http://schemas.openxmlformats.org/drawingml/2006/main">
              <a:ext uri="{FF2B5EF4-FFF2-40B4-BE49-F238E27FC236}">
                <a16:creationId xmlns:a16="http://schemas.microsoft.com/office/drawing/2014/main" id="{3E5B5276-A302-4811-A940-0BCF1D27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559" y="460546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491" name="code-14-4">
            <a:extLst xmlns:a="http://schemas.openxmlformats.org/drawingml/2006/main">
              <a:ext uri="{FF2B5EF4-FFF2-40B4-BE49-F238E27FC236}">
                <a16:creationId xmlns:a16="http://schemas.microsoft.com/office/drawing/2014/main" id="{5E25F07B-5B41-4346-91B4-820ECE10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302" y="4605460"/>
            <a:ext cx="16998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update</a:t>
            </a:r>
          </a:p>
        </p:txBody>
      </p:sp>
      <p:sp>
        <p:nvSpPr>
          <p:cNvPr id="492" name="code-14-5">
            <a:extLst xmlns:a="http://schemas.openxmlformats.org/drawingml/2006/main">
              <a:ext uri="{FF2B5EF4-FFF2-40B4-BE49-F238E27FC236}">
                <a16:creationId xmlns:a16="http://schemas.microsoft.com/office/drawing/2014/main" id="{697D7096-5BDA-417D-A09F-ED61E23F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4605460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493" name="code-15-0">
            <a:extLst xmlns:a="http://schemas.openxmlformats.org/drawingml/2006/main">
              <a:ext uri="{FF2B5EF4-FFF2-40B4-BE49-F238E27FC236}">
                <a16:creationId xmlns:a16="http://schemas.microsoft.com/office/drawing/2014/main" id="{FF62A489-C1AF-40D1-B53F-950C1F3C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4664319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self</a:t>
            </a:r>
          </a:p>
        </p:txBody>
      </p:sp>
      <p:sp>
        <p:nvSpPr>
          <p:cNvPr id="494" name="code-15-1">
            <a:extLst xmlns:a="http://schemas.openxmlformats.org/drawingml/2006/main">
              <a:ext uri="{FF2B5EF4-FFF2-40B4-BE49-F238E27FC236}">
                <a16:creationId xmlns:a16="http://schemas.microsoft.com/office/drawing/2014/main" id="{7EC11F08-E1AB-4A2C-9319-AD298B36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66431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</a:t>
            </a:r>
          </a:p>
        </p:txBody>
      </p:sp>
      <p:sp>
        <p:nvSpPr>
          <p:cNvPr id="495" name="code-15-2">
            <a:extLst xmlns:a="http://schemas.openxmlformats.org/drawingml/2006/main">
              <a:ext uri="{FF2B5EF4-FFF2-40B4-BE49-F238E27FC236}">
                <a16:creationId xmlns:a16="http://schemas.microsoft.com/office/drawing/2014/main" id="{C8EB0036-4287-4A5E-9626-E37B5944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4664319"/>
            <a:ext cx="41067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get_region_dict</a:t>
            </a:r>
          </a:p>
        </p:txBody>
      </p:sp>
      <p:sp>
        <p:nvSpPr>
          <p:cNvPr id="496" name="code-15-3">
            <a:extLst xmlns:a="http://schemas.openxmlformats.org/drawingml/2006/main">
              <a:ext uri="{FF2B5EF4-FFF2-40B4-BE49-F238E27FC236}">
                <a16:creationId xmlns:a16="http://schemas.microsoft.com/office/drawing/2014/main" id="{60CA3885-1FD3-4C11-9ADA-62DCD4B7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478" y="466431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497" name="code-16-0">
            <a:extLst xmlns:a="http://schemas.openxmlformats.org/drawingml/2006/main">
              <a:ext uri="{FF2B5EF4-FFF2-40B4-BE49-F238E27FC236}">
                <a16:creationId xmlns:a16="http://schemas.microsoft.com/office/drawing/2014/main" id="{C7C5F337-A62E-480F-80BB-B4166FDF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723179"/>
            <a:ext cx="49090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region_centroid_xy</a:t>
            </a:r>
          </a:p>
        </p:txBody>
      </p:sp>
      <p:sp>
        <p:nvSpPr>
          <p:cNvPr id="498" name="code-16-1">
            <a:extLst xmlns:a="http://schemas.openxmlformats.org/drawingml/2006/main">
              <a:ext uri="{FF2B5EF4-FFF2-40B4-BE49-F238E27FC236}">
                <a16:creationId xmlns:a16="http://schemas.microsoft.com/office/drawing/2014/main" id="{11340645-7C63-44C3-BD76-2BF8AA3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1964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499" name="code-16-2">
            <a:extLst xmlns:a="http://schemas.openxmlformats.org/drawingml/2006/main">
              <a:ext uri="{FF2B5EF4-FFF2-40B4-BE49-F238E27FC236}">
                <a16:creationId xmlns:a16="http://schemas.microsoft.com/office/drawing/2014/main" id="{A69B538D-34FF-4EC5-9509-9DA0599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708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[</a:t>
            </a:r>
          </a:p>
        </p:txBody>
      </p:sp>
      <p:sp>
        <p:nvSpPr>
          <p:cNvPr id="500" name="code-16-3">
            <a:extLst xmlns:a="http://schemas.openxmlformats.org/drawingml/2006/main">
              <a:ext uri="{FF2B5EF4-FFF2-40B4-BE49-F238E27FC236}">
                <a16:creationId xmlns:a16="http://schemas.microsoft.com/office/drawing/2014/main" id="{21B91BF5-9859-4494-9221-DDB5121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5451" y="4723179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0.0</a:t>
            </a:r>
          </a:p>
        </p:txBody>
      </p:sp>
      <p:sp>
        <p:nvSpPr>
          <p:cNvPr id="501" name="code-16-4">
            <a:extLst xmlns:a="http://schemas.openxmlformats.org/drawingml/2006/main">
              <a:ext uri="{FF2B5EF4-FFF2-40B4-BE49-F238E27FC236}">
                <a16:creationId xmlns:a16="http://schemas.microsoft.com/office/drawing/2014/main" id="{0680B76E-2144-4E6E-9C1E-E3909CD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681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02" name="code-16-5">
            <a:extLst xmlns:a="http://schemas.openxmlformats.org/drawingml/2006/main">
              <a:ext uri="{FF2B5EF4-FFF2-40B4-BE49-F238E27FC236}">
                <a16:creationId xmlns:a16="http://schemas.microsoft.com/office/drawing/2014/main" id="{AAC98E93-26DA-4339-BA8E-6F64E0F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167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-</a:t>
            </a:r>
          </a:p>
        </p:txBody>
      </p:sp>
      <p:sp>
        <p:nvSpPr>
          <p:cNvPr id="503" name="code-16-6">
            <a:extLst xmlns:a="http://schemas.openxmlformats.org/drawingml/2006/main">
              <a:ext uri="{FF2B5EF4-FFF2-40B4-BE49-F238E27FC236}">
                <a16:creationId xmlns:a16="http://schemas.microsoft.com/office/drawing/2014/main" id="{38CD8581-7745-46EE-8C6C-67F54CF3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5911" y="4723179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0.55</a:t>
            </a:r>
          </a:p>
        </p:txBody>
      </p:sp>
      <p:sp>
        <p:nvSpPr>
          <p:cNvPr id="504" name="code-16-7">
            <a:extLst xmlns:a="http://schemas.openxmlformats.org/drawingml/2006/main">
              <a:ext uri="{FF2B5EF4-FFF2-40B4-BE49-F238E27FC236}">
                <a16:creationId xmlns:a16="http://schemas.microsoft.com/office/drawing/2014/main" id="{5FB6F42D-F9D3-44D2-A5B4-8E4E560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2884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505" name="code-16-8">
            <a:extLst xmlns:a="http://schemas.openxmlformats.org/drawingml/2006/main">
              <a:ext uri="{FF2B5EF4-FFF2-40B4-BE49-F238E27FC236}">
                <a16:creationId xmlns:a16="http://schemas.microsoft.com/office/drawing/2014/main" id="{CC6C0B77-F1BF-42A0-AD65-AB3DB7D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9627" y="4723179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06" name="code-17-0">
            <a:extLst xmlns:a="http://schemas.openxmlformats.org/drawingml/2006/main">
              <a:ext uri="{FF2B5EF4-FFF2-40B4-BE49-F238E27FC236}">
                <a16:creationId xmlns:a16="http://schemas.microsoft.com/office/drawing/2014/main" id="{1BECFED0-BADB-43CA-AB33-3D1FEAA2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782038"/>
            <a:ext cx="30370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region_name</a:t>
            </a:r>
          </a:p>
        </p:txBody>
      </p:sp>
      <p:sp>
        <p:nvSpPr>
          <p:cNvPr id="507" name="code-17-1">
            <a:extLst xmlns:a="http://schemas.openxmlformats.org/drawingml/2006/main">
              <a:ext uri="{FF2B5EF4-FFF2-40B4-BE49-F238E27FC236}">
                <a16:creationId xmlns:a16="http://schemas.microsoft.com/office/drawing/2014/main" id="{03C0E2E3-AF5C-497C-9202-89CA079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478203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508" name="code-17-2">
            <a:extLst xmlns:a="http://schemas.openxmlformats.org/drawingml/2006/main">
              <a:ext uri="{FF2B5EF4-FFF2-40B4-BE49-F238E27FC236}">
                <a16:creationId xmlns:a16="http://schemas.microsoft.com/office/drawing/2014/main" id="{8043CEA8-4F85-4201-8D14-C3427020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505" y="4782038"/>
            <a:ext cx="704850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"short_fridge_init_region"</a:t>
            </a:r>
          </a:p>
        </p:txBody>
      </p:sp>
      <p:sp>
        <p:nvSpPr>
          <p:cNvPr id="509" name="code-17-3">
            <a:extLst xmlns:a="http://schemas.openxmlformats.org/drawingml/2006/main">
              <a:ext uri="{FF2B5EF4-FFF2-40B4-BE49-F238E27FC236}">
                <a16:creationId xmlns:a16="http://schemas.microsoft.com/office/drawing/2014/main" id="{F9E4D473-E33F-41EB-8291-B8752696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6830" y="478203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10" name="code-18-0">
            <a:extLst xmlns:a="http://schemas.openxmlformats.org/drawingml/2006/main">
              <a:ext uri="{FF2B5EF4-FFF2-40B4-BE49-F238E27FC236}">
                <a16:creationId xmlns:a16="http://schemas.microsoft.com/office/drawing/2014/main" id="{7EDD4038-FFB2-4FE2-9F04-9D28ABB4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840898"/>
            <a:ext cx="30370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target_name</a:t>
            </a:r>
          </a:p>
        </p:txBody>
      </p:sp>
      <p:sp>
        <p:nvSpPr>
          <p:cNvPr id="511" name="code-18-1">
            <a:extLst xmlns:a="http://schemas.openxmlformats.org/drawingml/2006/main">
              <a:ext uri="{FF2B5EF4-FFF2-40B4-BE49-F238E27FC236}">
                <a16:creationId xmlns:a16="http://schemas.microsoft.com/office/drawing/2014/main" id="{49139458-8865-4622-BEF3-2EFD8BF5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484089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512" name="code-18-2">
            <a:extLst xmlns:a="http://schemas.openxmlformats.org/drawingml/2006/main">
              <a:ext uri="{FF2B5EF4-FFF2-40B4-BE49-F238E27FC236}">
                <a16:creationId xmlns:a16="http://schemas.microsoft.com/office/drawing/2014/main" id="{38C54F7B-758A-409D-8D8F-74A97282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505" y="4840898"/>
            <a:ext cx="38393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'coffee_table'</a:t>
            </a:r>
          </a:p>
        </p:txBody>
      </p:sp>
      <p:sp>
        <p:nvSpPr>
          <p:cNvPr id="513" name="code-18-3">
            <a:extLst xmlns:a="http://schemas.openxmlformats.org/drawingml/2006/main">
              <a:ext uri="{FF2B5EF4-FFF2-40B4-BE49-F238E27FC236}">
                <a16:creationId xmlns:a16="http://schemas.microsoft.com/office/drawing/2014/main" id="{3A6BC640-0BEB-4D2D-AFDB-53C4670C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5911" y="484089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14" name="code-19-0">
            <a:extLst xmlns:a="http://schemas.openxmlformats.org/drawingml/2006/main">
              <a:ext uri="{FF2B5EF4-FFF2-40B4-BE49-F238E27FC236}">
                <a16:creationId xmlns:a16="http://schemas.microsoft.com/office/drawing/2014/main" id="{9929636F-B7F3-4E9D-9B10-644F41D0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4899758"/>
            <a:ext cx="33044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yaw_rotation</a:t>
            </a:r>
          </a:p>
        </p:txBody>
      </p:sp>
      <p:sp>
        <p:nvSpPr>
          <p:cNvPr id="515" name="code-19-1">
            <a:extLst xmlns:a="http://schemas.openxmlformats.org/drawingml/2006/main">
              <a:ext uri="{FF2B5EF4-FFF2-40B4-BE49-F238E27FC236}">
                <a16:creationId xmlns:a16="http://schemas.microsoft.com/office/drawing/2014/main" id="{ADE65E49-5C97-48B4-B3CF-309ECE3B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505" y="489975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516" name="code-19-2">
            <a:extLst xmlns:a="http://schemas.openxmlformats.org/drawingml/2006/main">
              <a:ext uri="{FF2B5EF4-FFF2-40B4-BE49-F238E27FC236}">
                <a16:creationId xmlns:a16="http://schemas.microsoft.com/office/drawing/2014/main" id="{40A5E7D2-694A-49C0-AAA6-C66C6A43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8248" y="489975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17" name="code-19-3">
            <a:extLst xmlns:a="http://schemas.openxmlformats.org/drawingml/2006/main">
              <a:ext uri="{FF2B5EF4-FFF2-40B4-BE49-F238E27FC236}">
                <a16:creationId xmlns:a16="http://schemas.microsoft.com/office/drawing/2014/main" id="{4259ABA6-84BB-4117-9E91-AE7C672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991" y="4899758"/>
            <a:ext cx="46416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3.141592653589793</a:t>
            </a:r>
          </a:p>
        </p:txBody>
      </p:sp>
      <p:sp>
        <p:nvSpPr>
          <p:cNvPr id="518" name="code-19-4">
            <a:extLst xmlns:a="http://schemas.openxmlformats.org/drawingml/2006/main">
              <a:ext uri="{FF2B5EF4-FFF2-40B4-BE49-F238E27FC236}">
                <a16:creationId xmlns:a16="http://schemas.microsoft.com/office/drawing/2014/main" id="{64F81293-CC87-4B81-8EDB-38610FD0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9627" y="489975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19" name="code-19-5">
            <a:extLst xmlns:a="http://schemas.openxmlformats.org/drawingml/2006/main">
              <a:ext uri="{FF2B5EF4-FFF2-40B4-BE49-F238E27FC236}">
                <a16:creationId xmlns:a16="http://schemas.microsoft.com/office/drawing/2014/main" id="{0015BB16-0272-4490-9ABA-39E74E3D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113" y="4899758"/>
            <a:ext cx="46416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78022"/>
                </a:solidFill>
                <a:latin typeface="Courier New"/>
                <a:ea typeface="Courier New"/>
                <a:cs typeface="Courier New"/>
              </a:rPr>
              <a:t>3.141592653589793</a:t>
            </a:r>
          </a:p>
        </p:txBody>
      </p:sp>
      <p:sp>
        <p:nvSpPr>
          <p:cNvPr id="520" name="code-19-6">
            <a:extLst xmlns:a="http://schemas.openxmlformats.org/drawingml/2006/main">
              <a:ext uri="{FF2B5EF4-FFF2-40B4-BE49-F238E27FC236}">
                <a16:creationId xmlns:a16="http://schemas.microsoft.com/office/drawing/2014/main" id="{D4617F3E-3FCC-4C98-8C4D-37EF55E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7749" y="489975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21" name="code-19-7">
            <a:extLst xmlns:a="http://schemas.openxmlformats.org/drawingml/2006/main">
              <a:ext uri="{FF2B5EF4-FFF2-40B4-BE49-F238E27FC236}">
                <a16:creationId xmlns:a16="http://schemas.microsoft.com/office/drawing/2014/main" id="{9A4B21A1-E671-4209-A228-6F95038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4492" y="4899758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22" name="code-20-0">
            <a:extLst xmlns:a="http://schemas.openxmlformats.org/drawingml/2006/main">
              <a:ext uri="{FF2B5EF4-FFF2-40B4-BE49-F238E27FC236}">
                <a16:creationId xmlns:a16="http://schemas.microsoft.com/office/drawing/2014/main" id="{8F3C331C-3F81-4F0E-8893-9D88783A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4958617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23" name="code-21-0">
            <a:extLst xmlns:a="http://schemas.openxmlformats.org/drawingml/2006/main">
              <a:ext uri="{FF2B5EF4-FFF2-40B4-BE49-F238E27FC236}">
                <a16:creationId xmlns:a16="http://schemas.microsoft.com/office/drawing/2014/main" id="{F5F193BE-BD61-4682-A8B0-7E3D162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5017477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24" name="code-22-0">
            <a:extLst xmlns:a="http://schemas.openxmlformats.org/drawingml/2006/main">
              <a:ext uri="{FF2B5EF4-FFF2-40B4-BE49-F238E27FC236}">
                <a16:creationId xmlns:a16="http://schemas.microsoft.com/office/drawing/2014/main" id="{C8D0C842-6656-446D-975D-325364D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5076337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525" name="code-23-0">
            <a:extLst xmlns:a="http://schemas.openxmlformats.org/drawingml/2006/main">
              <a:ext uri="{FF2B5EF4-FFF2-40B4-BE49-F238E27FC236}">
                <a16:creationId xmlns:a16="http://schemas.microsoft.com/office/drawing/2014/main" id="{5A30CDDA-E55E-4238-A3C4-29FB44F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5135196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def</a:t>
            </a:r>
          </a:p>
        </p:txBody>
      </p:sp>
      <p:sp>
        <p:nvSpPr>
          <p:cNvPr id="526" name="code-23-1">
            <a:extLst xmlns:a="http://schemas.openxmlformats.org/drawingml/2006/main">
              <a:ext uri="{FF2B5EF4-FFF2-40B4-BE49-F238E27FC236}">
                <a16:creationId xmlns:a16="http://schemas.microsoft.com/office/drawing/2014/main" id="{2C3C7DB3-A70C-4B7B-8798-67D84704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666" y="5135196"/>
            <a:ext cx="30370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4F84DC"/>
                </a:solidFill>
                <a:latin typeface="Courier New"/>
                <a:ea typeface="Courier New"/>
                <a:cs typeface="Courier New"/>
              </a:rPr>
              <a:t>init_states</a:t>
            </a:r>
          </a:p>
        </p:txBody>
      </p:sp>
      <p:sp>
        <p:nvSpPr>
          <p:cNvPr id="527" name="code-23-2">
            <a:extLst xmlns:a="http://schemas.openxmlformats.org/drawingml/2006/main">
              <a:ext uri="{FF2B5EF4-FFF2-40B4-BE49-F238E27FC236}">
                <a16:creationId xmlns:a16="http://schemas.microsoft.com/office/drawing/2014/main" id="{F31B2D37-93BE-40D7-9656-1C24F162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3842" y="5135196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28" name="code-23-3">
            <a:extLst xmlns:a="http://schemas.openxmlformats.org/drawingml/2006/main">
              <a:ext uri="{FF2B5EF4-FFF2-40B4-BE49-F238E27FC236}">
                <a16:creationId xmlns:a16="http://schemas.microsoft.com/office/drawing/2014/main" id="{DD8226EE-31FB-43D7-9FCE-7603360E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0586" y="5135196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self</a:t>
            </a:r>
          </a:p>
        </p:txBody>
      </p:sp>
      <p:sp>
        <p:nvSpPr>
          <p:cNvPr id="529" name="code-23-4">
            <a:extLst xmlns:a="http://schemas.openxmlformats.org/drawingml/2006/main">
              <a:ext uri="{FF2B5EF4-FFF2-40B4-BE49-F238E27FC236}">
                <a16:creationId xmlns:a16="http://schemas.microsoft.com/office/drawing/2014/main" id="{5D2C8CD6-67ED-4A86-B03D-4724D26B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7559" y="5135196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30" name="code-23-5">
            <a:extLst xmlns:a="http://schemas.openxmlformats.org/drawingml/2006/main">
              <a:ext uri="{FF2B5EF4-FFF2-40B4-BE49-F238E27FC236}">
                <a16:creationId xmlns:a16="http://schemas.microsoft.com/office/drawing/2014/main" id="{41875A37-FA06-4001-B5C9-4308A518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302" y="5135196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:</a:t>
            </a:r>
          </a:p>
        </p:txBody>
      </p:sp>
      <p:sp>
        <p:nvSpPr>
          <p:cNvPr id="531" name="code-24-0">
            <a:extLst xmlns:a="http://schemas.openxmlformats.org/drawingml/2006/main">
              <a:ext uri="{FF2B5EF4-FFF2-40B4-BE49-F238E27FC236}">
                <a16:creationId xmlns:a16="http://schemas.microsoft.com/office/drawing/2014/main" id="{8DF353E2-AB35-4FF8-8401-E9952F1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5194056"/>
            <a:ext cx="16998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states</a:t>
            </a:r>
          </a:p>
        </p:txBody>
      </p:sp>
      <p:sp>
        <p:nvSpPr>
          <p:cNvPr id="532" name="code-24-1">
            <a:extLst xmlns:a="http://schemas.openxmlformats.org/drawingml/2006/main">
              <a:ext uri="{FF2B5EF4-FFF2-40B4-BE49-F238E27FC236}">
                <a16:creationId xmlns:a16="http://schemas.microsoft.com/office/drawing/2014/main" id="{9D56BBB0-CBD3-4F22-89E4-A041E6D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3842" y="5194056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533" name="code-24-2">
            <a:extLst xmlns:a="http://schemas.openxmlformats.org/drawingml/2006/main">
              <a:ext uri="{FF2B5EF4-FFF2-40B4-BE49-F238E27FC236}">
                <a16:creationId xmlns:a16="http://schemas.microsoft.com/office/drawing/2014/main" id="{EBE00BA7-568D-4F9C-B996-89B1292E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194056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[</a:t>
            </a:r>
          </a:p>
        </p:txBody>
      </p:sp>
      <p:sp>
        <p:nvSpPr>
          <p:cNvPr id="534" name="code-25-0">
            <a:extLst xmlns:a="http://schemas.openxmlformats.org/drawingml/2006/main">
              <a:ext uri="{FF2B5EF4-FFF2-40B4-BE49-F238E27FC236}">
                <a16:creationId xmlns:a16="http://schemas.microsoft.com/office/drawing/2014/main" id="{73929E4E-F05A-437F-86C7-06478C26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25291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35" name="code-25-1">
            <a:extLst xmlns:a="http://schemas.openxmlformats.org/drawingml/2006/main">
              <a:ext uri="{FF2B5EF4-FFF2-40B4-BE49-F238E27FC236}">
                <a16:creationId xmlns:a16="http://schemas.microsoft.com/office/drawing/2014/main" id="{C9139F7D-4A25-44B7-BE39-81B9A292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252915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36" name="code-25-2">
            <a:extLst xmlns:a="http://schemas.openxmlformats.org/drawingml/2006/main">
              <a:ext uri="{FF2B5EF4-FFF2-40B4-BE49-F238E27FC236}">
                <a16:creationId xmlns:a16="http://schemas.microsoft.com/office/drawing/2014/main" id="{1B463F82-7DCE-4FA5-B19B-BF5A5ABE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25291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37" name="code-25-3">
            <a:extLst xmlns:a="http://schemas.openxmlformats.org/drawingml/2006/main">
              <a:ext uri="{FF2B5EF4-FFF2-40B4-BE49-F238E27FC236}">
                <a16:creationId xmlns:a16="http://schemas.microsoft.com/office/drawing/2014/main" id="{F818526F-5E6E-4DE3-8EAD-5FAF763F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252915"/>
            <a:ext cx="437417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"short_fridge_1"</a:t>
            </a:r>
          </a:p>
        </p:txBody>
      </p:sp>
      <p:sp>
        <p:nvSpPr>
          <p:cNvPr id="538" name="code-25-4">
            <a:extLst xmlns:a="http://schemas.openxmlformats.org/drawingml/2006/main">
              <a:ext uri="{FF2B5EF4-FFF2-40B4-BE49-F238E27FC236}">
                <a16:creationId xmlns:a16="http://schemas.microsoft.com/office/drawing/2014/main" id="{8F428078-79BF-4121-A562-EF0665C3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708" y="525291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39" name="code-25-5">
            <a:extLst xmlns:a="http://schemas.openxmlformats.org/drawingml/2006/main">
              <a:ext uri="{FF2B5EF4-FFF2-40B4-BE49-F238E27FC236}">
                <a16:creationId xmlns:a16="http://schemas.microsoft.com/office/drawing/2014/main" id="{C4B86217-A629-4AF8-9FB9-246D138F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194" y="5252915"/>
            <a:ext cx="1052513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"coffee_table_short_fridge_init_region"</a:t>
            </a:r>
          </a:p>
        </p:txBody>
      </p:sp>
      <p:sp>
        <p:nvSpPr>
          <p:cNvPr id="540" name="code-25-6">
            <a:extLst xmlns:a="http://schemas.openxmlformats.org/drawingml/2006/main">
              <a:ext uri="{FF2B5EF4-FFF2-40B4-BE49-F238E27FC236}">
                <a16:creationId xmlns:a16="http://schemas.microsoft.com/office/drawing/2014/main" id="{476A53F7-B2ED-4807-BC94-36775D9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182" y="525291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41" name="code-25-7">
            <a:extLst xmlns:a="http://schemas.openxmlformats.org/drawingml/2006/main">
              <a:ext uri="{FF2B5EF4-FFF2-40B4-BE49-F238E27FC236}">
                <a16:creationId xmlns:a16="http://schemas.microsoft.com/office/drawing/2014/main" id="{9B44923E-DA03-44DD-BC1F-FD819F1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525291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42" name="code-26-0">
            <a:extLst xmlns:a="http://schemas.openxmlformats.org/drawingml/2006/main">
              <a:ext uri="{FF2B5EF4-FFF2-40B4-BE49-F238E27FC236}">
                <a16:creationId xmlns:a16="http://schemas.microsoft.com/office/drawing/2014/main" id="{A934C406-7A95-4F03-A87A-F936409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31177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43" name="code-26-1">
            <a:extLst xmlns:a="http://schemas.openxmlformats.org/drawingml/2006/main">
              <a:ext uri="{FF2B5EF4-FFF2-40B4-BE49-F238E27FC236}">
                <a16:creationId xmlns:a16="http://schemas.microsoft.com/office/drawing/2014/main" id="{E7CD9810-BC34-4FC5-B74A-1BE94D9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311775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44" name="code-26-2">
            <a:extLst xmlns:a="http://schemas.openxmlformats.org/drawingml/2006/main">
              <a:ext uri="{FF2B5EF4-FFF2-40B4-BE49-F238E27FC236}">
                <a16:creationId xmlns:a16="http://schemas.microsoft.com/office/drawing/2014/main" id="{A664F403-9618-495D-96BC-F27C860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31177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45" name="code-26-3">
            <a:extLst xmlns:a="http://schemas.openxmlformats.org/drawingml/2006/main">
              <a:ext uri="{FF2B5EF4-FFF2-40B4-BE49-F238E27FC236}">
                <a16:creationId xmlns:a16="http://schemas.microsoft.com/office/drawing/2014/main" id="{3D3DBC2D-3DD2-4BC5-8978-BD539BF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311775"/>
            <a:ext cx="35718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"microwave_1"</a:t>
            </a:r>
          </a:p>
        </p:txBody>
      </p:sp>
      <p:sp>
        <p:nvSpPr>
          <p:cNvPr id="546" name="code-26-4">
            <a:extLst xmlns:a="http://schemas.openxmlformats.org/drawingml/2006/main">
              <a:ext uri="{FF2B5EF4-FFF2-40B4-BE49-F238E27FC236}">
                <a16:creationId xmlns:a16="http://schemas.microsoft.com/office/drawing/2014/main" id="{197D6C1A-14C1-47AC-A569-71998921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478" y="531177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47" name="code-26-5">
            <a:extLst xmlns:a="http://schemas.openxmlformats.org/drawingml/2006/main">
              <a:ext uri="{FF2B5EF4-FFF2-40B4-BE49-F238E27FC236}">
                <a16:creationId xmlns:a16="http://schemas.microsoft.com/office/drawing/2014/main" id="{5E249A16-89D9-44EF-A88C-26092489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1964" y="5311775"/>
            <a:ext cx="972283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"coffee_table_microwave_init_region"</a:t>
            </a:r>
          </a:p>
        </p:txBody>
      </p:sp>
      <p:sp>
        <p:nvSpPr>
          <p:cNvPr id="548" name="code-26-6">
            <a:extLst xmlns:a="http://schemas.openxmlformats.org/drawingml/2006/main">
              <a:ext uri="{FF2B5EF4-FFF2-40B4-BE49-F238E27FC236}">
                <a16:creationId xmlns:a16="http://schemas.microsoft.com/office/drawing/2014/main" id="{F348A34B-A971-4505-BD1D-3F6E7AF7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4722" y="531177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49" name="code-26-7">
            <a:extLst xmlns:a="http://schemas.openxmlformats.org/drawingml/2006/main">
              <a:ext uri="{FF2B5EF4-FFF2-40B4-BE49-F238E27FC236}">
                <a16:creationId xmlns:a16="http://schemas.microsoft.com/office/drawing/2014/main" id="{30B32D98-45FB-4B35-AEAE-6A4C568D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465" y="531177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50" name="code-27-0">
            <a:extLst xmlns:a="http://schemas.openxmlformats.org/drawingml/2006/main">
              <a:ext uri="{FF2B5EF4-FFF2-40B4-BE49-F238E27FC236}">
                <a16:creationId xmlns:a16="http://schemas.microsoft.com/office/drawing/2014/main" id="{3F189375-D1F9-4015-8A74-7B805AA4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37063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51" name="code-27-1">
            <a:extLst xmlns:a="http://schemas.openxmlformats.org/drawingml/2006/main">
              <a:ext uri="{FF2B5EF4-FFF2-40B4-BE49-F238E27FC236}">
                <a16:creationId xmlns:a16="http://schemas.microsoft.com/office/drawing/2014/main" id="{9D20BA58-71FA-4115-8931-9BC7065F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370635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"In"</a:t>
            </a:r>
          </a:p>
        </p:txBody>
      </p:sp>
      <p:sp>
        <p:nvSpPr>
          <p:cNvPr id="552" name="code-27-2">
            <a:extLst xmlns:a="http://schemas.openxmlformats.org/drawingml/2006/main">
              <a:ext uri="{FF2B5EF4-FFF2-40B4-BE49-F238E27FC236}">
                <a16:creationId xmlns:a16="http://schemas.microsoft.com/office/drawing/2014/main" id="{9240D943-373F-413A-A029-067C22DC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37063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53" name="code-27-3">
            <a:extLst xmlns:a="http://schemas.openxmlformats.org/drawingml/2006/main">
              <a:ext uri="{FF2B5EF4-FFF2-40B4-BE49-F238E27FC236}">
                <a16:creationId xmlns:a16="http://schemas.microsoft.com/office/drawing/2014/main" id="{5CB61911-CB46-44B8-ABAD-4A8D8FC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370635"/>
            <a:ext cx="22347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"milk_1"</a:t>
            </a:r>
          </a:p>
        </p:txBody>
      </p:sp>
      <p:sp>
        <p:nvSpPr>
          <p:cNvPr id="554" name="code-27-4">
            <a:extLst xmlns:a="http://schemas.openxmlformats.org/drawingml/2006/main">
              <a:ext uri="{FF2B5EF4-FFF2-40B4-BE49-F238E27FC236}">
                <a16:creationId xmlns:a16="http://schemas.microsoft.com/office/drawing/2014/main" id="{A1E7521D-0DD0-41AA-8919-02391892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4762" y="537063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55" name="code-27-5">
            <a:extLst xmlns:a="http://schemas.openxmlformats.org/drawingml/2006/main">
              <a:ext uri="{FF2B5EF4-FFF2-40B4-BE49-F238E27FC236}">
                <a16:creationId xmlns:a16="http://schemas.microsoft.com/office/drawing/2014/main" id="{8E5C4126-0752-4925-B18B-C1917C95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8248" y="5370635"/>
            <a:ext cx="811823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"short_fridge_1_middle_region"</a:t>
            </a:r>
          </a:p>
        </p:txBody>
      </p:sp>
      <p:sp>
        <p:nvSpPr>
          <p:cNvPr id="556" name="code-27-6">
            <a:extLst xmlns:a="http://schemas.openxmlformats.org/drawingml/2006/main">
              <a:ext uri="{FF2B5EF4-FFF2-40B4-BE49-F238E27FC236}">
                <a16:creationId xmlns:a16="http://schemas.microsoft.com/office/drawing/2014/main" id="{240A5BB0-A061-4D71-9AAE-9B62E42B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0546" y="537063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57" name="code-27-7">
            <a:extLst xmlns:a="http://schemas.openxmlformats.org/drawingml/2006/main">
              <a:ext uri="{FF2B5EF4-FFF2-40B4-BE49-F238E27FC236}">
                <a16:creationId xmlns:a16="http://schemas.microsoft.com/office/drawing/2014/main" id="{2B558012-06A9-4049-BEDE-3B876F1C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7289" y="5370635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58" name="code-28-0">
            <a:extLst xmlns:a="http://schemas.openxmlformats.org/drawingml/2006/main">
              <a:ext uri="{FF2B5EF4-FFF2-40B4-BE49-F238E27FC236}">
                <a16:creationId xmlns:a16="http://schemas.microsoft.com/office/drawing/2014/main" id="{B6C41DE7-F6CB-4542-B0EB-0B9BBFA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42949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59" name="code-28-1">
            <a:extLst xmlns:a="http://schemas.openxmlformats.org/drawingml/2006/main">
              <a:ext uri="{FF2B5EF4-FFF2-40B4-BE49-F238E27FC236}">
                <a16:creationId xmlns:a16="http://schemas.microsoft.com/office/drawing/2014/main" id="{3ABFB6BE-C95E-47CD-ABBE-D2CE9D9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429494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60" name="code-28-2">
            <a:extLst xmlns:a="http://schemas.openxmlformats.org/drawingml/2006/main">
              <a:ext uri="{FF2B5EF4-FFF2-40B4-BE49-F238E27FC236}">
                <a16:creationId xmlns:a16="http://schemas.microsoft.com/office/drawing/2014/main" id="{D4D707E1-5494-4FB8-AEB0-DCA3AD4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42949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61" name="code-28-3">
            <a:extLst xmlns:a="http://schemas.openxmlformats.org/drawingml/2006/main">
              <a:ext uri="{FF2B5EF4-FFF2-40B4-BE49-F238E27FC236}">
                <a16:creationId xmlns:a16="http://schemas.microsoft.com/office/drawing/2014/main" id="{FF8653FA-1CB5-4CED-8A22-CE897CB9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429494"/>
            <a:ext cx="49090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"red_coffee_mug_1"</a:t>
            </a:r>
          </a:p>
        </p:txBody>
      </p:sp>
      <p:sp>
        <p:nvSpPr>
          <p:cNvPr id="562" name="code-28-4">
            <a:extLst xmlns:a="http://schemas.openxmlformats.org/drawingml/2006/main">
              <a:ext uri="{FF2B5EF4-FFF2-40B4-BE49-F238E27FC236}">
                <a16:creationId xmlns:a16="http://schemas.microsoft.com/office/drawing/2014/main" id="{D19DA074-6B1D-483B-8EE9-18112A72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194" y="542949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63" name="code-28-5">
            <a:extLst xmlns:a="http://schemas.openxmlformats.org/drawingml/2006/main">
              <a:ext uri="{FF2B5EF4-FFF2-40B4-BE49-F238E27FC236}">
                <a16:creationId xmlns:a16="http://schemas.microsoft.com/office/drawing/2014/main" id="{B9EACEF9-7810-429A-978B-47A1305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681" y="5429494"/>
            <a:ext cx="1105999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"coffee_table_red_coffee_mug_init_region"</a:t>
            </a:r>
          </a:p>
        </p:txBody>
      </p:sp>
      <p:sp>
        <p:nvSpPr>
          <p:cNvPr id="564" name="code-28-6">
            <a:extLst xmlns:a="http://schemas.openxmlformats.org/drawingml/2006/main">
              <a:ext uri="{FF2B5EF4-FFF2-40B4-BE49-F238E27FC236}">
                <a16:creationId xmlns:a16="http://schemas.microsoft.com/office/drawing/2014/main" id="{512A3DF0-B2A5-457E-9CD1-ECC36B5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2155" y="542949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65" name="code-28-7">
            <a:extLst xmlns:a="http://schemas.openxmlformats.org/drawingml/2006/main">
              <a:ext uri="{FF2B5EF4-FFF2-40B4-BE49-F238E27FC236}">
                <a16:creationId xmlns:a16="http://schemas.microsoft.com/office/drawing/2014/main" id="{F9AF41AC-AE8F-4268-B12E-01EDCD3B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8898" y="542949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66" name="code-29-0">
            <a:extLst xmlns:a="http://schemas.openxmlformats.org/drawingml/2006/main">
              <a:ext uri="{FF2B5EF4-FFF2-40B4-BE49-F238E27FC236}">
                <a16:creationId xmlns:a16="http://schemas.microsoft.com/office/drawing/2014/main" id="{F4DDEC8C-8694-4D18-9ABC-51805273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48835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67" name="code-29-1">
            <a:extLst xmlns:a="http://schemas.openxmlformats.org/drawingml/2006/main">
              <a:ext uri="{FF2B5EF4-FFF2-40B4-BE49-F238E27FC236}">
                <a16:creationId xmlns:a16="http://schemas.microsoft.com/office/drawing/2014/main" id="{F8B97581-7075-4900-BD2C-9CB57B3D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488354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68" name="code-29-2">
            <a:extLst xmlns:a="http://schemas.openxmlformats.org/drawingml/2006/main">
              <a:ext uri="{FF2B5EF4-FFF2-40B4-BE49-F238E27FC236}">
                <a16:creationId xmlns:a16="http://schemas.microsoft.com/office/drawing/2014/main" id="{8A6BFA45-C8C4-424D-888C-23FAA6A3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48835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69" name="code-29-3">
            <a:extLst xmlns:a="http://schemas.openxmlformats.org/drawingml/2006/main">
              <a:ext uri="{FF2B5EF4-FFF2-40B4-BE49-F238E27FC236}">
                <a16:creationId xmlns:a16="http://schemas.microsoft.com/office/drawing/2014/main" id="{A4CB73F6-D1EF-4741-90E4-09AB555F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488354"/>
            <a:ext cx="25021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"plate_1"</a:t>
            </a:r>
          </a:p>
        </p:txBody>
      </p:sp>
      <p:sp>
        <p:nvSpPr>
          <p:cNvPr id="570" name="code-29-4">
            <a:extLst xmlns:a="http://schemas.openxmlformats.org/drawingml/2006/main">
              <a:ext uri="{FF2B5EF4-FFF2-40B4-BE49-F238E27FC236}">
                <a16:creationId xmlns:a16="http://schemas.microsoft.com/office/drawing/2014/main" id="{5C633C32-A0A2-4DC3-9B74-C77D5FB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1505" y="548835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71" name="code-29-5">
            <a:extLst xmlns:a="http://schemas.openxmlformats.org/drawingml/2006/main">
              <a:ext uri="{FF2B5EF4-FFF2-40B4-BE49-F238E27FC236}">
                <a16:creationId xmlns:a16="http://schemas.microsoft.com/office/drawing/2014/main" id="{304808D6-31CF-4E9B-AD29-D1439B4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991" y="5488354"/>
            <a:ext cx="865310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"coffee_table_plate_init_region"</a:t>
            </a:r>
          </a:p>
        </p:txBody>
      </p:sp>
      <p:sp>
        <p:nvSpPr>
          <p:cNvPr id="572" name="code-29-6">
            <a:extLst xmlns:a="http://schemas.openxmlformats.org/drawingml/2006/main">
              <a:ext uri="{FF2B5EF4-FFF2-40B4-BE49-F238E27FC236}">
                <a16:creationId xmlns:a16="http://schemas.microsoft.com/office/drawing/2014/main" id="{D75C4DF9-23B4-4707-8980-47D4283A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0776" y="548835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73" name="code-29-7">
            <a:extLst xmlns:a="http://schemas.openxmlformats.org/drawingml/2006/main">
              <a:ext uri="{FF2B5EF4-FFF2-40B4-BE49-F238E27FC236}">
                <a16:creationId xmlns:a16="http://schemas.microsoft.com/office/drawing/2014/main" id="{20D367BC-4201-4074-BD4E-10109AD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7519" y="5488354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74" name="code-30-0">
            <a:extLst xmlns:a="http://schemas.openxmlformats.org/drawingml/2006/main">
              <a:ext uri="{FF2B5EF4-FFF2-40B4-BE49-F238E27FC236}">
                <a16:creationId xmlns:a16="http://schemas.microsoft.com/office/drawing/2014/main" id="{EC087AC4-15A1-4201-A2CF-A33AA1FD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5547213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575" name="code-31-0">
            <a:extLst xmlns:a="http://schemas.openxmlformats.org/drawingml/2006/main">
              <a:ext uri="{FF2B5EF4-FFF2-40B4-BE49-F238E27FC236}">
                <a16:creationId xmlns:a16="http://schemas.microsoft.com/office/drawing/2014/main" id="{928FE9E9-EF07-48C1-B5A8-B15DB5F9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639" y="5606073"/>
            <a:ext cx="16998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A02CA2"/>
                </a:solidFill>
                <a:latin typeface="Courier New"/>
                <a:ea typeface="Courier New"/>
                <a:cs typeface="Courier New"/>
              </a:rPr>
              <a:t>return</a:t>
            </a:r>
          </a:p>
        </p:txBody>
      </p:sp>
      <p:sp>
        <p:nvSpPr>
          <p:cNvPr id="576" name="code-31-1">
            <a:extLst xmlns:a="http://schemas.openxmlformats.org/drawingml/2006/main">
              <a:ext uri="{FF2B5EF4-FFF2-40B4-BE49-F238E27FC236}">
                <a16:creationId xmlns:a16="http://schemas.microsoft.com/office/drawing/2014/main" id="{95AB2C33-4FB0-4BB2-A575-FCCA497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3842" y="5606073"/>
            <a:ext cx="16998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states</a:t>
            </a:r>
          </a:p>
        </p:txBody>
      </p:sp>
      <p:sp>
        <p:nvSpPr>
          <p:cNvPr id="577" name="code-32-0">
            <a:extLst xmlns:a="http://schemas.openxmlformats.org/drawingml/2006/main">
              <a:ext uri="{FF2B5EF4-FFF2-40B4-BE49-F238E27FC236}">
                <a16:creationId xmlns:a16="http://schemas.microsoft.com/office/drawing/2014/main" id="{7D1F0D4F-F6D0-4903-B5A7-634D29B3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5664933"/>
            <a:ext cx="89755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578" name="code-33-0">
            <a:extLst xmlns:a="http://schemas.openxmlformats.org/drawingml/2006/main">
              <a:ext uri="{FF2B5EF4-FFF2-40B4-BE49-F238E27FC236}">
                <a16:creationId xmlns:a16="http://schemas.microsoft.com/office/drawing/2014/main" id="{63F46B9B-B812-4B63-BFAC-E8EEBE0A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5723792"/>
            <a:ext cx="303701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D66D82"/>
                </a:solidFill>
                <a:latin typeface="Courier New"/>
                <a:ea typeface="Courier New"/>
                <a:cs typeface="Courier New"/>
              </a:rPr>
              <a:t>goal_states</a:t>
            </a:r>
          </a:p>
        </p:txBody>
      </p:sp>
      <p:sp>
        <p:nvSpPr>
          <p:cNvPr id="579" name="code-33-1">
            <a:extLst xmlns:a="http://schemas.openxmlformats.org/drawingml/2006/main">
              <a:ext uri="{FF2B5EF4-FFF2-40B4-BE49-F238E27FC236}">
                <a16:creationId xmlns:a16="http://schemas.microsoft.com/office/drawing/2014/main" id="{C8B51668-D94B-4F63-8EE6-74D929D4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72379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=</a:t>
            </a:r>
          </a:p>
        </p:txBody>
      </p:sp>
      <p:sp>
        <p:nvSpPr>
          <p:cNvPr id="580" name="code-33-2">
            <a:extLst xmlns:a="http://schemas.openxmlformats.org/drawingml/2006/main">
              <a:ext uri="{FF2B5EF4-FFF2-40B4-BE49-F238E27FC236}">
                <a16:creationId xmlns:a16="http://schemas.microsoft.com/office/drawing/2014/main" id="{89E16C41-5F88-485B-A09A-638275BD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7099" y="572379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[</a:t>
            </a:r>
          </a:p>
        </p:txBody>
      </p:sp>
      <p:sp>
        <p:nvSpPr>
          <p:cNvPr id="581" name="code-34-0">
            <a:extLst xmlns:a="http://schemas.openxmlformats.org/drawingml/2006/main">
              <a:ext uri="{FF2B5EF4-FFF2-40B4-BE49-F238E27FC236}">
                <a16:creationId xmlns:a16="http://schemas.microsoft.com/office/drawing/2014/main" id="{3808DB82-6892-4AB3-BBB4-BFE6592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78265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82" name="code-34-1">
            <a:extLst xmlns:a="http://schemas.openxmlformats.org/drawingml/2006/main">
              <a:ext uri="{FF2B5EF4-FFF2-40B4-BE49-F238E27FC236}">
                <a16:creationId xmlns:a16="http://schemas.microsoft.com/office/drawing/2014/main" id="{C43D8CE4-FF48-4772-9D32-F6EF1B4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782652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83" name="code-34-2">
            <a:extLst xmlns:a="http://schemas.openxmlformats.org/drawingml/2006/main">
              <a:ext uri="{FF2B5EF4-FFF2-40B4-BE49-F238E27FC236}">
                <a16:creationId xmlns:a16="http://schemas.microsoft.com/office/drawing/2014/main" id="{A5854D51-A9CF-45AE-A64A-C1C97C1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78265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84" name="code-34-3">
            <a:extLst xmlns:a="http://schemas.openxmlformats.org/drawingml/2006/main">
              <a:ext uri="{FF2B5EF4-FFF2-40B4-BE49-F238E27FC236}">
                <a16:creationId xmlns:a16="http://schemas.microsoft.com/office/drawing/2014/main" id="{97CB4A3D-53DB-476C-976A-CA972970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782652"/>
            <a:ext cx="437417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"short_fridge_1"</a:t>
            </a:r>
          </a:p>
        </p:txBody>
      </p:sp>
      <p:sp>
        <p:nvSpPr>
          <p:cNvPr id="585" name="code-34-4">
            <a:extLst xmlns:a="http://schemas.openxmlformats.org/drawingml/2006/main">
              <a:ext uri="{FF2B5EF4-FFF2-40B4-BE49-F238E27FC236}">
                <a16:creationId xmlns:a16="http://schemas.microsoft.com/office/drawing/2014/main" id="{307C429C-A913-4EB9-B365-06C208DC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8708" y="578265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86" name="code-34-5">
            <a:extLst xmlns:a="http://schemas.openxmlformats.org/drawingml/2006/main">
              <a:ext uri="{FF2B5EF4-FFF2-40B4-BE49-F238E27FC236}">
                <a16:creationId xmlns:a16="http://schemas.microsoft.com/office/drawing/2014/main" id="{A59AB394-3248-44D2-8CD8-FEE5BB2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194" y="5782652"/>
            <a:ext cx="1052513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"coffee_table_short_fridge_init_region"</a:t>
            </a:r>
          </a:p>
        </p:txBody>
      </p:sp>
      <p:sp>
        <p:nvSpPr>
          <p:cNvPr id="587" name="code-34-6">
            <a:extLst xmlns:a="http://schemas.openxmlformats.org/drawingml/2006/main">
              <a:ext uri="{FF2B5EF4-FFF2-40B4-BE49-F238E27FC236}">
                <a16:creationId xmlns:a16="http://schemas.microsoft.com/office/drawing/2014/main" id="{6A93A96A-6F9C-4D92-B017-5D615022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182" y="578265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88" name="code-34-7">
            <a:extLst xmlns:a="http://schemas.openxmlformats.org/drawingml/2006/main">
              <a:ext uri="{FF2B5EF4-FFF2-40B4-BE49-F238E27FC236}">
                <a16:creationId xmlns:a16="http://schemas.microsoft.com/office/drawing/2014/main" id="{73CABD4A-7CDA-4672-9244-8FA6C4C5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578265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89" name="code-35-0">
            <a:extLst xmlns:a="http://schemas.openxmlformats.org/drawingml/2006/main">
              <a:ext uri="{FF2B5EF4-FFF2-40B4-BE49-F238E27FC236}">
                <a16:creationId xmlns:a16="http://schemas.microsoft.com/office/drawing/2014/main" id="{D620AEBD-4110-41A9-8068-4556DCC9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84151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90" name="code-35-1">
            <a:extLst xmlns:a="http://schemas.openxmlformats.org/drawingml/2006/main">
              <a:ext uri="{FF2B5EF4-FFF2-40B4-BE49-F238E27FC236}">
                <a16:creationId xmlns:a16="http://schemas.microsoft.com/office/drawing/2014/main" id="{B8FD2F97-4527-4D87-B3DB-52AAE09E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841512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"On"</a:t>
            </a:r>
          </a:p>
        </p:txBody>
      </p:sp>
      <p:sp>
        <p:nvSpPr>
          <p:cNvPr id="591" name="code-35-2">
            <a:extLst xmlns:a="http://schemas.openxmlformats.org/drawingml/2006/main">
              <a:ext uri="{FF2B5EF4-FFF2-40B4-BE49-F238E27FC236}">
                <a16:creationId xmlns:a16="http://schemas.microsoft.com/office/drawing/2014/main" id="{77B68E4E-233C-4EAC-9793-5C8D665D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84151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92" name="code-35-3">
            <a:extLst xmlns:a="http://schemas.openxmlformats.org/drawingml/2006/main">
              <a:ext uri="{FF2B5EF4-FFF2-40B4-BE49-F238E27FC236}">
                <a16:creationId xmlns:a16="http://schemas.microsoft.com/office/drawing/2014/main" id="{694147F5-7745-4868-ACD7-4A03928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841512"/>
            <a:ext cx="35718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"microwave_1"</a:t>
            </a:r>
          </a:p>
        </p:txBody>
      </p:sp>
      <p:sp>
        <p:nvSpPr>
          <p:cNvPr id="593" name="code-35-4">
            <a:extLst xmlns:a="http://schemas.openxmlformats.org/drawingml/2006/main">
              <a:ext uri="{FF2B5EF4-FFF2-40B4-BE49-F238E27FC236}">
                <a16:creationId xmlns:a16="http://schemas.microsoft.com/office/drawing/2014/main" id="{BEAAECCE-0EE2-4060-ACA5-376EDE43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8478" y="584151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94" name="code-35-5">
            <a:extLst xmlns:a="http://schemas.openxmlformats.org/drawingml/2006/main">
              <a:ext uri="{FF2B5EF4-FFF2-40B4-BE49-F238E27FC236}">
                <a16:creationId xmlns:a16="http://schemas.microsoft.com/office/drawing/2014/main" id="{8FE63508-569F-4E76-B2F6-F93DF1A5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1964" y="5841512"/>
            <a:ext cx="972283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"coffee_table_microwave_init_region"</a:t>
            </a:r>
          </a:p>
        </p:txBody>
      </p:sp>
      <p:sp>
        <p:nvSpPr>
          <p:cNvPr id="595" name="code-35-6">
            <a:extLst xmlns:a="http://schemas.openxmlformats.org/drawingml/2006/main">
              <a:ext uri="{FF2B5EF4-FFF2-40B4-BE49-F238E27FC236}">
                <a16:creationId xmlns:a16="http://schemas.microsoft.com/office/drawing/2014/main" id="{83F6AD53-1C88-4831-BDF6-AF2CC74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4722" y="584151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596" name="code-35-7">
            <a:extLst xmlns:a="http://schemas.openxmlformats.org/drawingml/2006/main">
              <a:ext uri="{FF2B5EF4-FFF2-40B4-BE49-F238E27FC236}">
                <a16:creationId xmlns:a16="http://schemas.microsoft.com/office/drawing/2014/main" id="{5B035F7C-E1DE-4A4F-9A56-91C06763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1465" y="5841512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597" name="code-36-0">
            <a:extLst xmlns:a="http://schemas.openxmlformats.org/drawingml/2006/main">
              <a:ext uri="{FF2B5EF4-FFF2-40B4-BE49-F238E27FC236}">
                <a16:creationId xmlns:a16="http://schemas.microsoft.com/office/drawing/2014/main" id="{6CAA7C86-26D6-458E-95F3-0A2EB402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613" y="590037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(</a:t>
            </a:r>
          </a:p>
        </p:txBody>
      </p:sp>
      <p:sp>
        <p:nvSpPr>
          <p:cNvPr id="598" name="code-36-1">
            <a:extLst xmlns:a="http://schemas.openxmlformats.org/drawingml/2006/main">
              <a:ext uri="{FF2B5EF4-FFF2-40B4-BE49-F238E27FC236}">
                <a16:creationId xmlns:a16="http://schemas.microsoft.com/office/drawing/2014/main" id="{2663268A-98BD-49DB-9B32-615D6550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356" y="5900371"/>
            <a:ext cx="11649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"In"</a:t>
            </a:r>
          </a:p>
        </p:txBody>
      </p:sp>
      <p:sp>
        <p:nvSpPr>
          <p:cNvPr id="599" name="code-36-2">
            <a:extLst xmlns:a="http://schemas.openxmlformats.org/drawingml/2006/main">
              <a:ext uri="{FF2B5EF4-FFF2-40B4-BE49-F238E27FC236}">
                <a16:creationId xmlns:a16="http://schemas.microsoft.com/office/drawing/2014/main" id="{2C2AF32E-FE48-4C85-A24D-ADF1DF1C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329" y="590037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600" name="code-36-3">
            <a:extLst xmlns:a="http://schemas.openxmlformats.org/drawingml/2006/main">
              <a:ext uri="{FF2B5EF4-FFF2-40B4-BE49-F238E27FC236}">
                <a16:creationId xmlns:a16="http://schemas.microsoft.com/office/drawing/2014/main" id="{67155AB7-A568-4314-A152-7CCA7B9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815" y="5900371"/>
            <a:ext cx="490904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"red_coffee_mug_1"</a:t>
            </a:r>
          </a:p>
        </p:txBody>
      </p:sp>
      <p:sp>
        <p:nvSpPr>
          <p:cNvPr id="601" name="code-36-4">
            <a:extLst xmlns:a="http://schemas.openxmlformats.org/drawingml/2006/main">
              <a:ext uri="{FF2B5EF4-FFF2-40B4-BE49-F238E27FC236}">
                <a16:creationId xmlns:a16="http://schemas.microsoft.com/office/drawing/2014/main" id="{0E384B70-3C73-4F5B-BA66-BF306064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2194" y="590037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,</a:t>
            </a:r>
          </a:p>
        </p:txBody>
      </p:sp>
      <p:sp>
        <p:nvSpPr>
          <p:cNvPr id="602" name="code-36-5">
            <a:extLst xmlns:a="http://schemas.openxmlformats.org/drawingml/2006/main">
              <a:ext uri="{FF2B5EF4-FFF2-40B4-BE49-F238E27FC236}">
                <a16:creationId xmlns:a16="http://schemas.microsoft.com/office/drawing/2014/main" id="{6E1577A9-077E-417D-A989-13186D22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5681" y="5900371"/>
            <a:ext cx="758337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689C67"/>
                </a:solidFill>
                <a:latin typeface="Courier New"/>
                <a:ea typeface="Courier New"/>
                <a:cs typeface="Courier New"/>
              </a:rPr>
              <a:t>"microwave_1_heating_region"</a:t>
            </a:r>
          </a:p>
        </p:txBody>
      </p:sp>
      <p:sp>
        <p:nvSpPr>
          <p:cNvPr id="603" name="code-36-6">
            <a:extLst xmlns:a="http://schemas.openxmlformats.org/drawingml/2006/main">
              <a:ext uri="{FF2B5EF4-FFF2-40B4-BE49-F238E27FC236}">
                <a16:creationId xmlns:a16="http://schemas.microsoft.com/office/drawing/2014/main" id="{54393C84-40BE-409E-91B7-1A7DA6D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4492" y="590037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)</a:t>
            </a:r>
          </a:p>
        </p:txBody>
      </p:sp>
      <p:sp>
        <p:nvSpPr>
          <p:cNvPr id="604" name="code-37-0">
            <a:extLst xmlns:a="http://schemas.openxmlformats.org/drawingml/2006/main">
              <a:ext uri="{FF2B5EF4-FFF2-40B4-BE49-F238E27FC236}">
                <a16:creationId xmlns:a16="http://schemas.microsoft.com/office/drawing/2014/main" id="{379C32C1-9FCC-427F-B3D8-4385D2D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2693" y="5959231"/>
            <a:ext cx="36268" cy="58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defRPr>
            </a:pPr>
            <a:r>
              <a:rPr sz="351" b="0" i="0">
                <a:solidFill>
                  <a:srgbClr val="353535"/>
                </a:solidFill>
                <a:latin typeface="Courier New"/>
                <a:ea typeface="Courier New"/>
                <a:cs typeface="Courier New"/>
              </a:rPr>
              <a:t>]</a:t>
            </a:r>
          </a:p>
        </p:txBody>
      </p:sp>
      <p:sp>
        <p:nvSpPr>
          <p:cNvPr id="605" name="pdf-path-289">
            <a:extLst xmlns:a="http://schemas.openxmlformats.org/drawingml/2006/main">
              <a:ext uri="{FF2B5EF4-FFF2-40B4-BE49-F238E27FC236}">
                <a16:creationId xmlns:a16="http://schemas.microsoft.com/office/drawing/2014/main" id="{FB6A3572-637D-425F-8D70-A694EC66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651" y="3667173"/>
            <a:ext cx="191718" cy="192569"/>
          </a:xfrm>
          <a:custGeom xmlns:a="http://schemas.openxmlformats.org/drawingml/2006/main">
            <a:pathLst>
              <a:path w="191718" h="192569">
                <a:moveTo>
                  <a:pt x="34612" y="192569"/>
                </a:moveTo>
                <a:lnTo>
                  <a:pt x="32296" y="192311"/>
                </a:lnTo>
                <a:lnTo>
                  <a:pt x="29336" y="191540"/>
                </a:lnTo>
                <a:lnTo>
                  <a:pt x="25863" y="190253"/>
                </a:lnTo>
                <a:lnTo>
                  <a:pt x="22131" y="188324"/>
                </a:lnTo>
                <a:lnTo>
                  <a:pt x="18271" y="185494"/>
                </a:lnTo>
                <a:lnTo>
                  <a:pt x="14411" y="181635"/>
                </a:lnTo>
                <a:lnTo>
                  <a:pt x="10680" y="176746"/>
                </a:lnTo>
                <a:lnTo>
                  <a:pt x="7206" y="170443"/>
                </a:lnTo>
                <a:lnTo>
                  <a:pt x="4246" y="162596"/>
                </a:lnTo>
                <a:lnTo>
                  <a:pt x="2059" y="153206"/>
                </a:lnTo>
                <a:lnTo>
                  <a:pt x="515" y="141500"/>
                </a:lnTo>
                <a:lnTo>
                  <a:pt x="0" y="128250"/>
                </a:lnTo>
                <a:lnTo>
                  <a:pt x="644" y="115129"/>
                </a:lnTo>
                <a:lnTo>
                  <a:pt x="2316" y="103938"/>
                </a:lnTo>
                <a:lnTo>
                  <a:pt x="4890" y="94676"/>
                </a:lnTo>
                <a:lnTo>
                  <a:pt x="8364" y="87087"/>
                </a:lnTo>
                <a:lnTo>
                  <a:pt x="12223" y="80912"/>
                </a:lnTo>
                <a:lnTo>
                  <a:pt x="16469" y="76152"/>
                </a:lnTo>
                <a:lnTo>
                  <a:pt x="20973" y="72679"/>
                </a:lnTo>
                <a:lnTo>
                  <a:pt x="25477" y="70106"/>
                </a:lnTo>
                <a:lnTo>
                  <a:pt x="29723" y="68435"/>
                </a:lnTo>
                <a:lnTo>
                  <a:pt x="33583" y="67405"/>
                </a:lnTo>
                <a:lnTo>
                  <a:pt x="37056" y="66891"/>
                </a:lnTo>
                <a:lnTo>
                  <a:pt x="39630" y="66762"/>
                </a:lnTo>
                <a:lnTo>
                  <a:pt x="41303" y="66762"/>
                </a:lnTo>
                <a:lnTo>
                  <a:pt x="41946" y="66891"/>
                </a:lnTo>
                <a:lnTo>
                  <a:pt x="129442" y="66891"/>
                </a:lnTo>
                <a:lnTo>
                  <a:pt x="129442" y="58015"/>
                </a:lnTo>
                <a:lnTo>
                  <a:pt x="66908" y="58015"/>
                </a:lnTo>
                <a:lnTo>
                  <a:pt x="66780" y="28557"/>
                </a:lnTo>
                <a:lnTo>
                  <a:pt x="66523" y="24569"/>
                </a:lnTo>
                <a:lnTo>
                  <a:pt x="67037" y="20968"/>
                </a:lnTo>
                <a:lnTo>
                  <a:pt x="68195" y="17623"/>
                </a:lnTo>
                <a:lnTo>
                  <a:pt x="69996" y="14664"/>
                </a:lnTo>
                <a:lnTo>
                  <a:pt x="72698" y="11834"/>
                </a:lnTo>
                <a:lnTo>
                  <a:pt x="76044" y="9390"/>
                </a:lnTo>
                <a:lnTo>
                  <a:pt x="80161" y="7203"/>
                </a:lnTo>
                <a:lnTo>
                  <a:pt x="84922" y="5274"/>
                </a:lnTo>
                <a:lnTo>
                  <a:pt x="90326" y="3730"/>
                </a:lnTo>
                <a:lnTo>
                  <a:pt x="96503" y="2444"/>
                </a:lnTo>
                <a:lnTo>
                  <a:pt x="103451" y="1286"/>
                </a:lnTo>
                <a:lnTo>
                  <a:pt x="111042" y="643"/>
                </a:lnTo>
                <a:lnTo>
                  <a:pt x="119277" y="257"/>
                </a:lnTo>
                <a:lnTo>
                  <a:pt x="128284" y="0"/>
                </a:lnTo>
                <a:lnTo>
                  <a:pt x="141923" y="515"/>
                </a:lnTo>
                <a:lnTo>
                  <a:pt x="153374" y="1929"/>
                </a:lnTo>
                <a:lnTo>
                  <a:pt x="163025" y="4116"/>
                </a:lnTo>
                <a:lnTo>
                  <a:pt x="170874" y="6946"/>
                </a:lnTo>
                <a:lnTo>
                  <a:pt x="177178" y="10162"/>
                </a:lnTo>
                <a:lnTo>
                  <a:pt x="182068" y="13635"/>
                </a:lnTo>
                <a:lnTo>
                  <a:pt x="185671" y="17237"/>
                </a:lnTo>
                <a:lnTo>
                  <a:pt x="188373" y="20839"/>
                </a:lnTo>
                <a:lnTo>
                  <a:pt x="190045" y="24441"/>
                </a:lnTo>
                <a:lnTo>
                  <a:pt x="191075" y="27657"/>
                </a:lnTo>
                <a:lnTo>
                  <a:pt x="191461" y="30487"/>
                </a:lnTo>
                <a:lnTo>
                  <a:pt x="191718" y="32674"/>
                </a:lnTo>
                <a:lnTo>
                  <a:pt x="191590" y="34088"/>
                </a:lnTo>
                <a:lnTo>
                  <a:pt x="191590" y="91332"/>
                </a:lnTo>
                <a:lnTo>
                  <a:pt x="191075" y="98021"/>
                </a:lnTo>
                <a:lnTo>
                  <a:pt x="189660" y="103938"/>
                </a:lnTo>
                <a:lnTo>
                  <a:pt x="187344" y="108826"/>
                </a:lnTo>
                <a:lnTo>
                  <a:pt x="184513" y="112942"/>
                </a:lnTo>
                <a:lnTo>
                  <a:pt x="181296" y="116287"/>
                </a:lnTo>
                <a:lnTo>
                  <a:pt x="177693" y="118989"/>
                </a:lnTo>
                <a:lnTo>
                  <a:pt x="173961" y="121047"/>
                </a:lnTo>
                <a:lnTo>
                  <a:pt x="170231" y="122590"/>
                </a:lnTo>
                <a:lnTo>
                  <a:pt x="166628" y="123619"/>
                </a:lnTo>
                <a:lnTo>
                  <a:pt x="163411" y="124391"/>
                </a:lnTo>
                <a:lnTo>
                  <a:pt x="160580" y="124777"/>
                </a:lnTo>
                <a:lnTo>
                  <a:pt x="158264" y="125034"/>
                </a:lnTo>
                <a:lnTo>
                  <a:pt x="94701" y="125034"/>
                </a:lnTo>
                <a:lnTo>
                  <a:pt x="87238" y="125549"/>
                </a:lnTo>
                <a:lnTo>
                  <a:pt x="80933" y="127093"/>
                </a:lnTo>
                <a:lnTo>
                  <a:pt x="75529" y="129408"/>
                </a:lnTo>
                <a:lnTo>
                  <a:pt x="71154" y="132367"/>
                </a:lnTo>
                <a:lnTo>
                  <a:pt x="67681" y="135840"/>
                </a:lnTo>
                <a:lnTo>
                  <a:pt x="64849" y="139570"/>
                </a:lnTo>
                <a:lnTo>
                  <a:pt x="62662" y="143430"/>
                </a:lnTo>
                <a:lnTo>
                  <a:pt x="61118" y="147417"/>
                </a:lnTo>
                <a:lnTo>
                  <a:pt x="60089" y="151148"/>
                </a:lnTo>
                <a:lnTo>
                  <a:pt x="59317" y="154621"/>
                </a:lnTo>
                <a:lnTo>
                  <a:pt x="58931" y="157451"/>
                </a:lnTo>
                <a:lnTo>
                  <a:pt x="58673" y="159766"/>
                </a:lnTo>
                <a:lnTo>
                  <a:pt x="58673" y="192569"/>
                </a:lnTo>
                <a:lnTo>
                  <a:pt x="34612" y="192569"/>
                </a:lnTo>
                <a:moveTo>
                  <a:pt x="89426" y="20839"/>
                </a:moveTo>
                <a:lnTo>
                  <a:pt x="85952" y="23154"/>
                </a:lnTo>
                <a:lnTo>
                  <a:pt x="83507" y="26756"/>
                </a:lnTo>
                <a:lnTo>
                  <a:pt x="82606" y="31130"/>
                </a:lnTo>
                <a:lnTo>
                  <a:pt x="83507" y="35503"/>
                </a:lnTo>
                <a:lnTo>
                  <a:pt x="85952" y="39105"/>
                </a:lnTo>
                <a:lnTo>
                  <a:pt x="89554" y="41421"/>
                </a:lnTo>
                <a:lnTo>
                  <a:pt x="93929" y="42450"/>
                </a:lnTo>
                <a:lnTo>
                  <a:pt x="98304" y="41421"/>
                </a:lnTo>
                <a:lnTo>
                  <a:pt x="101907" y="39105"/>
                </a:lnTo>
                <a:lnTo>
                  <a:pt x="104352" y="35503"/>
                </a:lnTo>
                <a:lnTo>
                  <a:pt x="105252" y="31130"/>
                </a:lnTo>
                <a:lnTo>
                  <a:pt x="104223" y="26628"/>
                </a:lnTo>
                <a:lnTo>
                  <a:pt x="101778" y="23154"/>
                </a:lnTo>
                <a:lnTo>
                  <a:pt x="98175" y="20839"/>
                </a:lnTo>
                <a:lnTo>
                  <a:pt x="93800" y="19810"/>
                </a:lnTo>
                <a:lnTo>
                  <a:pt x="89426" y="20839"/>
                </a:lnTo>
              </a:path>
            </a:pathLst>
          </a:custGeom>
          <a:solidFill xmlns:a="http://schemas.openxmlformats.org/drawingml/2006/main">
            <a:srgbClr val="007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39CE3503-3242-4A97-B991-1C36573D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5688" y="3732262"/>
            <a:ext cx="191590" cy="192183"/>
          </a:xfrm>
          <a:custGeom xmlns:a="http://schemas.openxmlformats.org/drawingml/2006/main">
            <a:pathLst>
              <a:path w="191590" h="192183">
                <a:moveTo>
                  <a:pt x="49795" y="191796"/>
                </a:moveTo>
                <a:lnTo>
                  <a:pt x="38344" y="190253"/>
                </a:lnTo>
                <a:lnTo>
                  <a:pt x="28694" y="188068"/>
                </a:lnTo>
                <a:lnTo>
                  <a:pt x="20844" y="185365"/>
                </a:lnTo>
                <a:lnTo>
                  <a:pt x="14540" y="182149"/>
                </a:lnTo>
                <a:lnTo>
                  <a:pt x="9650" y="178548"/>
                </a:lnTo>
                <a:lnTo>
                  <a:pt x="6048" y="174946"/>
                </a:lnTo>
                <a:lnTo>
                  <a:pt x="3345" y="171344"/>
                </a:lnTo>
                <a:lnTo>
                  <a:pt x="1673" y="167742"/>
                </a:lnTo>
                <a:lnTo>
                  <a:pt x="644" y="164526"/>
                </a:lnTo>
                <a:lnTo>
                  <a:pt x="257" y="161825"/>
                </a:lnTo>
                <a:lnTo>
                  <a:pt x="0" y="159638"/>
                </a:lnTo>
                <a:lnTo>
                  <a:pt x="128" y="158223"/>
                </a:lnTo>
                <a:lnTo>
                  <a:pt x="128" y="100980"/>
                </a:lnTo>
                <a:lnTo>
                  <a:pt x="644" y="94162"/>
                </a:lnTo>
                <a:lnTo>
                  <a:pt x="2059" y="88373"/>
                </a:lnTo>
                <a:lnTo>
                  <a:pt x="4375" y="83485"/>
                </a:lnTo>
                <a:lnTo>
                  <a:pt x="7206" y="79369"/>
                </a:lnTo>
                <a:lnTo>
                  <a:pt x="10422" y="75895"/>
                </a:lnTo>
                <a:lnTo>
                  <a:pt x="14025" y="73322"/>
                </a:lnTo>
                <a:lnTo>
                  <a:pt x="17756" y="71136"/>
                </a:lnTo>
                <a:lnTo>
                  <a:pt x="21488" y="69592"/>
                </a:lnTo>
                <a:lnTo>
                  <a:pt x="24962" y="68563"/>
                </a:lnTo>
                <a:lnTo>
                  <a:pt x="28178" y="67920"/>
                </a:lnTo>
                <a:lnTo>
                  <a:pt x="31010" y="67534"/>
                </a:lnTo>
                <a:lnTo>
                  <a:pt x="33326" y="67277"/>
                </a:lnTo>
                <a:lnTo>
                  <a:pt x="34741" y="67148"/>
                </a:lnTo>
                <a:lnTo>
                  <a:pt x="97403" y="67148"/>
                </a:lnTo>
                <a:lnTo>
                  <a:pt x="104866" y="66634"/>
                </a:lnTo>
                <a:lnTo>
                  <a:pt x="111171" y="65090"/>
                </a:lnTo>
                <a:lnTo>
                  <a:pt x="116575" y="62903"/>
                </a:lnTo>
                <a:lnTo>
                  <a:pt x="120950" y="59944"/>
                </a:lnTo>
                <a:lnTo>
                  <a:pt x="124553" y="56472"/>
                </a:lnTo>
                <a:lnTo>
                  <a:pt x="127383" y="52741"/>
                </a:lnTo>
                <a:lnTo>
                  <a:pt x="129570" y="48882"/>
                </a:lnTo>
                <a:lnTo>
                  <a:pt x="131115" y="45023"/>
                </a:lnTo>
                <a:lnTo>
                  <a:pt x="132144" y="41292"/>
                </a:lnTo>
                <a:lnTo>
                  <a:pt x="132916" y="37819"/>
                </a:lnTo>
                <a:lnTo>
                  <a:pt x="133302" y="34861"/>
                </a:lnTo>
                <a:lnTo>
                  <a:pt x="133560" y="32545"/>
                </a:lnTo>
                <a:lnTo>
                  <a:pt x="133560" y="0"/>
                </a:lnTo>
                <a:lnTo>
                  <a:pt x="155948" y="0"/>
                </a:lnTo>
                <a:lnTo>
                  <a:pt x="157492" y="129"/>
                </a:lnTo>
                <a:lnTo>
                  <a:pt x="159165" y="386"/>
                </a:lnTo>
                <a:lnTo>
                  <a:pt x="162124" y="1029"/>
                </a:lnTo>
                <a:lnTo>
                  <a:pt x="165599" y="2315"/>
                </a:lnTo>
                <a:lnTo>
                  <a:pt x="169330" y="4245"/>
                </a:lnTo>
                <a:lnTo>
                  <a:pt x="173190" y="7075"/>
                </a:lnTo>
                <a:lnTo>
                  <a:pt x="177050" y="10805"/>
                </a:lnTo>
                <a:lnTo>
                  <a:pt x="180782" y="15822"/>
                </a:lnTo>
                <a:lnTo>
                  <a:pt x="184256" y="22125"/>
                </a:lnTo>
                <a:lnTo>
                  <a:pt x="187215" y="29972"/>
                </a:lnTo>
                <a:lnTo>
                  <a:pt x="189532" y="39363"/>
                </a:lnTo>
                <a:lnTo>
                  <a:pt x="191074" y="50554"/>
                </a:lnTo>
                <a:lnTo>
                  <a:pt x="191590" y="63675"/>
                </a:lnTo>
                <a:lnTo>
                  <a:pt x="190946" y="76796"/>
                </a:lnTo>
                <a:lnTo>
                  <a:pt x="189273" y="87988"/>
                </a:lnTo>
                <a:lnTo>
                  <a:pt x="186699" y="97249"/>
                </a:lnTo>
                <a:lnTo>
                  <a:pt x="183226" y="104839"/>
                </a:lnTo>
                <a:lnTo>
                  <a:pt x="179366" y="111013"/>
                </a:lnTo>
                <a:lnTo>
                  <a:pt x="175120" y="115902"/>
                </a:lnTo>
                <a:lnTo>
                  <a:pt x="170616" y="119503"/>
                </a:lnTo>
                <a:lnTo>
                  <a:pt x="166113" y="122076"/>
                </a:lnTo>
                <a:lnTo>
                  <a:pt x="161867" y="123748"/>
                </a:lnTo>
                <a:lnTo>
                  <a:pt x="158007" y="124778"/>
                </a:lnTo>
                <a:lnTo>
                  <a:pt x="154532" y="125292"/>
                </a:lnTo>
                <a:lnTo>
                  <a:pt x="151959" y="125549"/>
                </a:lnTo>
                <a:lnTo>
                  <a:pt x="150286" y="125420"/>
                </a:lnTo>
                <a:lnTo>
                  <a:pt x="62148" y="125420"/>
                </a:lnTo>
                <a:lnTo>
                  <a:pt x="62148" y="134168"/>
                </a:lnTo>
                <a:lnTo>
                  <a:pt x="124682" y="134168"/>
                </a:lnTo>
                <a:lnTo>
                  <a:pt x="124810" y="163754"/>
                </a:lnTo>
                <a:lnTo>
                  <a:pt x="125067" y="167613"/>
                </a:lnTo>
                <a:lnTo>
                  <a:pt x="124553" y="171215"/>
                </a:lnTo>
                <a:lnTo>
                  <a:pt x="123395" y="174560"/>
                </a:lnTo>
                <a:lnTo>
                  <a:pt x="121593" y="177647"/>
                </a:lnTo>
                <a:lnTo>
                  <a:pt x="118891" y="180348"/>
                </a:lnTo>
                <a:lnTo>
                  <a:pt x="115545" y="182921"/>
                </a:lnTo>
                <a:lnTo>
                  <a:pt x="111428" y="185108"/>
                </a:lnTo>
                <a:lnTo>
                  <a:pt x="106667" y="186910"/>
                </a:lnTo>
                <a:lnTo>
                  <a:pt x="101263" y="188452"/>
                </a:lnTo>
                <a:lnTo>
                  <a:pt x="95087" y="189866"/>
                </a:lnTo>
                <a:lnTo>
                  <a:pt x="88268" y="190896"/>
                </a:lnTo>
                <a:lnTo>
                  <a:pt x="80676" y="191668"/>
                </a:lnTo>
                <a:lnTo>
                  <a:pt x="72441" y="192055"/>
                </a:lnTo>
                <a:lnTo>
                  <a:pt x="63434" y="192183"/>
                </a:lnTo>
                <a:lnTo>
                  <a:pt x="49795" y="191796"/>
                </a:lnTo>
                <a:moveTo>
                  <a:pt x="93415" y="150762"/>
                </a:moveTo>
                <a:lnTo>
                  <a:pt x="89811" y="153206"/>
                </a:lnTo>
                <a:lnTo>
                  <a:pt x="87367" y="156808"/>
                </a:lnTo>
                <a:lnTo>
                  <a:pt x="86466" y="161181"/>
                </a:lnTo>
                <a:lnTo>
                  <a:pt x="87367" y="165555"/>
                </a:lnTo>
                <a:lnTo>
                  <a:pt x="89811" y="169157"/>
                </a:lnTo>
                <a:lnTo>
                  <a:pt x="93415" y="171601"/>
                </a:lnTo>
                <a:lnTo>
                  <a:pt x="97789" y="172502"/>
                </a:lnTo>
                <a:lnTo>
                  <a:pt x="102164" y="171601"/>
                </a:lnTo>
                <a:lnTo>
                  <a:pt x="105767" y="169157"/>
                </a:lnTo>
                <a:lnTo>
                  <a:pt x="108211" y="165555"/>
                </a:lnTo>
                <a:lnTo>
                  <a:pt x="109112" y="161181"/>
                </a:lnTo>
                <a:lnTo>
                  <a:pt x="108211" y="156808"/>
                </a:lnTo>
                <a:lnTo>
                  <a:pt x="105767" y="153206"/>
                </a:lnTo>
                <a:lnTo>
                  <a:pt x="102164" y="150762"/>
                </a:lnTo>
                <a:lnTo>
                  <a:pt x="97789" y="149861"/>
                </a:lnTo>
                <a:lnTo>
                  <a:pt x="93415" y="150762"/>
                </a:lnTo>
              </a:path>
            </a:pathLst>
          </a:custGeom>
          <a:solidFill xmlns:a="http://schemas.openxmlformats.org/drawingml/2006/main">
            <a:srgbClr val="FFD4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2267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2026-10-09T21:50:07.7200000Z</dcterms:created>
  <dcterms:modified xsi:type="dcterms:W3CDTF">2026-10-09T21:50:07.7200000Z</dcterms:modified>
</coreProperties>
</file>