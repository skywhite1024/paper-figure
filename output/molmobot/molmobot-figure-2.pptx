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aabbb8b5434dcf" /><Relationship Type="http://schemas.openxmlformats.org/officeDocument/2006/relationships/extended-properties" Target="/docProps/app.xml" Id="R9ea1e2ed95a245ce" /><Relationship Type="http://schemas.openxmlformats.org/officeDocument/2006/relationships/officeDocument" Target="/ppt/presentation.xml" Id="Rcc5dba1e96ca4d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7fbda405c0423d"/>
  </p:sldMasterIdLst>
  <p:notesMasterIdLst>
    <p:notesMasterId xmlns:r="http://schemas.openxmlformats.org/officeDocument/2006/relationships" r:id="R872426744d1d4326"/>
  </p:notesMasterIdLst>
  <p:sldIdLst>
    <p:sldId xmlns:r="http://schemas.openxmlformats.org/officeDocument/2006/relationships" id="256" r:id="R9262410e383a40d2"/>
  </p:sldIdLst>
  <p:sldSz cx="13544550" cy="6229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67d5a740c74501" /><Relationship Type="http://schemas.openxmlformats.org/officeDocument/2006/relationships/slideMaster" Target="/ppt/slideMasters/slideMaster1.xml" Id="Rad7fbda405c0423d" /><Relationship Type="http://schemas.openxmlformats.org/officeDocument/2006/relationships/notesMaster" Target="/ppt/notesMasters/notesMaster1.xml" Id="R872426744d1d4326" /><Relationship Type="http://schemas.openxmlformats.org/officeDocument/2006/relationships/presProps" Target="/ppt/presProps.xml" Id="R54dabcdca11a4b6c" /><Relationship Type="http://schemas.openxmlformats.org/officeDocument/2006/relationships/tableStyles" Target="/ppt/tableStyles.xml" Id="R4fcee23fb53d41ec" /><Relationship Type="http://schemas.openxmlformats.org/officeDocument/2006/relationships/slide" Target="/ppt/slides/slide1.xml" Id="R9262410e383a40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626c674bc94b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b7ded343c84376" /><Relationship Type="http://schemas.openxmlformats.org/officeDocument/2006/relationships/notesMaster" Target="/ppt/notesMasters/notesMaster1.xml" Id="Rb21dca6d819044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"MolmoB0T: Large-Scale Simulation Enables Zero-Shot Manipulation",</a:t>
            </a:r>
          </a:p>
          <a:p xmlns:a="http://schemas.openxmlformats.org/drawingml/2006/main">
            <a:r>
              <a:t>  "paper_url": "https://arxiv.org/abs/2603.16861v2",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"license": "http://arxiv.org/licenses/nonexclusive-distrib/1.0/; private user-requested adaptation only.",</a:t>
            </a:r>
          </a:p>
          <a:p xmlns:a="http://schemas.openxmlformats.org/drawingml/2006/main">
            <a:r>
              <a:t>  "notes": "Faithful native extraction from independently inspected original source figure. Ordinary labels remain live editable text; source photo details are separate raster assets. Original raster assets isolated with their exact original alpha, clipping and affine transforms; no full-figure raster backdrop.",</a:t>
            </a:r>
          </a:p>
          <a:p xmlns:a="http://schemas.openxmlformats.org/drawingml/2006/main">
            <a:r>
              <a:t>  "page": 5,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"55fbccef55184f5a1a257fc8dd497290f63e1b2a10de2e992b3d1c4535821fdf",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69,</a:t>
            </a:r>
          </a:p>
          <a:p xmlns:a="http://schemas.openxmlformats.org/drawingml/2006/main">
            <a:r>
              <a:t>    61,</a:t>
            </a:r>
          </a:p>
          <a:p xmlns:a="http://schemas.openxmlformats.org/drawingml/2006/main">
            <a:r>
              <a:t>    543,</a:t>
            </a:r>
          </a:p>
          <a:p xmlns:a="http://schemas.openxmlformats.org/drawingml/2006/main">
            <a:r>
              <a:t>    279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"12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0",</a:t>
            </a:r>
          </a:p>
          <a:p xmlns:a="http://schemas.openxmlformats.org/drawingml/2006/main">
            <a:r>
              <a:t>    "path crosses crop boundary: 38"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0,</a:t>
            </a:r>
          </a:p>
          <a:p xmlns:a="http://schemas.openxmlformats.org/drawingml/2006/main">
            <a:r>
              <a:t>  "original_extraction_warnings": [</a:t>
            </a:r>
          </a:p>
          <a:p xmlns:a="http://schemas.openxmlformats.org/drawingml/2006/main">
            <a:r>
              <a:t>    "12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0",</a:t>
            </a:r>
          </a:p>
          <a:p xmlns:a="http://schemas.openxmlformats.org/drawingml/2006/main">
            <a:r>
              <a:t>    "path crosses crop boundary: 38",</a:t>
            </a:r>
          </a:p>
          <a:p xmlns:a="http://schemas.openxmlformats.org/drawingml/2006/main">
            <a:r>
              <a:t>    "unhandled image/shading at seq 28: [84.0764389038086, 91.8140869140625, 151.31219482421875, 148.4768829345703]; requires reviewed raster region",</a:t>
            </a:r>
          </a:p>
          <a:p xmlns:a="http://schemas.openxmlformats.org/drawingml/2006/main">
            <a:r>
              <a:t>    "unhandled image/shading at seq 34: [185.88818359375, 91.80986022949219, 253.17335510253906, 148.47265625]; requires reviewed raster region",</a:t>
            </a:r>
          </a:p>
          <a:p xmlns:a="http://schemas.openxmlformats.org/drawingml/2006/main">
            <a:r>
              <a:t>    "unhandled image/shading at seq 35: [229.23133850097656, 109.5745849609375, 248.42689514160156, 129.59133911132812]; requires reviewed raster region",</a:t>
            </a:r>
          </a:p>
          <a:p xmlns:a="http://schemas.openxmlformats.org/drawingml/2006/main">
            <a:r>
              <a:t>    "unhandled image/shading at seq 36: [234.85693359375, 115.30659484863281, 242.3788604736328, 123.92919921875]; requires reviewed raster region",</a:t>
            </a:r>
          </a:p>
          <a:p xmlns:a="http://schemas.openxmlformats.org/drawingml/2006/main">
            <a:r>
              <a:t>    "unhandled image/shading at seq 39: [341.5899963378906, 68.12553405761719, 408.72308349609375, 124.37773132324219]; requires reviewed raster region",</a:t>
            </a:r>
          </a:p>
          <a:p xmlns:a="http://schemas.openxmlformats.org/drawingml/2006/main">
            <a:r>
              <a:t>    "unhandled image/shading at seq 40: [381.9765930175781, 99.01908111572266, 408.56292724609375, 124.57893371582031]; requires reviewed raster region",</a:t>
            </a:r>
          </a:p>
          <a:p xmlns:a="http://schemas.openxmlformats.org/drawingml/2006/main">
            <a:r>
              <a:t>    "unhandled image/shading at seq 41: [390.0859375, 106.30723571777344, 404.6622314453125, 124.1683349609375]; requires reviewed raster region",</a:t>
            </a:r>
          </a:p>
          <a:p xmlns:a="http://schemas.openxmlformats.org/drawingml/2006/main">
            <a:r>
              <a:t>    "unhandled image/shading at seq 43: [183.23593139648438, 198.6534423828125, 270.4884338378906, 261.3725891113281]; requires reviewed raster region",</a:t>
            </a:r>
          </a:p>
          <a:p xmlns:a="http://schemas.openxmlformats.org/drawingml/2006/main">
            <a:r>
              <a:t>    "unhandled image/shading at seq 44: [183.23593139648438, 228.8762664794922, 214.64683532714844, 261.41632080078125]; requires reviewed raster region",</a:t>
            </a:r>
          </a:p>
          <a:p xmlns:a="http://schemas.openxmlformats.org/drawingml/2006/main">
            <a:r>
              <a:t>    "unhandled image/shading at seq 50: [290.2311096191406, 198.86550903320312, 377.4836120605469, 261.58465576171875]; requires reviewed raster region",</a:t>
            </a:r>
          </a:p>
          <a:p xmlns:a="http://schemas.openxmlformats.org/drawingml/2006/main">
            <a:r>
              <a:t>    "unhandled image/shading at seq 51: [290.2311096191406, 229.0883331298828, 321.6419982910156, 261.6283874511719]; requires reviewed raster region",</a:t>
            </a:r>
          </a:p>
          <a:p xmlns:a="http://schemas.openxmlformats.org/drawingml/2006/main">
            <a:r>
              <a:t>    "unhandled image/shading at seq 57: [441.9611511230469, 68.31442260742188, 534.9620361328125, 148.3814239501953]; requires reviewed raster region",</a:t>
            </a:r>
          </a:p>
          <a:p xmlns:a="http://schemas.openxmlformats.org/drawingml/2006/main">
            <a:r>
              <a:t>    "unhandled image/shading at seq 59: [76.14006042480469, 198.6534423828125, 163.4213409423828, 261.3275146484375]; requires reviewed raster region",</a:t>
            </a:r>
          </a:p>
          <a:p xmlns:a="http://schemas.openxmlformats.org/drawingml/2006/main">
            <a:r>
              <a:t>    "unhandled image/shading at seq 70: [446.74053955078125, 209.85379028320312, 500.22119140625, 263.3344421386719]; requires reviewed raster region",</a:t>
            </a:r>
          </a:p>
          <a:p xmlns:a="http://schemas.openxmlformats.org/drawingml/2006/main">
            <a:r>
              <a:t>    "unhandled image/shading at seq 71: [446.74053955078125, 236.8818359375, 470.9659423828125, 263.36553955078125]; requires reviewed raster region"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"raster_boundaries":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"source-raster-0",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45,</a:t>
            </a:r>
          </a:p>
          <a:p xmlns:a="http://schemas.openxmlformats.org/drawingml/2006/main">
            <a:r>
              <a:t>        92,</a:t>
            </a:r>
          </a:p>
          <a:p xmlns:a="http://schemas.openxmlformats.org/drawingml/2006/main">
            <a:r>
              <a:t>        202,</a:t>
            </a:r>
          </a:p>
          <a:p xmlns:a="http://schemas.openxmlformats.org/drawingml/2006/main">
            <a:r>
              <a:t>        170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351,</a:t>
            </a:r>
          </a:p>
          <a:p xmlns:a="http://schemas.openxmlformats.org/drawingml/2006/main">
            <a:r>
              <a:t>        92,</a:t>
            </a:r>
          </a:p>
          <a:p xmlns:a="http://schemas.openxmlformats.org/drawingml/2006/main">
            <a:r>
              <a:t>        201,</a:t>
            </a:r>
          </a:p>
          <a:p xmlns:a="http://schemas.openxmlformats.org/drawingml/2006/main">
            <a:r>
              <a:t>        170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"source-raster-2",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481,</a:t>
            </a:r>
          </a:p>
          <a:p xmlns:a="http://schemas.openxmlformats.org/drawingml/2006/main">
            <a:r>
              <a:t>        146,</a:t>
            </a:r>
          </a:p>
          <a:p xmlns:a="http://schemas.openxmlformats.org/drawingml/2006/main">
            <a:r>
              <a:t>        57,</a:t>
            </a:r>
          </a:p>
          <a:p xmlns:a="http://schemas.openxmlformats.org/drawingml/2006/main">
            <a:r>
              <a:t>        60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"source-raster-3",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497,</a:t>
            </a:r>
          </a:p>
          <a:p xmlns:a="http://schemas.openxmlformats.org/drawingml/2006/main">
            <a:r>
              <a:t>        163,</a:t>
            </a:r>
          </a:p>
          <a:p xmlns:a="http://schemas.openxmlformats.org/drawingml/2006/main">
            <a:r>
              <a:t>        23,</a:t>
            </a:r>
          </a:p>
          <a:p xmlns:a="http://schemas.openxmlformats.org/drawingml/2006/main">
            <a:r>
              <a:t>        26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"source-raster-4",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817,</a:t>
            </a:r>
          </a:p>
          <a:p xmlns:a="http://schemas.openxmlformats.org/drawingml/2006/main">
            <a:r>
              <a:t>        21,</a:t>
            </a:r>
          </a:p>
          <a:p xmlns:a="http://schemas.openxmlformats.org/drawingml/2006/main">
            <a:r>
              <a:t>        202,</a:t>
            </a:r>
          </a:p>
          <a:p xmlns:a="http://schemas.openxmlformats.org/drawingml/2006/main">
            <a:r>
              <a:t>        170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"source-raster-5",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939,</a:t>
            </a:r>
          </a:p>
          <a:p xmlns:a="http://schemas.openxmlformats.org/drawingml/2006/main">
            <a:r>
              <a:t>        114,</a:t>
            </a:r>
          </a:p>
          <a:p xmlns:a="http://schemas.openxmlformats.org/drawingml/2006/main">
            <a:r>
              <a:t>        80,</a:t>
            </a:r>
          </a:p>
          <a:p xmlns:a="http://schemas.openxmlformats.org/drawingml/2006/main">
            <a:r>
              <a:t>        77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"source-raster-6",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963,</a:t>
            </a:r>
          </a:p>
          <a:p xmlns:a="http://schemas.openxmlformats.org/drawingml/2006/main">
            <a:r>
              <a:t>        136,</a:t>
            </a:r>
          </a:p>
          <a:p xmlns:a="http://schemas.openxmlformats.org/drawingml/2006/main">
            <a:r>
              <a:t>        44,</a:t>
            </a:r>
          </a:p>
          <a:p xmlns:a="http://schemas.openxmlformats.org/drawingml/2006/main">
            <a:r>
              <a:t>        54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"source-raster-7",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342,</a:t>
            </a:r>
          </a:p>
          <a:p xmlns:a="http://schemas.openxmlformats.org/drawingml/2006/main">
            <a:r>
              <a:t>        413,</a:t>
            </a:r>
          </a:p>
          <a:p xmlns:a="http://schemas.openxmlformats.org/drawingml/2006/main">
            <a:r>
              <a:t>        263,</a:t>
            </a:r>
          </a:p>
          <a:p xmlns:a="http://schemas.openxmlformats.org/drawingml/2006/main">
            <a:r>
              <a:t>        188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"source-raster-8",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342,</a:t>
            </a:r>
          </a:p>
          <a:p xmlns:a="http://schemas.openxmlformats.org/drawingml/2006/main">
            <a:r>
              <a:t>        503,</a:t>
            </a:r>
          </a:p>
          <a:p xmlns:a="http://schemas.openxmlformats.org/drawingml/2006/main">
            <a:r>
              <a:t>        95,</a:t>
            </a:r>
          </a:p>
          <a:p xmlns:a="http://schemas.openxmlformats.org/drawingml/2006/main">
            <a:r>
              <a:t>        98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"source-raster-9",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663,</a:t>
            </a:r>
          </a:p>
          <a:p xmlns:a="http://schemas.openxmlformats.org/drawingml/2006/main">
            <a:r>
              <a:t>        413,</a:t>
            </a:r>
          </a:p>
          <a:p xmlns:a="http://schemas.openxmlformats.org/drawingml/2006/main">
            <a:r>
              <a:t>        263,</a:t>
            </a:r>
          </a:p>
          <a:p xmlns:a="http://schemas.openxmlformats.org/drawingml/2006/main">
            <a:r>
              <a:t>        189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"source-raster-10",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663,</a:t>
            </a:r>
          </a:p>
          <a:p xmlns:a="http://schemas.openxmlformats.org/drawingml/2006/main">
            <a:r>
              <a:t>        504,</a:t>
            </a:r>
          </a:p>
          <a:p xmlns:a="http://schemas.openxmlformats.org/drawingml/2006/main">
            <a:r>
              <a:t>        95,</a:t>
            </a:r>
          </a:p>
          <a:p xmlns:a="http://schemas.openxmlformats.org/drawingml/2006/main">
            <a:r>
              <a:t>        98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"source-raster-11",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1119,</a:t>
            </a:r>
          </a:p>
          <a:p xmlns:a="http://schemas.openxmlformats.org/drawingml/2006/main">
            <a:r>
              <a:t>        22,</a:t>
            </a:r>
          </a:p>
          <a:p xmlns:a="http://schemas.openxmlformats.org/drawingml/2006/main">
            <a:r>
              <a:t>        279,</a:t>
            </a:r>
          </a:p>
          <a:p xmlns:a="http://schemas.openxmlformats.org/drawingml/2006/main">
            <a:r>
              <a:t>        240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"source-raster-12",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21,</a:t>
            </a:r>
          </a:p>
          <a:p xmlns:a="http://schemas.openxmlformats.org/drawingml/2006/main">
            <a:r>
              <a:t>        412,</a:t>
            </a:r>
          </a:p>
          <a:p xmlns:a="http://schemas.openxmlformats.org/drawingml/2006/main">
            <a:r>
              <a:t>        263,</a:t>
            </a:r>
          </a:p>
          <a:p xmlns:a="http://schemas.openxmlformats.org/drawingml/2006/main">
            <a:r>
              <a:t>        189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"source-raster-13",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1133,</a:t>
            </a:r>
          </a:p>
          <a:p xmlns:a="http://schemas.openxmlformats.org/drawingml/2006/main">
            <a:r>
              <a:t>        446,</a:t>
            </a:r>
          </a:p>
          <a:p xmlns:a="http://schemas.openxmlformats.org/drawingml/2006/main">
            <a:r>
              <a:t>        161,</a:t>
            </a:r>
          </a:p>
          <a:p xmlns:a="http://schemas.openxmlformats.org/drawingml/2006/main">
            <a:r>
              <a:t>        161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"source-raster-14",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1139,</a:t>
            </a:r>
          </a:p>
          <a:p xmlns:a="http://schemas.openxmlformats.org/drawingml/2006/main">
            <a:r>
              <a:t>        527,</a:t>
            </a:r>
          </a:p>
          <a:p xmlns:a="http://schemas.openxmlformats.org/drawingml/2006/main">
            <a:r>
              <a:t>        67,</a:t>
            </a:r>
          </a:p>
          <a:p xmlns:a="http://schemas.openxmlformats.org/drawingml/2006/main">
            <a:r>
              <a:t>        79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673164bda54af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73d51cabf8473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8da32ac6f3498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2fe99a22d9463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fe197ee8d942e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6bab53b9dd4a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A3B2C5-41A6-47F2-AAE2-496BE74DCB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54455" y="2353310"/>
            <a:ext cx="10835640" cy="899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3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19356B9-1364-4483-A047-E6D3077B0CF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31682" y="3426143"/>
            <a:ext cx="9481185" cy="69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9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F947497-3283-4CD5-A15B-6054488F12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54455" y="2595563"/>
            <a:ext cx="1083564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8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3A7BA1-687F-4DBB-B6DF-3A9CD5D765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61881" y="484505"/>
            <a:ext cx="12020788" cy="761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9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F7C36E4-178A-4EF8-8199-5907407B1E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61881" y="1730375"/>
            <a:ext cx="12020788" cy="387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7645" indent="-207645">
              <a:lnSpc>
                <a:spcPct val="110000"/>
              </a:lnSpc>
              <a:spcBef>
                <a:spcPts val="0"/>
              </a:spcBef>
              <a:spcAft>
                <a:spcPts val="1090"/>
              </a:spcAft>
              <a:buChar char="•"/>
            </a:lvl1pPr>
            <a:lvl2pPr marL="484505" indent="-207645">
              <a:lnSpc>
                <a:spcPct val="110000"/>
              </a:lnSpc>
              <a:spcBef>
                <a:spcPts val="0"/>
              </a:spcBef>
              <a:spcAft>
                <a:spcPts val="1090"/>
              </a:spcAft>
              <a:buChar char="•"/>
            </a:lvl2pPr>
            <a:lvl3pPr marL="761365" indent="-207645">
              <a:lnSpc>
                <a:spcPct val="110000"/>
              </a:lnSpc>
              <a:spcBef>
                <a:spcPts val="0"/>
              </a:spcBef>
              <a:spcAft>
                <a:spcPts val="1090"/>
              </a:spcAft>
              <a:buChar char="•"/>
            </a:lvl3pPr>
            <a:lvl4pPr marL="1038225" indent="-207645">
              <a:lnSpc>
                <a:spcPct val="110000"/>
              </a:lnSpc>
              <a:spcBef>
                <a:spcPts val="0"/>
              </a:spcBef>
              <a:spcAft>
                <a:spcPts val="1090"/>
              </a:spcAft>
              <a:buChar char="•"/>
            </a:lvl4pPr>
            <a:lvl5pPr marL="1315085" indent="-207645">
              <a:lnSpc>
                <a:spcPct val="110000"/>
              </a:lnSpc>
              <a:spcBef>
                <a:spcPts val="0"/>
              </a:spcBef>
              <a:spcAft>
                <a:spcPts val="1090"/>
              </a:spcAft>
              <a:buChar char="•"/>
            </a:lvl5pPr>
            <a:lvl6pPr marL="1591945" indent="-207645">
              <a:lnSpc>
                <a:spcPct val="110000"/>
              </a:lnSpc>
              <a:spcBef>
                <a:spcPts val="0"/>
              </a:spcBef>
              <a:spcAft>
                <a:spcPts val="1090"/>
              </a:spcAft>
              <a:buChar char="•"/>
            </a:lvl6pPr>
            <a:lvl7pPr marL="1868805" indent="-207645">
              <a:lnSpc>
                <a:spcPct val="110000"/>
              </a:lnSpc>
              <a:spcBef>
                <a:spcPts val="0"/>
              </a:spcBef>
              <a:spcAft>
                <a:spcPts val="1090"/>
              </a:spcAft>
              <a:buChar char="•"/>
            </a:lvl7pPr>
            <a:lvl8pPr marL="2145665" indent="-207645">
              <a:lnSpc>
                <a:spcPct val="110000"/>
              </a:lnSpc>
              <a:spcBef>
                <a:spcPts val="0"/>
              </a:spcBef>
              <a:spcAft>
                <a:spcPts val="1090"/>
              </a:spcAft>
              <a:buChar char="•"/>
            </a:lvl8pPr>
            <a:lvl9pPr marL="2422525" indent="-207645">
              <a:lnSpc>
                <a:spcPct val="110000"/>
              </a:lnSpc>
              <a:spcBef>
                <a:spcPts val="0"/>
              </a:spcBef>
              <a:spcAft>
                <a:spcPts val="109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98B9DC9-A39C-4BD7-80C4-1EA2E16543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61881" y="484505"/>
            <a:ext cx="12020788" cy="761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9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4654838-2585-4856-8E45-E9E09319D8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61881" y="1730375"/>
            <a:ext cx="5587127" cy="387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7645" indent="-207645">
              <a:lnSpc>
                <a:spcPct val="110000"/>
              </a:lnSpc>
              <a:spcBef>
                <a:spcPts val="0"/>
              </a:spcBef>
              <a:spcAft>
                <a:spcPts val="1090"/>
              </a:spcAft>
              <a:buChar char="•"/>
            </a:lvl1pPr>
            <a:lvl2pPr marL="484505" indent="-207645">
              <a:lnSpc>
                <a:spcPct val="110000"/>
              </a:lnSpc>
              <a:spcBef>
                <a:spcPts val="0"/>
              </a:spcBef>
              <a:spcAft>
                <a:spcPts val="1090"/>
              </a:spcAft>
              <a:buChar char="•"/>
            </a:lvl2pPr>
            <a:lvl3pPr marL="761365" indent="-207645">
              <a:lnSpc>
                <a:spcPct val="110000"/>
              </a:lnSpc>
              <a:spcBef>
                <a:spcPts val="0"/>
              </a:spcBef>
              <a:spcAft>
                <a:spcPts val="1090"/>
              </a:spcAft>
              <a:buChar char="•"/>
            </a:lvl3pPr>
            <a:lvl4pPr marL="1038225" indent="-207645">
              <a:lnSpc>
                <a:spcPct val="110000"/>
              </a:lnSpc>
              <a:spcBef>
                <a:spcPts val="0"/>
              </a:spcBef>
              <a:spcAft>
                <a:spcPts val="1090"/>
              </a:spcAft>
              <a:buChar char="•"/>
            </a:lvl4pPr>
            <a:lvl5pPr marL="1315085" indent="-207645">
              <a:lnSpc>
                <a:spcPct val="110000"/>
              </a:lnSpc>
              <a:spcBef>
                <a:spcPts val="0"/>
              </a:spcBef>
              <a:spcAft>
                <a:spcPts val="1090"/>
              </a:spcAft>
              <a:buChar char="•"/>
            </a:lvl5pPr>
            <a:lvl6pPr marL="1591945" indent="-207645">
              <a:lnSpc>
                <a:spcPct val="110000"/>
              </a:lnSpc>
              <a:spcBef>
                <a:spcPts val="0"/>
              </a:spcBef>
              <a:spcAft>
                <a:spcPts val="1090"/>
              </a:spcAft>
              <a:buChar char="•"/>
            </a:lvl6pPr>
            <a:lvl7pPr marL="1868805" indent="-207645">
              <a:lnSpc>
                <a:spcPct val="110000"/>
              </a:lnSpc>
              <a:spcBef>
                <a:spcPts val="0"/>
              </a:spcBef>
              <a:spcAft>
                <a:spcPts val="1090"/>
              </a:spcAft>
              <a:buChar char="•"/>
            </a:lvl7pPr>
            <a:lvl8pPr marL="2145665" indent="-207645">
              <a:lnSpc>
                <a:spcPct val="110000"/>
              </a:lnSpc>
              <a:spcBef>
                <a:spcPts val="0"/>
              </a:spcBef>
              <a:spcAft>
                <a:spcPts val="1090"/>
              </a:spcAft>
              <a:buChar char="•"/>
            </a:lvl8pPr>
            <a:lvl9pPr marL="2422525" indent="-207645">
              <a:lnSpc>
                <a:spcPct val="110000"/>
              </a:lnSpc>
              <a:spcBef>
                <a:spcPts val="0"/>
              </a:spcBef>
              <a:spcAft>
                <a:spcPts val="109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531F2A7-7CC5-47BB-A12B-3984D67DDD5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195542" y="1730375"/>
            <a:ext cx="5587127" cy="387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7645" indent="-207645">
              <a:lnSpc>
                <a:spcPct val="110000"/>
              </a:lnSpc>
              <a:spcBef>
                <a:spcPts val="0"/>
              </a:spcBef>
              <a:spcAft>
                <a:spcPts val="1090"/>
              </a:spcAft>
              <a:buChar char="•"/>
            </a:lvl1pPr>
            <a:lvl2pPr marL="484505" indent="-207645">
              <a:lnSpc>
                <a:spcPct val="110000"/>
              </a:lnSpc>
              <a:spcBef>
                <a:spcPts val="0"/>
              </a:spcBef>
              <a:spcAft>
                <a:spcPts val="1090"/>
              </a:spcAft>
              <a:buChar char="•"/>
            </a:lvl2pPr>
            <a:lvl3pPr marL="761365" indent="-207645">
              <a:lnSpc>
                <a:spcPct val="110000"/>
              </a:lnSpc>
              <a:spcBef>
                <a:spcPts val="0"/>
              </a:spcBef>
              <a:spcAft>
                <a:spcPts val="1090"/>
              </a:spcAft>
              <a:buChar char="•"/>
            </a:lvl3pPr>
            <a:lvl4pPr marL="1038225" indent="-207645">
              <a:lnSpc>
                <a:spcPct val="110000"/>
              </a:lnSpc>
              <a:spcBef>
                <a:spcPts val="0"/>
              </a:spcBef>
              <a:spcAft>
                <a:spcPts val="1090"/>
              </a:spcAft>
              <a:buChar char="•"/>
            </a:lvl4pPr>
            <a:lvl5pPr marL="1315085" indent="-207645">
              <a:lnSpc>
                <a:spcPct val="110000"/>
              </a:lnSpc>
              <a:spcBef>
                <a:spcPts val="0"/>
              </a:spcBef>
              <a:spcAft>
                <a:spcPts val="1090"/>
              </a:spcAft>
              <a:buChar char="•"/>
            </a:lvl5pPr>
            <a:lvl6pPr marL="1591945" indent="-207645">
              <a:lnSpc>
                <a:spcPct val="110000"/>
              </a:lnSpc>
              <a:spcBef>
                <a:spcPts val="0"/>
              </a:spcBef>
              <a:spcAft>
                <a:spcPts val="1090"/>
              </a:spcAft>
              <a:buChar char="•"/>
            </a:lvl6pPr>
            <a:lvl7pPr marL="1868805" indent="-207645">
              <a:lnSpc>
                <a:spcPct val="110000"/>
              </a:lnSpc>
              <a:spcBef>
                <a:spcPts val="0"/>
              </a:spcBef>
              <a:spcAft>
                <a:spcPts val="1090"/>
              </a:spcAft>
              <a:buChar char="•"/>
            </a:lvl7pPr>
            <a:lvl8pPr marL="2145665" indent="-207645">
              <a:lnSpc>
                <a:spcPct val="110000"/>
              </a:lnSpc>
              <a:spcBef>
                <a:spcPts val="0"/>
              </a:spcBef>
              <a:spcAft>
                <a:spcPts val="1090"/>
              </a:spcAft>
              <a:buChar char="•"/>
            </a:lvl8pPr>
            <a:lvl9pPr marL="2422525" indent="-207645">
              <a:lnSpc>
                <a:spcPct val="110000"/>
              </a:lnSpc>
              <a:spcBef>
                <a:spcPts val="0"/>
              </a:spcBef>
              <a:spcAft>
                <a:spcPts val="109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30008A-7515-4236-9F98-BA231EFBB1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61881" y="484505"/>
            <a:ext cx="12020788" cy="761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9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0442092-9074-4E38-96E3-9C31BD278E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61881" y="1730375"/>
            <a:ext cx="5587127" cy="387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7645" indent="-207645">
              <a:lnSpc>
                <a:spcPct val="110000"/>
              </a:lnSpc>
              <a:spcBef>
                <a:spcPts val="0"/>
              </a:spcBef>
              <a:spcAft>
                <a:spcPts val="1090"/>
              </a:spcAft>
              <a:buChar char="•"/>
            </a:lvl1pPr>
            <a:lvl2pPr marL="484505" indent="-207645">
              <a:lnSpc>
                <a:spcPct val="110000"/>
              </a:lnSpc>
              <a:spcBef>
                <a:spcPts val="0"/>
              </a:spcBef>
              <a:spcAft>
                <a:spcPts val="1090"/>
              </a:spcAft>
              <a:buChar char="•"/>
            </a:lvl2pPr>
            <a:lvl3pPr marL="761365" indent="-207645">
              <a:lnSpc>
                <a:spcPct val="110000"/>
              </a:lnSpc>
              <a:spcBef>
                <a:spcPts val="0"/>
              </a:spcBef>
              <a:spcAft>
                <a:spcPts val="1090"/>
              </a:spcAft>
              <a:buChar char="•"/>
            </a:lvl3pPr>
            <a:lvl4pPr marL="1038225" indent="-207645">
              <a:lnSpc>
                <a:spcPct val="110000"/>
              </a:lnSpc>
              <a:spcBef>
                <a:spcPts val="0"/>
              </a:spcBef>
              <a:spcAft>
                <a:spcPts val="1090"/>
              </a:spcAft>
              <a:buChar char="•"/>
            </a:lvl4pPr>
            <a:lvl5pPr marL="1315085" indent="-207645">
              <a:lnSpc>
                <a:spcPct val="110000"/>
              </a:lnSpc>
              <a:spcBef>
                <a:spcPts val="0"/>
              </a:spcBef>
              <a:spcAft>
                <a:spcPts val="1090"/>
              </a:spcAft>
              <a:buChar char="•"/>
            </a:lvl5pPr>
            <a:lvl6pPr marL="1591945" indent="-207645">
              <a:lnSpc>
                <a:spcPct val="110000"/>
              </a:lnSpc>
              <a:spcBef>
                <a:spcPts val="0"/>
              </a:spcBef>
              <a:spcAft>
                <a:spcPts val="1090"/>
              </a:spcAft>
              <a:buChar char="•"/>
            </a:lvl6pPr>
            <a:lvl7pPr marL="1868805" indent="-207645">
              <a:lnSpc>
                <a:spcPct val="110000"/>
              </a:lnSpc>
              <a:spcBef>
                <a:spcPts val="0"/>
              </a:spcBef>
              <a:spcAft>
                <a:spcPts val="1090"/>
              </a:spcAft>
              <a:buChar char="•"/>
            </a:lvl7pPr>
            <a:lvl8pPr marL="2145665" indent="-207645">
              <a:lnSpc>
                <a:spcPct val="110000"/>
              </a:lnSpc>
              <a:spcBef>
                <a:spcPts val="0"/>
              </a:spcBef>
              <a:spcAft>
                <a:spcPts val="1090"/>
              </a:spcAft>
              <a:buChar char="•"/>
            </a:lvl8pPr>
            <a:lvl9pPr marL="2422525" indent="-207645">
              <a:lnSpc>
                <a:spcPct val="110000"/>
              </a:lnSpc>
              <a:spcBef>
                <a:spcPts val="0"/>
              </a:spcBef>
              <a:spcAft>
                <a:spcPts val="109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0caa52deaa435a" /><Relationship Type="http://schemas.openxmlformats.org/officeDocument/2006/relationships/slideLayout" Target="/ppt/slideLayouts/slideLayout1.xml" Id="Rab48bf82a8fa4371" /><Relationship Type="http://schemas.openxmlformats.org/officeDocument/2006/relationships/slideLayout" Target="/ppt/slideLayouts/slideLayout2.xml" Id="R9c7971f7c7b3449d" /><Relationship Type="http://schemas.openxmlformats.org/officeDocument/2006/relationships/slideLayout" Target="/ppt/slideLayouts/slideLayout3.xml" Id="R66ad42816c03464b" /><Relationship Type="http://schemas.openxmlformats.org/officeDocument/2006/relationships/slideLayout" Target="/ppt/slideLayouts/slideLayout4.xml" Id="Rdc5f8c296f2c4065" /><Relationship Type="http://schemas.openxmlformats.org/officeDocument/2006/relationships/slideLayout" Target="/ppt/slideLayouts/slideLayout5.xml" Id="R39e64a083ad84275" /><Relationship Type="http://schemas.openxmlformats.org/officeDocument/2006/relationships/slideLayout" Target="/ppt/slideLayouts/slideLayout6.xml" Id="R9cdea74a8b1549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48bf82a8fa4371"/>
    <p:sldLayoutId xmlns:r="http://schemas.openxmlformats.org/officeDocument/2006/relationships" id="2147483650" r:id="R9c7971f7c7b3449d"/>
    <p:sldLayoutId xmlns:r="http://schemas.openxmlformats.org/officeDocument/2006/relationships" id="2147483651" r:id="R66ad42816c03464b"/>
    <p:sldLayoutId xmlns:r="http://schemas.openxmlformats.org/officeDocument/2006/relationships" id="2147483652" r:id="Rdc5f8c296f2c4065"/>
    <p:sldLayoutId xmlns:r="http://schemas.openxmlformats.org/officeDocument/2006/relationships" id="2147483653" r:id="R39e64a083ad84275"/>
    <p:sldLayoutId xmlns:r="http://schemas.openxmlformats.org/officeDocument/2006/relationships" id="2147483654" r:id="R9cdea74a8b1549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8c18adea1742c9" /><Relationship Type="http://schemas.openxmlformats.org/officeDocument/2006/relationships/image" Target="/ppt/media/image.png" Id="R19d67bfe5c244b6a" /><Relationship Type="http://schemas.openxmlformats.org/officeDocument/2006/relationships/image" Target="/ppt/media/image2.png" Id="R6f0b75bceb924fb1" /><Relationship Type="http://schemas.openxmlformats.org/officeDocument/2006/relationships/image" Target="/ppt/media/image3.png" Id="R0a1136e291c24640" /><Relationship Type="http://schemas.openxmlformats.org/officeDocument/2006/relationships/image" Target="/ppt/media/image4.png" Id="R4cf0cf8b32914e7b" /><Relationship Type="http://schemas.openxmlformats.org/officeDocument/2006/relationships/image" Target="/ppt/media/image5.png" Id="R5967a42402b54b02" /><Relationship Type="http://schemas.openxmlformats.org/officeDocument/2006/relationships/image" Target="/ppt/media/image6.png" Id="Rd98525cfea894aa5" /><Relationship Type="http://schemas.openxmlformats.org/officeDocument/2006/relationships/image" Target="/ppt/media/image7.png" Id="R30afc9b3ffc94f5b" /><Relationship Type="http://schemas.openxmlformats.org/officeDocument/2006/relationships/image" Target="/ppt/media/image8.png" Id="R5ae7dcf6e6e14466" /><Relationship Type="http://schemas.openxmlformats.org/officeDocument/2006/relationships/image" Target="/ppt/media/image9.png" Id="R11a28b02141b43d3" /><Relationship Type="http://schemas.openxmlformats.org/officeDocument/2006/relationships/image" Target="/ppt/media/image10.png" Id="R77f3612bd1ae4592" /><Relationship Type="http://schemas.openxmlformats.org/officeDocument/2006/relationships/image" Target="/ppt/media/image11.png" Id="Rc4e929bda4704bae" /><Relationship Type="http://schemas.openxmlformats.org/officeDocument/2006/relationships/image" Target="/ppt/media/image12.png" Id="R82dab7e3c7d74511" /><Relationship Type="http://schemas.openxmlformats.org/officeDocument/2006/relationships/image" Target="/ppt/media/image13.png" Id="Rbb96e4e1f9cb45be" /><Relationship Type="http://schemas.openxmlformats.org/officeDocument/2006/relationships/image" Target="/ppt/media/image14.png" Id="R9107092f713549c4" /><Relationship Type="http://schemas.openxmlformats.org/officeDocument/2006/relationships/image" Target="/ppt/media/image15.png" Id="Rb88d016f73cb4a78" /><Relationship Type="http://schemas.openxmlformats.org/officeDocument/2006/relationships/notesSlide" Target="/ppt/notesSlides/notesSlide1.xml" Id="R056f1f2d44cc42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pdf-path-1">
            <a:extLst xmlns:a="http://schemas.openxmlformats.org/drawingml/2006/main">
              <a:ext uri="{FF2B5EF4-FFF2-40B4-BE49-F238E27FC236}">
                <a16:creationId xmlns:a16="http://schemas.microsoft.com/office/drawing/2014/main" id="{C4E941FB-F463-4232-8470-733E0232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21" y="79156"/>
            <a:ext cx="13438213" cy="2774536"/>
          </a:xfrm>
          <a:custGeom xmlns:a="http://schemas.openxmlformats.org/drawingml/2006/main">
            <a:pathLst>
              <a:path w="13438213" h="2774536">
                <a:moveTo>
                  <a:pt x="13438213" y="183532"/>
                </a:moveTo>
                <a:lnTo>
                  <a:pt x="13438213" y="2591004"/>
                </a:lnTo>
                <a:cubicBezTo>
                  <a:pt x="13438213" y="2692289"/>
                  <a:pt x="13355965" y="2774536"/>
                  <a:pt x="13254681" y="2774536"/>
                </a:cubicBezTo>
                <a:lnTo>
                  <a:pt x="183532" y="2774536"/>
                </a:lnTo>
                <a:cubicBezTo>
                  <a:pt x="82238" y="2774536"/>
                  <a:pt x="0" y="2692289"/>
                  <a:pt x="0" y="2591004"/>
                </a:cubicBezTo>
                <a:lnTo>
                  <a:pt x="0" y="183532"/>
                </a:lnTo>
                <a:cubicBezTo>
                  <a:pt x="0" y="82248"/>
                  <a:pt x="82238" y="0"/>
                  <a:pt x="183532" y="0"/>
                </a:cubicBezTo>
                <a:lnTo>
                  <a:pt x="13254681" y="0"/>
                </a:lnTo>
                <a:cubicBezTo>
                  <a:pt x="13355965" y="0"/>
                  <a:pt x="13438213" y="82248"/>
                  <a:pt x="13438213" y="183532"/>
                </a:cubicBezTo>
              </a:path>
            </a:pathLst>
          </a:custGeom>
          <a:solidFill xmlns:a="http://schemas.openxmlformats.org/drawingml/2006/main">
            <a:srgbClr val="F2E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2">
            <a:extLst xmlns:a="http://schemas.openxmlformats.org/drawingml/2006/main">
              <a:ext uri="{FF2B5EF4-FFF2-40B4-BE49-F238E27FC236}">
                <a16:creationId xmlns:a16="http://schemas.microsoft.com/office/drawing/2014/main" id="{790DD890-C4DD-4CD9-9BEE-F379AD30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21" y="3362480"/>
            <a:ext cx="9321052" cy="2813264"/>
          </a:xfrm>
          <a:custGeom xmlns:a="http://schemas.openxmlformats.org/drawingml/2006/main">
            <a:pathLst>
              <a:path w="9321052" h="2813264">
                <a:moveTo>
                  <a:pt x="9321052" y="186093"/>
                </a:moveTo>
                <a:lnTo>
                  <a:pt x="9321052" y="2627171"/>
                </a:lnTo>
                <a:cubicBezTo>
                  <a:pt x="9321052" y="2729879"/>
                  <a:pt x="9237661" y="2813264"/>
                  <a:pt x="9134968" y="2813264"/>
                </a:cubicBezTo>
                <a:lnTo>
                  <a:pt x="186094" y="2813264"/>
                </a:lnTo>
                <a:cubicBezTo>
                  <a:pt x="83386" y="2813264"/>
                  <a:pt x="0" y="2729879"/>
                  <a:pt x="0" y="2627171"/>
                </a:cubicBezTo>
                <a:lnTo>
                  <a:pt x="0" y="186093"/>
                </a:lnTo>
                <a:cubicBezTo>
                  <a:pt x="0" y="83386"/>
                  <a:pt x="83386" y="0"/>
                  <a:pt x="186094" y="0"/>
                </a:cubicBezTo>
                <a:lnTo>
                  <a:pt x="9134968" y="0"/>
                </a:lnTo>
                <a:cubicBezTo>
                  <a:pt x="9237661" y="0"/>
                  <a:pt x="9321052" y="83386"/>
                  <a:pt x="9321052" y="186093"/>
                </a:cubicBezTo>
              </a:path>
            </a:pathLst>
          </a:custGeom>
          <a:solidFill xmlns:a="http://schemas.openxmlformats.org/drawingml/2006/main">
            <a:srgbClr val="F2E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df-path-3">
            <a:extLst xmlns:a="http://schemas.openxmlformats.org/drawingml/2006/main">
              <a:ext uri="{FF2B5EF4-FFF2-40B4-BE49-F238E27FC236}">
                <a16:creationId xmlns:a16="http://schemas.microsoft.com/office/drawing/2014/main" id="{0FDA713B-38A9-4926-BF0D-57EC25D4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170" y="3362480"/>
            <a:ext cx="3608364" cy="2813264"/>
          </a:xfrm>
          <a:custGeom xmlns:a="http://schemas.openxmlformats.org/drawingml/2006/main">
            <a:pathLst>
              <a:path w="3608364" h="2813264">
                <a:moveTo>
                  <a:pt x="3608364" y="186093"/>
                </a:moveTo>
                <a:lnTo>
                  <a:pt x="3608364" y="2627171"/>
                </a:lnTo>
                <a:cubicBezTo>
                  <a:pt x="3608364" y="2729879"/>
                  <a:pt x="3524972" y="2813264"/>
                  <a:pt x="3422281" y="2813264"/>
                </a:cubicBezTo>
                <a:lnTo>
                  <a:pt x="186084" y="2813264"/>
                </a:lnTo>
                <a:cubicBezTo>
                  <a:pt x="83391" y="2813264"/>
                  <a:pt x="0" y="2729879"/>
                  <a:pt x="0" y="2627171"/>
                </a:cubicBezTo>
                <a:lnTo>
                  <a:pt x="0" y="186093"/>
                </a:lnTo>
                <a:cubicBezTo>
                  <a:pt x="0" y="83386"/>
                  <a:pt x="83391" y="0"/>
                  <a:pt x="186084" y="0"/>
                </a:cubicBezTo>
                <a:lnTo>
                  <a:pt x="3422281" y="0"/>
                </a:lnTo>
                <a:cubicBezTo>
                  <a:pt x="3524972" y="0"/>
                  <a:pt x="3608364" y="83386"/>
                  <a:pt x="3608364" y="186093"/>
                </a:cubicBezTo>
              </a:path>
            </a:pathLst>
          </a:custGeom>
          <a:solidFill xmlns:a="http://schemas.openxmlformats.org/drawingml/2006/main">
            <a:srgbClr val="F2E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df-text-0-0">
            <a:extLst xmlns:a="http://schemas.openxmlformats.org/drawingml/2006/main">
              <a:ext uri="{FF2B5EF4-FFF2-40B4-BE49-F238E27FC236}">
                <a16:creationId xmlns:a16="http://schemas.microsoft.com/office/drawing/2014/main" id="{A1E366C6-8CF4-4851-9883-CECA66FD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180" y="2532814"/>
            <a:ext cx="2513582" cy="263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79" b="0" i="0">
                <a:solidFill>
                  <a:srgbClr val="2A2A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79" b="0" i="0">
                <a:solidFill>
                  <a:srgbClr val="2A2A2A"/>
                </a:solidFill>
                <a:latin typeface="Arial"/>
                <a:ea typeface="Arial"/>
                <a:cs typeface="Arial"/>
              </a:defRPr>
            </a:pPr>
            <a:r>
              <a:rPr sz="2079" b="0" i="0">
                <a:solidFill>
                  <a:srgbClr val="2A2A2A"/>
                </a:solidFill>
                <a:latin typeface="Arial"/>
                <a:ea typeface="Arial"/>
                <a:cs typeface="Arial"/>
              </a:rPr>
              <a:t>MolmoSpaces scene</a:t>
            </a:r>
          </a:p>
        </p:txBody>
      </p:sp>
      <p:sp>
        <p:nvSpPr>
          <p:cNvPr id="5" name="pdf-text-1-0">
            <a:extLst xmlns:a="http://schemas.openxmlformats.org/drawingml/2006/main">
              <a:ext uri="{FF2B5EF4-FFF2-40B4-BE49-F238E27FC236}">
                <a16:creationId xmlns:a16="http://schemas.microsoft.com/office/drawing/2014/main" id="{D31AEC7C-4F61-495D-A817-68BAFFF8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2059" y="2537713"/>
            <a:ext cx="2530213" cy="263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79" b="0" i="0">
                <a:solidFill>
                  <a:srgbClr val="2A2A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79" b="0" i="0">
                <a:solidFill>
                  <a:srgbClr val="2A2A2A"/>
                </a:solidFill>
                <a:latin typeface="Arial"/>
                <a:ea typeface="Arial"/>
                <a:cs typeface="Arial"/>
              </a:defRPr>
            </a:pPr>
            <a:r>
              <a:rPr sz="2079" b="0" i="0">
                <a:solidFill>
                  <a:srgbClr val="2A2A2A"/>
                </a:solidFill>
                <a:latin typeface="Arial"/>
                <a:ea typeface="Arial"/>
                <a:cs typeface="Arial"/>
              </a:rPr>
              <a:t>sample target object</a:t>
            </a:r>
          </a:p>
        </p:txBody>
      </p:sp>
      <p:sp>
        <p:nvSpPr>
          <p:cNvPr id="6" name="pdf-text-2-0">
            <a:extLst xmlns:a="http://schemas.openxmlformats.org/drawingml/2006/main">
              <a:ext uri="{FF2B5EF4-FFF2-40B4-BE49-F238E27FC236}">
                <a16:creationId xmlns:a16="http://schemas.microsoft.com/office/drawing/2014/main" id="{00131D58-6810-4157-98C7-4F0442E1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4554" y="1853392"/>
            <a:ext cx="3302649" cy="263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79" b="0" i="0">
                <a:solidFill>
                  <a:srgbClr val="2A2A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79" b="0" i="0">
                <a:solidFill>
                  <a:srgbClr val="2A2A2A"/>
                </a:solidFill>
                <a:latin typeface="Arial"/>
                <a:ea typeface="Arial"/>
                <a:cs typeface="Arial"/>
              </a:defRPr>
            </a:pPr>
            <a:r>
              <a:rPr sz="2079" b="0" i="0">
                <a:solidFill>
                  <a:srgbClr val="2A2A2A"/>
                </a:solidFill>
                <a:latin typeface="Arial"/>
                <a:ea typeface="Arial"/>
                <a:cs typeface="Arial"/>
              </a:rPr>
              <a:t>add placement receptacles</a:t>
            </a:r>
          </a:p>
        </p:txBody>
      </p:sp>
      <p:sp>
        <p:nvSpPr>
          <p:cNvPr id="7" name="pdf-text-3-0">
            <a:extLst xmlns:a="http://schemas.openxmlformats.org/drawingml/2006/main">
              <a:ext uri="{FF2B5EF4-FFF2-40B4-BE49-F238E27FC236}">
                <a16:creationId xmlns:a16="http://schemas.microsoft.com/office/drawing/2014/main" id="{5B075B4F-4B12-41BD-B61D-510B5AA1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7165" y="2537713"/>
            <a:ext cx="2446000" cy="263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79" b="0" i="0">
                <a:solidFill>
                  <a:srgbClr val="2A2A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79" b="0" i="0">
                <a:solidFill>
                  <a:srgbClr val="2A2A2A"/>
                </a:solidFill>
                <a:latin typeface="Arial"/>
                <a:ea typeface="Arial"/>
                <a:cs typeface="Arial"/>
              </a:defRPr>
            </a:pPr>
            <a:r>
              <a:rPr sz="2079" b="0" i="0">
                <a:solidFill>
                  <a:srgbClr val="2A2A2A"/>
                </a:solidFill>
                <a:latin typeface="Arial"/>
                <a:ea typeface="Arial"/>
                <a:cs typeface="Arial"/>
              </a:rPr>
              <a:t>place robot in scene</a:t>
            </a:r>
          </a:p>
        </p:txBody>
      </p:sp>
      <p:sp>
        <p:nvSpPr>
          <p:cNvPr id="8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2205DDB7-8599-48A2-87C3-565925FA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350" y="5776819"/>
            <a:ext cx="2496555" cy="263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79" b="0" i="0">
                <a:solidFill>
                  <a:srgbClr val="2A2A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79" b="0" i="0">
                <a:solidFill>
                  <a:srgbClr val="2A2A2A"/>
                </a:solidFill>
                <a:latin typeface="Arial"/>
                <a:ea typeface="Arial"/>
                <a:cs typeface="Arial"/>
              </a:defRPr>
            </a:pPr>
            <a:r>
              <a:rPr sz="2079" b="0" i="0">
                <a:solidFill>
                  <a:srgbClr val="2A2A2A"/>
                </a:solidFill>
                <a:latin typeface="Arial"/>
                <a:ea typeface="Arial"/>
                <a:cs typeface="Arial"/>
              </a:rPr>
              <a:t>sample camera pose</a:t>
            </a:r>
          </a:p>
        </p:txBody>
      </p:sp>
      <p:sp>
        <p:nvSpPr>
          <p:cNvPr id="9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2910FF8F-6E1D-406A-8DE2-9745E18F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1905" y="5805198"/>
            <a:ext cx="2068099" cy="263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79" b="0" i="0">
                <a:solidFill>
                  <a:srgbClr val="2A2A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79" b="0" i="0">
                <a:solidFill>
                  <a:srgbClr val="2A2A2A"/>
                </a:solidFill>
                <a:latin typeface="Arial"/>
                <a:ea typeface="Arial"/>
                <a:cs typeface="Arial"/>
              </a:defRPr>
            </a:pPr>
            <a:r>
              <a:rPr sz="2079" b="0" i="0">
                <a:solidFill>
                  <a:srgbClr val="2A2A2A"/>
                </a:solidFill>
                <a:latin typeface="Arial"/>
                <a:ea typeface="Arial"/>
                <a:cs typeface="Arial"/>
              </a:rPr>
              <a:t>randomize scene</a:t>
            </a:r>
          </a:p>
        </p:txBody>
      </p:sp>
      <p:sp>
        <p:nvSpPr>
          <p:cNvPr id="10" name="pdf-text-6-0">
            <a:extLst xmlns:a="http://schemas.openxmlformats.org/drawingml/2006/main">
              <a:ext uri="{FF2B5EF4-FFF2-40B4-BE49-F238E27FC236}">
                <a16:creationId xmlns:a16="http://schemas.microsoft.com/office/drawing/2014/main" id="{4BBAE392-ACA2-4798-A585-2383EEEF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3385" y="5805198"/>
            <a:ext cx="3459987" cy="263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79" b="0" i="0">
                <a:solidFill>
                  <a:srgbClr val="2A2A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79" b="0" i="0">
                <a:solidFill>
                  <a:srgbClr val="2A2A2A"/>
                </a:solidFill>
                <a:latin typeface="Arial"/>
                <a:ea typeface="Arial"/>
                <a:cs typeface="Arial"/>
              </a:defRPr>
            </a:pPr>
            <a:r>
              <a:rPr sz="2079" b="0" i="0">
                <a:solidFill>
                  <a:srgbClr val="2A2A2A"/>
                </a:solidFill>
                <a:latin typeface="Arial"/>
                <a:ea typeface="Arial"/>
                <a:cs typeface="Arial"/>
              </a:rPr>
              <a:t>randomize robot joint angles</a:t>
            </a:r>
          </a:p>
        </p:txBody>
      </p:sp>
      <p:sp>
        <p:nvSpPr>
          <p:cNvPr id="11" name="pdf-text-8-0">
            <a:extLst xmlns:a="http://schemas.openxmlformats.org/drawingml/2006/main">
              <a:ext uri="{FF2B5EF4-FFF2-40B4-BE49-F238E27FC236}">
                <a16:creationId xmlns:a16="http://schemas.microsoft.com/office/drawing/2014/main" id="{683E498B-9C8A-44E7-99AB-44FF6FEE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135" y="1143258"/>
            <a:ext cx="1433599" cy="263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79" b="0" i="0">
                <a:solidFill>
                  <a:srgbClr val="2A2A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79" b="0" i="0">
                <a:solidFill>
                  <a:srgbClr val="2A2A2A"/>
                </a:solidFill>
                <a:latin typeface="Arial"/>
                <a:ea typeface="Arial"/>
                <a:cs typeface="Arial"/>
              </a:defRPr>
            </a:pPr>
            <a:r>
              <a:rPr sz="2079" b="0" i="0">
                <a:solidFill>
                  <a:srgbClr val="2A2A2A"/>
                </a:solidFill>
                <a:latin typeface="Arial"/>
                <a:ea typeface="Arial"/>
                <a:cs typeface="Arial"/>
              </a:rPr>
              <a:t>pick &amp; place</a:t>
            </a:r>
          </a:p>
        </p:txBody>
      </p:sp>
      <p:sp>
        <p:nvSpPr>
          <p:cNvPr id="12" name="pdf-path-13">
            <a:extLst xmlns:a="http://schemas.openxmlformats.org/drawingml/2006/main">
              <a:ext uri="{FF2B5EF4-FFF2-40B4-BE49-F238E27FC236}">
                <a16:creationId xmlns:a16="http://schemas.microsoft.com/office/drawing/2014/main" id="{F886F096-1775-4A3E-8FE3-841D782A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2521" y="1296004"/>
            <a:ext cx="952858" cy="2112"/>
          </a:xfrm>
          <a:custGeom xmlns:a="http://schemas.openxmlformats.org/drawingml/2006/main">
            <a:pathLst>
              <a:path w="952858" h="2112">
                <a:moveTo>
                  <a:pt x="0" y="2112"/>
                </a:moveTo>
                <a:lnTo>
                  <a:pt x="9528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29">
            <a:solidFill>
              <a:srgbClr val="2A2A2A"/>
            </a:solidFill>
            <a:prstDash val="solid"/>
          </a:ln>
        </p:spPr>
      </p:sp>
      <p:sp>
        <p:nvSpPr>
          <p:cNvPr id="13" name="pdf-path-14">
            <a:extLst xmlns:a="http://schemas.openxmlformats.org/drawingml/2006/main">
              <a:ext uri="{FF2B5EF4-FFF2-40B4-BE49-F238E27FC236}">
                <a16:creationId xmlns:a16="http://schemas.microsoft.com/office/drawing/2014/main" id="{581AAFB9-1963-4BC1-AA23-A2A36864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2521" y="2365076"/>
            <a:ext cx="1419445" cy="3168"/>
          </a:xfrm>
          <a:custGeom xmlns:a="http://schemas.openxmlformats.org/drawingml/2006/main">
            <a:pathLst>
              <a:path w="1419445" h="3168">
                <a:moveTo>
                  <a:pt x="0" y="3168"/>
                </a:moveTo>
                <a:lnTo>
                  <a:pt x="14194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29">
            <a:solidFill>
              <a:srgbClr val="2A2A2A"/>
            </a:solidFill>
            <a:prstDash val="solid"/>
          </a:ln>
        </p:spPr>
      </p:sp>
      <p:sp>
        <p:nvSpPr>
          <p:cNvPr id="14" name="pdf-path-15">
            <a:extLst xmlns:a="http://schemas.openxmlformats.org/drawingml/2006/main">
              <a:ext uri="{FF2B5EF4-FFF2-40B4-BE49-F238E27FC236}">
                <a16:creationId xmlns:a16="http://schemas.microsoft.com/office/drawing/2014/main" id="{27CDF76B-AF08-42C5-B38F-51FE4040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18693" y="1527669"/>
            <a:ext cx="325587" cy="325588"/>
          </a:xfrm>
          <a:custGeom xmlns:a="http://schemas.openxmlformats.org/drawingml/2006/main">
            <a:pathLst>
              <a:path w="325587" h="325588">
                <a:moveTo>
                  <a:pt x="0" y="0"/>
                </a:moveTo>
                <a:lnTo>
                  <a:pt x="325587" y="162794"/>
                </a:lnTo>
                <a:lnTo>
                  <a:pt x="0" y="32558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A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df-path-16">
            <a:extLst xmlns:a="http://schemas.openxmlformats.org/drawingml/2006/main">
              <a:ext uri="{FF2B5EF4-FFF2-40B4-BE49-F238E27FC236}">
                <a16:creationId xmlns:a16="http://schemas.microsoft.com/office/drawing/2014/main" id="{F430AAF5-A28F-4C81-A1C2-720C3341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46864" y="1690464"/>
            <a:ext cx="736946" cy="95"/>
          </a:xfrm>
          <a:custGeom xmlns:a="http://schemas.openxmlformats.org/drawingml/2006/main">
            <a:pathLst>
              <a:path w="736946" h="95">
                <a:moveTo>
                  <a:pt x="0" y="0"/>
                </a:moveTo>
                <a:lnTo>
                  <a:pt x="7369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29">
            <a:solidFill>
              <a:srgbClr val="2A2A2A"/>
            </a:solidFill>
            <a:prstDash val="solid"/>
          </a:ln>
        </p:spPr>
      </p:sp>
      <p:sp>
        <p:nvSpPr>
          <p:cNvPr id="16" name="pdf-path-17">
            <a:extLst xmlns:a="http://schemas.openxmlformats.org/drawingml/2006/main">
              <a:ext uri="{FF2B5EF4-FFF2-40B4-BE49-F238E27FC236}">
                <a16:creationId xmlns:a16="http://schemas.microsoft.com/office/drawing/2014/main" id="{EF98E134-0DDF-4AE2-A899-B5EC7C1F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3671" y="1133884"/>
            <a:ext cx="325588" cy="325588"/>
          </a:xfrm>
          <a:custGeom xmlns:a="http://schemas.openxmlformats.org/drawingml/2006/main">
            <a:pathLst>
              <a:path w="325588" h="325588">
                <a:moveTo>
                  <a:pt x="0" y="0"/>
                </a:moveTo>
                <a:lnTo>
                  <a:pt x="325588" y="162794"/>
                </a:lnTo>
                <a:lnTo>
                  <a:pt x="0" y="32558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A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df-path-18">
            <a:extLst xmlns:a="http://schemas.openxmlformats.org/drawingml/2006/main">
              <a:ext uri="{FF2B5EF4-FFF2-40B4-BE49-F238E27FC236}">
                <a16:creationId xmlns:a16="http://schemas.microsoft.com/office/drawing/2014/main" id="{8A82FE82-1736-4AF4-B893-24534082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6630" y="1296678"/>
            <a:ext cx="332158" cy="95"/>
          </a:xfrm>
          <a:custGeom xmlns:a="http://schemas.openxmlformats.org/drawingml/2006/main">
            <a:pathLst>
              <a:path w="332158" h="95">
                <a:moveTo>
                  <a:pt x="0" y="0"/>
                </a:moveTo>
                <a:lnTo>
                  <a:pt x="3321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29">
            <a:solidFill>
              <a:srgbClr val="2A2A2A"/>
            </a:solidFill>
            <a:prstDash val="solid"/>
          </a:ln>
        </p:spPr>
      </p:sp>
      <p:sp>
        <p:nvSpPr>
          <p:cNvPr id="18" name="pdf-path-19">
            <a:extLst xmlns:a="http://schemas.openxmlformats.org/drawingml/2006/main">
              <a:ext uri="{FF2B5EF4-FFF2-40B4-BE49-F238E27FC236}">
                <a16:creationId xmlns:a16="http://schemas.microsoft.com/office/drawing/2014/main" id="{65BD9441-0CA3-413B-BEC0-61509CBF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31777" y="1133884"/>
            <a:ext cx="325588" cy="325588"/>
          </a:xfrm>
          <a:custGeom xmlns:a="http://schemas.openxmlformats.org/drawingml/2006/main">
            <a:pathLst>
              <a:path w="325588" h="325588">
                <a:moveTo>
                  <a:pt x="0" y="0"/>
                </a:moveTo>
                <a:lnTo>
                  <a:pt x="325588" y="162794"/>
                </a:lnTo>
                <a:lnTo>
                  <a:pt x="0" y="32558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A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df-path-20">
            <a:extLst xmlns:a="http://schemas.openxmlformats.org/drawingml/2006/main">
              <a:ext uri="{FF2B5EF4-FFF2-40B4-BE49-F238E27FC236}">
                <a16:creationId xmlns:a16="http://schemas.microsoft.com/office/drawing/2014/main" id="{FDAA9CC3-90F5-4125-9989-463BD417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2396" y="1296678"/>
            <a:ext cx="694499" cy="95"/>
          </a:xfrm>
          <a:custGeom xmlns:a="http://schemas.openxmlformats.org/drawingml/2006/main">
            <a:pathLst>
              <a:path w="694499" h="95">
                <a:moveTo>
                  <a:pt x="0" y="0"/>
                </a:moveTo>
                <a:lnTo>
                  <a:pt x="6944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29">
            <a:solidFill>
              <a:srgbClr val="2A2A2A"/>
            </a:solidFill>
            <a:prstDash val="solid"/>
          </a:ln>
        </p:spPr>
      </p:sp>
      <p:sp>
        <p:nvSpPr>
          <p:cNvPr id="20" name="pdf-path-21">
            <a:extLst xmlns:a="http://schemas.openxmlformats.org/drawingml/2006/main">
              <a:ext uri="{FF2B5EF4-FFF2-40B4-BE49-F238E27FC236}">
                <a16:creationId xmlns:a16="http://schemas.microsoft.com/office/drawing/2014/main" id="{323C6E61-94EC-4A56-9DE5-2DE93FFF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31777" y="2204012"/>
            <a:ext cx="325588" cy="325588"/>
          </a:xfrm>
          <a:custGeom xmlns:a="http://schemas.openxmlformats.org/drawingml/2006/main">
            <a:pathLst>
              <a:path w="325588" h="325588">
                <a:moveTo>
                  <a:pt x="0" y="0"/>
                </a:moveTo>
                <a:lnTo>
                  <a:pt x="325588" y="162794"/>
                </a:lnTo>
                <a:lnTo>
                  <a:pt x="0" y="32558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A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df-path-22">
            <a:extLst xmlns:a="http://schemas.openxmlformats.org/drawingml/2006/main">
              <a:ext uri="{FF2B5EF4-FFF2-40B4-BE49-F238E27FC236}">
                <a16:creationId xmlns:a16="http://schemas.microsoft.com/office/drawing/2014/main" id="{E722D713-8A06-411B-A854-92F19EFA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0336" y="2366806"/>
            <a:ext cx="3666559" cy="95"/>
          </a:xfrm>
          <a:custGeom xmlns:a="http://schemas.openxmlformats.org/drawingml/2006/main">
            <a:pathLst>
              <a:path w="3666559" h="95">
                <a:moveTo>
                  <a:pt x="0" y="0"/>
                </a:moveTo>
                <a:lnTo>
                  <a:pt x="36665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29">
            <a:solidFill>
              <a:srgbClr val="2A2A2A"/>
            </a:solidFill>
            <a:prstDash val="solid"/>
          </a:ln>
        </p:spPr>
      </p:sp>
      <p:sp>
        <p:nvSpPr>
          <p:cNvPr id="22" name="pdf-path-23">
            <a:extLst xmlns:a="http://schemas.openxmlformats.org/drawingml/2006/main">
              <a:ext uri="{FF2B5EF4-FFF2-40B4-BE49-F238E27FC236}">
                <a16:creationId xmlns:a16="http://schemas.microsoft.com/office/drawing/2014/main" id="{F78B518B-FD07-440B-BB88-BD5B05FC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8710" y="4666111"/>
            <a:ext cx="325582" cy="325588"/>
          </a:xfrm>
          <a:custGeom xmlns:a="http://schemas.openxmlformats.org/drawingml/2006/main">
            <a:pathLst>
              <a:path w="325582" h="325588">
                <a:moveTo>
                  <a:pt x="0" y="0"/>
                </a:moveTo>
                <a:lnTo>
                  <a:pt x="325582" y="162794"/>
                </a:lnTo>
                <a:lnTo>
                  <a:pt x="0" y="32558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A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df-path-24">
            <a:extLst xmlns:a="http://schemas.openxmlformats.org/drawingml/2006/main">
              <a:ext uri="{FF2B5EF4-FFF2-40B4-BE49-F238E27FC236}">
                <a16:creationId xmlns:a16="http://schemas.microsoft.com/office/drawing/2014/main" id="{13233923-A240-4B94-A844-F55D968E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8089" y="4828905"/>
            <a:ext cx="305733" cy="95"/>
          </a:xfrm>
          <a:custGeom xmlns:a="http://schemas.openxmlformats.org/drawingml/2006/main">
            <a:pathLst>
              <a:path w="305733" h="95">
                <a:moveTo>
                  <a:pt x="0" y="0"/>
                </a:moveTo>
                <a:lnTo>
                  <a:pt x="3057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29">
            <a:solidFill>
              <a:srgbClr val="2A2A2A"/>
            </a:solidFill>
            <a:prstDash val="solid"/>
          </a:ln>
        </p:spPr>
      </p:sp>
      <p:sp>
        <p:nvSpPr>
          <p:cNvPr id="24" name="pdf-path-25">
            <a:extLst xmlns:a="http://schemas.openxmlformats.org/drawingml/2006/main">
              <a:ext uri="{FF2B5EF4-FFF2-40B4-BE49-F238E27FC236}">
                <a16:creationId xmlns:a16="http://schemas.microsoft.com/office/drawing/2014/main" id="{6AA48AA7-A2AA-47AB-AB0A-1F0E6325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96092" y="4666111"/>
            <a:ext cx="325587" cy="325588"/>
          </a:xfrm>
          <a:custGeom xmlns:a="http://schemas.openxmlformats.org/drawingml/2006/main">
            <a:pathLst>
              <a:path w="325587" h="325588">
                <a:moveTo>
                  <a:pt x="0" y="0"/>
                </a:moveTo>
                <a:lnTo>
                  <a:pt x="325587" y="162794"/>
                </a:lnTo>
                <a:lnTo>
                  <a:pt x="0" y="32558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A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df-path-26">
            <a:extLst xmlns:a="http://schemas.openxmlformats.org/drawingml/2006/main">
              <a:ext uri="{FF2B5EF4-FFF2-40B4-BE49-F238E27FC236}">
                <a16:creationId xmlns:a16="http://schemas.microsoft.com/office/drawing/2014/main" id="{6E6FAC26-73ED-445C-A2F6-FD3CEE73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5478" y="4828905"/>
            <a:ext cx="305730" cy="95"/>
          </a:xfrm>
          <a:custGeom xmlns:a="http://schemas.openxmlformats.org/drawingml/2006/main">
            <a:pathLst>
              <a:path w="305730" h="95">
                <a:moveTo>
                  <a:pt x="0" y="0"/>
                </a:moveTo>
                <a:lnTo>
                  <a:pt x="3057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529">
            <a:solidFill>
              <a:srgbClr val="2A2A2A"/>
            </a:solidFill>
            <a:prstDash val="solid"/>
          </a:ln>
        </p:spPr>
      </p:sp>
      <p:sp>
        <p:nvSpPr>
          <p:cNvPr id="26" name="pdf-path-27">
            <a:extLst xmlns:a="http://schemas.openxmlformats.org/drawingml/2006/main">
              <a:ext uri="{FF2B5EF4-FFF2-40B4-BE49-F238E27FC236}">
                <a16:creationId xmlns:a16="http://schemas.microsoft.com/office/drawing/2014/main" id="{834DBA7D-6D6A-4EEE-AD53-C115C760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742" y="884179"/>
            <a:ext cx="1913122" cy="1612540"/>
          </a:xfrm>
          <a:custGeom xmlns:a="http://schemas.openxmlformats.org/drawingml/2006/main">
            <a:pathLst>
              <a:path w="1913122" h="1612540">
                <a:moveTo>
                  <a:pt x="0" y="1612540"/>
                </a:moveTo>
                <a:lnTo>
                  <a:pt x="1913122" y="1612540"/>
                </a:lnTo>
                <a:lnTo>
                  <a:pt x="191312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DE2845-DDAC-4467-8505-0033ED6C0B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67bfe5c244b6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" y="876300"/>
            <a:ext cx="1924050" cy="1619250"/>
          </a:xfrm>
          <a:prstGeom xmlns:a="http://schemas.openxmlformats.org/drawingml/2006/main" prst="rect">
            <a:avLst/>
          </a:prstGeom>
        </p:spPr>
      </p:pic>
      <p:sp>
        <p:nvSpPr>
          <p:cNvPr id="28" name="source-raster-0">
            <a:extLst xmlns:a="http://schemas.openxmlformats.org/drawingml/2006/main">
              <a:ext uri="{FF2B5EF4-FFF2-40B4-BE49-F238E27FC236}">
                <a16:creationId xmlns:a16="http://schemas.microsoft.com/office/drawing/2014/main" id="{89A055A7-C448-4FC9-A01B-E4677E4B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" y="876300"/>
            <a:ext cx="19240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pdf-text-9-0">
            <a:extLst xmlns:a="http://schemas.openxmlformats.org/drawingml/2006/main">
              <a:ext uri="{FF2B5EF4-FFF2-40B4-BE49-F238E27FC236}">
                <a16:creationId xmlns:a16="http://schemas.microsoft.com/office/drawing/2014/main" id="{ED9D97FC-E4E2-465B-9882-530ABB0C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265" y="194292"/>
            <a:ext cx="4817232" cy="372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934" b="1" i="0">
                <a:solidFill>
                  <a:srgbClr val="2A2A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34" b="1" i="0">
                <a:solidFill>
                  <a:srgbClr val="2A2A2A"/>
                </a:solidFill>
                <a:latin typeface="Arial"/>
                <a:ea typeface="Arial"/>
                <a:cs typeface="Arial"/>
              </a:defRPr>
            </a:pPr>
            <a:r>
              <a:rPr sz="2934" b="1" i="0">
                <a:solidFill>
                  <a:srgbClr val="2A2A2A"/>
                </a:solidFill>
                <a:latin typeface="Arial"/>
                <a:ea typeface="Arial"/>
                <a:cs typeface="Arial"/>
              </a:rPr>
              <a:t>Environment Construction</a:t>
            </a:r>
          </a:p>
        </p:txBody>
      </p:sp>
      <p:sp>
        <p:nvSpPr>
          <p:cNvPr id="30" name="pdf-text-10-0">
            <a:extLst xmlns:a="http://schemas.openxmlformats.org/drawingml/2006/main">
              <a:ext uri="{FF2B5EF4-FFF2-40B4-BE49-F238E27FC236}">
                <a16:creationId xmlns:a16="http://schemas.microsoft.com/office/drawing/2014/main" id="{2AB79839-98A5-40C3-A96F-91934CE6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265" y="3434563"/>
            <a:ext cx="2722139" cy="372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934" b="1" i="0">
                <a:solidFill>
                  <a:srgbClr val="2A2A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34" b="1" i="0">
                <a:solidFill>
                  <a:srgbClr val="2A2A2A"/>
                </a:solidFill>
                <a:latin typeface="Arial"/>
                <a:ea typeface="Arial"/>
                <a:cs typeface="Arial"/>
              </a:defRPr>
            </a:pPr>
            <a:r>
              <a:rPr sz="2934" b="1" i="0">
                <a:solidFill>
                  <a:srgbClr val="2A2A2A"/>
                </a:solidFill>
                <a:latin typeface="Arial"/>
                <a:ea typeface="Arial"/>
                <a:cs typeface="Arial"/>
              </a:rPr>
              <a:t>Randomization</a:t>
            </a:r>
          </a:p>
        </p:txBody>
      </p:sp>
      <p:sp>
        <p:nvSpPr>
          <p:cNvPr id="31" name="pdf-text-11-0">
            <a:extLst xmlns:a="http://schemas.openxmlformats.org/drawingml/2006/main">
              <a:ext uri="{FF2B5EF4-FFF2-40B4-BE49-F238E27FC236}">
                <a16:creationId xmlns:a16="http://schemas.microsoft.com/office/drawing/2014/main" id="{6E58680B-F795-48E9-84C3-B92AAD0E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70867" y="3438676"/>
            <a:ext cx="2960310" cy="372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934" b="1" i="0">
                <a:solidFill>
                  <a:srgbClr val="2A2A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34" b="1" i="0">
                <a:solidFill>
                  <a:srgbClr val="2A2A2A"/>
                </a:solidFill>
                <a:latin typeface="Arial"/>
                <a:ea typeface="Arial"/>
                <a:cs typeface="Arial"/>
              </a:defRPr>
            </a:pPr>
            <a:r>
              <a:rPr sz="2934" b="1" i="0">
                <a:solidFill>
                  <a:srgbClr val="2A2A2A"/>
                </a:solidFill>
                <a:latin typeface="Arial"/>
                <a:ea typeface="Arial"/>
                <a:cs typeface="Arial"/>
              </a:rPr>
              <a:t>Data Generation</a:t>
            </a:r>
          </a:p>
        </p:txBody>
      </p:sp>
      <p:sp>
        <p:nvSpPr>
          <p:cNvPr id="32" name="pdf-path-32">
            <a:extLst xmlns:a="http://schemas.openxmlformats.org/drawingml/2006/main">
              <a:ext uri="{FF2B5EF4-FFF2-40B4-BE49-F238E27FC236}">
                <a16:creationId xmlns:a16="http://schemas.microsoft.com/office/drawing/2014/main" id="{FCEAB352-CD0A-4DA8-B46C-BEF1D55D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44280" y="884179"/>
            <a:ext cx="1913122" cy="1612540"/>
          </a:xfrm>
          <a:custGeom xmlns:a="http://schemas.openxmlformats.org/drawingml/2006/main">
            <a:pathLst>
              <a:path w="1913122" h="1612540">
                <a:moveTo>
                  <a:pt x="0" y="1612540"/>
                </a:moveTo>
                <a:lnTo>
                  <a:pt x="1913122" y="1612540"/>
                </a:lnTo>
                <a:lnTo>
                  <a:pt x="191312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0DF0DA-11E4-4F18-BEDD-1A2BD978CC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0b75bceb924fb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3275" y="876300"/>
            <a:ext cx="1914525" cy="1619250"/>
          </a:xfrm>
          <a:prstGeom xmlns:a="http://schemas.openxmlformats.org/drawingml/2006/main" prst="rect">
            <a:avLst/>
          </a:prstGeom>
        </p:spPr>
      </p:pic>
      <p:sp>
        <p:nvSpPr>
          <p:cNvPr id="34" name="source-raster-1">
            <a:extLst xmlns:a="http://schemas.openxmlformats.org/drawingml/2006/main">
              <a:ext uri="{FF2B5EF4-FFF2-40B4-BE49-F238E27FC236}">
                <a16:creationId xmlns:a16="http://schemas.microsoft.com/office/drawing/2014/main" id="{C38BA19B-3388-4479-9D27-D1D039DD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43275" y="876300"/>
            <a:ext cx="19145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D8201E-67F5-4CEE-8E26-9FC0DC9145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1136e291c2464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81525" y="1390650"/>
            <a:ext cx="542925" cy="571500"/>
          </a:xfrm>
          <a:prstGeom xmlns:a="http://schemas.openxmlformats.org/drawingml/2006/main" prst="rect">
            <a:avLst/>
          </a:prstGeom>
        </p:spPr>
      </p:pic>
      <p:sp>
        <p:nvSpPr>
          <p:cNvPr id="36" name="source-raster-2">
            <a:extLst xmlns:a="http://schemas.openxmlformats.org/drawingml/2006/main">
              <a:ext uri="{FF2B5EF4-FFF2-40B4-BE49-F238E27FC236}">
                <a16:creationId xmlns:a16="http://schemas.microsoft.com/office/drawing/2014/main" id="{2AAD7717-EA44-485C-8480-28DF4343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1525" y="1390650"/>
            <a:ext cx="5429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8FBB92-F15E-4CA9-8373-CD5D3EC562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f0cf8b32914e7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33925" y="1552575"/>
            <a:ext cx="219075" cy="247650"/>
          </a:xfrm>
          <a:prstGeom xmlns:a="http://schemas.openxmlformats.org/drawingml/2006/main" prst="rect">
            <a:avLst/>
          </a:prstGeom>
        </p:spPr>
      </p:pic>
      <p:sp>
        <p:nvSpPr>
          <p:cNvPr id="38" name="source-raster-3">
            <a:extLst xmlns:a="http://schemas.openxmlformats.org/drawingml/2006/main">
              <a:ext uri="{FF2B5EF4-FFF2-40B4-BE49-F238E27FC236}">
                <a16:creationId xmlns:a16="http://schemas.microsoft.com/office/drawing/2014/main" id="{1C05FCAD-AFC4-4E3B-BF83-917D7AF3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3925" y="1552575"/>
            <a:ext cx="219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pdf-path-37">
            <a:extLst xmlns:a="http://schemas.openxmlformats.org/drawingml/2006/main">
              <a:ext uri="{FF2B5EF4-FFF2-40B4-BE49-F238E27FC236}">
                <a16:creationId xmlns:a16="http://schemas.microsoft.com/office/drawing/2014/main" id="{7B71A7CA-716B-4DC2-83D6-115570B1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9259" y="209010"/>
            <a:ext cx="1913122" cy="1612540"/>
          </a:xfrm>
          <a:custGeom xmlns:a="http://schemas.openxmlformats.org/drawingml/2006/main">
            <a:pathLst>
              <a:path w="1913122" h="1612540">
                <a:moveTo>
                  <a:pt x="0" y="1612540"/>
                </a:moveTo>
                <a:lnTo>
                  <a:pt x="1913122" y="1612540"/>
                </a:lnTo>
                <a:lnTo>
                  <a:pt x="191312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AF21C8-3D78-4921-B857-EC5D50391D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67a42402b54b0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81925" y="200025"/>
            <a:ext cx="1924050" cy="1619250"/>
          </a:xfrm>
          <a:prstGeom xmlns:a="http://schemas.openxmlformats.org/drawingml/2006/main" prst="rect">
            <a:avLst/>
          </a:prstGeom>
        </p:spPr>
      </p:pic>
      <p:sp>
        <p:nvSpPr>
          <p:cNvPr id="41" name="source-raster-4">
            <a:extLst xmlns:a="http://schemas.openxmlformats.org/drawingml/2006/main">
              <a:ext uri="{FF2B5EF4-FFF2-40B4-BE49-F238E27FC236}">
                <a16:creationId xmlns:a16="http://schemas.microsoft.com/office/drawing/2014/main" id="{352C429A-D545-4108-A984-24C3F95C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1925" y="200025"/>
            <a:ext cx="19240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FC4792-FED6-4C64-B5CD-44DE65F410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8525cfea894aa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43975" y="1085850"/>
            <a:ext cx="762000" cy="733425"/>
          </a:xfrm>
          <a:prstGeom xmlns:a="http://schemas.openxmlformats.org/drawingml/2006/main" prst="rect">
            <a:avLst/>
          </a:prstGeom>
        </p:spPr>
      </p:pic>
      <p:sp>
        <p:nvSpPr>
          <p:cNvPr id="43" name="source-raster-5">
            <a:extLst xmlns:a="http://schemas.openxmlformats.org/drawingml/2006/main">
              <a:ext uri="{FF2B5EF4-FFF2-40B4-BE49-F238E27FC236}">
                <a16:creationId xmlns:a16="http://schemas.microsoft.com/office/drawing/2014/main" id="{8418CCE9-F918-41E6-A6FA-1B5F9CB5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3975" y="1085850"/>
            <a:ext cx="762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89C6C7-3F9C-49B9-985B-3479D28687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afc9b3ffc94f5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72575" y="1295400"/>
            <a:ext cx="419100" cy="514350"/>
          </a:xfrm>
          <a:prstGeom xmlns:a="http://schemas.openxmlformats.org/drawingml/2006/main" prst="rect">
            <a:avLst/>
          </a:prstGeom>
        </p:spPr>
      </p:pic>
      <p:sp>
        <p:nvSpPr>
          <p:cNvPr id="45" name="source-raster-6">
            <a:extLst xmlns:a="http://schemas.openxmlformats.org/drawingml/2006/main">
              <a:ext uri="{FF2B5EF4-FFF2-40B4-BE49-F238E27FC236}">
                <a16:creationId xmlns:a16="http://schemas.microsoft.com/office/drawing/2014/main" id="{57BC6CA9-4811-408E-8CC3-7DB18B58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2575" y="1295400"/>
            <a:ext cx="419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pdf-path-42">
            <a:extLst xmlns:a="http://schemas.openxmlformats.org/drawingml/2006/main">
              <a:ext uri="{FF2B5EF4-FFF2-40B4-BE49-F238E27FC236}">
                <a16:creationId xmlns:a16="http://schemas.microsoft.com/office/drawing/2014/main" id="{CAD18F64-B576-43AE-BA91-5EEE246B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64292" y="3933450"/>
            <a:ext cx="2491178" cy="1790909"/>
          </a:xfrm>
          <a:custGeom xmlns:a="http://schemas.openxmlformats.org/drawingml/2006/main">
            <a:pathLst>
              <a:path w="2491178" h="1790909">
                <a:moveTo>
                  <a:pt x="0" y="1790909"/>
                </a:moveTo>
                <a:lnTo>
                  <a:pt x="2491178" y="1790909"/>
                </a:lnTo>
                <a:lnTo>
                  <a:pt x="249117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62B9A44-9E04-4E5E-927D-B41CD12D38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e7dcf6e6e1446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7550" y="3933825"/>
            <a:ext cx="2505075" cy="1790700"/>
          </a:xfrm>
          <a:prstGeom xmlns:a="http://schemas.openxmlformats.org/drawingml/2006/main" prst="rect">
            <a:avLst/>
          </a:prstGeom>
        </p:spPr>
      </p:pic>
      <p:sp>
        <p:nvSpPr>
          <p:cNvPr id="48" name="source-raster-7">
            <a:extLst xmlns:a="http://schemas.openxmlformats.org/drawingml/2006/main">
              <a:ext uri="{FF2B5EF4-FFF2-40B4-BE49-F238E27FC236}">
                <a16:creationId xmlns:a16="http://schemas.microsoft.com/office/drawing/2014/main" id="{92DD8AC6-EF10-4A32-B505-D1A70DD1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7550" y="3933825"/>
            <a:ext cx="250507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7FA3B59-D32D-4C51-86C3-8CF7878B50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a28b02141b43d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7550" y="4791075"/>
            <a:ext cx="904875" cy="933450"/>
          </a:xfrm>
          <a:prstGeom xmlns:a="http://schemas.openxmlformats.org/drawingml/2006/main" prst="rect">
            <a:avLst/>
          </a:prstGeom>
        </p:spPr>
      </p:pic>
      <p:sp>
        <p:nvSpPr>
          <p:cNvPr id="50" name="source-raster-8">
            <a:extLst xmlns:a="http://schemas.openxmlformats.org/drawingml/2006/main">
              <a:ext uri="{FF2B5EF4-FFF2-40B4-BE49-F238E27FC236}">
                <a16:creationId xmlns:a16="http://schemas.microsoft.com/office/drawing/2014/main" id="{CACA62A2-8800-4989-80FD-231CC052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7550" y="4791075"/>
            <a:ext cx="9048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pdf-path-45">
            <a:extLst xmlns:a="http://schemas.openxmlformats.org/drawingml/2006/main">
              <a:ext uri="{FF2B5EF4-FFF2-40B4-BE49-F238E27FC236}">
                <a16:creationId xmlns:a16="http://schemas.microsoft.com/office/drawing/2014/main" id="{22305F80-4D18-4031-BF7F-7D431FA8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8532" y="3991801"/>
            <a:ext cx="493427" cy="502361"/>
          </a:xfrm>
          <a:custGeom xmlns:a="http://schemas.openxmlformats.org/drawingml/2006/main">
            <a:pathLst>
              <a:path w="493427" h="502361">
                <a:moveTo>
                  <a:pt x="493427" y="0"/>
                </a:moveTo>
                <a:lnTo>
                  <a:pt x="0" y="0"/>
                </a:lnTo>
                <a:lnTo>
                  <a:pt x="0" y="502361"/>
                </a:lnTo>
              </a:path>
            </a:pathLst>
          </a:custGeom>
          <a:noFill xmlns:a="http://schemas.openxmlformats.org/drawingml/2006/main"/>
          <a:ln xmlns:a="http://schemas.openxmlformats.org/drawingml/2006/main" w="46932">
            <a:solidFill>
              <a:srgbClr val="FFFFFF"/>
            </a:solidFill>
            <a:prstDash val="solid"/>
          </a:ln>
        </p:spPr>
      </p:sp>
      <p:sp>
        <p:nvSpPr>
          <p:cNvPr id="52" name="pdf-path-46">
            <a:extLst xmlns:a="http://schemas.openxmlformats.org/drawingml/2006/main">
              <a:ext uri="{FF2B5EF4-FFF2-40B4-BE49-F238E27FC236}">
                <a16:creationId xmlns:a16="http://schemas.microsoft.com/office/drawing/2014/main" id="{7868E52C-BEB8-46B0-9DBD-5CE4E06A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7965" y="3991801"/>
            <a:ext cx="493426" cy="502361"/>
          </a:xfrm>
          <a:custGeom xmlns:a="http://schemas.openxmlformats.org/drawingml/2006/main">
            <a:pathLst>
              <a:path w="493426" h="502361">
                <a:moveTo>
                  <a:pt x="0" y="0"/>
                </a:moveTo>
                <a:lnTo>
                  <a:pt x="493426" y="0"/>
                </a:lnTo>
                <a:lnTo>
                  <a:pt x="493426" y="502361"/>
                </a:lnTo>
              </a:path>
            </a:pathLst>
          </a:custGeom>
          <a:noFill xmlns:a="http://schemas.openxmlformats.org/drawingml/2006/main"/>
          <a:ln xmlns:a="http://schemas.openxmlformats.org/drawingml/2006/main" w="46932">
            <a:solidFill>
              <a:srgbClr val="FFFFFF"/>
            </a:solidFill>
            <a:prstDash val="solid"/>
          </a:ln>
        </p:spPr>
      </p:sp>
      <p:sp>
        <p:nvSpPr>
          <p:cNvPr id="53" name="pdf-path-47">
            <a:extLst xmlns:a="http://schemas.openxmlformats.org/drawingml/2006/main">
              <a:ext uri="{FF2B5EF4-FFF2-40B4-BE49-F238E27FC236}">
                <a16:creationId xmlns:a16="http://schemas.microsoft.com/office/drawing/2014/main" id="{D703A7F8-3DF6-4621-8AAE-1D19C71F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8532" y="5120458"/>
            <a:ext cx="493427" cy="502361"/>
          </a:xfrm>
          <a:custGeom xmlns:a="http://schemas.openxmlformats.org/drawingml/2006/main">
            <a:pathLst>
              <a:path w="493427" h="502361">
                <a:moveTo>
                  <a:pt x="493427" y="502361"/>
                </a:moveTo>
                <a:lnTo>
                  <a:pt x="0" y="50236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6932">
            <a:solidFill>
              <a:srgbClr val="FFFFFF"/>
            </a:solidFill>
            <a:prstDash val="solid"/>
          </a:ln>
        </p:spPr>
      </p:sp>
      <p:sp>
        <p:nvSpPr>
          <p:cNvPr id="54" name="pdf-path-48">
            <a:extLst xmlns:a="http://schemas.openxmlformats.org/drawingml/2006/main">
              <a:ext uri="{FF2B5EF4-FFF2-40B4-BE49-F238E27FC236}">
                <a16:creationId xmlns:a16="http://schemas.microsoft.com/office/drawing/2014/main" id="{BA705E9D-D462-4558-AC0B-85AEA0A2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7965" y="5120458"/>
            <a:ext cx="493426" cy="502361"/>
          </a:xfrm>
          <a:custGeom xmlns:a="http://schemas.openxmlformats.org/drawingml/2006/main">
            <a:pathLst>
              <a:path w="493426" h="502361">
                <a:moveTo>
                  <a:pt x="0" y="502361"/>
                </a:moveTo>
                <a:lnTo>
                  <a:pt x="493426" y="502361"/>
                </a:lnTo>
                <a:lnTo>
                  <a:pt x="4934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6932">
            <a:solidFill>
              <a:srgbClr val="FFFFFF"/>
            </a:solidFill>
            <a:prstDash val="solid"/>
          </a:ln>
        </p:spPr>
      </p:sp>
      <p:sp>
        <p:nvSpPr>
          <p:cNvPr id="55" name="pdf-path-49">
            <a:extLst xmlns:a="http://schemas.openxmlformats.org/drawingml/2006/main">
              <a:ext uri="{FF2B5EF4-FFF2-40B4-BE49-F238E27FC236}">
                <a16:creationId xmlns:a16="http://schemas.microsoft.com/office/drawing/2014/main" id="{8A75402A-A2A9-4330-B620-356097A2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1679" y="3939510"/>
            <a:ext cx="2491178" cy="1790909"/>
          </a:xfrm>
          <a:custGeom xmlns:a="http://schemas.openxmlformats.org/drawingml/2006/main">
            <a:pathLst>
              <a:path w="2491178" h="1790909">
                <a:moveTo>
                  <a:pt x="0" y="1790909"/>
                </a:moveTo>
                <a:lnTo>
                  <a:pt x="2491178" y="1790909"/>
                </a:lnTo>
                <a:lnTo>
                  <a:pt x="249117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BCFCCC6-456F-421E-A69E-5F1CC00B01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f3612bd1ae459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15075" y="3933825"/>
            <a:ext cx="2505075" cy="1800225"/>
          </a:xfrm>
          <a:prstGeom xmlns:a="http://schemas.openxmlformats.org/drawingml/2006/main" prst="rect">
            <a:avLst/>
          </a:prstGeom>
        </p:spPr>
      </p:pic>
      <p:sp>
        <p:nvSpPr>
          <p:cNvPr id="57" name="source-raster-9">
            <a:extLst xmlns:a="http://schemas.openxmlformats.org/drawingml/2006/main">
              <a:ext uri="{FF2B5EF4-FFF2-40B4-BE49-F238E27FC236}">
                <a16:creationId xmlns:a16="http://schemas.microsoft.com/office/drawing/2014/main" id="{0B8312EC-E671-4791-99D1-C57585B1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15075" y="3933825"/>
            <a:ext cx="2505075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8BFD825-4158-408F-82D3-9CBCB1F212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e929bda4704ba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15075" y="4800600"/>
            <a:ext cx="904875" cy="933450"/>
          </a:xfrm>
          <a:prstGeom xmlns:a="http://schemas.openxmlformats.org/drawingml/2006/main" prst="rect">
            <a:avLst/>
          </a:prstGeom>
        </p:spPr>
      </p:pic>
      <p:sp>
        <p:nvSpPr>
          <p:cNvPr id="59" name="source-raster-10">
            <a:extLst xmlns:a="http://schemas.openxmlformats.org/drawingml/2006/main">
              <a:ext uri="{FF2B5EF4-FFF2-40B4-BE49-F238E27FC236}">
                <a16:creationId xmlns:a16="http://schemas.microsoft.com/office/drawing/2014/main" id="{DB4B8194-87DA-4480-8315-203ABABE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15075" y="4800600"/>
            <a:ext cx="9048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pdf-path-52">
            <a:extLst xmlns:a="http://schemas.openxmlformats.org/drawingml/2006/main">
              <a:ext uri="{FF2B5EF4-FFF2-40B4-BE49-F238E27FC236}">
                <a16:creationId xmlns:a16="http://schemas.microsoft.com/office/drawing/2014/main" id="{07DA285D-6C5B-4391-ADBB-9B804F5E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0257" y="3997860"/>
            <a:ext cx="493428" cy="502362"/>
          </a:xfrm>
          <a:custGeom xmlns:a="http://schemas.openxmlformats.org/drawingml/2006/main">
            <a:pathLst>
              <a:path w="493428" h="502362">
                <a:moveTo>
                  <a:pt x="493428" y="0"/>
                </a:moveTo>
                <a:lnTo>
                  <a:pt x="0" y="0"/>
                </a:lnTo>
                <a:lnTo>
                  <a:pt x="0" y="502362"/>
                </a:lnTo>
              </a:path>
            </a:pathLst>
          </a:custGeom>
          <a:noFill xmlns:a="http://schemas.openxmlformats.org/drawingml/2006/main"/>
          <a:ln xmlns:a="http://schemas.openxmlformats.org/drawingml/2006/main" w="46932">
            <a:solidFill>
              <a:srgbClr val="FFFFFF"/>
            </a:solidFill>
            <a:prstDash val="solid"/>
          </a:ln>
        </p:spPr>
      </p:sp>
      <p:sp>
        <p:nvSpPr>
          <p:cNvPr id="61" name="pdf-path-53">
            <a:extLst xmlns:a="http://schemas.openxmlformats.org/drawingml/2006/main">
              <a:ext uri="{FF2B5EF4-FFF2-40B4-BE49-F238E27FC236}">
                <a16:creationId xmlns:a16="http://schemas.microsoft.com/office/drawing/2014/main" id="{9435ADCE-59BC-47F4-89B9-1F69939F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9691" y="3997860"/>
            <a:ext cx="493427" cy="502362"/>
          </a:xfrm>
          <a:custGeom xmlns:a="http://schemas.openxmlformats.org/drawingml/2006/main">
            <a:pathLst>
              <a:path w="493427" h="502362">
                <a:moveTo>
                  <a:pt x="0" y="0"/>
                </a:moveTo>
                <a:lnTo>
                  <a:pt x="493427" y="0"/>
                </a:lnTo>
                <a:lnTo>
                  <a:pt x="493427" y="502362"/>
                </a:lnTo>
              </a:path>
            </a:pathLst>
          </a:custGeom>
          <a:noFill xmlns:a="http://schemas.openxmlformats.org/drawingml/2006/main"/>
          <a:ln xmlns:a="http://schemas.openxmlformats.org/drawingml/2006/main" w="46932">
            <a:solidFill>
              <a:srgbClr val="FFFFFF"/>
            </a:solidFill>
            <a:prstDash val="solid"/>
          </a:ln>
        </p:spPr>
      </p:sp>
      <p:sp>
        <p:nvSpPr>
          <p:cNvPr id="62" name="pdf-path-54">
            <a:extLst xmlns:a="http://schemas.openxmlformats.org/drawingml/2006/main">
              <a:ext uri="{FF2B5EF4-FFF2-40B4-BE49-F238E27FC236}">
                <a16:creationId xmlns:a16="http://schemas.microsoft.com/office/drawing/2014/main" id="{2F43CF99-2D3E-46C3-ACF8-B16BE6A6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0257" y="5126518"/>
            <a:ext cx="493428" cy="502362"/>
          </a:xfrm>
          <a:custGeom xmlns:a="http://schemas.openxmlformats.org/drawingml/2006/main">
            <a:pathLst>
              <a:path w="493428" h="502362">
                <a:moveTo>
                  <a:pt x="493428" y="502362"/>
                </a:moveTo>
                <a:lnTo>
                  <a:pt x="0" y="50236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6932">
            <a:solidFill>
              <a:srgbClr val="FFFFFF"/>
            </a:solidFill>
            <a:prstDash val="solid"/>
          </a:ln>
        </p:spPr>
      </p:sp>
      <p:sp>
        <p:nvSpPr>
          <p:cNvPr id="63" name="pdf-path-55">
            <a:extLst xmlns:a="http://schemas.openxmlformats.org/drawingml/2006/main">
              <a:ext uri="{FF2B5EF4-FFF2-40B4-BE49-F238E27FC236}">
                <a16:creationId xmlns:a16="http://schemas.microsoft.com/office/drawing/2014/main" id="{8AE80159-8B44-4FCA-9ECC-E05BAA19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9691" y="5126518"/>
            <a:ext cx="493427" cy="502362"/>
          </a:xfrm>
          <a:custGeom xmlns:a="http://schemas.openxmlformats.org/drawingml/2006/main">
            <a:pathLst>
              <a:path w="493427" h="502362">
                <a:moveTo>
                  <a:pt x="0" y="502362"/>
                </a:moveTo>
                <a:lnTo>
                  <a:pt x="493427" y="502362"/>
                </a:lnTo>
                <a:lnTo>
                  <a:pt x="493427" y="0"/>
                </a:lnTo>
              </a:path>
            </a:pathLst>
          </a:custGeom>
          <a:noFill xmlns:a="http://schemas.openxmlformats.org/drawingml/2006/main"/>
          <a:ln xmlns:a="http://schemas.openxmlformats.org/drawingml/2006/main" w="46932">
            <a:solidFill>
              <a:srgbClr val="FFFFFF"/>
            </a:solidFill>
            <a:prstDash val="solid"/>
          </a:ln>
        </p:spPr>
      </p:sp>
      <p:sp>
        <p:nvSpPr>
          <p:cNvPr id="64" name="pdf-path-56">
            <a:extLst xmlns:a="http://schemas.openxmlformats.org/drawingml/2006/main">
              <a:ext uri="{FF2B5EF4-FFF2-40B4-BE49-F238E27FC236}">
                <a16:creationId xmlns:a16="http://schemas.microsoft.com/office/drawing/2014/main" id="{D98A5191-B5D9-41C4-B7CC-A264C632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57365" y="209015"/>
            <a:ext cx="2656691" cy="2287704"/>
          </a:xfrm>
          <a:custGeom xmlns:a="http://schemas.openxmlformats.org/drawingml/2006/main">
            <a:pathLst>
              <a:path w="2656691" h="2287704">
                <a:moveTo>
                  <a:pt x="0" y="2287704"/>
                </a:moveTo>
                <a:lnTo>
                  <a:pt x="2656691" y="2287704"/>
                </a:lnTo>
                <a:lnTo>
                  <a:pt x="265669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0B2FF1E-0F2A-4A33-88F6-E98E46D986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dab7e3c7d7451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58475" y="209550"/>
            <a:ext cx="2657475" cy="2286000"/>
          </a:xfrm>
          <a:prstGeom xmlns:a="http://schemas.openxmlformats.org/drawingml/2006/main" prst="rect">
            <a:avLst/>
          </a:prstGeom>
        </p:spPr>
      </p:pic>
      <p:sp>
        <p:nvSpPr>
          <p:cNvPr id="66" name="source-raster-11">
            <a:extLst xmlns:a="http://schemas.openxmlformats.org/drawingml/2006/main">
              <a:ext uri="{FF2B5EF4-FFF2-40B4-BE49-F238E27FC236}">
                <a16:creationId xmlns:a16="http://schemas.microsoft.com/office/drawing/2014/main" id="{DD2CECAC-5A5A-4E26-B806-5E42E445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58475" y="209550"/>
            <a:ext cx="265747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pdf-path-58">
            <a:extLst xmlns:a="http://schemas.openxmlformats.org/drawingml/2006/main">
              <a:ext uri="{FF2B5EF4-FFF2-40B4-BE49-F238E27FC236}">
                <a16:creationId xmlns:a16="http://schemas.microsoft.com/office/drawing/2014/main" id="{55E92A3A-F616-41DE-8288-6F4C7F15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6910" y="3933450"/>
            <a:ext cx="2491178" cy="1790909"/>
          </a:xfrm>
          <a:custGeom xmlns:a="http://schemas.openxmlformats.org/drawingml/2006/main">
            <a:pathLst>
              <a:path w="2491178" h="1790909">
                <a:moveTo>
                  <a:pt x="0" y="1790909"/>
                </a:moveTo>
                <a:lnTo>
                  <a:pt x="2491178" y="1790909"/>
                </a:lnTo>
                <a:lnTo>
                  <a:pt x="249117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C2F7CAF-9769-44B3-80F0-12C152238B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96e4e1f9cb45b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0025" y="3924300"/>
            <a:ext cx="2505075" cy="1800225"/>
          </a:xfrm>
          <a:prstGeom xmlns:a="http://schemas.openxmlformats.org/drawingml/2006/main" prst="rect">
            <a:avLst/>
          </a:prstGeom>
        </p:spPr>
      </p:pic>
      <p:sp>
        <p:nvSpPr>
          <p:cNvPr id="69" name="source-raster-12">
            <a:extLst xmlns:a="http://schemas.openxmlformats.org/drawingml/2006/main">
              <a:ext uri="{FF2B5EF4-FFF2-40B4-BE49-F238E27FC236}">
                <a16:creationId xmlns:a16="http://schemas.microsoft.com/office/drawing/2014/main" id="{B69597DB-DA96-430B-9293-50A5EF67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" y="3924300"/>
            <a:ext cx="2505075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" name="pdf-path-60">
            <a:extLst xmlns:a="http://schemas.openxmlformats.org/drawingml/2006/main">
              <a:ext uri="{FF2B5EF4-FFF2-40B4-BE49-F238E27FC236}">
                <a16:creationId xmlns:a16="http://schemas.microsoft.com/office/drawing/2014/main" id="{E2C9B6F6-6098-4204-954F-F02029C2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4693" y="4394110"/>
            <a:ext cx="411669" cy="273362"/>
          </a:xfrm>
          <a:custGeom xmlns:a="http://schemas.openxmlformats.org/drawingml/2006/main">
            <a:pathLst>
              <a:path w="411669" h="273362">
                <a:moveTo>
                  <a:pt x="411669" y="46345"/>
                </a:moveTo>
                <a:lnTo>
                  <a:pt x="411669" y="227017"/>
                </a:lnTo>
                <a:cubicBezTo>
                  <a:pt x="411669" y="252595"/>
                  <a:pt x="390902" y="273362"/>
                  <a:pt x="365324" y="273362"/>
                </a:cubicBezTo>
                <a:lnTo>
                  <a:pt x="46345" y="273362"/>
                </a:lnTo>
                <a:cubicBezTo>
                  <a:pt x="20767" y="273362"/>
                  <a:pt x="0" y="252595"/>
                  <a:pt x="0" y="227017"/>
                </a:cubicBezTo>
                <a:lnTo>
                  <a:pt x="0" y="46345"/>
                </a:lnTo>
                <a:cubicBezTo>
                  <a:pt x="0" y="20767"/>
                  <a:pt x="20767" y="0"/>
                  <a:pt x="46345" y="0"/>
                </a:cubicBezTo>
                <a:lnTo>
                  <a:pt x="365324" y="0"/>
                </a:lnTo>
                <a:cubicBezTo>
                  <a:pt x="390902" y="0"/>
                  <a:pt x="411669" y="20767"/>
                  <a:pt x="411669" y="4634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df-path-61">
            <a:extLst xmlns:a="http://schemas.openxmlformats.org/drawingml/2006/main">
              <a:ext uri="{FF2B5EF4-FFF2-40B4-BE49-F238E27FC236}">
                <a16:creationId xmlns:a16="http://schemas.microsoft.com/office/drawing/2014/main" id="{BE0B2B55-CAF3-4CC0-8978-2A719F98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6623" y="4419095"/>
            <a:ext cx="179475" cy="223245"/>
          </a:xfrm>
          <a:custGeom xmlns:a="http://schemas.openxmlformats.org/drawingml/2006/main">
            <a:pathLst>
              <a:path w="179475" h="223245">
                <a:moveTo>
                  <a:pt x="30426" y="77827"/>
                </a:moveTo>
                <a:cubicBezTo>
                  <a:pt x="30426" y="77827"/>
                  <a:pt x="125146" y="20961"/>
                  <a:pt x="149049" y="7342"/>
                </a:cubicBezTo>
                <a:cubicBezTo>
                  <a:pt x="161929" y="0"/>
                  <a:pt x="179475" y="23196"/>
                  <a:pt x="179475" y="42726"/>
                </a:cubicBezTo>
                <a:lnTo>
                  <a:pt x="179475" y="180666"/>
                </a:lnTo>
                <a:cubicBezTo>
                  <a:pt x="179475" y="200195"/>
                  <a:pt x="161987" y="223245"/>
                  <a:pt x="149049" y="216050"/>
                </a:cubicBezTo>
                <a:cubicBezTo>
                  <a:pt x="125427" y="202921"/>
                  <a:pt x="30426" y="144728"/>
                  <a:pt x="30426" y="144728"/>
                </a:cubicBezTo>
                <a:cubicBezTo>
                  <a:pt x="13634" y="144728"/>
                  <a:pt x="0" y="200195"/>
                  <a:pt x="0" y="180666"/>
                </a:cubicBezTo>
                <a:lnTo>
                  <a:pt x="0" y="42726"/>
                </a:lnTo>
                <a:cubicBezTo>
                  <a:pt x="0" y="23196"/>
                  <a:pt x="13634" y="77827"/>
                  <a:pt x="30426" y="77827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df-path-62">
            <a:extLst xmlns:a="http://schemas.openxmlformats.org/drawingml/2006/main">
              <a:ext uri="{FF2B5EF4-FFF2-40B4-BE49-F238E27FC236}">
                <a16:creationId xmlns:a16="http://schemas.microsoft.com/office/drawing/2014/main" id="{8D67984D-47A7-4817-BB69-F0E13FB7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876" y="3991047"/>
            <a:ext cx="492450" cy="502362"/>
          </a:xfrm>
          <a:custGeom xmlns:a="http://schemas.openxmlformats.org/drawingml/2006/main">
            <a:pathLst>
              <a:path w="492450" h="502362">
                <a:moveTo>
                  <a:pt x="492450" y="0"/>
                </a:moveTo>
                <a:lnTo>
                  <a:pt x="0" y="0"/>
                </a:lnTo>
                <a:lnTo>
                  <a:pt x="0" y="502362"/>
                </a:lnTo>
              </a:path>
            </a:pathLst>
          </a:custGeom>
          <a:noFill xmlns:a="http://schemas.openxmlformats.org/drawingml/2006/main"/>
          <a:ln xmlns:a="http://schemas.openxmlformats.org/drawingml/2006/main" w="46932">
            <a:solidFill>
              <a:srgbClr val="FFFFFF"/>
            </a:solidFill>
            <a:prstDash val="solid"/>
          </a:ln>
        </p:spPr>
      </p:sp>
      <p:sp>
        <p:nvSpPr>
          <p:cNvPr id="73" name="pdf-path-63">
            <a:extLst xmlns:a="http://schemas.openxmlformats.org/drawingml/2006/main">
              <a:ext uri="{FF2B5EF4-FFF2-40B4-BE49-F238E27FC236}">
                <a16:creationId xmlns:a16="http://schemas.microsoft.com/office/drawing/2014/main" id="{B7BCBB02-DA46-46D5-A061-F332806D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1552" y="3991047"/>
            <a:ext cx="492450" cy="502362"/>
          </a:xfrm>
          <a:custGeom xmlns:a="http://schemas.openxmlformats.org/drawingml/2006/main">
            <a:pathLst>
              <a:path w="492450" h="502362">
                <a:moveTo>
                  <a:pt x="0" y="0"/>
                </a:moveTo>
                <a:lnTo>
                  <a:pt x="492450" y="0"/>
                </a:lnTo>
                <a:lnTo>
                  <a:pt x="492450" y="502362"/>
                </a:lnTo>
              </a:path>
            </a:pathLst>
          </a:custGeom>
          <a:noFill xmlns:a="http://schemas.openxmlformats.org/drawingml/2006/main"/>
          <a:ln xmlns:a="http://schemas.openxmlformats.org/drawingml/2006/main" w="46932">
            <a:solidFill>
              <a:srgbClr val="FFFFFF"/>
            </a:solidFill>
            <a:prstDash val="solid"/>
          </a:ln>
        </p:spPr>
      </p:sp>
      <p:sp>
        <p:nvSpPr>
          <p:cNvPr id="74" name="pdf-path-64">
            <a:extLst xmlns:a="http://schemas.openxmlformats.org/drawingml/2006/main">
              <a:ext uri="{FF2B5EF4-FFF2-40B4-BE49-F238E27FC236}">
                <a16:creationId xmlns:a16="http://schemas.microsoft.com/office/drawing/2014/main" id="{54F7A5BC-266E-4FAE-8971-293FCBB1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876" y="5119704"/>
            <a:ext cx="492450" cy="502362"/>
          </a:xfrm>
          <a:custGeom xmlns:a="http://schemas.openxmlformats.org/drawingml/2006/main">
            <a:pathLst>
              <a:path w="492450" h="502362">
                <a:moveTo>
                  <a:pt x="492450" y="502362"/>
                </a:moveTo>
                <a:lnTo>
                  <a:pt x="0" y="50236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6932">
            <a:solidFill>
              <a:srgbClr val="FFFFFF"/>
            </a:solidFill>
            <a:prstDash val="solid"/>
          </a:ln>
        </p:spPr>
      </p:sp>
      <p:sp>
        <p:nvSpPr>
          <p:cNvPr id="75" name="pdf-path-65">
            <a:extLst xmlns:a="http://schemas.openxmlformats.org/drawingml/2006/main">
              <a:ext uri="{FF2B5EF4-FFF2-40B4-BE49-F238E27FC236}">
                <a16:creationId xmlns:a16="http://schemas.microsoft.com/office/drawing/2014/main" id="{5C3F1078-DA3A-4152-8D81-78C8F977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1552" y="5119704"/>
            <a:ext cx="492450" cy="502362"/>
          </a:xfrm>
          <a:custGeom xmlns:a="http://schemas.openxmlformats.org/drawingml/2006/main">
            <a:pathLst>
              <a:path w="492450" h="502362">
                <a:moveTo>
                  <a:pt x="0" y="502362"/>
                </a:moveTo>
                <a:lnTo>
                  <a:pt x="492450" y="502362"/>
                </a:lnTo>
                <a:lnTo>
                  <a:pt x="492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6932">
            <a:solidFill>
              <a:srgbClr val="FFFFFF"/>
            </a:solidFill>
            <a:prstDash val="solid"/>
          </a:ln>
        </p:spPr>
      </p:sp>
      <p:sp>
        <p:nvSpPr>
          <p:cNvPr id="76" name="pdf-path-66">
            <a:extLst xmlns:a="http://schemas.openxmlformats.org/drawingml/2006/main">
              <a:ext uri="{FF2B5EF4-FFF2-40B4-BE49-F238E27FC236}">
                <a16:creationId xmlns:a16="http://schemas.microsoft.com/office/drawing/2014/main" id="{21C7D38E-EF09-4A1A-B13B-DA7BF17E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085" y="3964258"/>
            <a:ext cx="1031426" cy="555940"/>
          </a:xfrm>
          <a:custGeom xmlns:a="http://schemas.openxmlformats.org/drawingml/2006/main">
            <a:pathLst>
              <a:path w="1031426" h="555940">
                <a:moveTo>
                  <a:pt x="1015360" y="508278"/>
                </a:moveTo>
                <a:cubicBezTo>
                  <a:pt x="1026879" y="514197"/>
                  <a:pt x="1031426" y="528353"/>
                  <a:pt x="1025509" y="539875"/>
                </a:cubicBezTo>
                <a:cubicBezTo>
                  <a:pt x="1019590" y="551393"/>
                  <a:pt x="1005432" y="555940"/>
                  <a:pt x="993913" y="550023"/>
                </a:cubicBezTo>
                <a:lnTo>
                  <a:pt x="969467" y="537463"/>
                </a:lnTo>
                <a:cubicBezTo>
                  <a:pt x="957946" y="531544"/>
                  <a:pt x="953399" y="517388"/>
                  <a:pt x="959318" y="505867"/>
                </a:cubicBezTo>
                <a:cubicBezTo>
                  <a:pt x="965234" y="494348"/>
                  <a:pt x="979393" y="489801"/>
                  <a:pt x="990912" y="495718"/>
                </a:cubicBezTo>
                <a:lnTo>
                  <a:pt x="1015360" y="508278"/>
                </a:lnTo>
                <a:moveTo>
                  <a:pt x="844236" y="420363"/>
                </a:moveTo>
                <a:cubicBezTo>
                  <a:pt x="855755" y="426282"/>
                  <a:pt x="860301" y="440441"/>
                  <a:pt x="854385" y="451960"/>
                </a:cubicBezTo>
                <a:cubicBezTo>
                  <a:pt x="848466" y="463479"/>
                  <a:pt x="834310" y="468028"/>
                  <a:pt x="822789" y="462109"/>
                </a:cubicBezTo>
                <a:lnTo>
                  <a:pt x="773898" y="436992"/>
                </a:lnTo>
                <a:cubicBezTo>
                  <a:pt x="762379" y="431072"/>
                  <a:pt x="757829" y="416917"/>
                  <a:pt x="763748" y="405395"/>
                </a:cubicBezTo>
                <a:cubicBezTo>
                  <a:pt x="769665" y="393876"/>
                  <a:pt x="783824" y="389327"/>
                  <a:pt x="795342" y="395246"/>
                </a:cubicBezTo>
                <a:lnTo>
                  <a:pt x="844236" y="420363"/>
                </a:lnTo>
                <a:moveTo>
                  <a:pt x="648666" y="319892"/>
                </a:moveTo>
                <a:cubicBezTo>
                  <a:pt x="660185" y="325811"/>
                  <a:pt x="664735" y="339966"/>
                  <a:pt x="658815" y="351488"/>
                </a:cubicBezTo>
                <a:cubicBezTo>
                  <a:pt x="652896" y="363007"/>
                  <a:pt x="638740" y="367556"/>
                  <a:pt x="627219" y="361637"/>
                </a:cubicBezTo>
                <a:lnTo>
                  <a:pt x="578328" y="336520"/>
                </a:lnTo>
                <a:cubicBezTo>
                  <a:pt x="566806" y="330601"/>
                  <a:pt x="562259" y="316442"/>
                  <a:pt x="568179" y="304923"/>
                </a:cubicBezTo>
                <a:cubicBezTo>
                  <a:pt x="574095" y="293404"/>
                  <a:pt x="588254" y="288855"/>
                  <a:pt x="599772" y="294774"/>
                </a:cubicBezTo>
                <a:lnTo>
                  <a:pt x="648666" y="319892"/>
                </a:lnTo>
                <a:moveTo>
                  <a:pt x="453099" y="219420"/>
                </a:moveTo>
                <a:cubicBezTo>
                  <a:pt x="464618" y="225339"/>
                  <a:pt x="469165" y="239497"/>
                  <a:pt x="463248" y="251016"/>
                </a:cubicBezTo>
                <a:cubicBezTo>
                  <a:pt x="457329" y="262535"/>
                  <a:pt x="443173" y="267084"/>
                  <a:pt x="431652" y="261165"/>
                </a:cubicBezTo>
                <a:lnTo>
                  <a:pt x="382761" y="236049"/>
                </a:lnTo>
                <a:cubicBezTo>
                  <a:pt x="371242" y="230129"/>
                  <a:pt x="366693" y="215973"/>
                  <a:pt x="372612" y="204451"/>
                </a:cubicBezTo>
                <a:cubicBezTo>
                  <a:pt x="378528" y="192933"/>
                  <a:pt x="392687" y="188383"/>
                  <a:pt x="404206" y="194302"/>
                </a:cubicBezTo>
                <a:lnTo>
                  <a:pt x="453099" y="219420"/>
                </a:lnTo>
                <a:moveTo>
                  <a:pt x="257530" y="118948"/>
                </a:moveTo>
                <a:cubicBezTo>
                  <a:pt x="269048" y="124867"/>
                  <a:pt x="273598" y="139023"/>
                  <a:pt x="267679" y="150545"/>
                </a:cubicBezTo>
                <a:cubicBezTo>
                  <a:pt x="261760" y="162063"/>
                  <a:pt x="247604" y="166610"/>
                  <a:pt x="236082" y="160694"/>
                </a:cubicBezTo>
                <a:lnTo>
                  <a:pt x="187191" y="135573"/>
                </a:lnTo>
                <a:cubicBezTo>
                  <a:pt x="175669" y="129657"/>
                  <a:pt x="171123" y="115499"/>
                  <a:pt x="177042" y="103980"/>
                </a:cubicBezTo>
                <a:cubicBezTo>
                  <a:pt x="182959" y="92461"/>
                  <a:pt x="197117" y="87912"/>
                  <a:pt x="208636" y="93831"/>
                </a:cubicBezTo>
                <a:lnTo>
                  <a:pt x="257530" y="118948"/>
                </a:lnTo>
                <a:moveTo>
                  <a:pt x="61961" y="18476"/>
                </a:moveTo>
                <a:cubicBezTo>
                  <a:pt x="73480" y="24396"/>
                  <a:pt x="78028" y="38551"/>
                  <a:pt x="72110" y="50073"/>
                </a:cubicBezTo>
                <a:cubicBezTo>
                  <a:pt x="66192" y="61592"/>
                  <a:pt x="52034" y="66139"/>
                  <a:pt x="40514" y="60222"/>
                </a:cubicBezTo>
                <a:lnTo>
                  <a:pt x="16068" y="47662"/>
                </a:lnTo>
                <a:cubicBezTo>
                  <a:pt x="4548" y="41742"/>
                  <a:pt x="0" y="27587"/>
                  <a:pt x="5918" y="16065"/>
                </a:cubicBezTo>
                <a:cubicBezTo>
                  <a:pt x="11836" y="4546"/>
                  <a:pt x="25994" y="0"/>
                  <a:pt x="37514" y="5916"/>
                </a:cubicBezTo>
                <a:lnTo>
                  <a:pt x="61961" y="1847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df-path-67">
            <a:extLst xmlns:a="http://schemas.openxmlformats.org/drawingml/2006/main">
              <a:ext uri="{FF2B5EF4-FFF2-40B4-BE49-F238E27FC236}">
                <a16:creationId xmlns:a16="http://schemas.microsoft.com/office/drawing/2014/main" id="{C042828E-95CB-440E-B9F1-F960A024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660" y="4467191"/>
            <a:ext cx="1030276" cy="1181092"/>
          </a:xfrm>
          <a:custGeom xmlns:a="http://schemas.openxmlformats.org/drawingml/2006/main">
            <a:pathLst>
              <a:path w="1030276" h="1181092">
                <a:moveTo>
                  <a:pt x="986325" y="10850"/>
                </a:moveTo>
                <a:cubicBezTo>
                  <a:pt x="994807" y="1062"/>
                  <a:pt x="1009638" y="0"/>
                  <a:pt x="1019426" y="8482"/>
                </a:cubicBezTo>
                <a:cubicBezTo>
                  <a:pt x="1029214" y="16962"/>
                  <a:pt x="1030276" y="31793"/>
                  <a:pt x="1021796" y="41581"/>
                </a:cubicBezTo>
                <a:lnTo>
                  <a:pt x="1004334" y="61735"/>
                </a:lnTo>
                <a:cubicBezTo>
                  <a:pt x="995855" y="71523"/>
                  <a:pt x="981024" y="72588"/>
                  <a:pt x="971236" y="64105"/>
                </a:cubicBezTo>
                <a:cubicBezTo>
                  <a:pt x="961445" y="55625"/>
                  <a:pt x="960383" y="40795"/>
                  <a:pt x="968866" y="31004"/>
                </a:cubicBezTo>
                <a:lnTo>
                  <a:pt x="986325" y="10850"/>
                </a:lnTo>
                <a:moveTo>
                  <a:pt x="864094" y="151935"/>
                </a:moveTo>
                <a:cubicBezTo>
                  <a:pt x="872577" y="142144"/>
                  <a:pt x="887407" y="141082"/>
                  <a:pt x="897196" y="149565"/>
                </a:cubicBezTo>
                <a:cubicBezTo>
                  <a:pt x="906984" y="158045"/>
                  <a:pt x="908045" y="172875"/>
                  <a:pt x="899566" y="182664"/>
                </a:cubicBezTo>
                <a:lnTo>
                  <a:pt x="864643" y="222974"/>
                </a:lnTo>
                <a:cubicBezTo>
                  <a:pt x="856163" y="232763"/>
                  <a:pt x="841329" y="233824"/>
                  <a:pt x="831541" y="225345"/>
                </a:cubicBezTo>
                <a:cubicBezTo>
                  <a:pt x="821753" y="216865"/>
                  <a:pt x="820691" y="202032"/>
                  <a:pt x="829171" y="192243"/>
                </a:cubicBezTo>
                <a:lnTo>
                  <a:pt x="864094" y="151935"/>
                </a:lnTo>
                <a:moveTo>
                  <a:pt x="724402" y="313171"/>
                </a:moveTo>
                <a:cubicBezTo>
                  <a:pt x="732882" y="303383"/>
                  <a:pt x="747715" y="302321"/>
                  <a:pt x="757504" y="310801"/>
                </a:cubicBezTo>
                <a:cubicBezTo>
                  <a:pt x="767292" y="319281"/>
                  <a:pt x="768354" y="334112"/>
                  <a:pt x="759874" y="343902"/>
                </a:cubicBezTo>
                <a:lnTo>
                  <a:pt x="724951" y="384211"/>
                </a:lnTo>
                <a:cubicBezTo>
                  <a:pt x="716471" y="393999"/>
                  <a:pt x="701638" y="395061"/>
                  <a:pt x="691849" y="386581"/>
                </a:cubicBezTo>
                <a:cubicBezTo>
                  <a:pt x="682061" y="378101"/>
                  <a:pt x="680999" y="363268"/>
                  <a:pt x="689479" y="353480"/>
                </a:cubicBezTo>
                <a:lnTo>
                  <a:pt x="724402" y="313171"/>
                </a:lnTo>
                <a:moveTo>
                  <a:pt x="584711" y="474404"/>
                </a:moveTo>
                <a:cubicBezTo>
                  <a:pt x="593193" y="464617"/>
                  <a:pt x="608024" y="463555"/>
                  <a:pt x="617812" y="472038"/>
                </a:cubicBezTo>
                <a:cubicBezTo>
                  <a:pt x="627600" y="480517"/>
                  <a:pt x="628662" y="495348"/>
                  <a:pt x="620182" y="505136"/>
                </a:cubicBezTo>
                <a:lnTo>
                  <a:pt x="585259" y="545447"/>
                </a:lnTo>
                <a:cubicBezTo>
                  <a:pt x="576779" y="555236"/>
                  <a:pt x="561949" y="556297"/>
                  <a:pt x="552158" y="547815"/>
                </a:cubicBezTo>
                <a:cubicBezTo>
                  <a:pt x="542369" y="539334"/>
                  <a:pt x="541307" y="524504"/>
                  <a:pt x="549790" y="514716"/>
                </a:cubicBezTo>
                <a:lnTo>
                  <a:pt x="584711" y="474404"/>
                </a:lnTo>
                <a:moveTo>
                  <a:pt x="445018" y="635644"/>
                </a:moveTo>
                <a:cubicBezTo>
                  <a:pt x="453499" y="625856"/>
                  <a:pt x="468332" y="624794"/>
                  <a:pt x="478120" y="633274"/>
                </a:cubicBezTo>
                <a:cubicBezTo>
                  <a:pt x="487908" y="641754"/>
                  <a:pt x="488970" y="656587"/>
                  <a:pt x="480490" y="666375"/>
                </a:cubicBezTo>
                <a:lnTo>
                  <a:pt x="445567" y="706684"/>
                </a:lnTo>
                <a:cubicBezTo>
                  <a:pt x="437087" y="716472"/>
                  <a:pt x="422254" y="717534"/>
                  <a:pt x="412466" y="709054"/>
                </a:cubicBezTo>
                <a:cubicBezTo>
                  <a:pt x="402677" y="700574"/>
                  <a:pt x="401616" y="685741"/>
                  <a:pt x="410095" y="675952"/>
                </a:cubicBezTo>
                <a:lnTo>
                  <a:pt x="445018" y="635644"/>
                </a:lnTo>
                <a:moveTo>
                  <a:pt x="305327" y="796880"/>
                </a:moveTo>
                <a:cubicBezTo>
                  <a:pt x="313807" y="787092"/>
                  <a:pt x="328637" y="786031"/>
                  <a:pt x="338428" y="794510"/>
                </a:cubicBezTo>
                <a:cubicBezTo>
                  <a:pt x="348216" y="802993"/>
                  <a:pt x="349278" y="817823"/>
                  <a:pt x="340795" y="827612"/>
                </a:cubicBezTo>
                <a:lnTo>
                  <a:pt x="305875" y="867920"/>
                </a:lnTo>
                <a:cubicBezTo>
                  <a:pt x="297392" y="877711"/>
                  <a:pt x="282562" y="878773"/>
                  <a:pt x="272774" y="870290"/>
                </a:cubicBezTo>
                <a:cubicBezTo>
                  <a:pt x="262986" y="861810"/>
                  <a:pt x="261924" y="846980"/>
                  <a:pt x="270404" y="837192"/>
                </a:cubicBezTo>
                <a:lnTo>
                  <a:pt x="305327" y="796880"/>
                </a:lnTo>
                <a:moveTo>
                  <a:pt x="165635" y="958117"/>
                </a:moveTo>
                <a:cubicBezTo>
                  <a:pt x="174115" y="948328"/>
                  <a:pt x="188945" y="947267"/>
                  <a:pt x="198736" y="955750"/>
                </a:cubicBezTo>
                <a:cubicBezTo>
                  <a:pt x="208524" y="964230"/>
                  <a:pt x="209586" y="979060"/>
                  <a:pt x="201103" y="988848"/>
                </a:cubicBezTo>
                <a:lnTo>
                  <a:pt x="166180" y="1029160"/>
                </a:lnTo>
                <a:cubicBezTo>
                  <a:pt x="157701" y="1038947"/>
                  <a:pt x="142870" y="1040009"/>
                  <a:pt x="133082" y="1031526"/>
                </a:cubicBezTo>
                <a:cubicBezTo>
                  <a:pt x="123294" y="1023047"/>
                  <a:pt x="122232" y="1008216"/>
                  <a:pt x="130712" y="998428"/>
                </a:cubicBezTo>
                <a:lnTo>
                  <a:pt x="165635" y="958117"/>
                </a:lnTo>
                <a:moveTo>
                  <a:pt x="25942" y="1119356"/>
                </a:moveTo>
                <a:cubicBezTo>
                  <a:pt x="34422" y="1109565"/>
                  <a:pt x="49254" y="1108503"/>
                  <a:pt x="59043" y="1116986"/>
                </a:cubicBezTo>
                <a:cubicBezTo>
                  <a:pt x="68831" y="1125466"/>
                  <a:pt x="69893" y="1140297"/>
                  <a:pt x="61413" y="1150084"/>
                </a:cubicBezTo>
                <a:lnTo>
                  <a:pt x="43951" y="1170239"/>
                </a:lnTo>
                <a:cubicBezTo>
                  <a:pt x="35471" y="1180029"/>
                  <a:pt x="20639" y="1181092"/>
                  <a:pt x="10850" y="1172608"/>
                </a:cubicBezTo>
                <a:cubicBezTo>
                  <a:pt x="1062" y="1164129"/>
                  <a:pt x="0" y="1149299"/>
                  <a:pt x="8481" y="1139510"/>
                </a:cubicBezTo>
                <a:lnTo>
                  <a:pt x="25942" y="111935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df-path-68">
            <a:extLst xmlns:a="http://schemas.openxmlformats.org/drawingml/2006/main">
              <a:ext uri="{FF2B5EF4-FFF2-40B4-BE49-F238E27FC236}">
                <a16:creationId xmlns:a16="http://schemas.microsoft.com/office/drawing/2014/main" id="{CA3C7FD5-E71B-4352-A2B8-83F82DC1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7252" y="3964577"/>
            <a:ext cx="1443219" cy="555300"/>
          </a:xfrm>
          <a:custGeom xmlns:a="http://schemas.openxmlformats.org/drawingml/2006/main">
            <a:pathLst>
              <a:path w="1443219" h="555300">
                <a:moveTo>
                  <a:pt x="34445" y="550901"/>
                </a:moveTo>
                <a:cubicBezTo>
                  <a:pt x="22263" y="555300"/>
                  <a:pt x="8800" y="548985"/>
                  <a:pt x="4400" y="536806"/>
                </a:cubicBezTo>
                <a:cubicBezTo>
                  <a:pt x="0" y="524625"/>
                  <a:pt x="6315" y="511164"/>
                  <a:pt x="18494" y="506762"/>
                </a:cubicBezTo>
                <a:lnTo>
                  <a:pt x="43321" y="497792"/>
                </a:lnTo>
                <a:cubicBezTo>
                  <a:pt x="55499" y="493389"/>
                  <a:pt x="68963" y="499704"/>
                  <a:pt x="73363" y="511886"/>
                </a:cubicBezTo>
                <a:cubicBezTo>
                  <a:pt x="77765" y="524067"/>
                  <a:pt x="71450" y="537528"/>
                  <a:pt x="59269" y="541931"/>
                </a:cubicBezTo>
                <a:lnTo>
                  <a:pt x="34445" y="550901"/>
                </a:lnTo>
                <a:moveTo>
                  <a:pt x="208230" y="488106"/>
                </a:moveTo>
                <a:cubicBezTo>
                  <a:pt x="196048" y="492506"/>
                  <a:pt x="182587" y="486191"/>
                  <a:pt x="178184" y="474009"/>
                </a:cubicBezTo>
                <a:cubicBezTo>
                  <a:pt x="173784" y="461830"/>
                  <a:pt x="180100" y="448367"/>
                  <a:pt x="192279" y="443967"/>
                </a:cubicBezTo>
                <a:lnTo>
                  <a:pt x="241932" y="426025"/>
                </a:lnTo>
                <a:cubicBezTo>
                  <a:pt x="254114" y="421625"/>
                  <a:pt x="267575" y="427940"/>
                  <a:pt x="271977" y="440118"/>
                </a:cubicBezTo>
                <a:cubicBezTo>
                  <a:pt x="276377" y="452300"/>
                  <a:pt x="270062" y="465761"/>
                  <a:pt x="257883" y="470163"/>
                </a:cubicBezTo>
                <a:lnTo>
                  <a:pt x="208230" y="488106"/>
                </a:lnTo>
                <a:moveTo>
                  <a:pt x="406841" y="416339"/>
                </a:moveTo>
                <a:cubicBezTo>
                  <a:pt x="394659" y="420742"/>
                  <a:pt x="381196" y="414423"/>
                  <a:pt x="376796" y="402245"/>
                </a:cubicBezTo>
                <a:cubicBezTo>
                  <a:pt x="372396" y="390063"/>
                  <a:pt x="378711" y="376603"/>
                  <a:pt x="390890" y="372200"/>
                </a:cubicBezTo>
                <a:lnTo>
                  <a:pt x="440544" y="354260"/>
                </a:lnTo>
                <a:cubicBezTo>
                  <a:pt x="452725" y="349857"/>
                  <a:pt x="466186" y="356172"/>
                  <a:pt x="470589" y="368354"/>
                </a:cubicBezTo>
                <a:cubicBezTo>
                  <a:pt x="474989" y="380533"/>
                  <a:pt x="468673" y="393996"/>
                  <a:pt x="456495" y="398396"/>
                </a:cubicBezTo>
                <a:lnTo>
                  <a:pt x="406841" y="416339"/>
                </a:lnTo>
                <a:moveTo>
                  <a:pt x="605450" y="344574"/>
                </a:moveTo>
                <a:cubicBezTo>
                  <a:pt x="593271" y="348975"/>
                  <a:pt x="579807" y="342659"/>
                  <a:pt x="575408" y="330477"/>
                </a:cubicBezTo>
                <a:cubicBezTo>
                  <a:pt x="571005" y="318299"/>
                  <a:pt x="577320" y="304835"/>
                  <a:pt x="589502" y="300436"/>
                </a:cubicBezTo>
                <a:lnTo>
                  <a:pt x="639152" y="282493"/>
                </a:lnTo>
                <a:cubicBezTo>
                  <a:pt x="651334" y="278093"/>
                  <a:pt x="664795" y="284408"/>
                  <a:pt x="669197" y="296590"/>
                </a:cubicBezTo>
                <a:cubicBezTo>
                  <a:pt x="673597" y="308769"/>
                  <a:pt x="667282" y="322232"/>
                  <a:pt x="655103" y="326632"/>
                </a:cubicBezTo>
                <a:lnTo>
                  <a:pt x="605450" y="344574"/>
                </a:lnTo>
                <a:moveTo>
                  <a:pt x="804061" y="272807"/>
                </a:moveTo>
                <a:cubicBezTo>
                  <a:pt x="791882" y="277207"/>
                  <a:pt x="778419" y="270892"/>
                  <a:pt x="774019" y="258713"/>
                </a:cubicBezTo>
                <a:cubicBezTo>
                  <a:pt x="769617" y="246532"/>
                  <a:pt x="775934" y="233071"/>
                  <a:pt x="788113" y="228668"/>
                </a:cubicBezTo>
                <a:lnTo>
                  <a:pt x="837767" y="210728"/>
                </a:lnTo>
                <a:cubicBezTo>
                  <a:pt x="849945" y="206326"/>
                  <a:pt x="863409" y="212641"/>
                  <a:pt x="867809" y="224823"/>
                </a:cubicBezTo>
                <a:cubicBezTo>
                  <a:pt x="872212" y="237001"/>
                  <a:pt x="865896" y="250465"/>
                  <a:pt x="853714" y="254865"/>
                </a:cubicBezTo>
                <a:lnTo>
                  <a:pt x="804061" y="272807"/>
                </a:lnTo>
                <a:moveTo>
                  <a:pt x="1002675" y="201040"/>
                </a:moveTo>
                <a:cubicBezTo>
                  <a:pt x="990494" y="205443"/>
                  <a:pt x="977033" y="199128"/>
                  <a:pt x="972630" y="186946"/>
                </a:cubicBezTo>
                <a:cubicBezTo>
                  <a:pt x="968231" y="174767"/>
                  <a:pt x="974546" y="161304"/>
                  <a:pt x="986725" y="156904"/>
                </a:cubicBezTo>
                <a:lnTo>
                  <a:pt x="1036378" y="138961"/>
                </a:lnTo>
                <a:cubicBezTo>
                  <a:pt x="1048560" y="134559"/>
                  <a:pt x="1062020" y="140877"/>
                  <a:pt x="1066423" y="153056"/>
                </a:cubicBezTo>
                <a:cubicBezTo>
                  <a:pt x="1070823" y="165238"/>
                  <a:pt x="1064508" y="178698"/>
                  <a:pt x="1052326" y="183100"/>
                </a:cubicBezTo>
                <a:lnTo>
                  <a:pt x="1002675" y="201040"/>
                </a:lnTo>
                <a:moveTo>
                  <a:pt x="1201287" y="129276"/>
                </a:moveTo>
                <a:cubicBezTo>
                  <a:pt x="1189105" y="133676"/>
                  <a:pt x="1175645" y="127361"/>
                  <a:pt x="1171242" y="115182"/>
                </a:cubicBezTo>
                <a:cubicBezTo>
                  <a:pt x="1166842" y="103000"/>
                  <a:pt x="1173157" y="89539"/>
                  <a:pt x="1185336" y="85137"/>
                </a:cubicBezTo>
                <a:lnTo>
                  <a:pt x="1234990" y="67194"/>
                </a:lnTo>
                <a:cubicBezTo>
                  <a:pt x="1247168" y="62795"/>
                  <a:pt x="1260632" y="69110"/>
                  <a:pt x="1265032" y="81292"/>
                </a:cubicBezTo>
                <a:cubicBezTo>
                  <a:pt x="1269435" y="93470"/>
                  <a:pt x="1263120" y="106933"/>
                  <a:pt x="1250938" y="111333"/>
                </a:cubicBezTo>
                <a:lnTo>
                  <a:pt x="1201287" y="129276"/>
                </a:lnTo>
                <a:moveTo>
                  <a:pt x="1399899" y="57509"/>
                </a:moveTo>
                <a:cubicBezTo>
                  <a:pt x="1387717" y="61911"/>
                  <a:pt x="1374253" y="55596"/>
                  <a:pt x="1369854" y="43415"/>
                </a:cubicBezTo>
                <a:cubicBezTo>
                  <a:pt x="1365453" y="31236"/>
                  <a:pt x="1371769" y="17772"/>
                  <a:pt x="1383948" y="13370"/>
                </a:cubicBezTo>
                <a:lnTo>
                  <a:pt x="1408775" y="4400"/>
                </a:lnTo>
                <a:cubicBezTo>
                  <a:pt x="1420954" y="0"/>
                  <a:pt x="1434417" y="6315"/>
                  <a:pt x="1438816" y="18494"/>
                </a:cubicBezTo>
                <a:cubicBezTo>
                  <a:pt x="1443219" y="30676"/>
                  <a:pt x="1436904" y="44139"/>
                  <a:pt x="1424722" y="48539"/>
                </a:cubicBezTo>
                <a:lnTo>
                  <a:pt x="1399899" y="5750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df-path-69">
            <a:extLst xmlns:a="http://schemas.openxmlformats.org/drawingml/2006/main">
              <a:ext uri="{FF2B5EF4-FFF2-40B4-BE49-F238E27FC236}">
                <a16:creationId xmlns:a16="http://schemas.microsoft.com/office/drawing/2014/main" id="{4C591ECF-2F3B-4C26-8DE1-E0079A9B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7340" y="4467026"/>
            <a:ext cx="1443041" cy="1181420"/>
          </a:xfrm>
          <a:custGeom xmlns:a="http://schemas.openxmlformats.org/drawingml/2006/main">
            <a:pathLst>
              <a:path w="1443041" h="1181420">
                <a:moveTo>
                  <a:pt x="11592" y="44600"/>
                </a:moveTo>
                <a:cubicBezTo>
                  <a:pt x="1537" y="36437"/>
                  <a:pt x="0" y="21648"/>
                  <a:pt x="8163" y="11592"/>
                </a:cubicBezTo>
                <a:cubicBezTo>
                  <a:pt x="16326" y="1537"/>
                  <a:pt x="31116" y="0"/>
                  <a:pt x="41171" y="8164"/>
                </a:cubicBezTo>
                <a:lnTo>
                  <a:pt x="60480" y="23839"/>
                </a:lnTo>
                <a:cubicBezTo>
                  <a:pt x="70535" y="32002"/>
                  <a:pt x="72072" y="46791"/>
                  <a:pt x="63909" y="56846"/>
                </a:cubicBezTo>
                <a:cubicBezTo>
                  <a:pt x="55746" y="66901"/>
                  <a:pt x="40954" y="68439"/>
                  <a:pt x="30901" y="60275"/>
                </a:cubicBezTo>
                <a:lnTo>
                  <a:pt x="11592" y="44600"/>
                </a:lnTo>
                <a:moveTo>
                  <a:pt x="146758" y="154332"/>
                </a:moveTo>
                <a:cubicBezTo>
                  <a:pt x="136703" y="146169"/>
                  <a:pt x="135166" y="131376"/>
                  <a:pt x="143329" y="121321"/>
                </a:cubicBezTo>
                <a:cubicBezTo>
                  <a:pt x="151492" y="111269"/>
                  <a:pt x="166282" y="109732"/>
                  <a:pt x="176337" y="117895"/>
                </a:cubicBezTo>
                <a:lnTo>
                  <a:pt x="214958" y="149246"/>
                </a:lnTo>
                <a:cubicBezTo>
                  <a:pt x="225014" y="157409"/>
                  <a:pt x="226547" y="172201"/>
                  <a:pt x="218384" y="182256"/>
                </a:cubicBezTo>
                <a:cubicBezTo>
                  <a:pt x="210224" y="192311"/>
                  <a:pt x="195432" y="193845"/>
                  <a:pt x="185377" y="185682"/>
                </a:cubicBezTo>
                <a:lnTo>
                  <a:pt x="146758" y="154332"/>
                </a:lnTo>
                <a:moveTo>
                  <a:pt x="301233" y="279736"/>
                </a:moveTo>
                <a:cubicBezTo>
                  <a:pt x="291178" y="271573"/>
                  <a:pt x="289641" y="256783"/>
                  <a:pt x="297804" y="246728"/>
                </a:cubicBezTo>
                <a:cubicBezTo>
                  <a:pt x="305968" y="236673"/>
                  <a:pt x="320757" y="235139"/>
                  <a:pt x="330812" y="243300"/>
                </a:cubicBezTo>
                <a:lnTo>
                  <a:pt x="369434" y="274652"/>
                </a:lnTo>
                <a:cubicBezTo>
                  <a:pt x="379489" y="282816"/>
                  <a:pt x="381023" y="297605"/>
                  <a:pt x="372860" y="307660"/>
                </a:cubicBezTo>
                <a:cubicBezTo>
                  <a:pt x="364699" y="317715"/>
                  <a:pt x="349907" y="319252"/>
                  <a:pt x="339852" y="311089"/>
                </a:cubicBezTo>
                <a:lnTo>
                  <a:pt x="301233" y="279736"/>
                </a:lnTo>
                <a:moveTo>
                  <a:pt x="455709" y="405143"/>
                </a:moveTo>
                <a:cubicBezTo>
                  <a:pt x="445654" y="396980"/>
                  <a:pt x="444117" y="382191"/>
                  <a:pt x="452280" y="372135"/>
                </a:cubicBezTo>
                <a:cubicBezTo>
                  <a:pt x="460443" y="362081"/>
                  <a:pt x="475232" y="360543"/>
                  <a:pt x="485287" y="368706"/>
                </a:cubicBezTo>
                <a:lnTo>
                  <a:pt x="523906" y="400057"/>
                </a:lnTo>
                <a:cubicBezTo>
                  <a:pt x="533961" y="408220"/>
                  <a:pt x="535498" y="423012"/>
                  <a:pt x="527335" y="433067"/>
                </a:cubicBezTo>
                <a:cubicBezTo>
                  <a:pt x="519172" y="443122"/>
                  <a:pt x="504382" y="444657"/>
                  <a:pt x="494327" y="436493"/>
                </a:cubicBezTo>
                <a:lnTo>
                  <a:pt x="455709" y="405143"/>
                </a:lnTo>
                <a:moveTo>
                  <a:pt x="610184" y="530550"/>
                </a:moveTo>
                <a:cubicBezTo>
                  <a:pt x="600129" y="522387"/>
                  <a:pt x="598592" y="507598"/>
                  <a:pt x="606755" y="497542"/>
                </a:cubicBezTo>
                <a:cubicBezTo>
                  <a:pt x="614918" y="487487"/>
                  <a:pt x="629711" y="485950"/>
                  <a:pt x="639763" y="494113"/>
                </a:cubicBezTo>
                <a:lnTo>
                  <a:pt x="678381" y="525464"/>
                </a:lnTo>
                <a:cubicBezTo>
                  <a:pt x="688437" y="533627"/>
                  <a:pt x="689973" y="548419"/>
                  <a:pt x="681810" y="558471"/>
                </a:cubicBezTo>
                <a:cubicBezTo>
                  <a:pt x="673647" y="568526"/>
                  <a:pt x="658858" y="570064"/>
                  <a:pt x="648803" y="561900"/>
                </a:cubicBezTo>
                <a:lnTo>
                  <a:pt x="610184" y="530550"/>
                </a:lnTo>
                <a:moveTo>
                  <a:pt x="764659" y="655957"/>
                </a:moveTo>
                <a:cubicBezTo>
                  <a:pt x="754604" y="647794"/>
                  <a:pt x="753067" y="633001"/>
                  <a:pt x="761230" y="622947"/>
                </a:cubicBezTo>
                <a:cubicBezTo>
                  <a:pt x="769394" y="612891"/>
                  <a:pt x="784182" y="611357"/>
                  <a:pt x="794238" y="619521"/>
                </a:cubicBezTo>
                <a:lnTo>
                  <a:pt x="832857" y="650871"/>
                </a:lnTo>
                <a:cubicBezTo>
                  <a:pt x="842912" y="659034"/>
                  <a:pt x="844449" y="673823"/>
                  <a:pt x="836286" y="683878"/>
                </a:cubicBezTo>
                <a:cubicBezTo>
                  <a:pt x="828122" y="693934"/>
                  <a:pt x="813333" y="695470"/>
                  <a:pt x="803278" y="687307"/>
                </a:cubicBezTo>
                <a:lnTo>
                  <a:pt x="764659" y="655957"/>
                </a:lnTo>
                <a:moveTo>
                  <a:pt x="919135" y="781361"/>
                </a:moveTo>
                <a:cubicBezTo>
                  <a:pt x="909079" y="773198"/>
                  <a:pt x="907542" y="758409"/>
                  <a:pt x="915705" y="748354"/>
                </a:cubicBezTo>
                <a:cubicBezTo>
                  <a:pt x="923869" y="738299"/>
                  <a:pt x="938658" y="736762"/>
                  <a:pt x="948713" y="744925"/>
                </a:cubicBezTo>
                <a:lnTo>
                  <a:pt x="987332" y="776278"/>
                </a:lnTo>
                <a:cubicBezTo>
                  <a:pt x="997387" y="784438"/>
                  <a:pt x="998924" y="799231"/>
                  <a:pt x="990761" y="809286"/>
                </a:cubicBezTo>
                <a:cubicBezTo>
                  <a:pt x="982598" y="819341"/>
                  <a:pt x="967808" y="820875"/>
                  <a:pt x="957753" y="812711"/>
                </a:cubicBezTo>
                <a:lnTo>
                  <a:pt x="919135" y="781361"/>
                </a:lnTo>
                <a:moveTo>
                  <a:pt x="1073610" y="906768"/>
                </a:moveTo>
                <a:cubicBezTo>
                  <a:pt x="1063555" y="898605"/>
                  <a:pt x="1062018" y="883816"/>
                  <a:pt x="1070181" y="873761"/>
                </a:cubicBezTo>
                <a:cubicBezTo>
                  <a:pt x="1078344" y="863706"/>
                  <a:pt x="1093133" y="862169"/>
                  <a:pt x="1103189" y="870332"/>
                </a:cubicBezTo>
                <a:lnTo>
                  <a:pt x="1141807" y="901682"/>
                </a:lnTo>
                <a:cubicBezTo>
                  <a:pt x="1151862" y="909845"/>
                  <a:pt x="1153399" y="924637"/>
                  <a:pt x="1145236" y="934692"/>
                </a:cubicBezTo>
                <a:cubicBezTo>
                  <a:pt x="1137073" y="944747"/>
                  <a:pt x="1122284" y="946282"/>
                  <a:pt x="1112229" y="938119"/>
                </a:cubicBezTo>
                <a:lnTo>
                  <a:pt x="1073610" y="906768"/>
                </a:lnTo>
                <a:moveTo>
                  <a:pt x="1228085" y="1032175"/>
                </a:moveTo>
                <a:cubicBezTo>
                  <a:pt x="1218030" y="1024012"/>
                  <a:pt x="1216496" y="1009223"/>
                  <a:pt x="1224659" y="999168"/>
                </a:cubicBezTo>
                <a:cubicBezTo>
                  <a:pt x="1232819" y="989113"/>
                  <a:pt x="1247611" y="987575"/>
                  <a:pt x="1257667" y="995739"/>
                </a:cubicBezTo>
                <a:lnTo>
                  <a:pt x="1296286" y="1027089"/>
                </a:lnTo>
                <a:cubicBezTo>
                  <a:pt x="1306341" y="1035252"/>
                  <a:pt x="1307875" y="1050044"/>
                  <a:pt x="1299711" y="1060100"/>
                </a:cubicBezTo>
                <a:cubicBezTo>
                  <a:pt x="1291551" y="1070155"/>
                  <a:pt x="1276759" y="1071689"/>
                  <a:pt x="1266704" y="1063526"/>
                </a:cubicBezTo>
                <a:lnTo>
                  <a:pt x="1228085" y="1032175"/>
                </a:lnTo>
                <a:moveTo>
                  <a:pt x="1382560" y="1157582"/>
                </a:moveTo>
                <a:cubicBezTo>
                  <a:pt x="1372508" y="1149419"/>
                  <a:pt x="1370971" y="1134630"/>
                  <a:pt x="1379134" y="1124575"/>
                </a:cubicBezTo>
                <a:cubicBezTo>
                  <a:pt x="1387297" y="1114520"/>
                  <a:pt x="1402087" y="1112983"/>
                  <a:pt x="1412142" y="1121146"/>
                </a:cubicBezTo>
                <a:lnTo>
                  <a:pt x="1431451" y="1136821"/>
                </a:lnTo>
                <a:cubicBezTo>
                  <a:pt x="1441506" y="1144984"/>
                  <a:pt x="1443041" y="1159774"/>
                  <a:pt x="1434880" y="1169828"/>
                </a:cubicBezTo>
                <a:cubicBezTo>
                  <a:pt x="1426717" y="1179884"/>
                  <a:pt x="1411925" y="1181420"/>
                  <a:pt x="1401870" y="1173257"/>
                </a:cubicBezTo>
                <a:lnTo>
                  <a:pt x="1382560" y="115758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8789D84-DE27-4289-983C-6E536291FB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07092f713549c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91825" y="4248150"/>
            <a:ext cx="1533525" cy="1533525"/>
          </a:xfrm>
          <a:prstGeom xmlns:a="http://schemas.openxmlformats.org/drawingml/2006/main" prst="rect">
            <a:avLst/>
          </a:prstGeom>
        </p:spPr>
      </p:pic>
      <p:sp>
        <p:nvSpPr>
          <p:cNvPr id="81" name="source-raster-13">
            <a:extLst xmlns:a="http://schemas.openxmlformats.org/drawingml/2006/main">
              <a:ext uri="{FF2B5EF4-FFF2-40B4-BE49-F238E27FC236}">
                <a16:creationId xmlns:a16="http://schemas.microsoft.com/office/drawing/2014/main" id="{780F57FE-E8AC-4DF0-BE43-8C929180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1825" y="4248150"/>
            <a:ext cx="153352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EE16595-1CC0-488B-89C6-E51C71F23D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8d016f73cb4a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48975" y="5019675"/>
            <a:ext cx="638175" cy="752475"/>
          </a:xfrm>
          <a:prstGeom xmlns:a="http://schemas.openxmlformats.org/drawingml/2006/main" prst="rect">
            <a:avLst/>
          </a:prstGeom>
        </p:spPr>
      </p:pic>
      <p:sp>
        <p:nvSpPr>
          <p:cNvPr id="83" name="source-raster-14">
            <a:extLst xmlns:a="http://schemas.openxmlformats.org/drawingml/2006/main">
              <a:ext uri="{FF2B5EF4-FFF2-40B4-BE49-F238E27FC236}">
                <a16:creationId xmlns:a16="http://schemas.microsoft.com/office/drawing/2014/main" id="{7DFAD76C-B2DD-4E83-9A78-F810AA63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5019675"/>
            <a:ext cx="6381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4" name="pdf-path-72">
            <a:extLst xmlns:a="http://schemas.openxmlformats.org/drawingml/2006/main">
              <a:ext uri="{FF2B5EF4-FFF2-40B4-BE49-F238E27FC236}">
                <a16:creationId xmlns:a16="http://schemas.microsoft.com/office/drawing/2014/main" id="{0315420D-57BD-46D1-B780-7E7C75E1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3936" y="4253497"/>
            <a:ext cx="1527476" cy="1527464"/>
          </a:xfrm>
          <a:custGeom xmlns:a="http://schemas.openxmlformats.org/drawingml/2006/main">
            <a:pathLst>
              <a:path w="1527476" h="1527464">
                <a:moveTo>
                  <a:pt x="763724" y="0"/>
                </a:moveTo>
                <a:cubicBezTo>
                  <a:pt x="1185257" y="0"/>
                  <a:pt x="1527476" y="342219"/>
                  <a:pt x="1527476" y="763732"/>
                </a:cubicBezTo>
                <a:cubicBezTo>
                  <a:pt x="1527476" y="1185248"/>
                  <a:pt x="1185257" y="1527464"/>
                  <a:pt x="763724" y="1527464"/>
                </a:cubicBezTo>
                <a:cubicBezTo>
                  <a:pt x="342219" y="1527464"/>
                  <a:pt x="0" y="1185248"/>
                  <a:pt x="0" y="763732"/>
                </a:cubicBezTo>
                <a:cubicBezTo>
                  <a:pt x="0" y="342219"/>
                  <a:pt x="342219" y="0"/>
                  <a:pt x="76372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46932">
            <a:solidFill>
              <a:srgbClr val="2A2A2A"/>
            </a:solidFill>
            <a:prstDash val="solid"/>
          </a:ln>
        </p:spPr>
      </p:sp>
      <p:sp>
        <p:nvSpPr>
          <p:cNvPr id="85" name="pdf-text-12-0">
            <a:extLst xmlns:a="http://schemas.openxmlformats.org/drawingml/2006/main">
              <a:ext uri="{FF2B5EF4-FFF2-40B4-BE49-F238E27FC236}">
                <a16:creationId xmlns:a16="http://schemas.microsoft.com/office/drawing/2014/main" id="{6119A334-69CC-49F5-9C53-DAFB63E3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9551" y="4915412"/>
            <a:ext cx="129264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1" b="1" i="0">
                <a:solidFill>
                  <a:srgbClr val="2A2A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1" b="1" i="0">
                <a:solidFill>
                  <a:srgbClr val="2A2A2A"/>
                </a:solidFill>
                <a:latin typeface="Arial"/>
                <a:ea typeface="Arial"/>
                <a:cs typeface="Arial"/>
              </a:defRPr>
            </a:pPr>
            <a:r>
              <a:rPr sz="1511" b="1" i="0">
                <a:solidFill>
                  <a:srgbClr val="2A2A2A"/>
                </a:solidFill>
                <a:latin typeface="Arial"/>
                <a:ea typeface="Arial"/>
                <a:cs typeface="Arial"/>
              </a:rPr>
              <a:t>fi</a:t>
            </a:r>
          </a:p>
        </p:txBody>
      </p:sp>
      <p:sp>
        <p:nvSpPr>
          <p:cNvPr id="86" name="pdf-text-12-1">
            <a:extLst xmlns:a="http://schemas.openxmlformats.org/drawingml/2006/main">
              <a:ext uri="{FF2B5EF4-FFF2-40B4-BE49-F238E27FC236}">
                <a16:creationId xmlns:a16="http://schemas.microsoft.com/office/drawing/2014/main" id="{DC5026E3-67BE-4895-95F8-D081A313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18815" y="4915412"/>
            <a:ext cx="901916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1" b="1" i="0">
                <a:solidFill>
                  <a:srgbClr val="2A2A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1" b="1" i="0">
                <a:solidFill>
                  <a:srgbClr val="2A2A2A"/>
                </a:solidFill>
                <a:latin typeface="Arial"/>
                <a:ea typeface="Arial"/>
                <a:cs typeface="Arial"/>
              </a:defRPr>
            </a:pPr>
            <a:r>
              <a:rPr sz="1511" b="1" i="0">
                <a:solidFill>
                  <a:srgbClr val="2A2A2A"/>
                </a:solidFill>
                <a:latin typeface="Arial"/>
                <a:ea typeface="Arial"/>
                <a:cs typeface="Arial"/>
              </a:rPr>
              <a:t>nd grasps</a:t>
            </a:r>
          </a:p>
        </p:txBody>
      </p:sp>
      <p:sp>
        <p:nvSpPr>
          <p:cNvPr id="87" name="pdf-text-13-0">
            <a:extLst xmlns:a="http://schemas.openxmlformats.org/drawingml/2006/main">
              <a:ext uri="{FF2B5EF4-FFF2-40B4-BE49-F238E27FC236}">
                <a16:creationId xmlns:a16="http://schemas.microsoft.com/office/drawing/2014/main" id="{2E2C59DE-CDBA-4717-90B4-6A68E52B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53506" y="3766354"/>
            <a:ext cx="402669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1" b="1" i="0">
                <a:solidFill>
                  <a:srgbClr val="2A2A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1" b="1" i="0">
                <a:solidFill>
                  <a:srgbClr val="2A2A2A"/>
                </a:solidFill>
                <a:latin typeface="Arial"/>
                <a:ea typeface="Arial"/>
                <a:cs typeface="Arial"/>
              </a:defRPr>
            </a:pPr>
            <a:r>
              <a:rPr sz="1511" b="1" i="0">
                <a:solidFill>
                  <a:srgbClr val="2A2A2A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88" name="pdf-text-14-0">
            <a:extLst xmlns:a="http://schemas.openxmlformats.org/drawingml/2006/main">
              <a:ext uri="{FF2B5EF4-FFF2-40B4-BE49-F238E27FC236}">
                <a16:creationId xmlns:a16="http://schemas.microsoft.com/office/drawing/2014/main" id="{851A528E-E71F-4958-AD26-F1399101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1629" y="3988886"/>
            <a:ext cx="926445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1" b="1" i="0">
                <a:solidFill>
                  <a:srgbClr val="2A2A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1" b="1" i="0">
                <a:solidFill>
                  <a:srgbClr val="2A2A2A"/>
                </a:solidFill>
                <a:latin typeface="Arial"/>
                <a:ea typeface="Arial"/>
                <a:cs typeface="Arial"/>
              </a:defRPr>
            </a:pPr>
            <a:r>
              <a:rPr sz="1511" b="1" i="0">
                <a:solidFill>
                  <a:srgbClr val="2A2A2A"/>
                </a:solidFill>
                <a:latin typeface="Arial"/>
                <a:ea typeface="Arial"/>
                <a:cs typeface="Arial"/>
              </a:rPr>
              <a:t>trajectory</a:t>
            </a:r>
          </a:p>
        </p:txBody>
      </p:sp>
      <p:sp>
        <p:nvSpPr>
          <p:cNvPr id="89" name="pdf-text-15-0">
            <a:extLst xmlns:a="http://schemas.openxmlformats.org/drawingml/2006/main">
              <a:ext uri="{FF2B5EF4-FFF2-40B4-BE49-F238E27FC236}">
                <a16:creationId xmlns:a16="http://schemas.microsoft.com/office/drawing/2014/main" id="{AB7B1CCD-0631-46D9-BA13-61EF41AA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54007" y="4915412"/>
            <a:ext cx="753631" cy="19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1" b="1" i="0">
                <a:solidFill>
                  <a:srgbClr val="2A2A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1" b="1" i="0">
                <a:solidFill>
                  <a:srgbClr val="2A2A2A"/>
                </a:solidFill>
                <a:latin typeface="Arial"/>
                <a:ea typeface="Arial"/>
                <a:cs typeface="Arial"/>
              </a:defRPr>
            </a:pPr>
            <a:r>
              <a:rPr sz="1511" b="1" i="0">
                <a:solidFill>
                  <a:srgbClr val="2A2A2A"/>
                </a:solidFill>
                <a:latin typeface="Arial"/>
                <a:ea typeface="Arial"/>
                <a:cs typeface="Arial"/>
              </a:rPr>
              <a:t>execute</a:t>
            </a:r>
          </a:p>
        </p:txBody>
      </p:sp>
      <p:sp>
        <p:nvSpPr>
          <p:cNvPr id="90" name="pdf-text-16-0">
            <a:extLst xmlns:a="http://schemas.openxmlformats.org/drawingml/2006/main">
              <a:ext uri="{FF2B5EF4-FFF2-40B4-BE49-F238E27FC236}">
                <a16:creationId xmlns:a16="http://schemas.microsoft.com/office/drawing/2014/main" id="{663A597F-3BFB-48FF-A633-A37B0183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55520" y="5886797"/>
            <a:ext cx="998649" cy="191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1" b="1" i="0">
                <a:solidFill>
                  <a:srgbClr val="2A2A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1" b="1" i="0">
                <a:solidFill>
                  <a:srgbClr val="2A2A2A"/>
                </a:solidFill>
                <a:latin typeface="Arial"/>
                <a:ea typeface="Arial"/>
                <a:cs typeface="Arial"/>
              </a:defRPr>
            </a:pPr>
            <a:r>
              <a:rPr sz="1511" b="1" i="0">
                <a:solidFill>
                  <a:srgbClr val="2A2A2A"/>
                </a:solidFill>
                <a:latin typeface="Arial"/>
                <a:ea typeface="Arial"/>
                <a:cs typeface="Arial"/>
              </a:rPr>
              <a:t>retry/done</a:t>
            </a:r>
          </a:p>
        </p:txBody>
      </p:sp>
      <p:sp>
        <p:nvSpPr>
          <p:cNvPr id="91" name="pdf-path-78">
            <a:extLst xmlns:a="http://schemas.openxmlformats.org/drawingml/2006/main">
              <a:ext uri="{FF2B5EF4-FFF2-40B4-BE49-F238E27FC236}">
                <a16:creationId xmlns:a16="http://schemas.microsoft.com/office/drawing/2014/main" id="{1999DC9A-14B7-4DE8-81B4-CA7FEDBF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2825" y="4670437"/>
            <a:ext cx="137392" cy="152780"/>
          </a:xfrm>
          <a:custGeom xmlns:a="http://schemas.openxmlformats.org/drawingml/2006/main">
            <a:pathLst>
              <a:path w="137392" h="152780">
                <a:moveTo>
                  <a:pt x="137392" y="30781"/>
                </a:moveTo>
                <a:lnTo>
                  <a:pt x="37897" y="152780"/>
                </a:lnTo>
                <a:lnTo>
                  <a:pt x="0" y="0"/>
                </a:lnTo>
                <a:lnTo>
                  <a:pt x="137392" y="30781"/>
                </a:lnTo>
              </a:path>
            </a:pathLst>
          </a:custGeom>
          <a:solidFill xmlns:a="http://schemas.openxmlformats.org/drawingml/2006/main">
            <a:srgbClr val="2A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df-path-79">
            <a:extLst xmlns:a="http://schemas.openxmlformats.org/drawingml/2006/main">
              <a:ext uri="{FF2B5EF4-FFF2-40B4-BE49-F238E27FC236}">
                <a16:creationId xmlns:a16="http://schemas.microsoft.com/office/drawing/2014/main" id="{BA3EFAFD-4F4B-4DF6-B914-75059CFD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85360" y="4080214"/>
            <a:ext cx="463303" cy="633092"/>
          </a:xfrm>
          <a:custGeom xmlns:a="http://schemas.openxmlformats.org/drawingml/2006/main">
            <a:pathLst>
              <a:path w="463303" h="633092">
                <a:moveTo>
                  <a:pt x="463303" y="0"/>
                </a:moveTo>
                <a:cubicBezTo>
                  <a:pt x="240495" y="146194"/>
                  <a:pt x="73155" y="370117"/>
                  <a:pt x="0" y="633092"/>
                </a:cubicBezTo>
              </a:path>
            </a:pathLst>
          </a:custGeom>
          <a:noFill xmlns:a="http://schemas.openxmlformats.org/drawingml/2006/main"/>
          <a:ln xmlns:a="http://schemas.openxmlformats.org/drawingml/2006/main" w="46932">
            <a:solidFill>
              <a:srgbClr val="2A2A2A"/>
            </a:solidFill>
            <a:prstDash val="solid"/>
          </a:ln>
        </p:spPr>
      </p:sp>
      <p:sp>
        <p:nvSpPr>
          <p:cNvPr id="93" name="pdf-path-80">
            <a:extLst xmlns:a="http://schemas.openxmlformats.org/drawingml/2006/main">
              <a:ext uri="{FF2B5EF4-FFF2-40B4-BE49-F238E27FC236}">
                <a16:creationId xmlns:a16="http://schemas.microsoft.com/office/drawing/2014/main" id="{934AEEED-7D9C-4861-8EB9-161AFE8E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1483" y="5838514"/>
            <a:ext cx="156371" cy="135986"/>
          </a:xfrm>
          <a:custGeom xmlns:a="http://schemas.openxmlformats.org/drawingml/2006/main">
            <a:pathLst>
              <a:path w="156371" h="135986">
                <a:moveTo>
                  <a:pt x="77086" y="0"/>
                </a:moveTo>
                <a:lnTo>
                  <a:pt x="156371" y="135986"/>
                </a:lnTo>
                <a:lnTo>
                  <a:pt x="0" y="117824"/>
                </a:lnTo>
                <a:lnTo>
                  <a:pt x="77086" y="0"/>
                </a:lnTo>
              </a:path>
            </a:pathLst>
          </a:custGeom>
          <a:solidFill xmlns:a="http://schemas.openxmlformats.org/drawingml/2006/main">
            <a:srgbClr val="2A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df-path-81">
            <a:extLst xmlns:a="http://schemas.openxmlformats.org/drawingml/2006/main">
              <a:ext uri="{FF2B5EF4-FFF2-40B4-BE49-F238E27FC236}">
                <a16:creationId xmlns:a16="http://schemas.microsoft.com/office/drawing/2014/main" id="{DA3229C1-9F70-4CAA-ACC0-556B0EB3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60722" y="5201028"/>
            <a:ext cx="442858" cy="711813"/>
          </a:xfrm>
          <a:custGeom xmlns:a="http://schemas.openxmlformats.org/drawingml/2006/main">
            <a:pathLst>
              <a:path w="442858" h="711813">
                <a:moveTo>
                  <a:pt x="0" y="0"/>
                </a:moveTo>
                <a:cubicBezTo>
                  <a:pt x="49895" y="291495"/>
                  <a:pt x="213216" y="544474"/>
                  <a:pt x="442858" y="711813"/>
                </a:cubicBezTo>
              </a:path>
            </a:pathLst>
          </a:custGeom>
          <a:noFill xmlns:a="http://schemas.openxmlformats.org/drawingml/2006/main"/>
          <a:ln xmlns:a="http://schemas.openxmlformats.org/drawingml/2006/main" w="46932">
            <a:solidFill>
              <a:srgbClr val="2A2A2A"/>
            </a:solidFill>
            <a:prstDash val="solid"/>
          </a:ln>
        </p:spPr>
      </p:sp>
      <p:sp>
        <p:nvSpPr>
          <p:cNvPr id="95" name="pdf-path-82">
            <a:extLst xmlns:a="http://schemas.openxmlformats.org/drawingml/2006/main">
              <a:ext uri="{FF2B5EF4-FFF2-40B4-BE49-F238E27FC236}">
                <a16:creationId xmlns:a16="http://schemas.microsoft.com/office/drawing/2014/main" id="{28BB32EB-BDC5-45AF-8A92-B38CF6C4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55454" y="5205932"/>
            <a:ext cx="137246" cy="152950"/>
          </a:xfrm>
          <a:custGeom xmlns:a="http://schemas.openxmlformats.org/drawingml/2006/main">
            <a:pathLst>
              <a:path w="137246" h="152950">
                <a:moveTo>
                  <a:pt x="0" y="121550"/>
                </a:moveTo>
                <a:lnTo>
                  <a:pt x="100024" y="0"/>
                </a:lnTo>
                <a:lnTo>
                  <a:pt x="137246" y="152950"/>
                </a:lnTo>
                <a:lnTo>
                  <a:pt x="0" y="121550"/>
                </a:lnTo>
              </a:path>
            </a:pathLst>
          </a:custGeom>
          <a:solidFill xmlns:a="http://schemas.openxmlformats.org/drawingml/2006/main">
            <a:srgbClr val="2A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pdf-path-83">
            <a:extLst xmlns:a="http://schemas.openxmlformats.org/drawingml/2006/main">
              <a:ext uri="{FF2B5EF4-FFF2-40B4-BE49-F238E27FC236}">
                <a16:creationId xmlns:a16="http://schemas.microsoft.com/office/drawing/2014/main" id="{9E8C423A-1750-4A66-89B8-43A79787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57211" y="5315731"/>
            <a:ext cx="473128" cy="635527"/>
          </a:xfrm>
          <a:custGeom xmlns:a="http://schemas.openxmlformats.org/drawingml/2006/main">
            <a:pathLst>
              <a:path w="473128" h="635527">
                <a:moveTo>
                  <a:pt x="0" y="635527"/>
                </a:moveTo>
                <a:cubicBezTo>
                  <a:pt x="227031" y="490414"/>
                  <a:pt x="398038" y="265269"/>
                  <a:pt x="473128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46932">
            <a:solidFill>
              <a:srgbClr val="2A2A2A"/>
            </a:solidFill>
            <a:prstDash val="solid"/>
          </a:ln>
        </p:spPr>
      </p:sp>
      <p:sp>
        <p:nvSpPr>
          <p:cNvPr id="97" name="pdf-path-84">
            <a:extLst xmlns:a="http://schemas.openxmlformats.org/drawingml/2006/main">
              <a:ext uri="{FF2B5EF4-FFF2-40B4-BE49-F238E27FC236}">
                <a16:creationId xmlns:a16="http://schemas.microsoft.com/office/drawing/2014/main" id="{E2E44581-9A94-4A4E-8C61-A14FC810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57211" y="4072987"/>
            <a:ext cx="155520" cy="139041"/>
          </a:xfrm>
          <a:custGeom xmlns:a="http://schemas.openxmlformats.org/drawingml/2006/main">
            <a:pathLst>
              <a:path w="155520" h="139041">
                <a:moveTo>
                  <a:pt x="73800" y="139041"/>
                </a:moveTo>
                <a:lnTo>
                  <a:pt x="0" y="0"/>
                </a:lnTo>
                <a:lnTo>
                  <a:pt x="155520" y="24384"/>
                </a:lnTo>
                <a:lnTo>
                  <a:pt x="73800" y="139041"/>
                </a:lnTo>
              </a:path>
            </a:pathLst>
          </a:custGeom>
          <a:solidFill xmlns:a="http://schemas.openxmlformats.org/drawingml/2006/main">
            <a:srgbClr val="2A2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pdf-path-85">
            <a:extLst xmlns:a="http://schemas.openxmlformats.org/drawingml/2006/main">
              <a:ext uri="{FF2B5EF4-FFF2-40B4-BE49-F238E27FC236}">
                <a16:creationId xmlns:a16="http://schemas.microsoft.com/office/drawing/2014/main" id="{519E8FA7-0076-4865-95CB-3F9958D9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48932" y="4138356"/>
            <a:ext cx="406546" cy="679956"/>
          </a:xfrm>
          <a:custGeom xmlns:a="http://schemas.openxmlformats.org/drawingml/2006/main">
            <a:pathLst>
              <a:path w="406546" h="679956">
                <a:moveTo>
                  <a:pt x="406546" y="679956"/>
                </a:moveTo>
                <a:cubicBezTo>
                  <a:pt x="358353" y="405753"/>
                  <a:pt x="209698" y="165965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46932">
            <a:solidFill>
              <a:srgbClr val="2A2A2A"/>
            </a:solidFill>
            <a:prstDash val="solid"/>
          </a:ln>
        </p:spPr>
      </p:sp>
      <p:sp>
        <p:nvSpPr>
          <p:cNvPr id="99" name="pdf-path-86">
            <a:extLst xmlns:a="http://schemas.openxmlformats.org/drawingml/2006/main">
              <a:ext uri="{FF2B5EF4-FFF2-40B4-BE49-F238E27FC236}">
                <a16:creationId xmlns:a16="http://schemas.microsoft.com/office/drawing/2014/main" id="{A751544E-2EE6-4DB2-BCCF-728A09B2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4373" y="4493039"/>
            <a:ext cx="508797" cy="552147"/>
          </a:xfrm>
          <a:custGeom xmlns:a="http://schemas.openxmlformats.org/drawingml/2006/main">
            <a:pathLst>
              <a:path w="508797" h="552147">
                <a:moveTo>
                  <a:pt x="0" y="372698"/>
                </a:moveTo>
                <a:lnTo>
                  <a:pt x="0" y="179449"/>
                </a:lnTo>
                <a:lnTo>
                  <a:pt x="232722" y="179449"/>
                </a:lnTo>
                <a:lnTo>
                  <a:pt x="232722" y="0"/>
                </a:lnTo>
                <a:lnTo>
                  <a:pt x="508797" y="276075"/>
                </a:lnTo>
                <a:lnTo>
                  <a:pt x="232722" y="552147"/>
                </a:lnTo>
                <a:lnTo>
                  <a:pt x="232722" y="372698"/>
                </a:lnTo>
                <a:lnTo>
                  <a:pt x="0" y="372698"/>
                </a:lnTo>
              </a:path>
            </a:pathLst>
          </a:custGeom>
          <a:solidFill xmlns:a="http://schemas.openxmlformats.org/drawingml/2006/main">
            <a:srgbClr val="F2E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df-path-87">
            <a:extLst xmlns:a="http://schemas.openxmlformats.org/drawingml/2006/main">
              <a:ext uri="{FF2B5EF4-FFF2-40B4-BE49-F238E27FC236}">
                <a16:creationId xmlns:a16="http://schemas.microsoft.com/office/drawing/2014/main" id="{A88157DC-EDCA-4187-AB9E-23CB7989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1553" y="2853692"/>
            <a:ext cx="552150" cy="508788"/>
          </a:xfrm>
          <a:custGeom xmlns:a="http://schemas.openxmlformats.org/drawingml/2006/main">
            <a:pathLst>
              <a:path w="552150" h="508788">
                <a:moveTo>
                  <a:pt x="179454" y="0"/>
                </a:moveTo>
                <a:lnTo>
                  <a:pt x="372695" y="0"/>
                </a:lnTo>
                <a:lnTo>
                  <a:pt x="372695" y="232722"/>
                </a:lnTo>
                <a:lnTo>
                  <a:pt x="552150" y="232722"/>
                </a:lnTo>
                <a:lnTo>
                  <a:pt x="276075" y="508788"/>
                </a:lnTo>
                <a:lnTo>
                  <a:pt x="0" y="232722"/>
                </a:lnTo>
                <a:lnTo>
                  <a:pt x="179454" y="232722"/>
                </a:lnTo>
                <a:lnTo>
                  <a:pt x="179454" y="0"/>
                </a:lnTo>
              </a:path>
            </a:pathLst>
          </a:custGeom>
          <a:solidFill xmlns:a="http://schemas.openxmlformats.org/drawingml/2006/main">
            <a:srgbClr val="F2E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pick-knockout">
            <a:extLst xmlns:a="http://schemas.openxmlformats.org/drawingml/2006/main">
              <a:ext uri="{FF2B5EF4-FFF2-40B4-BE49-F238E27FC236}">
                <a16:creationId xmlns:a16="http://schemas.microsoft.com/office/drawing/2014/main" id="{074AEFBA-F4F5-4B48-9935-111EDDB3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08927" y="2173379"/>
            <a:ext cx="552132" cy="3116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1F5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2" name="pdf-text-7-0">
            <a:extLst xmlns:a="http://schemas.openxmlformats.org/drawingml/2006/main">
              <a:ext uri="{FF2B5EF4-FFF2-40B4-BE49-F238E27FC236}">
                <a16:creationId xmlns:a16="http://schemas.microsoft.com/office/drawing/2014/main" id="{68DFCA77-6CA4-4CE6-A517-3B00509E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7502" y="2211479"/>
            <a:ext cx="494982" cy="263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79" b="0" i="0">
                <a:solidFill>
                  <a:srgbClr val="2A2A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79" b="0" i="0">
                <a:solidFill>
                  <a:srgbClr val="2A2A2A"/>
                </a:solidFill>
                <a:latin typeface="Arial"/>
                <a:ea typeface="Arial"/>
                <a:cs typeface="Arial"/>
              </a:defRPr>
            </a:pPr>
            <a:r>
              <a:rPr sz="2079" b="0" i="0">
                <a:solidFill>
                  <a:srgbClr val="2A2A2A"/>
                </a:solidFill>
                <a:latin typeface="Arial"/>
                <a:ea typeface="Arial"/>
                <a:cs typeface="Arial"/>
              </a:rPr>
              <a:t>pick</a:t>
            </a:r>
          </a:p>
        </p:txBody>
      </p:sp>
    </p:spTree>
    <p:extLst>
      <p:ext uri="{BB962C8B-B14F-4D97-AF65-F5344CB8AC3E}">
        <p14:creationId xmlns:p14="http://schemas.microsoft.com/office/powerpoint/2010/main" val="6040129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2026-10-09T21:36:18.0290000Z</dcterms:created>
  <dcterms:modified xsi:type="dcterms:W3CDTF">2026-10-09T21:36:18.0290000Z</dcterms:modified>
</coreProperties>
</file>