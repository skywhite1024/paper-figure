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95284e741c4769" /><Relationship Type="http://schemas.openxmlformats.org/officeDocument/2006/relationships/extended-properties" Target="/docProps/app.xml" Id="R3bd875c0f1ec4438" /><Relationship Type="http://schemas.openxmlformats.org/officeDocument/2006/relationships/officeDocument" Target="/ppt/presentation.xml" Id="Rd35848d1e8bc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ce0e7c3864abe"/>
  </p:sldMasterIdLst>
  <p:notesMasterIdLst>
    <p:notesMasterId xmlns:r="http://schemas.openxmlformats.org/officeDocument/2006/relationships" r:id="R2db4d621a9d14d06"/>
  </p:notesMasterIdLst>
  <p:sldIdLst>
    <p:sldId xmlns:r="http://schemas.openxmlformats.org/officeDocument/2006/relationships" id="256" r:id="R88f20fb5b0e14159"/>
  </p:sldIdLst>
  <p:sldSz cx="15087600" cy="4152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616bc504542d5" /><Relationship Type="http://schemas.openxmlformats.org/officeDocument/2006/relationships/slideMaster" Target="/ppt/slideMasters/slideMaster1.xml" Id="R9ddce0e7c3864abe" /><Relationship Type="http://schemas.openxmlformats.org/officeDocument/2006/relationships/notesMaster" Target="/ppt/notesMasters/notesMaster1.xml" Id="R2db4d621a9d14d06" /><Relationship Type="http://schemas.openxmlformats.org/officeDocument/2006/relationships/presProps" Target="/ppt/presProps.xml" Id="R74334afa213b4aa0" /><Relationship Type="http://schemas.openxmlformats.org/officeDocument/2006/relationships/tableStyles" Target="/ppt/tableStyles.xml" Id="R3df843225ed24269" /><Relationship Type="http://schemas.openxmlformats.org/officeDocument/2006/relationships/slide" Target="/ppt/slides/slide1.xml" Id="R88f20fb5b0e1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4cc2c481db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7aab78cff4347" /><Relationship Type="http://schemas.openxmlformats.org/officeDocument/2006/relationships/notesMaster" Target="/ppt/notesMasters/notesMaster1.xml" Id="Rbab17a3a2ae3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"Direct then Diffuse: Incremental Unsupervised Skill Discovery for State Covering and Goal Reaching",</a:t>
            </a:r>
          </a:p>
          <a:p xmlns:a="http://schemas.openxmlformats.org/drawingml/2006/main">
            <a:r>
              <a:t>  "paper_url": "https://arxiv.org/abs/2110.14457v2",</a:t>
            </a:r>
          </a:p>
          <a:p xmlns:a="http://schemas.openxmlformats.org/drawingml/2006/main">
            <a:r>
              <a:t>  "pdf_url": "https://arxiv.org/pdf/2110.14457v2",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"No reuse license found in inspected source landing page; retain attribution and review reuse terms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All five process panels and the structure legend are native. Colored local-coverage disks, diffusing-part curves, directed-skill arrows, initial states and obstacle lines are individually editable. No raster images are embedded. Curvature and exact alpha blending approximate the flattened source.",</a:t>
            </a:r>
          </a:p>
          <a:p xmlns:a="http://schemas.openxmlformats.org/drawingml/2006/main">
            <a:r>
              <a:t>  "source_sha256": "4ca5e9154fe80d448399b284f25065f7451339757b2266e94405ec7a6aec866e",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80,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189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e49f084284c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70cd9027f48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212ebe0f741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5da1cf8fe4a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7852e898f4e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01cd2973d42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D0D09F-B154-40BD-B554-E277BCD10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8760" y="1568873"/>
            <a:ext cx="12070080" cy="599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265F00-4217-450A-8453-D8B5423CF5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3140" y="2284095"/>
            <a:ext cx="10561320" cy="461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CBEA0B-A6C5-4D88-90C7-6C3C63791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8760" y="1730375"/>
            <a:ext cx="12070080" cy="69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DD38A-8593-4EC2-9733-12ED4CB59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323003"/>
            <a:ext cx="13390245" cy="507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D1B9A0-FCAC-47A8-A5AC-CF8443E8C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1153583"/>
            <a:ext cx="13390245" cy="25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843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1pPr>
            <a:lvl2pPr marL="32300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2pPr>
            <a:lvl3pPr marL="50757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3pPr>
            <a:lvl4pPr marL="69215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4pPr>
            <a:lvl5pPr marL="87672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5pPr>
            <a:lvl6pPr marL="106129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6pPr>
            <a:lvl7pPr marL="124587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7pPr>
            <a:lvl8pPr marL="143044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8pPr>
            <a:lvl9pPr marL="161501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E73B5D-841E-40D7-9409-EB2D88808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323003"/>
            <a:ext cx="13390245" cy="507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D0A2FE-A170-4E70-BDDA-6D51B521E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1153583"/>
            <a:ext cx="6223635" cy="25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843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1pPr>
            <a:lvl2pPr marL="32300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2pPr>
            <a:lvl3pPr marL="50757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3pPr>
            <a:lvl4pPr marL="69215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4pPr>
            <a:lvl5pPr marL="87672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5pPr>
            <a:lvl6pPr marL="106129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6pPr>
            <a:lvl7pPr marL="124587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7pPr>
            <a:lvl8pPr marL="143044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8pPr>
            <a:lvl9pPr marL="161501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057A08-CFA3-4A39-8A48-E88B208EBE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15288" y="1153583"/>
            <a:ext cx="6223635" cy="25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843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1pPr>
            <a:lvl2pPr marL="32300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2pPr>
            <a:lvl3pPr marL="50757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3pPr>
            <a:lvl4pPr marL="69215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4pPr>
            <a:lvl5pPr marL="87672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5pPr>
            <a:lvl6pPr marL="106129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6pPr>
            <a:lvl7pPr marL="124587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7pPr>
            <a:lvl8pPr marL="143044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8pPr>
            <a:lvl9pPr marL="161501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0E812A-8BBE-4EA3-ADFF-522D76CB1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323003"/>
            <a:ext cx="13390245" cy="507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F017FD-90AA-49B1-AB94-59A1A7D828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1153583"/>
            <a:ext cx="6223635" cy="25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843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1pPr>
            <a:lvl2pPr marL="32300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2pPr>
            <a:lvl3pPr marL="50757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3pPr>
            <a:lvl4pPr marL="69215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4pPr>
            <a:lvl5pPr marL="87672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5pPr>
            <a:lvl6pPr marL="106129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6pPr>
            <a:lvl7pPr marL="1245870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7pPr>
            <a:lvl8pPr marL="1430443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8pPr>
            <a:lvl9pPr marL="1615017" indent="-138430">
              <a:lnSpc>
                <a:spcPct val="110000"/>
              </a:lnSpc>
              <a:spcBef>
                <a:spcPts val="0"/>
              </a:spcBef>
              <a:spcAft>
                <a:spcPts val="7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2403cd9d414585" /><Relationship Type="http://schemas.openxmlformats.org/officeDocument/2006/relationships/slideLayout" Target="/ppt/slideLayouts/slideLayout1.xml" Id="R824e38e3bb7a4e23" /><Relationship Type="http://schemas.openxmlformats.org/officeDocument/2006/relationships/slideLayout" Target="/ppt/slideLayouts/slideLayout2.xml" Id="R724e1a8378f8411f" /><Relationship Type="http://schemas.openxmlformats.org/officeDocument/2006/relationships/slideLayout" Target="/ppt/slideLayouts/slideLayout3.xml" Id="R171df36d60d5426b" /><Relationship Type="http://schemas.openxmlformats.org/officeDocument/2006/relationships/slideLayout" Target="/ppt/slideLayouts/slideLayout4.xml" Id="Re465d3e0dd084d54" /><Relationship Type="http://schemas.openxmlformats.org/officeDocument/2006/relationships/slideLayout" Target="/ppt/slideLayouts/slideLayout5.xml" Id="Racfbcf87489c4daf" /><Relationship Type="http://schemas.openxmlformats.org/officeDocument/2006/relationships/slideLayout" Target="/ppt/slideLayouts/slideLayout6.xml" Id="R47c46ee8a65c4c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4e38e3bb7a4e23"/>
    <p:sldLayoutId xmlns:r="http://schemas.openxmlformats.org/officeDocument/2006/relationships" id="2147483650" r:id="R724e1a8378f8411f"/>
    <p:sldLayoutId xmlns:r="http://schemas.openxmlformats.org/officeDocument/2006/relationships" id="2147483651" r:id="R171df36d60d5426b"/>
    <p:sldLayoutId xmlns:r="http://schemas.openxmlformats.org/officeDocument/2006/relationships" id="2147483652" r:id="Re465d3e0dd084d54"/>
    <p:sldLayoutId xmlns:r="http://schemas.openxmlformats.org/officeDocument/2006/relationships" id="2147483653" r:id="Racfbcf87489c4daf"/>
    <p:sldLayoutId xmlns:r="http://schemas.openxmlformats.org/officeDocument/2006/relationships" id="2147483654" r:id="R47c46ee8a65c4c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7cea723414745" /><Relationship Type="http://schemas.openxmlformats.org/officeDocument/2006/relationships/notesSlide" Target="/ppt/notesSlides/notesSlide1.xml" Id="Re7694d0a74334a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legend-background">
            <a:extLst xmlns:a="http://schemas.openxmlformats.org/drawingml/2006/main">
              <a:ext uri="{FF2B5EF4-FFF2-40B4-BE49-F238E27FC236}">
                <a16:creationId xmlns:a16="http://schemas.microsoft.com/office/drawing/2014/main" id="{0BD5AD46-0E90-4485-8493-40428BA3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" y="104775"/>
            <a:ext cx="13716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rocess-panel-0">
            <a:extLst xmlns:a="http://schemas.openxmlformats.org/drawingml/2006/main">
              <a:ext uri="{FF2B5EF4-FFF2-40B4-BE49-F238E27FC236}">
                <a16:creationId xmlns:a16="http://schemas.microsoft.com/office/drawing/2014/main" id="{45E0886C-7B4B-4254-B91B-65BA9A86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25" y="142875"/>
            <a:ext cx="25622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obstacle-0">
            <a:extLst xmlns:a="http://schemas.openxmlformats.org/drawingml/2006/main">
              <a:ext uri="{FF2B5EF4-FFF2-40B4-BE49-F238E27FC236}">
                <a16:creationId xmlns:a16="http://schemas.microsoft.com/office/drawing/2014/main" id="{A2044240-2FCA-4831-8188-798A915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1400175"/>
            <a:ext cx="953" cy="2400300"/>
          </a:xfrm>
          <a:custGeom xmlns:a="http://schemas.openxmlformats.org/drawingml/2006/main">
            <a:pathLst>
              <a:path w="953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4" name="panel-letter-0">
            <a:extLst xmlns:a="http://schemas.openxmlformats.org/drawingml/2006/main">
              <a:ext uri="{FF2B5EF4-FFF2-40B4-BE49-F238E27FC236}">
                <a16:creationId xmlns:a16="http://schemas.microsoft.com/office/drawing/2014/main" id="{40069046-7CDD-432E-911B-4BECE9F0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829050"/>
            <a:ext cx="409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rocess-panel-1">
            <a:extLst xmlns:a="http://schemas.openxmlformats.org/drawingml/2006/main">
              <a:ext uri="{FF2B5EF4-FFF2-40B4-BE49-F238E27FC236}">
                <a16:creationId xmlns:a16="http://schemas.microsoft.com/office/drawing/2014/main" id="{63FC1316-5833-41FB-AA4F-BDA63B39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825" y="142875"/>
            <a:ext cx="25622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obstacle-1">
            <a:extLst xmlns:a="http://schemas.openxmlformats.org/drawingml/2006/main">
              <a:ext uri="{FF2B5EF4-FFF2-40B4-BE49-F238E27FC236}">
                <a16:creationId xmlns:a16="http://schemas.microsoft.com/office/drawing/2014/main" id="{D200E0D5-2E8B-4ECB-BFA9-E8FE0E9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1400175"/>
            <a:ext cx="953" cy="2400300"/>
          </a:xfrm>
          <a:custGeom xmlns:a="http://schemas.openxmlformats.org/drawingml/2006/main">
            <a:pathLst>
              <a:path w="953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7" name="panel-letter-1">
            <a:extLst xmlns:a="http://schemas.openxmlformats.org/drawingml/2006/main">
              <a:ext uri="{FF2B5EF4-FFF2-40B4-BE49-F238E27FC236}">
                <a16:creationId xmlns:a16="http://schemas.microsoft.com/office/drawing/2014/main" id="{7075B8D0-2A3F-4B2A-9A29-11A3F06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3829050"/>
            <a:ext cx="409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" name="process-panel-2">
            <a:extLst xmlns:a="http://schemas.openxmlformats.org/drawingml/2006/main">
              <a:ext uri="{FF2B5EF4-FFF2-40B4-BE49-F238E27FC236}">
                <a16:creationId xmlns:a16="http://schemas.microsoft.com/office/drawing/2014/main" id="{4B0CF42D-2416-47B2-83C0-2C7000C3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142875"/>
            <a:ext cx="25622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obstacle-2">
            <a:extLst xmlns:a="http://schemas.openxmlformats.org/drawingml/2006/main">
              <a:ext uri="{FF2B5EF4-FFF2-40B4-BE49-F238E27FC236}">
                <a16:creationId xmlns:a16="http://schemas.microsoft.com/office/drawing/2014/main" id="{1193398D-EED3-4B46-8146-9341070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75" y="1400175"/>
            <a:ext cx="953" cy="2400300"/>
          </a:xfrm>
          <a:custGeom xmlns:a="http://schemas.openxmlformats.org/drawingml/2006/main">
            <a:pathLst>
              <a:path w="953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0" name="panel-letter-2">
            <a:extLst xmlns:a="http://schemas.openxmlformats.org/drawingml/2006/main">
              <a:ext uri="{FF2B5EF4-FFF2-40B4-BE49-F238E27FC236}">
                <a16:creationId xmlns:a16="http://schemas.microsoft.com/office/drawing/2014/main" id="{3CBDD6E9-FEDD-412A-A5DE-4A058C68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829050"/>
            <a:ext cx="409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" name="process-panel-3">
            <a:extLst xmlns:a="http://schemas.openxmlformats.org/drawingml/2006/main">
              <a:ext uri="{FF2B5EF4-FFF2-40B4-BE49-F238E27FC236}">
                <a16:creationId xmlns:a16="http://schemas.microsoft.com/office/drawing/2014/main" id="{493EC128-D285-4359-82BE-1A04A23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142875"/>
            <a:ext cx="25622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obstacle-3">
            <a:extLst xmlns:a="http://schemas.openxmlformats.org/drawingml/2006/main">
              <a:ext uri="{FF2B5EF4-FFF2-40B4-BE49-F238E27FC236}">
                <a16:creationId xmlns:a16="http://schemas.microsoft.com/office/drawing/2014/main" id="{D18DF943-A6ED-4A5E-8C3F-C1463CA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1375" y="1400175"/>
            <a:ext cx="953" cy="2400300"/>
          </a:xfrm>
          <a:custGeom xmlns:a="http://schemas.openxmlformats.org/drawingml/2006/main">
            <a:pathLst>
              <a:path w="953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3" name="panel-letter-3">
            <a:extLst xmlns:a="http://schemas.openxmlformats.org/drawingml/2006/main">
              <a:ext uri="{FF2B5EF4-FFF2-40B4-BE49-F238E27FC236}">
                <a16:creationId xmlns:a16="http://schemas.microsoft.com/office/drawing/2014/main" id="{71F013EE-382F-4F4B-BCF8-4081E351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3829050"/>
            <a:ext cx="409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" name="process-panel-4">
            <a:extLst xmlns:a="http://schemas.openxmlformats.org/drawingml/2006/main">
              <a:ext uri="{FF2B5EF4-FFF2-40B4-BE49-F238E27FC236}">
                <a16:creationId xmlns:a16="http://schemas.microsoft.com/office/drawing/2014/main" id="{C8565B33-23D0-495A-A374-BB9D4FB0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142875"/>
            <a:ext cx="25622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obstacle-4">
            <a:extLst xmlns:a="http://schemas.openxmlformats.org/drawingml/2006/main">
              <a:ext uri="{FF2B5EF4-FFF2-40B4-BE49-F238E27FC236}">
                <a16:creationId xmlns:a16="http://schemas.microsoft.com/office/drawing/2014/main" id="{1A740046-4382-47AB-ADFD-4670BAAC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7425" y="1400175"/>
            <a:ext cx="953" cy="2400300"/>
          </a:xfrm>
          <a:custGeom xmlns:a="http://schemas.openxmlformats.org/drawingml/2006/main">
            <a:pathLst>
              <a:path w="953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22222"/>
            </a:solidFill>
            <a:prstDash val="solid"/>
          </a:ln>
        </p:spPr>
      </p:sp>
      <p:sp>
        <p:nvSpPr>
          <p:cNvPr id="16" name="panel-letter-4">
            <a:extLst xmlns:a="http://schemas.openxmlformats.org/drawingml/2006/main">
              <a:ext uri="{FF2B5EF4-FFF2-40B4-BE49-F238E27FC236}">
                <a16:creationId xmlns:a16="http://schemas.microsoft.com/office/drawing/2014/main" id="{03B7B547-979C-417C-B4CE-3469145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87400" y="3829050"/>
            <a:ext cx="409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7" name="diffusing-part-label">
            <a:extLst xmlns:a="http://schemas.openxmlformats.org/drawingml/2006/main">
              <a:ext uri="{FF2B5EF4-FFF2-40B4-BE49-F238E27FC236}">
                <a16:creationId xmlns:a16="http://schemas.microsoft.com/office/drawing/2014/main" id="{53AD33DF-AE25-468C-9F39-A5755A5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47650"/>
            <a:ext cx="847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 i="1">
                <a:solidFill>
                  <a:srgbClr val="A4331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 i="1">
                <a:solidFill>
                  <a:srgbClr val="A43310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A43310"/>
                </a:solidFill>
                <a:latin typeface="Arial"/>
                <a:ea typeface="Arial"/>
                <a:cs typeface="Arial"/>
              </a:rPr>
              <a:t>diffusing</a:t>
            </a:r>
          </a:p>
          <a:p xmlns:a="http://schemas.openxmlformats.org/drawingml/2006/main">
            <a:pPr algn="ctr">
              <a:defRPr sz="1575" b="1" i="1">
                <a:solidFill>
                  <a:srgbClr val="A43310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A43310"/>
                </a:solidFill>
                <a:latin typeface="Arial"/>
                <a:ea typeface="Arial"/>
                <a:cs typeface="Arial"/>
              </a:rPr>
              <a:t>part</a:t>
            </a:r>
          </a:p>
        </p:txBody>
      </p:sp>
      <p:sp>
        <p:nvSpPr>
          <p:cNvPr id="18" name="directed-skill-label">
            <a:extLst xmlns:a="http://schemas.openxmlformats.org/drawingml/2006/main">
              <a:ext uri="{FF2B5EF4-FFF2-40B4-BE49-F238E27FC236}">
                <a16:creationId xmlns:a16="http://schemas.microsoft.com/office/drawing/2014/main" id="{27B0E324-F525-49A4-94CF-FB8F810C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743075"/>
            <a:ext cx="790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directed</a:t>
            </a:r>
          </a:p>
          <a:p xmlns:a="http://schemas.openxmlformats.org/drawingml/2006/main">
            <a: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9" name="structure-label">
            <a:extLst xmlns:a="http://schemas.openxmlformats.org/drawingml/2006/main">
              <a:ext uri="{FF2B5EF4-FFF2-40B4-BE49-F238E27FC236}">
                <a16:creationId xmlns:a16="http://schemas.microsoft.com/office/drawing/2014/main" id="{856612B2-7FEA-46D7-89E9-8AD644B1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2514600"/>
            <a:ext cx="1200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Structure</a:t>
            </a:r>
          </a:p>
          <a:p xmlns:a="http://schemas.openxmlformats.org/drawingml/2006/main">
            <a:pPr algn="ctr">
              <a:defRPr sz="18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of an</a:t>
            </a:r>
          </a:p>
          <a:p xmlns:a="http://schemas.openxmlformats.org/drawingml/2006/main">
            <a:pPr algn="ctr">
              <a:defRPr sz="18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UPSIDE</a:t>
            </a:r>
          </a:p>
          <a:p xmlns:a="http://schemas.openxmlformats.org/drawingml/2006/main">
            <a:pPr algn="ctr">
              <a:defRPr sz="18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legend-coverage">
            <a:extLst xmlns:a="http://schemas.openxmlformats.org/drawingml/2006/main">
              <a:ext uri="{FF2B5EF4-FFF2-40B4-BE49-F238E27FC236}">
                <a16:creationId xmlns:a16="http://schemas.microsoft.com/office/drawing/2014/main" id="{BAB04C2F-1E8C-4E74-BBEF-D538D275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6762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6751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legend-diffusion-0">
            <a:extLst xmlns:a="http://schemas.openxmlformats.org/drawingml/2006/main">
              <a:ext uri="{FF2B5EF4-FFF2-40B4-BE49-F238E27FC236}">
                <a16:creationId xmlns:a16="http://schemas.microsoft.com/office/drawing/2014/main" id="{4751AB90-CFA3-425B-81CD-ABD8AF38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19" y="794941"/>
            <a:ext cx="219075" cy="292100"/>
          </a:xfrm>
          <a:custGeom xmlns:a="http://schemas.openxmlformats.org/drawingml/2006/main">
            <a:pathLst>
              <a:path w="219075" h="292100">
                <a:moveTo>
                  <a:pt x="219075" y="292100"/>
                </a:moveTo>
                <a:cubicBezTo>
                  <a:pt x="82153" y="164306"/>
                  <a:pt x="0" y="9128"/>
                  <a:pt x="16430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2" name="legend-diffusion-tip-0">
            <a:extLst xmlns:a="http://schemas.openxmlformats.org/drawingml/2006/main">
              <a:ext uri="{FF2B5EF4-FFF2-40B4-BE49-F238E27FC236}">
                <a16:creationId xmlns:a16="http://schemas.microsoft.com/office/drawing/2014/main" id="{33B61032-11B4-4346-9A09-6F079EE0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54" y="766586"/>
            <a:ext cx="65571" cy="63798"/>
          </a:xfrm>
          <a:custGeom xmlns:a="http://schemas.openxmlformats.org/drawingml/2006/main">
            <a:pathLst>
              <a:path w="65571" h="63798">
                <a:moveTo>
                  <a:pt x="65571" y="28355"/>
                </a:moveTo>
                <a:lnTo>
                  <a:pt x="3544" y="637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3" name="legend-diffusion-1">
            <a:extLst xmlns:a="http://schemas.openxmlformats.org/drawingml/2006/main">
              <a:ext uri="{FF2B5EF4-FFF2-40B4-BE49-F238E27FC236}">
                <a16:creationId xmlns:a16="http://schemas.microsoft.com/office/drawing/2014/main" id="{AF0581C7-513A-425C-85DB-DBCFB809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922" y="767556"/>
            <a:ext cx="219075" cy="328613"/>
          </a:xfrm>
          <a:custGeom xmlns:a="http://schemas.openxmlformats.org/drawingml/2006/main">
            <a:pathLst>
              <a:path w="219075" h="328613">
                <a:moveTo>
                  <a:pt x="0" y="328613"/>
                </a:moveTo>
                <a:cubicBezTo>
                  <a:pt x="146050" y="219075"/>
                  <a:pt x="209947" y="100409"/>
                  <a:pt x="2190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4" name="legend-diffusion-tip-1">
            <a:extLst xmlns:a="http://schemas.openxmlformats.org/drawingml/2006/main">
              <a:ext uri="{FF2B5EF4-FFF2-40B4-BE49-F238E27FC236}">
                <a16:creationId xmlns:a16="http://schemas.microsoft.com/office/drawing/2014/main" id="{383BF870-41E3-4DB6-86C7-0B9A213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395" y="767556"/>
            <a:ext cx="63634" cy="66527"/>
          </a:xfrm>
          <a:custGeom xmlns:a="http://schemas.openxmlformats.org/drawingml/2006/main">
            <a:pathLst>
              <a:path w="63634" h="66527">
                <a:moveTo>
                  <a:pt x="37602" y="0"/>
                </a:moveTo>
                <a:lnTo>
                  <a:pt x="63634" y="66527"/>
                </a:lnTo>
                <a:lnTo>
                  <a:pt x="0" y="60742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5" name="legend-diffusion-2">
            <a:extLst xmlns:a="http://schemas.openxmlformats.org/drawingml/2006/main">
              <a:ext uri="{FF2B5EF4-FFF2-40B4-BE49-F238E27FC236}">
                <a16:creationId xmlns:a16="http://schemas.microsoft.com/office/drawing/2014/main" id="{A31F8CAD-454F-4E7A-AAED-64951E96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306" y="1087041"/>
            <a:ext cx="301228" cy="136922"/>
          </a:xfrm>
          <a:custGeom xmlns:a="http://schemas.openxmlformats.org/drawingml/2006/main">
            <a:pathLst>
              <a:path w="301228" h="136922">
                <a:moveTo>
                  <a:pt x="0" y="27384"/>
                </a:moveTo>
                <a:cubicBezTo>
                  <a:pt x="146050" y="0"/>
                  <a:pt x="237331" y="54769"/>
                  <a:pt x="301228" y="13692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6" name="legend-diffusion-tip-2">
            <a:extLst xmlns:a="http://schemas.openxmlformats.org/drawingml/2006/main">
              <a:ext uri="{FF2B5EF4-FFF2-40B4-BE49-F238E27FC236}">
                <a16:creationId xmlns:a16="http://schemas.microsoft.com/office/drawing/2014/main" id="{DE03A858-4FF1-4B51-A9F4-9D8FA05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087" y="1153911"/>
            <a:ext cx="64447" cy="70052"/>
          </a:xfrm>
          <a:custGeom xmlns:a="http://schemas.openxmlformats.org/drawingml/2006/main">
            <a:pathLst>
              <a:path w="64447" h="70052">
                <a:moveTo>
                  <a:pt x="64447" y="70052"/>
                </a:moveTo>
                <a:lnTo>
                  <a:pt x="0" y="39229"/>
                </a:lnTo>
                <a:lnTo>
                  <a:pt x="50437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7" name="legend-diffusion-3">
            <a:extLst xmlns:a="http://schemas.openxmlformats.org/drawingml/2006/main">
              <a:ext uri="{FF2B5EF4-FFF2-40B4-BE49-F238E27FC236}">
                <a16:creationId xmlns:a16="http://schemas.microsoft.com/office/drawing/2014/main" id="{0427539D-7932-40FF-9809-033B55DD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000" y="1132681"/>
            <a:ext cx="136922" cy="255587"/>
          </a:xfrm>
          <a:custGeom xmlns:a="http://schemas.openxmlformats.org/drawingml/2006/main">
            <a:pathLst>
              <a:path w="136922" h="255587">
                <a:moveTo>
                  <a:pt x="136922" y="0"/>
                </a:moveTo>
                <a:cubicBezTo>
                  <a:pt x="100409" y="127794"/>
                  <a:pt x="63897" y="191691"/>
                  <a:pt x="0" y="25558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8" name="legend-diffusion-tip-3">
            <a:extLst xmlns:a="http://schemas.openxmlformats.org/drawingml/2006/main">
              <a:ext uri="{FF2B5EF4-FFF2-40B4-BE49-F238E27FC236}">
                <a16:creationId xmlns:a16="http://schemas.microsoft.com/office/drawing/2014/main" id="{C8789AA2-6019-4D63-A2AE-52FCC7A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000" y="1320496"/>
            <a:ext cx="67773" cy="67773"/>
          </a:xfrm>
          <a:custGeom xmlns:a="http://schemas.openxmlformats.org/drawingml/2006/main">
            <a:pathLst>
              <a:path w="67773" h="67773">
                <a:moveTo>
                  <a:pt x="0" y="67773"/>
                </a:moveTo>
                <a:lnTo>
                  <a:pt x="22591" y="0"/>
                </a:lnTo>
                <a:lnTo>
                  <a:pt x="67773" y="45182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9" name="legend-diffusion-4">
            <a:extLst xmlns:a="http://schemas.openxmlformats.org/drawingml/2006/main">
              <a:ext uri="{FF2B5EF4-FFF2-40B4-BE49-F238E27FC236}">
                <a16:creationId xmlns:a16="http://schemas.microsoft.com/office/drawing/2014/main" id="{44C2D820-02B4-4693-8585-76C850A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053" y="1023144"/>
            <a:ext cx="337741" cy="228203"/>
          </a:xfrm>
          <a:custGeom xmlns:a="http://schemas.openxmlformats.org/drawingml/2006/main">
            <a:pathLst>
              <a:path w="337741" h="228203">
                <a:moveTo>
                  <a:pt x="337741" y="100409"/>
                </a:moveTo>
                <a:cubicBezTo>
                  <a:pt x="200819" y="228203"/>
                  <a:pt x="45641" y="17343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0" name="legend-diffusion-tip-4">
            <a:extLst xmlns:a="http://schemas.openxmlformats.org/drawingml/2006/main">
              <a:ext uri="{FF2B5EF4-FFF2-40B4-BE49-F238E27FC236}">
                <a16:creationId xmlns:a16="http://schemas.microsoft.com/office/drawing/2014/main" id="{61328D88-6903-4019-8EE6-38FFE42E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418" y="1023144"/>
            <a:ext cx="61793" cy="69924"/>
          </a:xfrm>
          <a:custGeom xmlns:a="http://schemas.openxmlformats.org/drawingml/2006/main">
            <a:pathLst>
              <a:path w="61793" h="69924">
                <a:moveTo>
                  <a:pt x="14635" y="0"/>
                </a:moveTo>
                <a:lnTo>
                  <a:pt x="61793" y="53662"/>
                </a:lnTo>
                <a:lnTo>
                  <a:pt x="0" y="6992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1" name="legend-directed">
            <a:extLst xmlns:a="http://schemas.openxmlformats.org/drawingml/2006/main">
              <a:ext uri="{FF2B5EF4-FFF2-40B4-BE49-F238E27FC236}">
                <a16:creationId xmlns:a16="http://schemas.microsoft.com/office/drawing/2014/main" id="{1B558FC1-4B55-4170-96E7-FFA78FD7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1114425"/>
            <a:ext cx="257175" cy="1276350"/>
          </a:xfrm>
          <a:custGeom xmlns:a="http://schemas.openxmlformats.org/drawingml/2006/main">
            <a:pathLst>
              <a:path w="257175" h="1276350">
                <a:moveTo>
                  <a:pt x="180975" y="1276350"/>
                </a:moveTo>
                <a:cubicBezTo>
                  <a:pt x="0" y="876300"/>
                  <a:pt x="190500" y="257175"/>
                  <a:pt x="2571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0000"/>
            </a:solidFill>
            <a:prstDash val="solid"/>
          </a:ln>
        </p:spPr>
      </p:sp>
      <p:sp>
        <p:nvSpPr>
          <p:cNvPr id="32" name="legend-directed-tip">
            <a:extLst xmlns:a="http://schemas.openxmlformats.org/drawingml/2006/main">
              <a:ext uri="{FF2B5EF4-FFF2-40B4-BE49-F238E27FC236}">
                <a16:creationId xmlns:a16="http://schemas.microsoft.com/office/drawing/2014/main" id="{580D9482-1D81-4E52-BA0D-88C0697D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828" y="1114425"/>
            <a:ext cx="150658" cy="194713"/>
          </a:xfrm>
          <a:custGeom xmlns:a="http://schemas.openxmlformats.org/drawingml/2006/main">
            <a:pathLst>
              <a:path w="150658" h="194713">
                <a:moveTo>
                  <a:pt x="120747" y="0"/>
                </a:moveTo>
                <a:lnTo>
                  <a:pt x="150658" y="194713"/>
                </a:lnTo>
                <a:lnTo>
                  <a:pt x="0" y="1556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a-cyan-coverage">
            <a:extLst xmlns:a="http://schemas.openxmlformats.org/drawingml/2006/main">
              <a:ext uri="{FF2B5EF4-FFF2-40B4-BE49-F238E27FC236}">
                <a16:creationId xmlns:a16="http://schemas.microsoft.com/office/drawing/2014/main" id="{D306D051-3E2B-48F0-A7EB-BE7ACBC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305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D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a-cyan-diffusion-0">
            <a:extLst xmlns:a="http://schemas.openxmlformats.org/drawingml/2006/main">
              <a:ext uri="{FF2B5EF4-FFF2-40B4-BE49-F238E27FC236}">
                <a16:creationId xmlns:a16="http://schemas.microsoft.com/office/drawing/2014/main" id="{2AB79153-C1A7-45CF-9EE3-AA176514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4288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5" name="a-cyan-diffusion-tip-0">
            <a:extLst xmlns:a="http://schemas.openxmlformats.org/drawingml/2006/main">
              <a:ext uri="{FF2B5EF4-FFF2-40B4-BE49-F238E27FC236}">
                <a16:creationId xmlns:a16="http://schemas.microsoft.com/office/drawing/2014/main" id="{96EC0AE4-827F-4B64-9FF2-ED33695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0878" y="23992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6" name="a-cyan-diffusion-1">
            <a:extLst xmlns:a="http://schemas.openxmlformats.org/drawingml/2006/main">
              <a:ext uri="{FF2B5EF4-FFF2-40B4-BE49-F238E27FC236}">
                <a16:creationId xmlns:a16="http://schemas.microsoft.com/office/drawing/2014/main" id="{BD9223D9-7BE0-48BC-B6C0-2C1397F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24003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7" name="a-cyan-diffusion-tip-1">
            <a:extLst xmlns:a="http://schemas.openxmlformats.org/drawingml/2006/main">
              <a:ext uri="{FF2B5EF4-FFF2-40B4-BE49-F238E27FC236}">
                <a16:creationId xmlns:a16="http://schemas.microsoft.com/office/drawing/2014/main" id="{4C3D0B00-8C23-41B0-A4EE-276F5CEF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338" y="24003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8" name="a-cyan-diffusion-2">
            <a:extLst xmlns:a="http://schemas.openxmlformats.org/drawingml/2006/main">
              <a:ext uri="{FF2B5EF4-FFF2-40B4-BE49-F238E27FC236}">
                <a16:creationId xmlns:a16="http://schemas.microsoft.com/office/drawing/2014/main" id="{05C044C2-9E57-470F-9B60-AF588BA1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27336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9" name="a-cyan-diffusion-tip-2">
            <a:extLst xmlns:a="http://schemas.openxmlformats.org/drawingml/2006/main">
              <a:ext uri="{FF2B5EF4-FFF2-40B4-BE49-F238E27FC236}">
                <a16:creationId xmlns:a16="http://schemas.microsoft.com/office/drawing/2014/main" id="{2EDADCC0-7F7E-4D44-87C7-98517CC1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1625" y="28034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40" name="a-cyan-diffusion-3">
            <a:extLst xmlns:a="http://schemas.openxmlformats.org/drawingml/2006/main">
              <a:ext uri="{FF2B5EF4-FFF2-40B4-BE49-F238E27FC236}">
                <a16:creationId xmlns:a16="http://schemas.microsoft.com/office/drawing/2014/main" id="{B7832F80-469D-4CB9-B07A-E9059BF4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7813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41" name="a-cyan-diffusion-tip-3">
            <a:extLst xmlns:a="http://schemas.openxmlformats.org/drawingml/2006/main">
              <a:ext uri="{FF2B5EF4-FFF2-40B4-BE49-F238E27FC236}">
                <a16:creationId xmlns:a16="http://schemas.microsoft.com/office/drawing/2014/main" id="{82369694-75B2-48FD-999E-D92398B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9772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42" name="a-cyan-diffusion-4">
            <a:extLst xmlns:a="http://schemas.openxmlformats.org/drawingml/2006/main">
              <a:ext uri="{FF2B5EF4-FFF2-40B4-BE49-F238E27FC236}">
                <a16:creationId xmlns:a16="http://schemas.microsoft.com/office/drawing/2014/main" id="{9B223A48-B19A-4B8C-9F40-F3EC0E46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26670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43" name="a-cyan-diffusion-tip-4">
            <a:extLst xmlns:a="http://schemas.openxmlformats.org/drawingml/2006/main">
              <a:ext uri="{FF2B5EF4-FFF2-40B4-BE49-F238E27FC236}">
                <a16:creationId xmlns:a16="http://schemas.microsoft.com/office/drawing/2014/main" id="{893795E8-7854-43C5-B8B5-7C2C7E0A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8753" y="26670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44" name="a-red-coverage">
            <a:extLst xmlns:a="http://schemas.openxmlformats.org/drawingml/2006/main">
              <a:ext uri="{FF2B5EF4-FFF2-40B4-BE49-F238E27FC236}">
                <a16:creationId xmlns:a16="http://schemas.microsoft.com/office/drawing/2014/main" id="{1AAF7452-8683-46F3-8B3A-1B65E50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4288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6751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a-red-diffusion-0">
            <a:extLst xmlns:a="http://schemas.openxmlformats.org/drawingml/2006/main">
              <a:ext uri="{FF2B5EF4-FFF2-40B4-BE49-F238E27FC236}">
                <a16:creationId xmlns:a16="http://schemas.microsoft.com/office/drawing/2014/main" id="{89E45B70-D21C-4D18-859A-1A9EC9B4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55270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46" name="a-red-diffusion-tip-0">
            <a:extLst xmlns:a="http://schemas.openxmlformats.org/drawingml/2006/main">
              <a:ext uri="{FF2B5EF4-FFF2-40B4-BE49-F238E27FC236}">
                <a16:creationId xmlns:a16="http://schemas.microsoft.com/office/drawing/2014/main" id="{77C3D1FE-0AEE-4A94-B89D-85A88B3E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1403" y="252311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47" name="a-red-diffusion-1">
            <a:extLst xmlns:a="http://schemas.openxmlformats.org/drawingml/2006/main">
              <a:ext uri="{FF2B5EF4-FFF2-40B4-BE49-F238E27FC236}">
                <a16:creationId xmlns:a16="http://schemas.microsoft.com/office/drawing/2014/main" id="{F73FFBBE-25C6-466A-AFAD-D3D31ED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52412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48" name="a-red-diffusion-tip-1">
            <a:extLst xmlns:a="http://schemas.openxmlformats.org/drawingml/2006/main">
              <a:ext uri="{FF2B5EF4-FFF2-40B4-BE49-F238E27FC236}">
                <a16:creationId xmlns:a16="http://schemas.microsoft.com/office/drawing/2014/main" id="{B7F596BB-F8A0-40EF-B2D1-F214BEFB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5863" y="252412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49" name="a-red-diffusion-2">
            <a:extLst xmlns:a="http://schemas.openxmlformats.org/drawingml/2006/main">
              <a:ext uri="{FF2B5EF4-FFF2-40B4-BE49-F238E27FC236}">
                <a16:creationId xmlns:a16="http://schemas.microsoft.com/office/drawing/2014/main" id="{BD96F881-2FFD-4632-B632-568466BC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075" y="285750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50" name="a-red-diffusion-tip-2">
            <a:extLst xmlns:a="http://schemas.openxmlformats.org/drawingml/2006/main">
              <a:ext uri="{FF2B5EF4-FFF2-40B4-BE49-F238E27FC236}">
                <a16:creationId xmlns:a16="http://schemas.microsoft.com/office/drawing/2014/main" id="{EDD76B97-65F4-4B7C-A59A-41315977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150" y="292727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51" name="a-red-diffusion-3">
            <a:extLst xmlns:a="http://schemas.openxmlformats.org/drawingml/2006/main">
              <a:ext uri="{FF2B5EF4-FFF2-40B4-BE49-F238E27FC236}">
                <a16:creationId xmlns:a16="http://schemas.microsoft.com/office/drawing/2014/main" id="{341A4917-A11E-4F99-BB4C-BD4D9F84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90512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52" name="a-red-diffusion-tip-3">
            <a:extLst xmlns:a="http://schemas.openxmlformats.org/drawingml/2006/main">
              <a:ext uri="{FF2B5EF4-FFF2-40B4-BE49-F238E27FC236}">
                <a16:creationId xmlns:a16="http://schemas.microsoft.com/office/drawing/2014/main" id="{263BFB1D-D3E4-47A6-9398-173FBBC0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10110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53" name="a-red-diffusion-4">
            <a:extLst xmlns:a="http://schemas.openxmlformats.org/drawingml/2006/main">
              <a:ext uri="{FF2B5EF4-FFF2-40B4-BE49-F238E27FC236}">
                <a16:creationId xmlns:a16="http://schemas.microsoft.com/office/drawing/2014/main" id="{D957E41E-D954-45D5-BC7B-C264E15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27908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54" name="a-red-diffusion-tip-4">
            <a:extLst xmlns:a="http://schemas.openxmlformats.org/drawingml/2006/main">
              <a:ext uri="{FF2B5EF4-FFF2-40B4-BE49-F238E27FC236}">
                <a16:creationId xmlns:a16="http://schemas.microsoft.com/office/drawing/2014/main" id="{CAF76A46-E68C-4B38-8AB4-C1A0F84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9278" y="279082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55" name="a-pink-coverage">
            <a:extLst xmlns:a="http://schemas.openxmlformats.org/drawingml/2006/main">
              <a:ext uri="{FF2B5EF4-FFF2-40B4-BE49-F238E27FC236}">
                <a16:creationId xmlns:a16="http://schemas.microsoft.com/office/drawing/2014/main" id="{01D1D894-C8A1-419C-9215-58B53DB2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7908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A0CC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a-pink-diffusion-0">
            <a:extLst xmlns:a="http://schemas.openxmlformats.org/drawingml/2006/main">
              <a:ext uri="{FF2B5EF4-FFF2-40B4-BE49-F238E27FC236}">
                <a16:creationId xmlns:a16="http://schemas.microsoft.com/office/drawing/2014/main" id="{C1BFEA8C-7F7C-4EEA-A63F-7172C43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29146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57" name="a-pink-diffusion-tip-0">
            <a:extLst xmlns:a="http://schemas.openxmlformats.org/drawingml/2006/main">
              <a:ext uri="{FF2B5EF4-FFF2-40B4-BE49-F238E27FC236}">
                <a16:creationId xmlns:a16="http://schemas.microsoft.com/office/drawing/2014/main" id="{575C6A75-9A3A-448D-BD87-86CAEA8D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3728" y="28850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58" name="a-pink-diffusion-1">
            <a:extLst xmlns:a="http://schemas.openxmlformats.org/drawingml/2006/main">
              <a:ext uri="{FF2B5EF4-FFF2-40B4-BE49-F238E27FC236}">
                <a16:creationId xmlns:a16="http://schemas.microsoft.com/office/drawing/2014/main" id="{71FCBDB1-7958-4BB6-A375-8817769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8860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59" name="a-pink-diffusion-tip-1">
            <a:extLst xmlns:a="http://schemas.openxmlformats.org/drawingml/2006/main">
              <a:ext uri="{FF2B5EF4-FFF2-40B4-BE49-F238E27FC236}">
                <a16:creationId xmlns:a16="http://schemas.microsoft.com/office/drawing/2014/main" id="{C3DED2CF-6DFC-41D7-8BB9-19AB6D6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188" y="28860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60" name="a-pink-diffusion-2">
            <a:extLst xmlns:a="http://schemas.openxmlformats.org/drawingml/2006/main">
              <a:ext uri="{FF2B5EF4-FFF2-40B4-BE49-F238E27FC236}">
                <a16:creationId xmlns:a16="http://schemas.microsoft.com/office/drawing/2014/main" id="{328016CD-B8B3-446A-A492-E8C0E006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2194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61" name="a-pink-diffusion-tip-2">
            <a:extLst xmlns:a="http://schemas.openxmlformats.org/drawingml/2006/main">
              <a:ext uri="{FF2B5EF4-FFF2-40B4-BE49-F238E27FC236}">
                <a16:creationId xmlns:a16="http://schemas.microsoft.com/office/drawing/2014/main" id="{64F6021D-CE7A-4ADD-994B-5888D19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4475" y="32892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62" name="a-pink-diffusion-3">
            <a:extLst xmlns:a="http://schemas.openxmlformats.org/drawingml/2006/main">
              <a:ext uri="{FF2B5EF4-FFF2-40B4-BE49-F238E27FC236}">
                <a16:creationId xmlns:a16="http://schemas.microsoft.com/office/drawing/2014/main" id="{36980C4B-0C9C-47C4-8B94-886908B3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32670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63" name="a-pink-diffusion-tip-3">
            <a:extLst xmlns:a="http://schemas.openxmlformats.org/drawingml/2006/main">
              <a:ext uri="{FF2B5EF4-FFF2-40B4-BE49-F238E27FC236}">
                <a16:creationId xmlns:a16="http://schemas.microsoft.com/office/drawing/2014/main" id="{7A8B88CE-54F6-40B7-B198-9E6B7203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34630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64" name="a-pink-diffusion-4">
            <a:extLst xmlns:a="http://schemas.openxmlformats.org/drawingml/2006/main">
              <a:ext uri="{FF2B5EF4-FFF2-40B4-BE49-F238E27FC236}">
                <a16:creationId xmlns:a16="http://schemas.microsoft.com/office/drawing/2014/main" id="{59BAC9F4-675D-4195-8724-789DD53C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31527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65" name="a-pink-diffusion-tip-4">
            <a:extLst xmlns:a="http://schemas.openxmlformats.org/drawingml/2006/main">
              <a:ext uri="{FF2B5EF4-FFF2-40B4-BE49-F238E27FC236}">
                <a16:creationId xmlns:a16="http://schemas.microsoft.com/office/drawing/2014/main" id="{6AF6C90A-93A3-4F36-9BE1-D40FCD7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1603" y="31527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66" name="a-green-coverage">
            <a:extLst xmlns:a="http://schemas.openxmlformats.org/drawingml/2006/main">
              <a:ext uri="{FF2B5EF4-FFF2-40B4-BE49-F238E27FC236}">
                <a16:creationId xmlns:a16="http://schemas.microsoft.com/office/drawing/2014/main" id="{5D99FD70-1E71-4629-8215-C6ADA7E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28956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D56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a-green-diffusion-0">
            <a:extLst xmlns:a="http://schemas.openxmlformats.org/drawingml/2006/main">
              <a:ext uri="{FF2B5EF4-FFF2-40B4-BE49-F238E27FC236}">
                <a16:creationId xmlns:a16="http://schemas.microsoft.com/office/drawing/2014/main" id="{94D518F1-3310-4C1A-951D-6B86D870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301942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68" name="a-green-diffusion-tip-0">
            <a:extLst xmlns:a="http://schemas.openxmlformats.org/drawingml/2006/main">
              <a:ext uri="{FF2B5EF4-FFF2-40B4-BE49-F238E27FC236}">
                <a16:creationId xmlns:a16="http://schemas.microsoft.com/office/drawing/2014/main" id="{673BB737-8FBD-4C44-967A-141752E1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1878" y="298983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69" name="a-green-diffusion-1">
            <a:extLst xmlns:a="http://schemas.openxmlformats.org/drawingml/2006/main">
              <a:ext uri="{FF2B5EF4-FFF2-40B4-BE49-F238E27FC236}">
                <a16:creationId xmlns:a16="http://schemas.microsoft.com/office/drawing/2014/main" id="{5CC4E43A-C182-4687-AEFE-99162AD9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299085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70" name="a-green-diffusion-tip-1">
            <a:extLst xmlns:a="http://schemas.openxmlformats.org/drawingml/2006/main">
              <a:ext uri="{FF2B5EF4-FFF2-40B4-BE49-F238E27FC236}">
                <a16:creationId xmlns:a16="http://schemas.microsoft.com/office/drawing/2014/main" id="{EE17CCF9-DC0E-439C-8521-2611DEC3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6338" y="299085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71" name="a-green-diffusion-2">
            <a:extLst xmlns:a="http://schemas.openxmlformats.org/drawingml/2006/main">
              <a:ext uri="{FF2B5EF4-FFF2-40B4-BE49-F238E27FC236}">
                <a16:creationId xmlns:a16="http://schemas.microsoft.com/office/drawing/2014/main" id="{FFB92D28-7AA8-4B6C-8621-9C48651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332422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72" name="a-green-diffusion-tip-2">
            <a:extLst xmlns:a="http://schemas.openxmlformats.org/drawingml/2006/main">
              <a:ext uri="{FF2B5EF4-FFF2-40B4-BE49-F238E27FC236}">
                <a16:creationId xmlns:a16="http://schemas.microsoft.com/office/drawing/2014/main" id="{683B2F1B-A81A-4E4D-B8D2-2C0F29C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2625" y="339400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73" name="a-green-diffusion-3">
            <a:extLst xmlns:a="http://schemas.openxmlformats.org/drawingml/2006/main">
              <a:ext uri="{FF2B5EF4-FFF2-40B4-BE49-F238E27FC236}">
                <a16:creationId xmlns:a16="http://schemas.microsoft.com/office/drawing/2014/main" id="{BAC3DFBC-814B-45EC-AA8D-7A6D5EE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337185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74" name="a-green-diffusion-tip-3">
            <a:extLst xmlns:a="http://schemas.openxmlformats.org/drawingml/2006/main">
              <a:ext uri="{FF2B5EF4-FFF2-40B4-BE49-F238E27FC236}">
                <a16:creationId xmlns:a16="http://schemas.microsoft.com/office/drawing/2014/main" id="{9B1543E1-A259-43AA-9286-21F402F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356783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75" name="a-green-diffusion-4">
            <a:extLst xmlns:a="http://schemas.openxmlformats.org/drawingml/2006/main">
              <a:ext uri="{FF2B5EF4-FFF2-40B4-BE49-F238E27FC236}">
                <a16:creationId xmlns:a16="http://schemas.microsoft.com/office/drawing/2014/main" id="{87105D2E-713D-4BC5-A2CB-07CA33D2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25755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76" name="a-green-diffusion-tip-4">
            <a:extLst xmlns:a="http://schemas.openxmlformats.org/drawingml/2006/main">
              <a:ext uri="{FF2B5EF4-FFF2-40B4-BE49-F238E27FC236}">
                <a16:creationId xmlns:a16="http://schemas.microsoft.com/office/drawing/2014/main" id="{AB054622-A54A-4F12-A300-8B0B1495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753" y="325755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77" name="a-directed-0">
            <a:extLst xmlns:a="http://schemas.openxmlformats.org/drawingml/2006/main">
              <a:ext uri="{FF2B5EF4-FFF2-40B4-BE49-F238E27FC236}">
                <a16:creationId xmlns:a16="http://schemas.microsoft.com/office/drawing/2014/main" id="{FE541EAA-693B-4CE6-BD69-EFA2D531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781300"/>
            <a:ext cx="95250" cy="333375"/>
          </a:xfrm>
          <a:custGeom xmlns:a="http://schemas.openxmlformats.org/drawingml/2006/main">
            <a:pathLst>
              <a:path w="95250" h="333375">
                <a:moveTo>
                  <a:pt x="95250" y="333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00000"/>
            </a:solidFill>
            <a:prstDash val="solid"/>
          </a:ln>
        </p:spPr>
      </p:sp>
      <p:sp>
        <p:nvSpPr>
          <p:cNvPr id="78" name="a-directed-0-arrow">
            <a:extLst xmlns:a="http://schemas.openxmlformats.org/drawingml/2006/main">
              <a:ext uri="{FF2B5EF4-FFF2-40B4-BE49-F238E27FC236}">
                <a16:creationId xmlns:a16="http://schemas.microsoft.com/office/drawing/2014/main" id="{6E37E97C-41C3-47CC-83A7-6B9D542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1871" y="2781300"/>
            <a:ext cx="120526" cy="145437"/>
          </a:xfrm>
          <a:custGeom xmlns:a="http://schemas.openxmlformats.org/drawingml/2006/main">
            <a:pathLst>
              <a:path w="120526" h="145437">
                <a:moveTo>
                  <a:pt x="23629" y="0"/>
                </a:moveTo>
                <a:lnTo>
                  <a:pt x="120526" y="111001"/>
                </a:lnTo>
                <a:lnTo>
                  <a:pt x="0" y="1454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a-directed-1">
            <a:extLst xmlns:a="http://schemas.openxmlformats.org/drawingml/2006/main">
              <a:ext uri="{FF2B5EF4-FFF2-40B4-BE49-F238E27FC236}">
                <a16:creationId xmlns:a16="http://schemas.microsoft.com/office/drawing/2014/main" id="{D88A55E0-6989-446D-B035-84ABCEA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895600"/>
            <a:ext cx="266700" cy="219075"/>
          </a:xfrm>
          <a:custGeom xmlns:a="http://schemas.openxmlformats.org/drawingml/2006/main">
            <a:pathLst>
              <a:path w="266700" h="219075">
                <a:moveTo>
                  <a:pt x="0" y="219075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00000"/>
            </a:solidFill>
            <a:prstDash val="solid"/>
          </a:ln>
        </p:spPr>
      </p:sp>
      <p:sp>
        <p:nvSpPr>
          <p:cNvPr id="80" name="a-directed-1-arrow">
            <a:extLst xmlns:a="http://schemas.openxmlformats.org/drawingml/2006/main">
              <a:ext uri="{FF2B5EF4-FFF2-40B4-BE49-F238E27FC236}">
                <a16:creationId xmlns:a16="http://schemas.microsoft.com/office/drawing/2014/main" id="{F59A5484-74B1-428F-BB0E-976A9CAC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625" y="2895600"/>
            <a:ext cx="142825" cy="133073"/>
          </a:xfrm>
          <a:custGeom xmlns:a="http://schemas.openxmlformats.org/drawingml/2006/main">
            <a:pathLst>
              <a:path w="142825" h="133073">
                <a:moveTo>
                  <a:pt x="142825" y="0"/>
                </a:moveTo>
                <a:lnTo>
                  <a:pt x="79564" y="133073"/>
                </a:lnTo>
                <a:lnTo>
                  <a:pt x="0" y="3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a-directed-2">
            <a:extLst xmlns:a="http://schemas.openxmlformats.org/drawingml/2006/main">
              <a:ext uri="{FF2B5EF4-FFF2-40B4-BE49-F238E27FC236}">
                <a16:creationId xmlns:a16="http://schemas.microsoft.com/office/drawing/2014/main" id="{8BE5416C-C0A4-4FF7-BFB6-A3555312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3114675"/>
            <a:ext cx="171450" cy="180975"/>
          </a:xfrm>
          <a:custGeom xmlns:a="http://schemas.openxmlformats.org/drawingml/2006/main">
            <a:pathLst>
              <a:path w="171450" h="180975">
                <a:moveTo>
                  <a:pt x="17145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00000"/>
            </a:solidFill>
            <a:prstDash val="solid"/>
          </a:ln>
        </p:spPr>
      </p:sp>
      <p:sp>
        <p:nvSpPr>
          <p:cNvPr id="82" name="a-directed-2-arrow">
            <a:extLst xmlns:a="http://schemas.openxmlformats.org/drawingml/2006/main">
              <a:ext uri="{FF2B5EF4-FFF2-40B4-BE49-F238E27FC236}">
                <a16:creationId xmlns:a16="http://schemas.microsoft.com/office/drawing/2014/main" id="{2E21821F-4320-4483-BAA5-8E9069E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3155740"/>
            <a:ext cx="137209" cy="139910"/>
          </a:xfrm>
          <a:custGeom xmlns:a="http://schemas.openxmlformats.org/drawingml/2006/main">
            <a:pathLst>
              <a:path w="137209" h="139910">
                <a:moveTo>
                  <a:pt x="0" y="139910"/>
                </a:moveTo>
                <a:lnTo>
                  <a:pt x="46212" y="0"/>
                </a:lnTo>
                <a:lnTo>
                  <a:pt x="137209" y="86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3" name="a-directed-3">
            <a:extLst xmlns:a="http://schemas.openxmlformats.org/drawingml/2006/main">
              <a:ext uri="{FF2B5EF4-FFF2-40B4-BE49-F238E27FC236}">
                <a16:creationId xmlns:a16="http://schemas.microsoft.com/office/drawing/2014/main" id="{548B3E2B-AEE5-485E-B56A-352F56C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3114675"/>
            <a:ext cx="266700" cy="219075"/>
          </a:xfrm>
          <a:custGeom xmlns:a="http://schemas.openxmlformats.org/drawingml/2006/main">
            <a:pathLst>
              <a:path w="266700" h="219075">
                <a:moveTo>
                  <a:pt x="0" y="0"/>
                </a:moveTo>
                <a:lnTo>
                  <a:pt x="2667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00000"/>
            </a:solidFill>
            <a:prstDash val="solid"/>
          </a:ln>
        </p:spPr>
      </p:sp>
      <p:sp>
        <p:nvSpPr>
          <p:cNvPr id="84" name="a-directed-3-arrow">
            <a:extLst xmlns:a="http://schemas.openxmlformats.org/drawingml/2006/main">
              <a:ext uri="{FF2B5EF4-FFF2-40B4-BE49-F238E27FC236}">
                <a16:creationId xmlns:a16="http://schemas.microsoft.com/office/drawing/2014/main" id="{EA9F17BE-804B-4669-A31B-1D16A070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625" y="3200677"/>
            <a:ext cx="142825" cy="133073"/>
          </a:xfrm>
          <a:custGeom xmlns:a="http://schemas.openxmlformats.org/drawingml/2006/main">
            <a:pathLst>
              <a:path w="142825" h="133073">
                <a:moveTo>
                  <a:pt x="142825" y="133073"/>
                </a:moveTo>
                <a:lnTo>
                  <a:pt x="0" y="96860"/>
                </a:lnTo>
                <a:lnTo>
                  <a:pt x="795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5" name="a-initial">
            <a:extLst xmlns:a="http://schemas.openxmlformats.org/drawingml/2006/main">
              <a:ext uri="{FF2B5EF4-FFF2-40B4-BE49-F238E27FC236}">
                <a16:creationId xmlns:a16="http://schemas.microsoft.com/office/drawing/2014/main" id="{2C1804D3-2960-4DC6-A9F8-A6E46A5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019425"/>
            <a:ext cx="20955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b-cyan-coverage">
            <a:extLst xmlns:a="http://schemas.openxmlformats.org/drawingml/2006/main">
              <a:ext uri="{FF2B5EF4-FFF2-40B4-BE49-F238E27FC236}">
                <a16:creationId xmlns:a16="http://schemas.microsoft.com/office/drawing/2014/main" id="{B985F985-8D59-4CA6-BE73-653DCD40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975" y="21431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D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b-cyan-diffusion-0">
            <a:extLst xmlns:a="http://schemas.openxmlformats.org/drawingml/2006/main">
              <a:ext uri="{FF2B5EF4-FFF2-40B4-BE49-F238E27FC236}">
                <a16:creationId xmlns:a16="http://schemas.microsoft.com/office/drawing/2014/main" id="{FDA8EC10-7426-498E-B109-95117365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22669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88" name="b-cyan-diffusion-tip-0">
            <a:extLst xmlns:a="http://schemas.openxmlformats.org/drawingml/2006/main">
              <a:ext uri="{FF2B5EF4-FFF2-40B4-BE49-F238E27FC236}">
                <a16:creationId xmlns:a16="http://schemas.microsoft.com/office/drawing/2014/main" id="{1FA0CB66-8B60-4A92-9074-8B34DE92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4553" y="22373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89" name="b-cyan-diffusion-1">
            <a:extLst xmlns:a="http://schemas.openxmlformats.org/drawingml/2006/main">
              <a:ext uri="{FF2B5EF4-FFF2-40B4-BE49-F238E27FC236}">
                <a16:creationId xmlns:a16="http://schemas.microsoft.com/office/drawing/2014/main" id="{DE7ED278-37E5-4CFD-964E-E37368E5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2383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90" name="b-cyan-diffusion-tip-1">
            <a:extLst xmlns:a="http://schemas.openxmlformats.org/drawingml/2006/main">
              <a:ext uri="{FF2B5EF4-FFF2-40B4-BE49-F238E27FC236}">
                <a16:creationId xmlns:a16="http://schemas.microsoft.com/office/drawing/2014/main" id="{37C0FDB2-EEB6-42AD-9760-82C3F20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9013" y="22383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91" name="b-cyan-diffusion-2">
            <a:extLst xmlns:a="http://schemas.openxmlformats.org/drawingml/2006/main">
              <a:ext uri="{FF2B5EF4-FFF2-40B4-BE49-F238E27FC236}">
                <a16:creationId xmlns:a16="http://schemas.microsoft.com/office/drawing/2014/main" id="{B262B379-989E-42BA-A454-63837B8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5717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92" name="b-cyan-diffusion-tip-2">
            <a:extLst xmlns:a="http://schemas.openxmlformats.org/drawingml/2006/main">
              <a:ext uri="{FF2B5EF4-FFF2-40B4-BE49-F238E27FC236}">
                <a16:creationId xmlns:a16="http://schemas.microsoft.com/office/drawing/2014/main" id="{526309E3-380C-4D36-A567-E03D6A6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300" y="26415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93" name="b-cyan-diffusion-3">
            <a:extLst xmlns:a="http://schemas.openxmlformats.org/drawingml/2006/main">
              <a:ext uri="{FF2B5EF4-FFF2-40B4-BE49-F238E27FC236}">
                <a16:creationId xmlns:a16="http://schemas.microsoft.com/office/drawing/2014/main" id="{B4A7DFE7-FAB2-4356-8CFC-2AEFDB02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6193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94" name="b-cyan-diffusion-tip-3">
            <a:extLst xmlns:a="http://schemas.openxmlformats.org/drawingml/2006/main">
              <a:ext uri="{FF2B5EF4-FFF2-40B4-BE49-F238E27FC236}">
                <a16:creationId xmlns:a16="http://schemas.microsoft.com/office/drawing/2014/main" id="{9F3D0EEF-A91D-4E00-A21C-2DA29DA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8153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95" name="b-cyan-diffusion-4">
            <a:extLst xmlns:a="http://schemas.openxmlformats.org/drawingml/2006/main">
              <a:ext uri="{FF2B5EF4-FFF2-40B4-BE49-F238E27FC236}">
                <a16:creationId xmlns:a16="http://schemas.microsoft.com/office/drawing/2014/main" id="{781565C9-063C-499C-9E0C-3F29EC7B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5050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96" name="b-cyan-diffusion-tip-4">
            <a:extLst xmlns:a="http://schemas.openxmlformats.org/drawingml/2006/main">
              <a:ext uri="{FF2B5EF4-FFF2-40B4-BE49-F238E27FC236}">
                <a16:creationId xmlns:a16="http://schemas.microsoft.com/office/drawing/2014/main" id="{53DD7CBB-8D7A-41C3-A35A-DDBAD54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428" y="25050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97" name="b-green-coverage">
            <a:extLst xmlns:a="http://schemas.openxmlformats.org/drawingml/2006/main">
              <a:ext uri="{FF2B5EF4-FFF2-40B4-BE49-F238E27FC236}">
                <a16:creationId xmlns:a16="http://schemas.microsoft.com/office/drawing/2014/main" id="{90F586D7-538F-4726-8D64-5414D74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1428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D56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b-green-diffusion-0">
            <a:extLst xmlns:a="http://schemas.openxmlformats.org/drawingml/2006/main">
              <a:ext uri="{FF2B5EF4-FFF2-40B4-BE49-F238E27FC236}">
                <a16:creationId xmlns:a16="http://schemas.microsoft.com/office/drawing/2014/main" id="{3099AA7A-9A25-40A3-AD81-817AA0A7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15525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99" name="b-green-diffusion-tip-0">
            <a:extLst xmlns:a="http://schemas.openxmlformats.org/drawingml/2006/main">
              <a:ext uri="{FF2B5EF4-FFF2-40B4-BE49-F238E27FC236}">
                <a16:creationId xmlns:a16="http://schemas.microsoft.com/office/drawing/2014/main" id="{4CCD13D5-E6FE-4570-98BF-3F4DEF6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0753" y="15229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00" name="b-green-diffusion-1">
            <a:extLst xmlns:a="http://schemas.openxmlformats.org/drawingml/2006/main">
              <a:ext uri="{FF2B5EF4-FFF2-40B4-BE49-F238E27FC236}">
                <a16:creationId xmlns:a16="http://schemas.microsoft.com/office/drawing/2014/main" id="{C0710BD0-D95F-4151-9B86-84D2051F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15240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01" name="b-green-diffusion-tip-1">
            <a:extLst xmlns:a="http://schemas.openxmlformats.org/drawingml/2006/main">
              <a:ext uri="{FF2B5EF4-FFF2-40B4-BE49-F238E27FC236}">
                <a16:creationId xmlns:a16="http://schemas.microsoft.com/office/drawing/2014/main" id="{78B027F4-F4BB-42BC-B4BA-A6264368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5213" y="15240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02" name="b-green-diffusion-2">
            <a:extLst xmlns:a="http://schemas.openxmlformats.org/drawingml/2006/main">
              <a:ext uri="{FF2B5EF4-FFF2-40B4-BE49-F238E27FC236}">
                <a16:creationId xmlns:a16="http://schemas.microsoft.com/office/drawing/2014/main" id="{524115E6-44E5-45EE-8241-960CE187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425" y="18573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03" name="b-green-diffusion-tip-2">
            <a:extLst xmlns:a="http://schemas.openxmlformats.org/drawingml/2006/main">
              <a:ext uri="{FF2B5EF4-FFF2-40B4-BE49-F238E27FC236}">
                <a16:creationId xmlns:a16="http://schemas.microsoft.com/office/drawing/2014/main" id="{0F4B73FD-9ECC-4A00-80DE-0F2C1F1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500" y="19271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04" name="b-green-diffusion-3">
            <a:extLst xmlns:a="http://schemas.openxmlformats.org/drawingml/2006/main">
              <a:ext uri="{FF2B5EF4-FFF2-40B4-BE49-F238E27FC236}">
                <a16:creationId xmlns:a16="http://schemas.microsoft.com/office/drawing/2014/main" id="{A8E2DDE8-C40A-473C-A88C-CC4C92DA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19050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05" name="b-green-diffusion-tip-3">
            <a:extLst xmlns:a="http://schemas.openxmlformats.org/drawingml/2006/main">
              <a:ext uri="{FF2B5EF4-FFF2-40B4-BE49-F238E27FC236}">
                <a16:creationId xmlns:a16="http://schemas.microsoft.com/office/drawing/2014/main" id="{309123F3-F106-4381-9701-ED3A6CFD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21009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06" name="b-green-diffusion-4">
            <a:extLst xmlns:a="http://schemas.openxmlformats.org/drawingml/2006/main">
              <a:ext uri="{FF2B5EF4-FFF2-40B4-BE49-F238E27FC236}">
                <a16:creationId xmlns:a16="http://schemas.microsoft.com/office/drawing/2014/main" id="{1E23292A-9108-49A8-83E2-7CD462B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7907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07" name="b-green-diffusion-tip-4">
            <a:extLst xmlns:a="http://schemas.openxmlformats.org/drawingml/2006/main">
              <a:ext uri="{FF2B5EF4-FFF2-40B4-BE49-F238E27FC236}">
                <a16:creationId xmlns:a16="http://schemas.microsoft.com/office/drawing/2014/main" id="{4B7E3DE5-273E-46C8-B2D8-EB3BE67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628" y="17907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08" name="b-red-coverage">
            <a:extLst xmlns:a="http://schemas.openxmlformats.org/drawingml/2006/main">
              <a:ext uri="{FF2B5EF4-FFF2-40B4-BE49-F238E27FC236}">
                <a16:creationId xmlns:a16="http://schemas.microsoft.com/office/drawing/2014/main" id="{F32C42CE-11D4-4F4E-BBFF-59A552DC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1809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6751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b-red-diffusion-0">
            <a:extLst xmlns:a="http://schemas.openxmlformats.org/drawingml/2006/main">
              <a:ext uri="{FF2B5EF4-FFF2-40B4-BE49-F238E27FC236}">
                <a16:creationId xmlns:a16="http://schemas.microsoft.com/office/drawing/2014/main" id="{95EA4B3D-7279-43EB-BF93-BDEE308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9335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10" name="b-red-diffusion-tip-0">
            <a:extLst xmlns:a="http://schemas.openxmlformats.org/drawingml/2006/main">
              <a:ext uri="{FF2B5EF4-FFF2-40B4-BE49-F238E27FC236}">
                <a16:creationId xmlns:a16="http://schemas.microsoft.com/office/drawing/2014/main" id="{F7211CEE-6A1A-44D9-BCF2-23AD61F5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6503" y="19039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11" name="b-red-diffusion-1">
            <a:extLst xmlns:a="http://schemas.openxmlformats.org/drawingml/2006/main">
              <a:ext uri="{FF2B5EF4-FFF2-40B4-BE49-F238E27FC236}">
                <a16:creationId xmlns:a16="http://schemas.microsoft.com/office/drawing/2014/main" id="{7B4EC30C-4E55-4DC2-90C2-EA568AAA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19050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12" name="b-red-diffusion-tip-1">
            <a:extLst xmlns:a="http://schemas.openxmlformats.org/drawingml/2006/main">
              <a:ext uri="{FF2B5EF4-FFF2-40B4-BE49-F238E27FC236}">
                <a16:creationId xmlns:a16="http://schemas.microsoft.com/office/drawing/2014/main" id="{F0456751-2F37-47DC-A690-13706A3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0963" y="19050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13" name="b-red-diffusion-2">
            <a:extLst xmlns:a="http://schemas.openxmlformats.org/drawingml/2006/main">
              <a:ext uri="{FF2B5EF4-FFF2-40B4-BE49-F238E27FC236}">
                <a16:creationId xmlns:a16="http://schemas.microsoft.com/office/drawing/2014/main" id="{73FDC85F-E493-4E1C-B2E7-4E43F382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22383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14" name="b-red-diffusion-tip-2">
            <a:extLst xmlns:a="http://schemas.openxmlformats.org/drawingml/2006/main">
              <a:ext uri="{FF2B5EF4-FFF2-40B4-BE49-F238E27FC236}">
                <a16:creationId xmlns:a16="http://schemas.microsoft.com/office/drawing/2014/main" id="{148C5322-6DDA-4248-A28F-91B28269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250" y="23081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15" name="b-red-diffusion-3">
            <a:extLst xmlns:a="http://schemas.openxmlformats.org/drawingml/2006/main">
              <a:ext uri="{FF2B5EF4-FFF2-40B4-BE49-F238E27FC236}">
                <a16:creationId xmlns:a16="http://schemas.microsoft.com/office/drawing/2014/main" id="{7488A1B7-6AE9-4E2C-9237-3EAC093C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2860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16" name="b-red-diffusion-tip-3">
            <a:extLst xmlns:a="http://schemas.openxmlformats.org/drawingml/2006/main">
              <a:ext uri="{FF2B5EF4-FFF2-40B4-BE49-F238E27FC236}">
                <a16:creationId xmlns:a16="http://schemas.microsoft.com/office/drawing/2014/main" id="{D93EEF45-6567-4E38-B058-21EB153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4819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17" name="b-red-diffusion-4">
            <a:extLst xmlns:a="http://schemas.openxmlformats.org/drawingml/2006/main">
              <a:ext uri="{FF2B5EF4-FFF2-40B4-BE49-F238E27FC236}">
                <a16:creationId xmlns:a16="http://schemas.microsoft.com/office/drawing/2014/main" id="{F2299AA3-7A10-4EF8-8175-0AF8FCF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1717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18" name="b-red-diffusion-tip-4">
            <a:extLst xmlns:a="http://schemas.openxmlformats.org/drawingml/2006/main">
              <a:ext uri="{FF2B5EF4-FFF2-40B4-BE49-F238E27FC236}">
                <a16:creationId xmlns:a16="http://schemas.microsoft.com/office/drawing/2014/main" id="{6E520F5F-D311-47CF-B821-DA7B43EF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4378" y="21717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19" name="b-pink-coverage">
            <a:extLst xmlns:a="http://schemas.openxmlformats.org/drawingml/2006/main">
              <a:ext uri="{FF2B5EF4-FFF2-40B4-BE49-F238E27FC236}">
                <a16:creationId xmlns:a16="http://schemas.microsoft.com/office/drawing/2014/main" id="{4D7AA415-7600-4532-B692-98BFD6E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28670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A0CC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b-pink-diffusion-0">
            <a:extLst xmlns:a="http://schemas.openxmlformats.org/drawingml/2006/main">
              <a:ext uri="{FF2B5EF4-FFF2-40B4-BE49-F238E27FC236}">
                <a16:creationId xmlns:a16="http://schemas.microsoft.com/office/drawing/2014/main" id="{91C95653-E3DC-47BD-8510-8BCB18E0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29908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21" name="b-pink-diffusion-tip-0">
            <a:extLst xmlns:a="http://schemas.openxmlformats.org/drawingml/2006/main">
              <a:ext uri="{FF2B5EF4-FFF2-40B4-BE49-F238E27FC236}">
                <a16:creationId xmlns:a16="http://schemas.microsoft.com/office/drawing/2014/main" id="{E7C9EE6A-E992-47FE-8C72-F3D46690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0753" y="29612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22" name="b-pink-diffusion-1">
            <a:extLst xmlns:a="http://schemas.openxmlformats.org/drawingml/2006/main">
              <a:ext uri="{FF2B5EF4-FFF2-40B4-BE49-F238E27FC236}">
                <a16:creationId xmlns:a16="http://schemas.microsoft.com/office/drawing/2014/main" id="{E7133DAB-B8C9-48B5-BAB4-FDCCB3D1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29622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23" name="b-pink-diffusion-tip-1">
            <a:extLst xmlns:a="http://schemas.openxmlformats.org/drawingml/2006/main">
              <a:ext uri="{FF2B5EF4-FFF2-40B4-BE49-F238E27FC236}">
                <a16:creationId xmlns:a16="http://schemas.microsoft.com/office/drawing/2014/main" id="{C47B203C-8452-4C8F-AA96-6BB96A02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5213" y="29622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24" name="b-pink-diffusion-2">
            <a:extLst xmlns:a="http://schemas.openxmlformats.org/drawingml/2006/main">
              <a:ext uri="{FF2B5EF4-FFF2-40B4-BE49-F238E27FC236}">
                <a16:creationId xmlns:a16="http://schemas.microsoft.com/office/drawing/2014/main" id="{A33180A6-2DB3-407E-9777-AFE7568C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425" y="32956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25" name="b-pink-diffusion-tip-2">
            <a:extLst xmlns:a="http://schemas.openxmlformats.org/drawingml/2006/main">
              <a:ext uri="{FF2B5EF4-FFF2-40B4-BE49-F238E27FC236}">
                <a16:creationId xmlns:a16="http://schemas.microsoft.com/office/drawing/2014/main" id="{2C828CBE-7BF3-460B-B2D8-7317BD7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500" y="33654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26" name="b-pink-diffusion-3">
            <a:extLst xmlns:a="http://schemas.openxmlformats.org/drawingml/2006/main">
              <a:ext uri="{FF2B5EF4-FFF2-40B4-BE49-F238E27FC236}">
                <a16:creationId xmlns:a16="http://schemas.microsoft.com/office/drawing/2014/main" id="{55967BE3-EE8C-4A80-9BAA-0C137B3D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3432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27" name="b-pink-diffusion-tip-3">
            <a:extLst xmlns:a="http://schemas.openxmlformats.org/drawingml/2006/main">
              <a:ext uri="{FF2B5EF4-FFF2-40B4-BE49-F238E27FC236}">
                <a16:creationId xmlns:a16="http://schemas.microsoft.com/office/drawing/2014/main" id="{9FC46913-024B-478D-8854-0B96067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5392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28" name="b-pink-diffusion-4">
            <a:extLst xmlns:a="http://schemas.openxmlformats.org/drawingml/2006/main">
              <a:ext uri="{FF2B5EF4-FFF2-40B4-BE49-F238E27FC236}">
                <a16:creationId xmlns:a16="http://schemas.microsoft.com/office/drawing/2014/main" id="{55675F6A-37F9-4285-BB33-8A0F20A9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32289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29" name="b-pink-diffusion-tip-4">
            <a:extLst xmlns:a="http://schemas.openxmlformats.org/drawingml/2006/main">
              <a:ext uri="{FF2B5EF4-FFF2-40B4-BE49-F238E27FC236}">
                <a16:creationId xmlns:a16="http://schemas.microsoft.com/office/drawing/2014/main" id="{4ED96DDB-4182-4510-B261-58A94B26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8628" y="32289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30" name="b-directed-0">
            <a:extLst xmlns:a="http://schemas.openxmlformats.org/drawingml/2006/main">
              <a:ext uri="{FF2B5EF4-FFF2-40B4-BE49-F238E27FC236}">
                <a16:creationId xmlns:a16="http://schemas.microsoft.com/office/drawing/2014/main" id="{7782EB53-FDD1-4F0A-8973-DA3C218F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628900"/>
            <a:ext cx="76200" cy="485775"/>
          </a:xfrm>
          <a:custGeom xmlns:a="http://schemas.openxmlformats.org/drawingml/2006/main">
            <a:pathLst>
              <a:path w="76200" h="485775">
                <a:moveTo>
                  <a:pt x="76200" y="485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31" name="b-directed-0-arrow">
            <a:extLst xmlns:a="http://schemas.openxmlformats.org/drawingml/2006/main">
              <a:ext uri="{FF2B5EF4-FFF2-40B4-BE49-F238E27FC236}">
                <a16:creationId xmlns:a16="http://schemas.microsoft.com/office/drawing/2014/main" id="{49F12F97-3D91-4BC2-A325-4C9C7A4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3816" y="2628900"/>
            <a:ext cx="106144" cy="121244"/>
          </a:xfrm>
          <a:custGeom xmlns:a="http://schemas.openxmlformats.org/drawingml/2006/main">
            <a:pathLst>
              <a:path w="106144" h="121244">
                <a:moveTo>
                  <a:pt x="35359" y="0"/>
                </a:moveTo>
                <a:lnTo>
                  <a:pt x="106144" y="104594"/>
                </a:lnTo>
                <a:lnTo>
                  <a:pt x="0" y="121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2" name="b-directed-1">
            <a:extLst xmlns:a="http://schemas.openxmlformats.org/drawingml/2006/main">
              <a:ext uri="{FF2B5EF4-FFF2-40B4-BE49-F238E27FC236}">
                <a16:creationId xmlns:a16="http://schemas.microsoft.com/office/drawing/2014/main" id="{4E67E8A7-5337-4C33-A77B-AF9D3BF9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1857375"/>
            <a:ext cx="953" cy="1257300"/>
          </a:xfrm>
          <a:custGeom xmlns:a="http://schemas.openxmlformats.org/drawingml/2006/main">
            <a:pathLst>
              <a:path w="953" h="1257300">
                <a:moveTo>
                  <a:pt x="0" y="12573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33" name="b-directed-1-arrow">
            <a:extLst xmlns:a="http://schemas.openxmlformats.org/drawingml/2006/main">
              <a:ext uri="{FF2B5EF4-FFF2-40B4-BE49-F238E27FC236}">
                <a16:creationId xmlns:a16="http://schemas.microsoft.com/office/drawing/2014/main" id="{45703F8A-A627-4B6C-8DDB-1E395FB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1654" y="1857375"/>
            <a:ext cx="107442" cy="114300"/>
          </a:xfrm>
          <a:custGeom xmlns:a="http://schemas.openxmlformats.org/drawingml/2006/main">
            <a:pathLst>
              <a:path w="107442" h="114300">
                <a:moveTo>
                  <a:pt x="53721" y="0"/>
                </a:moveTo>
                <a:lnTo>
                  <a:pt x="107442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4" name="b-directed-2">
            <a:extLst xmlns:a="http://schemas.openxmlformats.org/drawingml/2006/main">
              <a:ext uri="{FF2B5EF4-FFF2-40B4-BE49-F238E27FC236}">
                <a16:creationId xmlns:a16="http://schemas.microsoft.com/office/drawing/2014/main" id="{06916CBD-4298-4587-8922-E99974F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276475"/>
            <a:ext cx="285750" cy="838200"/>
          </a:xfrm>
          <a:custGeom xmlns:a="http://schemas.openxmlformats.org/drawingml/2006/main">
            <a:pathLst>
              <a:path w="285750" h="838200">
                <a:moveTo>
                  <a:pt x="0" y="83820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35" name="b-directed-2-arrow">
            <a:extLst xmlns:a="http://schemas.openxmlformats.org/drawingml/2006/main">
              <a:ext uri="{FF2B5EF4-FFF2-40B4-BE49-F238E27FC236}">
                <a16:creationId xmlns:a16="http://schemas.microsoft.com/office/drawing/2014/main" id="{9EBD70B3-7969-4ACB-AE08-CC78F07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3396" y="2276475"/>
            <a:ext cx="101695" cy="125520"/>
          </a:xfrm>
          <a:custGeom xmlns:a="http://schemas.openxmlformats.org/drawingml/2006/main">
            <a:pathLst>
              <a:path w="101695" h="125520">
                <a:moveTo>
                  <a:pt x="87729" y="0"/>
                </a:moveTo>
                <a:lnTo>
                  <a:pt x="101695" y="125520"/>
                </a:lnTo>
                <a:lnTo>
                  <a:pt x="0" y="90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6" name="b-directed-3">
            <a:extLst xmlns:a="http://schemas.openxmlformats.org/drawingml/2006/main">
              <a:ext uri="{FF2B5EF4-FFF2-40B4-BE49-F238E27FC236}">
                <a16:creationId xmlns:a16="http://schemas.microsoft.com/office/drawing/2014/main" id="{D87C27ED-71C4-49F7-9224-E7FEE780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3114675"/>
            <a:ext cx="28575" cy="247650"/>
          </a:xfrm>
          <a:custGeom xmlns:a="http://schemas.openxmlformats.org/drawingml/2006/main">
            <a:pathLst>
              <a:path w="28575" h="247650">
                <a:moveTo>
                  <a:pt x="0" y="0"/>
                </a:moveTo>
                <a:lnTo>
                  <a:pt x="2857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37" name="b-directed-3-arrow">
            <a:extLst xmlns:a="http://schemas.openxmlformats.org/drawingml/2006/main">
              <a:ext uri="{FF2B5EF4-FFF2-40B4-BE49-F238E27FC236}">
                <a16:creationId xmlns:a16="http://schemas.microsoft.com/office/drawing/2014/main" id="{2533A33F-3656-46F1-9485-FE9CA3F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482" y="3242621"/>
            <a:ext cx="106734" cy="119704"/>
          </a:xfrm>
          <a:custGeom xmlns:a="http://schemas.openxmlformats.org/drawingml/2006/main">
            <a:pathLst>
              <a:path w="106734" h="119704">
                <a:moveTo>
                  <a:pt x="66468" y="119704"/>
                </a:moveTo>
                <a:lnTo>
                  <a:pt x="0" y="12315"/>
                </a:lnTo>
                <a:lnTo>
                  <a:pt x="10673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8" name="b-initial">
            <a:extLst xmlns:a="http://schemas.openxmlformats.org/drawingml/2006/main">
              <a:ext uri="{FF2B5EF4-FFF2-40B4-BE49-F238E27FC236}">
                <a16:creationId xmlns:a16="http://schemas.microsoft.com/office/drawing/2014/main" id="{AE44CA37-CDF1-4B19-9BC3-7BA764C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3019425"/>
            <a:ext cx="20955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c-green-coverage">
            <a:extLst xmlns:a="http://schemas.openxmlformats.org/drawingml/2006/main">
              <a:ext uri="{FF2B5EF4-FFF2-40B4-BE49-F238E27FC236}">
                <a16:creationId xmlns:a16="http://schemas.microsoft.com/office/drawing/2014/main" id="{324C550A-3F16-4BF9-BC16-3F39693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981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D56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c-green-diffusion-0">
            <a:extLst xmlns:a="http://schemas.openxmlformats.org/drawingml/2006/main">
              <a:ext uri="{FF2B5EF4-FFF2-40B4-BE49-F238E27FC236}">
                <a16:creationId xmlns:a16="http://schemas.microsoft.com/office/drawing/2014/main" id="{E2506A67-A5B9-4D53-B3BD-3ADAFA15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4275" y="110490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41" name="c-green-diffusion-tip-0">
            <a:extLst xmlns:a="http://schemas.openxmlformats.org/drawingml/2006/main">
              <a:ext uri="{FF2B5EF4-FFF2-40B4-BE49-F238E27FC236}">
                <a16:creationId xmlns:a16="http://schemas.microsoft.com/office/drawing/2014/main" id="{771F6437-4916-4B87-959B-3760C43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7303" y="107531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42" name="c-green-diffusion-1">
            <a:extLst xmlns:a="http://schemas.openxmlformats.org/drawingml/2006/main">
              <a:ext uri="{FF2B5EF4-FFF2-40B4-BE49-F238E27FC236}">
                <a16:creationId xmlns:a16="http://schemas.microsoft.com/office/drawing/2014/main" id="{85932730-2CDF-4723-ACAF-C9CEC961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107632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43" name="c-green-diffusion-tip-1">
            <a:extLst xmlns:a="http://schemas.openxmlformats.org/drawingml/2006/main">
              <a:ext uri="{FF2B5EF4-FFF2-40B4-BE49-F238E27FC236}">
                <a16:creationId xmlns:a16="http://schemas.microsoft.com/office/drawing/2014/main" id="{0B42D8D3-A947-43B7-82FC-B2A6835D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1763" y="107632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44" name="c-green-diffusion-2">
            <a:extLst xmlns:a="http://schemas.openxmlformats.org/drawingml/2006/main">
              <a:ext uri="{FF2B5EF4-FFF2-40B4-BE49-F238E27FC236}">
                <a16:creationId xmlns:a16="http://schemas.microsoft.com/office/drawing/2014/main" id="{5D98CAB6-623D-4B58-9E40-A64812F6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975" y="140970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45" name="c-green-diffusion-tip-2">
            <a:extLst xmlns:a="http://schemas.openxmlformats.org/drawingml/2006/main">
              <a:ext uri="{FF2B5EF4-FFF2-40B4-BE49-F238E27FC236}">
                <a16:creationId xmlns:a16="http://schemas.microsoft.com/office/drawing/2014/main" id="{D2D4E34E-6F09-47F3-8339-152DAA42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050" y="147947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46" name="c-green-diffusion-3">
            <a:extLst xmlns:a="http://schemas.openxmlformats.org/drawingml/2006/main">
              <a:ext uri="{FF2B5EF4-FFF2-40B4-BE49-F238E27FC236}">
                <a16:creationId xmlns:a16="http://schemas.microsoft.com/office/drawing/2014/main" id="{97DB1065-81A9-4915-834A-D437086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145732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47" name="c-green-diffusion-tip-3">
            <a:extLst xmlns:a="http://schemas.openxmlformats.org/drawingml/2006/main">
              <a:ext uri="{FF2B5EF4-FFF2-40B4-BE49-F238E27FC236}">
                <a16:creationId xmlns:a16="http://schemas.microsoft.com/office/drawing/2014/main" id="{6E398B4F-9AF0-4B06-A28D-538A75D0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165330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48" name="c-green-diffusion-4">
            <a:extLst xmlns:a="http://schemas.openxmlformats.org/drawingml/2006/main">
              <a:ext uri="{FF2B5EF4-FFF2-40B4-BE49-F238E27FC236}">
                <a16:creationId xmlns:a16="http://schemas.microsoft.com/office/drawing/2014/main" id="{E8D12C12-BC75-4F76-BD38-026201DC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13430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49" name="c-green-diffusion-tip-4">
            <a:extLst xmlns:a="http://schemas.openxmlformats.org/drawingml/2006/main">
              <a:ext uri="{FF2B5EF4-FFF2-40B4-BE49-F238E27FC236}">
                <a16:creationId xmlns:a16="http://schemas.microsoft.com/office/drawing/2014/main" id="{BCE0F1DF-BFD2-479A-85FF-0192736E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5178" y="134302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50" name="c-red-coverage">
            <a:extLst xmlns:a="http://schemas.openxmlformats.org/drawingml/2006/main">
              <a:ext uri="{FF2B5EF4-FFF2-40B4-BE49-F238E27FC236}">
                <a16:creationId xmlns:a16="http://schemas.microsoft.com/office/drawing/2014/main" id="{CE2D1839-9535-45AA-9CE4-0D9DC37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19335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6751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c-red-diffusion-0">
            <a:extLst xmlns:a="http://schemas.openxmlformats.org/drawingml/2006/main">
              <a:ext uri="{FF2B5EF4-FFF2-40B4-BE49-F238E27FC236}">
                <a16:creationId xmlns:a16="http://schemas.microsoft.com/office/drawing/2014/main" id="{C7F68410-D667-4BAC-A615-B7B69523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205740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52" name="c-red-diffusion-tip-0">
            <a:extLst xmlns:a="http://schemas.openxmlformats.org/drawingml/2006/main">
              <a:ext uri="{FF2B5EF4-FFF2-40B4-BE49-F238E27FC236}">
                <a16:creationId xmlns:a16="http://schemas.microsoft.com/office/drawing/2014/main" id="{F0D4F39B-EEEF-489F-B329-26CA25E6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128" y="202781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53" name="c-red-diffusion-1">
            <a:extLst xmlns:a="http://schemas.openxmlformats.org/drawingml/2006/main">
              <a:ext uri="{FF2B5EF4-FFF2-40B4-BE49-F238E27FC236}">
                <a16:creationId xmlns:a16="http://schemas.microsoft.com/office/drawing/2014/main" id="{985FEE97-4173-44C9-8535-2BE12BF1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225" y="202882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54" name="c-red-diffusion-tip-1">
            <a:extLst xmlns:a="http://schemas.openxmlformats.org/drawingml/2006/main">
              <a:ext uri="{FF2B5EF4-FFF2-40B4-BE49-F238E27FC236}">
                <a16:creationId xmlns:a16="http://schemas.microsoft.com/office/drawing/2014/main" id="{67DDC080-8219-4A61-96FC-853D843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4588" y="202882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55" name="c-red-diffusion-2">
            <a:extLst xmlns:a="http://schemas.openxmlformats.org/drawingml/2006/main">
              <a:ext uri="{FF2B5EF4-FFF2-40B4-BE49-F238E27FC236}">
                <a16:creationId xmlns:a16="http://schemas.microsoft.com/office/drawing/2014/main" id="{3570E71B-39A8-4933-A9F5-02691F18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36220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56" name="c-red-diffusion-tip-2">
            <a:extLst xmlns:a="http://schemas.openxmlformats.org/drawingml/2006/main">
              <a:ext uri="{FF2B5EF4-FFF2-40B4-BE49-F238E27FC236}">
                <a16:creationId xmlns:a16="http://schemas.microsoft.com/office/drawing/2014/main" id="{0E0E75AB-6559-474D-B3FB-4A5E0BA2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0875" y="243197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57" name="c-red-diffusion-3">
            <a:extLst xmlns:a="http://schemas.openxmlformats.org/drawingml/2006/main">
              <a:ext uri="{FF2B5EF4-FFF2-40B4-BE49-F238E27FC236}">
                <a16:creationId xmlns:a16="http://schemas.microsoft.com/office/drawing/2014/main" id="{325ECAB1-5C78-44E6-97C0-59447ACB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40982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58" name="c-red-diffusion-tip-3">
            <a:extLst xmlns:a="http://schemas.openxmlformats.org/drawingml/2006/main">
              <a:ext uri="{FF2B5EF4-FFF2-40B4-BE49-F238E27FC236}">
                <a16:creationId xmlns:a16="http://schemas.microsoft.com/office/drawing/2014/main" id="{22BE5D7B-ED1C-487F-850B-92FB28F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60580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59" name="c-red-diffusion-4">
            <a:extLst xmlns:a="http://schemas.openxmlformats.org/drawingml/2006/main">
              <a:ext uri="{FF2B5EF4-FFF2-40B4-BE49-F238E27FC236}">
                <a16:creationId xmlns:a16="http://schemas.microsoft.com/office/drawing/2014/main" id="{72E2BE2C-EC8B-47C0-BD56-4FF6F87D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2955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60" name="c-red-diffusion-tip-4">
            <a:extLst xmlns:a="http://schemas.openxmlformats.org/drawingml/2006/main">
              <a:ext uri="{FF2B5EF4-FFF2-40B4-BE49-F238E27FC236}">
                <a16:creationId xmlns:a16="http://schemas.microsoft.com/office/drawing/2014/main" id="{005B22E3-72C0-496D-873C-D88D1BA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8003" y="229552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61" name="c-pink-coverage">
            <a:extLst xmlns:a="http://schemas.openxmlformats.org/drawingml/2006/main">
              <a:ext uri="{FF2B5EF4-FFF2-40B4-BE49-F238E27FC236}">
                <a16:creationId xmlns:a16="http://schemas.microsoft.com/office/drawing/2014/main" id="{8C46F0D3-7250-49D8-9E24-10DAD14D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876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A0CC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c-pink-diffusion-0">
            <a:extLst xmlns:a="http://schemas.openxmlformats.org/drawingml/2006/main">
              <a:ext uri="{FF2B5EF4-FFF2-40B4-BE49-F238E27FC236}">
                <a16:creationId xmlns:a16="http://schemas.microsoft.com/office/drawing/2014/main" id="{E2309542-2166-4CE3-80F6-C5D4755F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0003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63" name="c-pink-diffusion-tip-0">
            <a:extLst xmlns:a="http://schemas.openxmlformats.org/drawingml/2006/main">
              <a:ext uri="{FF2B5EF4-FFF2-40B4-BE49-F238E27FC236}">
                <a16:creationId xmlns:a16="http://schemas.microsoft.com/office/drawing/2014/main" id="{82C0C40B-0877-4C2F-98D4-C92FFCB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5378" y="29707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64" name="c-pink-diffusion-1">
            <a:extLst xmlns:a="http://schemas.openxmlformats.org/drawingml/2006/main">
              <a:ext uri="{FF2B5EF4-FFF2-40B4-BE49-F238E27FC236}">
                <a16:creationId xmlns:a16="http://schemas.microsoft.com/office/drawing/2014/main" id="{37ED433A-CB64-449F-BA28-6976D59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29718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65" name="c-pink-diffusion-tip-1">
            <a:extLst xmlns:a="http://schemas.openxmlformats.org/drawingml/2006/main">
              <a:ext uri="{FF2B5EF4-FFF2-40B4-BE49-F238E27FC236}">
                <a16:creationId xmlns:a16="http://schemas.microsoft.com/office/drawing/2014/main" id="{28FEBB20-B6F1-4917-9333-053EE93C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9838" y="29718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66" name="c-pink-diffusion-2">
            <a:extLst xmlns:a="http://schemas.openxmlformats.org/drawingml/2006/main">
              <a:ext uri="{FF2B5EF4-FFF2-40B4-BE49-F238E27FC236}">
                <a16:creationId xmlns:a16="http://schemas.microsoft.com/office/drawing/2014/main" id="{B04FB8AA-11F3-44EE-9085-752F8232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33051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67" name="c-pink-diffusion-tip-2">
            <a:extLst xmlns:a="http://schemas.openxmlformats.org/drawingml/2006/main">
              <a:ext uri="{FF2B5EF4-FFF2-40B4-BE49-F238E27FC236}">
                <a16:creationId xmlns:a16="http://schemas.microsoft.com/office/drawing/2014/main" id="{DBEA699B-7A24-4000-9B61-2C9503B1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125" y="33749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68" name="c-pink-diffusion-3">
            <a:extLst xmlns:a="http://schemas.openxmlformats.org/drawingml/2006/main">
              <a:ext uri="{FF2B5EF4-FFF2-40B4-BE49-F238E27FC236}">
                <a16:creationId xmlns:a16="http://schemas.microsoft.com/office/drawing/2014/main" id="{45355939-B6DC-4F0D-8B50-D659D41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33528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69" name="c-pink-diffusion-tip-3">
            <a:extLst xmlns:a="http://schemas.openxmlformats.org/drawingml/2006/main">
              <a:ext uri="{FF2B5EF4-FFF2-40B4-BE49-F238E27FC236}">
                <a16:creationId xmlns:a16="http://schemas.microsoft.com/office/drawing/2014/main" id="{904EF962-B872-4619-8B16-6B93DFB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35487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70" name="c-pink-diffusion-4">
            <a:extLst xmlns:a="http://schemas.openxmlformats.org/drawingml/2006/main">
              <a:ext uri="{FF2B5EF4-FFF2-40B4-BE49-F238E27FC236}">
                <a16:creationId xmlns:a16="http://schemas.microsoft.com/office/drawing/2014/main" id="{6F608D34-21C0-4A44-8798-E7FD3C2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32385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71" name="c-pink-diffusion-tip-4">
            <a:extLst xmlns:a="http://schemas.openxmlformats.org/drawingml/2006/main">
              <a:ext uri="{FF2B5EF4-FFF2-40B4-BE49-F238E27FC236}">
                <a16:creationId xmlns:a16="http://schemas.microsoft.com/office/drawing/2014/main" id="{3DBCD927-DC3A-4B39-99F3-0214A0A8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3253" y="32385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72" name="c-directed-long">
            <a:extLst xmlns:a="http://schemas.openxmlformats.org/drawingml/2006/main">
              <a:ext uri="{FF2B5EF4-FFF2-40B4-BE49-F238E27FC236}">
                <a16:creationId xmlns:a16="http://schemas.microsoft.com/office/drawing/2014/main" id="{6D640534-B2ED-424A-B45E-8AF8990D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438275"/>
            <a:ext cx="161925" cy="1676400"/>
          </a:xfrm>
          <a:custGeom xmlns:a="http://schemas.openxmlformats.org/drawingml/2006/main">
            <a:pathLst>
              <a:path w="161925" h="1676400">
                <a:moveTo>
                  <a:pt x="0" y="1676400"/>
                </a:moveTo>
                <a:cubicBezTo>
                  <a:pt x="57150" y="1085850"/>
                  <a:pt x="95250" y="457200"/>
                  <a:pt x="1619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73" name="c-directed-long-tip">
            <a:extLst xmlns:a="http://schemas.openxmlformats.org/drawingml/2006/main">
              <a:ext uri="{FF2B5EF4-FFF2-40B4-BE49-F238E27FC236}">
                <a16:creationId xmlns:a16="http://schemas.microsoft.com/office/drawing/2014/main" id="{C77DE808-7853-44FC-8AE7-79CD41DE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1369" y="1438275"/>
            <a:ext cx="105375" cy="130213"/>
          </a:xfrm>
          <a:custGeom xmlns:a="http://schemas.openxmlformats.org/drawingml/2006/main">
            <a:pathLst>
              <a:path w="105375" h="130213">
                <a:moveTo>
                  <a:pt x="70556" y="0"/>
                </a:moveTo>
                <a:lnTo>
                  <a:pt x="105375" y="130213"/>
                </a:lnTo>
                <a:lnTo>
                  <a:pt x="0" y="1148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4" name="c-directed-middle">
            <a:extLst xmlns:a="http://schemas.openxmlformats.org/drawingml/2006/main">
              <a:ext uri="{FF2B5EF4-FFF2-40B4-BE49-F238E27FC236}">
                <a16:creationId xmlns:a16="http://schemas.microsoft.com/office/drawing/2014/main" id="{0699534B-A8E9-41A4-B1C6-770930F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390775"/>
            <a:ext cx="47625" cy="723900"/>
          </a:xfrm>
          <a:custGeom xmlns:a="http://schemas.openxmlformats.org/drawingml/2006/main">
            <a:pathLst>
              <a:path w="47625" h="723900">
                <a:moveTo>
                  <a:pt x="47625" y="723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75" name="c-directed-middle-arrow">
            <a:extLst xmlns:a="http://schemas.openxmlformats.org/drawingml/2006/main">
              <a:ext uri="{FF2B5EF4-FFF2-40B4-BE49-F238E27FC236}">
                <a16:creationId xmlns:a16="http://schemas.microsoft.com/office/drawing/2014/main" id="{91601707-1D71-4AE5-802A-F4FCDF8A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6273" y="2390775"/>
            <a:ext cx="107210" cy="117580"/>
          </a:xfrm>
          <a:custGeom xmlns:a="http://schemas.openxmlformats.org/drawingml/2006/main">
            <a:pathLst>
              <a:path w="107210" h="117580">
                <a:moveTo>
                  <a:pt x="46102" y="0"/>
                </a:moveTo>
                <a:lnTo>
                  <a:pt x="107210" y="110527"/>
                </a:lnTo>
                <a:lnTo>
                  <a:pt x="0" y="1175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6" name="c-directed-local">
            <a:extLst xmlns:a="http://schemas.openxmlformats.org/drawingml/2006/main">
              <a:ext uri="{FF2B5EF4-FFF2-40B4-BE49-F238E27FC236}">
                <a16:creationId xmlns:a16="http://schemas.microsoft.com/office/drawing/2014/main" id="{04DA64DB-68FE-47ED-8A04-29EB77CC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114675"/>
            <a:ext cx="9525" cy="276225"/>
          </a:xfrm>
          <a:custGeom xmlns:a="http://schemas.openxmlformats.org/drawingml/2006/main">
            <a:pathLst>
              <a:path w="9525" h="276225">
                <a:moveTo>
                  <a:pt x="0" y="0"/>
                </a:moveTo>
                <a:lnTo>
                  <a:pt x="9525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177" name="c-directed-local-arrow">
            <a:extLst xmlns:a="http://schemas.openxmlformats.org/drawingml/2006/main">
              <a:ext uri="{FF2B5EF4-FFF2-40B4-BE49-F238E27FC236}">
                <a16:creationId xmlns:a16="http://schemas.microsoft.com/office/drawing/2014/main" id="{2A41F247-9812-488A-B727-96408BF4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1897" y="3274817"/>
            <a:ext cx="107378" cy="116083"/>
          </a:xfrm>
          <a:custGeom xmlns:a="http://schemas.openxmlformats.org/drawingml/2006/main">
            <a:pathLst>
              <a:path w="107378" h="116083">
                <a:moveTo>
                  <a:pt x="57628" y="116083"/>
                </a:moveTo>
                <a:lnTo>
                  <a:pt x="0" y="3703"/>
                </a:lnTo>
                <a:lnTo>
                  <a:pt x="1073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8" name="c-initial">
            <a:extLst xmlns:a="http://schemas.openxmlformats.org/drawingml/2006/main">
              <a:ext uri="{FF2B5EF4-FFF2-40B4-BE49-F238E27FC236}">
                <a16:creationId xmlns:a16="http://schemas.microsoft.com/office/drawing/2014/main" id="{203AF59F-BD1A-4DB4-8854-DD6FB4B5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5225" y="3019425"/>
            <a:ext cx="20955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d-pink-coverage">
            <a:extLst xmlns:a="http://schemas.openxmlformats.org/drawingml/2006/main">
              <a:ext uri="{FF2B5EF4-FFF2-40B4-BE49-F238E27FC236}">
                <a16:creationId xmlns:a16="http://schemas.microsoft.com/office/drawing/2014/main" id="{ED8E82FC-413B-4DDA-9FD7-BD73CA0A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876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A0CC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d-pink-diffusion-0">
            <a:extLst xmlns:a="http://schemas.openxmlformats.org/drawingml/2006/main">
              <a:ext uri="{FF2B5EF4-FFF2-40B4-BE49-F238E27FC236}">
                <a16:creationId xmlns:a16="http://schemas.microsoft.com/office/drawing/2014/main" id="{57B36280-1F41-4EC6-BBC9-F34CF38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30003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81" name="d-pink-diffusion-tip-0">
            <a:extLst xmlns:a="http://schemas.openxmlformats.org/drawingml/2006/main">
              <a:ext uri="{FF2B5EF4-FFF2-40B4-BE49-F238E27FC236}">
                <a16:creationId xmlns:a16="http://schemas.microsoft.com/office/drawing/2014/main" id="{1319F6E8-201E-4917-A263-75C9F475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0478" y="29707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82" name="d-pink-diffusion-1">
            <a:extLst xmlns:a="http://schemas.openxmlformats.org/drawingml/2006/main">
              <a:ext uri="{FF2B5EF4-FFF2-40B4-BE49-F238E27FC236}">
                <a16:creationId xmlns:a16="http://schemas.microsoft.com/office/drawing/2014/main" id="{FBA1D811-D661-4B01-8879-35C25935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5575" y="29718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83" name="d-pink-diffusion-tip-1">
            <a:extLst xmlns:a="http://schemas.openxmlformats.org/drawingml/2006/main">
              <a:ext uri="{FF2B5EF4-FFF2-40B4-BE49-F238E27FC236}">
                <a16:creationId xmlns:a16="http://schemas.microsoft.com/office/drawing/2014/main" id="{A627BD15-6BE0-4543-BD0D-47D7430C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4938" y="29718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84" name="d-pink-diffusion-2">
            <a:extLst xmlns:a="http://schemas.openxmlformats.org/drawingml/2006/main">
              <a:ext uri="{FF2B5EF4-FFF2-40B4-BE49-F238E27FC236}">
                <a16:creationId xmlns:a16="http://schemas.microsoft.com/office/drawing/2014/main" id="{C3EEDCBB-E364-41A4-9755-BEA5886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33051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85" name="d-pink-diffusion-tip-2">
            <a:extLst xmlns:a="http://schemas.openxmlformats.org/drawingml/2006/main">
              <a:ext uri="{FF2B5EF4-FFF2-40B4-BE49-F238E27FC236}">
                <a16:creationId xmlns:a16="http://schemas.microsoft.com/office/drawing/2014/main" id="{E7944C87-AE46-4A45-A79F-D78C857F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225" y="33749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86" name="d-pink-diffusion-3">
            <a:extLst xmlns:a="http://schemas.openxmlformats.org/drawingml/2006/main">
              <a:ext uri="{FF2B5EF4-FFF2-40B4-BE49-F238E27FC236}">
                <a16:creationId xmlns:a16="http://schemas.microsoft.com/office/drawing/2014/main" id="{B1B3DA9E-EB51-45F1-A7C8-EF16AC5B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3528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87" name="d-pink-diffusion-tip-3">
            <a:extLst xmlns:a="http://schemas.openxmlformats.org/drawingml/2006/main">
              <a:ext uri="{FF2B5EF4-FFF2-40B4-BE49-F238E27FC236}">
                <a16:creationId xmlns:a16="http://schemas.microsoft.com/office/drawing/2014/main" id="{6855B642-2A0C-47E3-85D7-F287D882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5487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88" name="d-pink-diffusion-4">
            <a:extLst xmlns:a="http://schemas.openxmlformats.org/drawingml/2006/main">
              <a:ext uri="{FF2B5EF4-FFF2-40B4-BE49-F238E27FC236}">
                <a16:creationId xmlns:a16="http://schemas.microsoft.com/office/drawing/2014/main" id="{AECCE442-E994-42F6-9FBC-F58E40C1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32385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89" name="d-pink-diffusion-tip-4">
            <a:extLst xmlns:a="http://schemas.openxmlformats.org/drawingml/2006/main">
              <a:ext uri="{FF2B5EF4-FFF2-40B4-BE49-F238E27FC236}">
                <a16:creationId xmlns:a16="http://schemas.microsoft.com/office/drawing/2014/main" id="{FC1B4E98-3F1D-4F3C-B92C-C8695D0E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353" y="32385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90" name="d-red-coverage">
            <a:extLst xmlns:a="http://schemas.openxmlformats.org/drawingml/2006/main">
              <a:ext uri="{FF2B5EF4-FFF2-40B4-BE49-F238E27FC236}">
                <a16:creationId xmlns:a16="http://schemas.microsoft.com/office/drawing/2014/main" id="{542E780C-C991-46FD-BA13-001CBA9C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3125" y="19335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6751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1" name="d-red-diffusion-0">
            <a:extLst xmlns:a="http://schemas.openxmlformats.org/drawingml/2006/main">
              <a:ext uri="{FF2B5EF4-FFF2-40B4-BE49-F238E27FC236}">
                <a16:creationId xmlns:a16="http://schemas.microsoft.com/office/drawing/2014/main" id="{3C52FD3B-EE32-4AE5-B1FE-A4B81D89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675" y="205740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92" name="d-red-diffusion-tip-0">
            <a:extLst xmlns:a="http://schemas.openxmlformats.org/drawingml/2006/main">
              <a:ext uri="{FF2B5EF4-FFF2-40B4-BE49-F238E27FC236}">
                <a16:creationId xmlns:a16="http://schemas.microsoft.com/office/drawing/2014/main" id="{00294D40-F0BE-405C-A390-AAA034DA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5703" y="202781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93" name="d-red-diffusion-1">
            <a:extLst xmlns:a="http://schemas.openxmlformats.org/drawingml/2006/main">
              <a:ext uri="{FF2B5EF4-FFF2-40B4-BE49-F238E27FC236}">
                <a16:creationId xmlns:a16="http://schemas.microsoft.com/office/drawing/2014/main" id="{C88164A3-7DF1-4143-82FC-E3E518F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202882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94" name="d-red-diffusion-tip-1">
            <a:extLst xmlns:a="http://schemas.openxmlformats.org/drawingml/2006/main">
              <a:ext uri="{FF2B5EF4-FFF2-40B4-BE49-F238E27FC236}">
                <a16:creationId xmlns:a16="http://schemas.microsoft.com/office/drawing/2014/main" id="{D8C3BC8C-0FD8-4E37-9749-17EF08E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0163" y="202882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95" name="d-red-diffusion-2">
            <a:extLst xmlns:a="http://schemas.openxmlformats.org/drawingml/2006/main">
              <a:ext uri="{FF2B5EF4-FFF2-40B4-BE49-F238E27FC236}">
                <a16:creationId xmlns:a16="http://schemas.microsoft.com/office/drawing/2014/main" id="{9C3D81BC-C1D5-41C0-B48A-07448542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375" y="236220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96" name="d-red-diffusion-tip-2">
            <a:extLst xmlns:a="http://schemas.openxmlformats.org/drawingml/2006/main">
              <a:ext uri="{FF2B5EF4-FFF2-40B4-BE49-F238E27FC236}">
                <a16:creationId xmlns:a16="http://schemas.microsoft.com/office/drawing/2014/main" id="{CB3F147D-9AB5-49DC-926D-61EE043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6450" y="243197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97" name="d-red-diffusion-3">
            <a:extLst xmlns:a="http://schemas.openxmlformats.org/drawingml/2006/main">
              <a:ext uri="{FF2B5EF4-FFF2-40B4-BE49-F238E27FC236}">
                <a16:creationId xmlns:a16="http://schemas.microsoft.com/office/drawing/2014/main" id="{F4452AB2-91A3-4524-9168-939BF7CA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240982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198" name="d-red-diffusion-tip-3">
            <a:extLst xmlns:a="http://schemas.openxmlformats.org/drawingml/2006/main">
              <a:ext uri="{FF2B5EF4-FFF2-40B4-BE49-F238E27FC236}">
                <a16:creationId xmlns:a16="http://schemas.microsoft.com/office/drawing/2014/main" id="{E15B9049-FBC4-4C4E-9515-6EEEBF02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260580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199" name="d-red-diffusion-4">
            <a:extLst xmlns:a="http://schemas.openxmlformats.org/drawingml/2006/main">
              <a:ext uri="{FF2B5EF4-FFF2-40B4-BE49-F238E27FC236}">
                <a16:creationId xmlns:a16="http://schemas.microsoft.com/office/drawing/2014/main" id="{739DA173-B6F8-411E-A630-2CD418F6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22955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00" name="d-red-diffusion-tip-4">
            <a:extLst xmlns:a="http://schemas.openxmlformats.org/drawingml/2006/main">
              <a:ext uri="{FF2B5EF4-FFF2-40B4-BE49-F238E27FC236}">
                <a16:creationId xmlns:a16="http://schemas.microsoft.com/office/drawing/2014/main" id="{6D7663CD-0CCC-4BE0-9EA8-C86DE82D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3578" y="229552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01" name="d-yellow-coverage">
            <a:extLst xmlns:a="http://schemas.openxmlformats.org/drawingml/2006/main">
              <a:ext uri="{FF2B5EF4-FFF2-40B4-BE49-F238E27FC236}">
                <a16:creationId xmlns:a16="http://schemas.microsoft.com/office/drawing/2014/main" id="{AC1539EF-6A32-4355-8379-C1C18B8A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620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49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d-yellow-diffusion-0">
            <a:extLst xmlns:a="http://schemas.openxmlformats.org/drawingml/2006/main">
              <a:ext uri="{FF2B5EF4-FFF2-40B4-BE49-F238E27FC236}">
                <a16:creationId xmlns:a16="http://schemas.microsoft.com/office/drawing/2014/main" id="{3F662B7E-9C28-453E-A088-8BD1634A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12858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03" name="d-yellow-diffusion-tip-0">
            <a:extLst xmlns:a="http://schemas.openxmlformats.org/drawingml/2006/main">
              <a:ext uri="{FF2B5EF4-FFF2-40B4-BE49-F238E27FC236}">
                <a16:creationId xmlns:a16="http://schemas.microsoft.com/office/drawing/2014/main" id="{FFAA0C98-F887-4CAE-9507-AB32092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1428" y="12562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04" name="d-yellow-diffusion-1">
            <a:extLst xmlns:a="http://schemas.openxmlformats.org/drawingml/2006/main">
              <a:ext uri="{FF2B5EF4-FFF2-40B4-BE49-F238E27FC236}">
                <a16:creationId xmlns:a16="http://schemas.microsoft.com/office/drawing/2014/main" id="{EDE7B6EE-7202-4753-ABF5-AF359597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12573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05" name="d-yellow-diffusion-tip-1">
            <a:extLst xmlns:a="http://schemas.openxmlformats.org/drawingml/2006/main">
              <a:ext uri="{FF2B5EF4-FFF2-40B4-BE49-F238E27FC236}">
                <a16:creationId xmlns:a16="http://schemas.microsoft.com/office/drawing/2014/main" id="{FDB554F9-A50A-4C61-89CB-9B50E5B0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5888" y="12573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06" name="d-yellow-diffusion-2">
            <a:extLst xmlns:a="http://schemas.openxmlformats.org/drawingml/2006/main">
              <a:ext uri="{FF2B5EF4-FFF2-40B4-BE49-F238E27FC236}">
                <a16:creationId xmlns:a16="http://schemas.microsoft.com/office/drawing/2014/main" id="{E321EF1A-0CD3-4A06-9CDE-0D0225A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15906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07" name="d-yellow-diffusion-tip-2">
            <a:extLst xmlns:a="http://schemas.openxmlformats.org/drawingml/2006/main">
              <a:ext uri="{FF2B5EF4-FFF2-40B4-BE49-F238E27FC236}">
                <a16:creationId xmlns:a16="http://schemas.microsoft.com/office/drawing/2014/main" id="{79BDCAC2-20C1-40A2-A2A2-8BE5D47E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175" y="16604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08" name="d-yellow-diffusion-3">
            <a:extLst xmlns:a="http://schemas.openxmlformats.org/drawingml/2006/main">
              <a:ext uri="{FF2B5EF4-FFF2-40B4-BE49-F238E27FC236}">
                <a16:creationId xmlns:a16="http://schemas.microsoft.com/office/drawing/2014/main" id="{2E144F16-F377-4931-B8C8-82388303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16383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09" name="d-yellow-diffusion-tip-3">
            <a:extLst xmlns:a="http://schemas.openxmlformats.org/drawingml/2006/main">
              <a:ext uri="{FF2B5EF4-FFF2-40B4-BE49-F238E27FC236}">
                <a16:creationId xmlns:a16="http://schemas.microsoft.com/office/drawing/2014/main" id="{97E09D30-2BFA-45FC-846B-0D14F353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18342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10" name="d-yellow-diffusion-4">
            <a:extLst xmlns:a="http://schemas.openxmlformats.org/drawingml/2006/main">
              <a:ext uri="{FF2B5EF4-FFF2-40B4-BE49-F238E27FC236}">
                <a16:creationId xmlns:a16="http://schemas.microsoft.com/office/drawing/2014/main" id="{D3F29625-BE1D-4F73-8F67-209DCD8F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15240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11" name="d-yellow-diffusion-tip-4">
            <a:extLst xmlns:a="http://schemas.openxmlformats.org/drawingml/2006/main">
              <a:ext uri="{FF2B5EF4-FFF2-40B4-BE49-F238E27FC236}">
                <a16:creationId xmlns:a16="http://schemas.microsoft.com/office/drawing/2014/main" id="{C64A5468-9C88-4B6C-8C68-37002C07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9303" y="15240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12" name="d-green-coverage">
            <a:extLst xmlns:a="http://schemas.openxmlformats.org/drawingml/2006/main">
              <a:ext uri="{FF2B5EF4-FFF2-40B4-BE49-F238E27FC236}">
                <a16:creationId xmlns:a16="http://schemas.microsoft.com/office/drawing/2014/main" id="{76D2C382-E958-4753-B166-B9251F32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25" y="9620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D56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d-green-diffusion-0">
            <a:extLst xmlns:a="http://schemas.openxmlformats.org/drawingml/2006/main">
              <a:ext uri="{FF2B5EF4-FFF2-40B4-BE49-F238E27FC236}">
                <a16:creationId xmlns:a16="http://schemas.microsoft.com/office/drawing/2014/main" id="{F9D78244-F255-419A-BF9B-A6464D2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375" y="10858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14" name="d-green-diffusion-tip-0">
            <a:extLst xmlns:a="http://schemas.openxmlformats.org/drawingml/2006/main">
              <a:ext uri="{FF2B5EF4-FFF2-40B4-BE49-F238E27FC236}">
                <a16:creationId xmlns:a16="http://schemas.microsoft.com/office/drawing/2014/main" id="{C42474FE-CBC7-4A56-AD66-5CA1EEB0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2403" y="10562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15" name="d-green-diffusion-1">
            <a:extLst xmlns:a="http://schemas.openxmlformats.org/drawingml/2006/main">
              <a:ext uri="{FF2B5EF4-FFF2-40B4-BE49-F238E27FC236}">
                <a16:creationId xmlns:a16="http://schemas.microsoft.com/office/drawing/2014/main" id="{5FF60DA6-C315-4CCB-8220-21AE5A0F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10572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16" name="d-green-diffusion-tip-1">
            <a:extLst xmlns:a="http://schemas.openxmlformats.org/drawingml/2006/main">
              <a:ext uri="{FF2B5EF4-FFF2-40B4-BE49-F238E27FC236}">
                <a16:creationId xmlns:a16="http://schemas.microsoft.com/office/drawing/2014/main" id="{9D6439D7-B349-47DE-8506-3A63492E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6863" y="10572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17" name="d-green-diffusion-2">
            <a:extLst xmlns:a="http://schemas.openxmlformats.org/drawingml/2006/main">
              <a:ext uri="{FF2B5EF4-FFF2-40B4-BE49-F238E27FC236}">
                <a16:creationId xmlns:a16="http://schemas.microsoft.com/office/drawing/2014/main" id="{64BCA459-9675-4283-B8F4-7A09B86B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13906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18" name="d-green-diffusion-tip-2">
            <a:extLst xmlns:a="http://schemas.openxmlformats.org/drawingml/2006/main">
              <a:ext uri="{FF2B5EF4-FFF2-40B4-BE49-F238E27FC236}">
                <a16:creationId xmlns:a16="http://schemas.microsoft.com/office/drawing/2014/main" id="{5C586889-B45C-4959-965C-8A768D61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150" y="14604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19" name="d-green-diffusion-3">
            <a:extLst xmlns:a="http://schemas.openxmlformats.org/drawingml/2006/main">
              <a:ext uri="{FF2B5EF4-FFF2-40B4-BE49-F238E27FC236}">
                <a16:creationId xmlns:a16="http://schemas.microsoft.com/office/drawing/2014/main" id="{09E10170-B9FC-499B-8B09-91EDB53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625" y="14382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20" name="d-green-diffusion-tip-3">
            <a:extLst xmlns:a="http://schemas.openxmlformats.org/drawingml/2006/main">
              <a:ext uri="{FF2B5EF4-FFF2-40B4-BE49-F238E27FC236}">
                <a16:creationId xmlns:a16="http://schemas.microsoft.com/office/drawing/2014/main" id="{A9A42A61-B7A7-4FB1-A49A-C76F8FAD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625" y="16342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21" name="d-green-diffusion-4">
            <a:extLst xmlns:a="http://schemas.openxmlformats.org/drawingml/2006/main">
              <a:ext uri="{FF2B5EF4-FFF2-40B4-BE49-F238E27FC236}">
                <a16:creationId xmlns:a16="http://schemas.microsoft.com/office/drawing/2014/main" id="{D56CBB7C-A87B-4EBE-A159-CDBD2175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5550" y="13239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22" name="d-green-diffusion-tip-4">
            <a:extLst xmlns:a="http://schemas.openxmlformats.org/drawingml/2006/main">
              <a:ext uri="{FF2B5EF4-FFF2-40B4-BE49-F238E27FC236}">
                <a16:creationId xmlns:a16="http://schemas.microsoft.com/office/drawing/2014/main" id="{83945C49-D922-4BD5-ACFD-0FB57454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0278" y="13239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23" name="d-orange-coverage">
            <a:extLst xmlns:a="http://schemas.openxmlformats.org/drawingml/2006/main">
              <a:ext uri="{FF2B5EF4-FFF2-40B4-BE49-F238E27FC236}">
                <a16:creationId xmlns:a16="http://schemas.microsoft.com/office/drawing/2014/main" id="{6D4BA2A4-152D-448F-A18A-C3060F00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3524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25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4" name="d-orange-diffusion-0">
            <a:extLst xmlns:a="http://schemas.openxmlformats.org/drawingml/2006/main">
              <a:ext uri="{FF2B5EF4-FFF2-40B4-BE49-F238E27FC236}">
                <a16:creationId xmlns:a16="http://schemas.microsoft.com/office/drawing/2014/main" id="{9FC5743A-6F7C-4B6F-9763-46650474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4762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25" name="d-orange-diffusion-tip-0">
            <a:extLst xmlns:a="http://schemas.openxmlformats.org/drawingml/2006/main">
              <a:ext uri="{FF2B5EF4-FFF2-40B4-BE49-F238E27FC236}">
                <a16:creationId xmlns:a16="http://schemas.microsoft.com/office/drawing/2014/main" id="{99DEE6F0-8D26-4635-A26E-60217AC3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628" y="4466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26" name="d-orange-diffusion-1">
            <a:extLst xmlns:a="http://schemas.openxmlformats.org/drawingml/2006/main">
              <a:ext uri="{FF2B5EF4-FFF2-40B4-BE49-F238E27FC236}">
                <a16:creationId xmlns:a16="http://schemas.microsoft.com/office/drawing/2014/main" id="{353A7E40-C78B-4BA1-ADE9-C2CBF25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725" y="4476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27" name="d-orange-diffusion-tip-1">
            <a:extLst xmlns:a="http://schemas.openxmlformats.org/drawingml/2006/main">
              <a:ext uri="{FF2B5EF4-FFF2-40B4-BE49-F238E27FC236}">
                <a16:creationId xmlns:a16="http://schemas.microsoft.com/office/drawing/2014/main" id="{B17A3FA1-C446-437F-AB66-8FFBB1AE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3088" y="4476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28" name="d-orange-diffusion-2">
            <a:extLst xmlns:a="http://schemas.openxmlformats.org/drawingml/2006/main">
              <a:ext uri="{FF2B5EF4-FFF2-40B4-BE49-F238E27FC236}">
                <a16:creationId xmlns:a16="http://schemas.microsoft.com/office/drawing/2014/main" id="{7D4F9DAC-6007-498A-89E5-800049F1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2300" y="7810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29" name="d-orange-diffusion-tip-2">
            <a:extLst xmlns:a="http://schemas.openxmlformats.org/drawingml/2006/main">
              <a:ext uri="{FF2B5EF4-FFF2-40B4-BE49-F238E27FC236}">
                <a16:creationId xmlns:a16="http://schemas.microsoft.com/office/drawing/2014/main" id="{44B22069-47BB-4469-985E-75FE0205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9375" y="8508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30" name="d-orange-diffusion-3">
            <a:extLst xmlns:a="http://schemas.openxmlformats.org/drawingml/2006/main">
              <a:ext uri="{FF2B5EF4-FFF2-40B4-BE49-F238E27FC236}">
                <a16:creationId xmlns:a16="http://schemas.microsoft.com/office/drawing/2014/main" id="{A7A03AEC-8432-4FDE-8829-434015BF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8286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31" name="d-orange-diffusion-tip-3">
            <a:extLst xmlns:a="http://schemas.openxmlformats.org/drawingml/2006/main">
              <a:ext uri="{FF2B5EF4-FFF2-40B4-BE49-F238E27FC236}">
                <a16:creationId xmlns:a16="http://schemas.microsoft.com/office/drawing/2014/main" id="{FDD35DD1-98A3-4203-B2C9-F41780A0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10246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32" name="d-orange-diffusion-4">
            <a:extLst xmlns:a="http://schemas.openxmlformats.org/drawingml/2006/main">
              <a:ext uri="{FF2B5EF4-FFF2-40B4-BE49-F238E27FC236}">
                <a16:creationId xmlns:a16="http://schemas.microsoft.com/office/drawing/2014/main" id="{FE36EE8C-7A2A-4837-8C37-FE23BFC9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1775" y="7143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33" name="d-orange-diffusion-tip-4">
            <a:extLst xmlns:a="http://schemas.openxmlformats.org/drawingml/2006/main">
              <a:ext uri="{FF2B5EF4-FFF2-40B4-BE49-F238E27FC236}">
                <a16:creationId xmlns:a16="http://schemas.microsoft.com/office/drawing/2014/main" id="{CDB7740D-5E74-467B-9805-BB250DA6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6503" y="7143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34" name="d-gray-coverage">
            <a:extLst xmlns:a="http://schemas.openxmlformats.org/drawingml/2006/main">
              <a:ext uri="{FF2B5EF4-FFF2-40B4-BE49-F238E27FC236}">
                <a16:creationId xmlns:a16="http://schemas.microsoft.com/office/drawing/2014/main" id="{409EE8D4-C0F7-4175-9665-1ECCE2A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5429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777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35" name="d-gray-diffusion-0">
            <a:extLst xmlns:a="http://schemas.openxmlformats.org/drawingml/2006/main">
              <a:ext uri="{FF2B5EF4-FFF2-40B4-BE49-F238E27FC236}">
                <a16:creationId xmlns:a16="http://schemas.microsoft.com/office/drawing/2014/main" id="{A9DCB2F6-3F88-4699-A871-51C55877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6667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36" name="d-gray-diffusion-tip-0">
            <a:extLst xmlns:a="http://schemas.openxmlformats.org/drawingml/2006/main">
              <a:ext uri="{FF2B5EF4-FFF2-40B4-BE49-F238E27FC236}">
                <a16:creationId xmlns:a16="http://schemas.microsoft.com/office/drawing/2014/main" id="{0A6A0598-31DA-4389-8265-9546E4D7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0928" y="6371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37" name="d-gray-diffusion-1">
            <a:extLst xmlns:a="http://schemas.openxmlformats.org/drawingml/2006/main">
              <a:ext uri="{FF2B5EF4-FFF2-40B4-BE49-F238E27FC236}">
                <a16:creationId xmlns:a16="http://schemas.microsoft.com/office/drawing/2014/main" id="{5E086FBE-4B62-440C-ABBB-598B314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6025" y="6381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38" name="d-gray-diffusion-tip-1">
            <a:extLst xmlns:a="http://schemas.openxmlformats.org/drawingml/2006/main">
              <a:ext uri="{FF2B5EF4-FFF2-40B4-BE49-F238E27FC236}">
                <a16:creationId xmlns:a16="http://schemas.microsoft.com/office/drawing/2014/main" id="{7C6D0E12-6720-4DBA-8E8F-A10B459E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5388" y="6381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39" name="d-gray-diffusion-2">
            <a:extLst xmlns:a="http://schemas.openxmlformats.org/drawingml/2006/main">
              <a:ext uri="{FF2B5EF4-FFF2-40B4-BE49-F238E27FC236}">
                <a16:creationId xmlns:a16="http://schemas.microsoft.com/office/drawing/2014/main" id="{1AF4DF62-FA0F-432D-B3B4-2F7EB776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9715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40" name="d-gray-diffusion-tip-2">
            <a:extLst xmlns:a="http://schemas.openxmlformats.org/drawingml/2006/main">
              <a:ext uri="{FF2B5EF4-FFF2-40B4-BE49-F238E27FC236}">
                <a16:creationId xmlns:a16="http://schemas.microsoft.com/office/drawing/2014/main" id="{3235A8BD-E2E1-432C-BAFD-0A6DD1FA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1675" y="10413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41" name="d-gray-diffusion-3">
            <a:extLst xmlns:a="http://schemas.openxmlformats.org/drawingml/2006/main">
              <a:ext uri="{FF2B5EF4-FFF2-40B4-BE49-F238E27FC236}">
                <a16:creationId xmlns:a16="http://schemas.microsoft.com/office/drawing/2014/main" id="{0C9820F9-D71B-4ACA-A543-60AADB3D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10191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42" name="d-gray-diffusion-tip-3">
            <a:extLst xmlns:a="http://schemas.openxmlformats.org/drawingml/2006/main">
              <a:ext uri="{FF2B5EF4-FFF2-40B4-BE49-F238E27FC236}">
                <a16:creationId xmlns:a16="http://schemas.microsoft.com/office/drawing/2014/main" id="{4ABA7984-30C2-455F-8991-95DD4F1E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3150" y="12151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43" name="d-gray-diffusion-4">
            <a:extLst xmlns:a="http://schemas.openxmlformats.org/drawingml/2006/main">
              <a:ext uri="{FF2B5EF4-FFF2-40B4-BE49-F238E27FC236}">
                <a16:creationId xmlns:a16="http://schemas.microsoft.com/office/drawing/2014/main" id="{1232D7A4-4796-4614-B24B-A3B93A8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075" y="9048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44" name="d-gray-diffusion-tip-4">
            <a:extLst xmlns:a="http://schemas.openxmlformats.org/drawingml/2006/main">
              <a:ext uri="{FF2B5EF4-FFF2-40B4-BE49-F238E27FC236}">
                <a16:creationId xmlns:a16="http://schemas.microsoft.com/office/drawing/2014/main" id="{89684758-B7FD-4651-A33B-A7C2597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803" y="9048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45" name="d-cyan-coverage">
            <a:extLst xmlns:a="http://schemas.openxmlformats.org/drawingml/2006/main">
              <a:ext uri="{FF2B5EF4-FFF2-40B4-BE49-F238E27FC236}">
                <a16:creationId xmlns:a16="http://schemas.microsoft.com/office/drawing/2014/main" id="{828C30A4-4269-4672-B774-6010EA52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742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D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d-cyan-diffusion-0">
            <a:extLst xmlns:a="http://schemas.openxmlformats.org/drawingml/2006/main">
              <a:ext uri="{FF2B5EF4-FFF2-40B4-BE49-F238E27FC236}">
                <a16:creationId xmlns:a16="http://schemas.microsoft.com/office/drawing/2014/main" id="{5D8D8C83-0922-45D3-9AEB-C95B9B5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8667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47" name="d-cyan-diffusion-tip-0">
            <a:extLst xmlns:a="http://schemas.openxmlformats.org/drawingml/2006/main">
              <a:ext uri="{FF2B5EF4-FFF2-40B4-BE49-F238E27FC236}">
                <a16:creationId xmlns:a16="http://schemas.microsoft.com/office/drawing/2014/main" id="{D4B846FB-F12E-4CAB-B970-78B70E89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4828" y="8371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48" name="d-cyan-diffusion-1">
            <a:extLst xmlns:a="http://schemas.openxmlformats.org/drawingml/2006/main">
              <a:ext uri="{FF2B5EF4-FFF2-40B4-BE49-F238E27FC236}">
                <a16:creationId xmlns:a16="http://schemas.microsoft.com/office/drawing/2014/main" id="{E756E5D8-0A5B-4DD5-BA0D-3FA799F7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9925" y="8382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49" name="d-cyan-diffusion-tip-1">
            <a:extLst xmlns:a="http://schemas.openxmlformats.org/drawingml/2006/main">
              <a:ext uri="{FF2B5EF4-FFF2-40B4-BE49-F238E27FC236}">
                <a16:creationId xmlns:a16="http://schemas.microsoft.com/office/drawing/2014/main" id="{80A55DA6-A37C-4A41-BE57-0224698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9288" y="8382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50" name="d-cyan-diffusion-2">
            <a:extLst xmlns:a="http://schemas.openxmlformats.org/drawingml/2006/main">
              <a:ext uri="{FF2B5EF4-FFF2-40B4-BE49-F238E27FC236}">
                <a16:creationId xmlns:a16="http://schemas.microsoft.com/office/drawing/2014/main" id="{AA9AF052-836D-426E-A137-6AAB2EFF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11715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51" name="d-cyan-diffusion-tip-2">
            <a:extLst xmlns:a="http://schemas.openxmlformats.org/drawingml/2006/main">
              <a:ext uri="{FF2B5EF4-FFF2-40B4-BE49-F238E27FC236}">
                <a16:creationId xmlns:a16="http://schemas.microsoft.com/office/drawing/2014/main" id="{CBB7E64D-D5B0-43F6-9983-F0E4197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5575" y="12413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52" name="d-cyan-diffusion-3">
            <a:extLst xmlns:a="http://schemas.openxmlformats.org/drawingml/2006/main">
              <a:ext uri="{FF2B5EF4-FFF2-40B4-BE49-F238E27FC236}">
                <a16:creationId xmlns:a16="http://schemas.microsoft.com/office/drawing/2014/main" id="{7D6FCC3C-D37E-4AA6-BEAC-7419207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12192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53" name="d-cyan-diffusion-tip-3">
            <a:extLst xmlns:a="http://schemas.openxmlformats.org/drawingml/2006/main">
              <a:ext uri="{FF2B5EF4-FFF2-40B4-BE49-F238E27FC236}">
                <a16:creationId xmlns:a16="http://schemas.microsoft.com/office/drawing/2014/main" id="{16B28426-3DCB-4FC4-9493-3C2FFE2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14151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54" name="d-cyan-diffusion-4">
            <a:extLst xmlns:a="http://schemas.openxmlformats.org/drawingml/2006/main">
              <a:ext uri="{FF2B5EF4-FFF2-40B4-BE49-F238E27FC236}">
                <a16:creationId xmlns:a16="http://schemas.microsoft.com/office/drawing/2014/main" id="{CABDFBF5-13C5-418C-BB21-903A07F9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7975" y="11049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55" name="d-cyan-diffusion-tip-4">
            <a:extLst xmlns:a="http://schemas.openxmlformats.org/drawingml/2006/main">
              <a:ext uri="{FF2B5EF4-FFF2-40B4-BE49-F238E27FC236}">
                <a16:creationId xmlns:a16="http://schemas.microsoft.com/office/drawing/2014/main" id="{07F7BBB0-9DC5-4B6F-91B0-34B4A7CD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2703" y="11049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56" name="d-directed-local">
            <a:extLst xmlns:a="http://schemas.openxmlformats.org/drawingml/2006/main">
              <a:ext uri="{FF2B5EF4-FFF2-40B4-BE49-F238E27FC236}">
                <a16:creationId xmlns:a16="http://schemas.microsoft.com/office/drawing/2014/main" id="{65B609F7-6387-4911-9B10-A384F72B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3114675"/>
            <a:ext cx="19050" cy="276225"/>
          </a:xfrm>
          <a:custGeom xmlns:a="http://schemas.openxmlformats.org/drawingml/2006/main">
            <a:pathLst>
              <a:path w="19050" h="276225">
                <a:moveTo>
                  <a:pt x="0" y="0"/>
                </a:moveTo>
                <a:lnTo>
                  <a:pt x="190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257" name="d-directed-local-arrow">
            <a:extLst xmlns:a="http://schemas.openxmlformats.org/drawingml/2006/main">
              <a:ext uri="{FF2B5EF4-FFF2-40B4-BE49-F238E27FC236}">
                <a16:creationId xmlns:a16="http://schemas.microsoft.com/office/drawing/2014/main" id="{AAD4EAA0-3768-4271-BD6F-614CB61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2692" y="3273175"/>
            <a:ext cx="107187" cy="117725"/>
          </a:xfrm>
          <a:custGeom xmlns:a="http://schemas.openxmlformats.org/drawingml/2006/main">
            <a:pathLst>
              <a:path w="107187" h="117725">
                <a:moveTo>
                  <a:pt x="61458" y="117725"/>
                </a:moveTo>
                <a:lnTo>
                  <a:pt x="0" y="7392"/>
                </a:lnTo>
                <a:lnTo>
                  <a:pt x="10718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8" name="d-directed-red">
            <a:extLst xmlns:a="http://schemas.openxmlformats.org/drawingml/2006/main">
              <a:ext uri="{FF2B5EF4-FFF2-40B4-BE49-F238E27FC236}">
                <a16:creationId xmlns:a16="http://schemas.microsoft.com/office/drawing/2014/main" id="{9B151B48-F650-4219-9355-43972423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390775"/>
            <a:ext cx="57150" cy="723900"/>
          </a:xfrm>
          <a:custGeom xmlns:a="http://schemas.openxmlformats.org/drawingml/2006/main">
            <a:pathLst>
              <a:path w="57150" h="723900">
                <a:moveTo>
                  <a:pt x="57150" y="723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259" name="d-directed-red-arrow">
            <a:extLst xmlns:a="http://schemas.openxmlformats.org/drawingml/2006/main">
              <a:ext uri="{FF2B5EF4-FFF2-40B4-BE49-F238E27FC236}">
                <a16:creationId xmlns:a16="http://schemas.microsoft.com/office/drawing/2014/main" id="{9DACA8C6-4E01-4A7B-A2D3-046D161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3391" y="2390775"/>
            <a:ext cx="107109" cy="118173"/>
          </a:xfrm>
          <a:custGeom xmlns:a="http://schemas.openxmlformats.org/drawingml/2006/main">
            <a:pathLst>
              <a:path w="107109" h="118173">
                <a:moveTo>
                  <a:pt x="44559" y="0"/>
                </a:moveTo>
                <a:lnTo>
                  <a:pt x="107109" y="109717"/>
                </a:lnTo>
                <a:lnTo>
                  <a:pt x="0" y="118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0" name="d-directed-trunk">
            <a:extLst xmlns:a="http://schemas.openxmlformats.org/drawingml/2006/main">
              <a:ext uri="{FF2B5EF4-FFF2-40B4-BE49-F238E27FC236}">
                <a16:creationId xmlns:a16="http://schemas.microsoft.com/office/drawing/2014/main" id="{CFAF9A23-5716-4F79-971A-7953D43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1438275"/>
            <a:ext cx="171450" cy="1676400"/>
          </a:xfrm>
          <a:custGeom xmlns:a="http://schemas.openxmlformats.org/drawingml/2006/main">
            <a:pathLst>
              <a:path w="171450" h="1676400">
                <a:moveTo>
                  <a:pt x="0" y="1676400"/>
                </a:moveTo>
                <a:cubicBezTo>
                  <a:pt x="57150" y="1085850"/>
                  <a:pt x="123825" y="476250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261" name="d-directed-trunk-tip">
            <a:extLst xmlns:a="http://schemas.openxmlformats.org/drawingml/2006/main">
              <a:ext uri="{FF2B5EF4-FFF2-40B4-BE49-F238E27FC236}">
                <a16:creationId xmlns:a16="http://schemas.microsoft.com/office/drawing/2014/main" id="{9F767905-DC72-433A-9205-D507E8E2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1248" y="1438275"/>
            <a:ext cx="105961" cy="128509"/>
          </a:xfrm>
          <a:custGeom xmlns:a="http://schemas.openxmlformats.org/drawingml/2006/main">
            <a:pathLst>
              <a:path w="105961" h="128509">
                <a:moveTo>
                  <a:pt x="65302" y="0"/>
                </a:moveTo>
                <a:lnTo>
                  <a:pt x="105961" y="128509"/>
                </a:lnTo>
                <a:lnTo>
                  <a:pt x="0" y="117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2" name="d-new-directed-0">
            <a:extLst xmlns:a="http://schemas.openxmlformats.org/drawingml/2006/main">
              <a:ext uri="{FF2B5EF4-FFF2-40B4-BE49-F238E27FC236}">
                <a16:creationId xmlns:a16="http://schemas.microsoft.com/office/drawing/2014/main" id="{8346B3EF-F7B7-4B78-8F08-D33B683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1047750"/>
            <a:ext cx="352425" cy="390525"/>
          </a:xfrm>
          <a:custGeom xmlns:a="http://schemas.openxmlformats.org/drawingml/2006/main">
            <a:pathLst>
              <a:path w="352425" h="390525">
                <a:moveTo>
                  <a:pt x="352425" y="390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63" name="d-new-directed-0-arrow">
            <a:extLst xmlns:a="http://schemas.openxmlformats.org/drawingml/2006/main">
              <a:ext uri="{FF2B5EF4-FFF2-40B4-BE49-F238E27FC236}">
                <a16:creationId xmlns:a16="http://schemas.microsoft.com/office/drawing/2014/main" id="{0F83FE94-B43C-4F10-A02D-4F903DDE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1047750"/>
            <a:ext cx="126164" cy="130917"/>
          </a:xfrm>
          <a:custGeom xmlns:a="http://schemas.openxmlformats.org/drawingml/2006/main">
            <a:pathLst>
              <a:path w="126164" h="130917">
                <a:moveTo>
                  <a:pt x="0" y="0"/>
                </a:moveTo>
                <a:lnTo>
                  <a:pt x="126164" y="52936"/>
                </a:lnTo>
                <a:lnTo>
                  <a:pt x="39753" y="1309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4" name="d-new-directed-1">
            <a:extLst xmlns:a="http://schemas.openxmlformats.org/drawingml/2006/main">
              <a:ext uri="{FF2B5EF4-FFF2-40B4-BE49-F238E27FC236}">
                <a16:creationId xmlns:a16="http://schemas.microsoft.com/office/drawing/2014/main" id="{2AFBE90E-7AA0-43DD-BE66-29EC906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847725"/>
            <a:ext cx="266700" cy="590550"/>
          </a:xfrm>
          <a:custGeom xmlns:a="http://schemas.openxmlformats.org/drawingml/2006/main">
            <a:pathLst>
              <a:path w="266700" h="590550">
                <a:moveTo>
                  <a:pt x="0" y="59055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65" name="d-new-directed-1-arrow">
            <a:extLst xmlns:a="http://schemas.openxmlformats.org/drawingml/2006/main">
              <a:ext uri="{FF2B5EF4-FFF2-40B4-BE49-F238E27FC236}">
                <a16:creationId xmlns:a16="http://schemas.microsoft.com/office/drawing/2014/main" id="{001D1CE3-FDAC-42A8-A5F4-B66EF076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9246" y="847725"/>
            <a:ext cx="106079" cy="136804"/>
          </a:xfrm>
          <a:custGeom xmlns:a="http://schemas.openxmlformats.org/drawingml/2006/main">
            <a:pathLst>
              <a:path w="106079" h="136804">
                <a:moveTo>
                  <a:pt x="104004" y="0"/>
                </a:moveTo>
                <a:lnTo>
                  <a:pt x="106079" y="136804"/>
                </a:lnTo>
                <a:lnTo>
                  <a:pt x="0" y="88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6" name="d-new-directed-2">
            <a:extLst xmlns:a="http://schemas.openxmlformats.org/drawingml/2006/main">
              <a:ext uri="{FF2B5EF4-FFF2-40B4-BE49-F238E27FC236}">
                <a16:creationId xmlns:a16="http://schemas.microsoft.com/office/drawing/2014/main" id="{2E30F5D7-C66B-4D00-9C6E-0A640A9C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1200150"/>
            <a:ext cx="342900" cy="238125"/>
          </a:xfrm>
          <a:custGeom xmlns:a="http://schemas.openxmlformats.org/drawingml/2006/main">
            <a:pathLst>
              <a:path w="342900" h="238125">
                <a:moveTo>
                  <a:pt x="0" y="238125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67" name="d-new-directed-2-arrow">
            <a:extLst xmlns:a="http://schemas.openxmlformats.org/drawingml/2006/main">
              <a:ext uri="{FF2B5EF4-FFF2-40B4-BE49-F238E27FC236}">
                <a16:creationId xmlns:a16="http://schemas.microsoft.com/office/drawing/2014/main" id="{412E48E3-8D73-40BE-9B63-20F41095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4548" y="1200150"/>
            <a:ext cx="134902" cy="118431"/>
          </a:xfrm>
          <a:custGeom xmlns:a="http://schemas.openxmlformats.org/drawingml/2006/main">
            <a:pathLst>
              <a:path w="134902" h="118431">
                <a:moveTo>
                  <a:pt x="134902" y="0"/>
                </a:moveTo>
                <a:lnTo>
                  <a:pt x="66392" y="118431"/>
                </a:lnTo>
                <a:lnTo>
                  <a:pt x="0" y="22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8" name="d-new-directed-3">
            <a:extLst xmlns:a="http://schemas.openxmlformats.org/drawingml/2006/main">
              <a:ext uri="{FF2B5EF4-FFF2-40B4-BE49-F238E27FC236}">
                <a16:creationId xmlns:a16="http://schemas.microsoft.com/office/drawing/2014/main" id="{817A6B2E-7F07-49CC-B553-E846C9C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1438275"/>
            <a:ext cx="171450" cy="276225"/>
          </a:xfrm>
          <a:custGeom xmlns:a="http://schemas.openxmlformats.org/drawingml/2006/main">
            <a:pathLst>
              <a:path w="171450" h="276225">
                <a:moveTo>
                  <a:pt x="17145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69" name="d-new-directed-3-arrow">
            <a:extLst xmlns:a="http://schemas.openxmlformats.org/drawingml/2006/main">
              <a:ext uri="{FF2B5EF4-FFF2-40B4-BE49-F238E27FC236}">
                <a16:creationId xmlns:a16="http://schemas.microsoft.com/office/drawing/2014/main" id="{E20913BF-BB30-4669-A6BA-17E883DC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1578602"/>
            <a:ext cx="114748" cy="135898"/>
          </a:xfrm>
          <a:custGeom xmlns:a="http://schemas.openxmlformats.org/drawingml/2006/main">
            <a:pathLst>
              <a:path w="114748" h="135898">
                <a:moveTo>
                  <a:pt x="0" y="135898"/>
                </a:moveTo>
                <a:lnTo>
                  <a:pt x="15854" y="0"/>
                </a:lnTo>
                <a:lnTo>
                  <a:pt x="114748" y="613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0" name="d-initial">
            <a:extLst xmlns:a="http://schemas.openxmlformats.org/drawingml/2006/main">
              <a:ext uri="{FF2B5EF4-FFF2-40B4-BE49-F238E27FC236}">
                <a16:creationId xmlns:a16="http://schemas.microsoft.com/office/drawing/2014/main" id="{E56DD518-EFFE-4378-A967-1C0B498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0325" y="3019425"/>
            <a:ext cx="20955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e-gray-coverage">
            <a:extLst xmlns:a="http://schemas.openxmlformats.org/drawingml/2006/main">
              <a:ext uri="{FF2B5EF4-FFF2-40B4-BE49-F238E27FC236}">
                <a16:creationId xmlns:a16="http://schemas.microsoft.com/office/drawing/2014/main" id="{089EA0E3-E979-41C3-A235-7379A95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2975" y="1619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777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e-gray-diffusion-0">
            <a:extLst xmlns:a="http://schemas.openxmlformats.org/drawingml/2006/main">
              <a:ext uri="{FF2B5EF4-FFF2-40B4-BE49-F238E27FC236}">
                <a16:creationId xmlns:a16="http://schemas.microsoft.com/office/drawing/2014/main" id="{BBC91D16-CB36-4577-AA01-67DA763A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2525" y="2857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73" name="e-gray-diffusion-tip-0">
            <a:extLst xmlns:a="http://schemas.openxmlformats.org/drawingml/2006/main">
              <a:ext uri="{FF2B5EF4-FFF2-40B4-BE49-F238E27FC236}">
                <a16:creationId xmlns:a16="http://schemas.microsoft.com/office/drawing/2014/main" id="{63991007-4AFF-4427-80D6-31CE2493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5553" y="2561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74" name="e-gray-diffusion-1">
            <a:extLst xmlns:a="http://schemas.openxmlformats.org/drawingml/2006/main">
              <a:ext uri="{FF2B5EF4-FFF2-40B4-BE49-F238E27FC236}">
                <a16:creationId xmlns:a16="http://schemas.microsoft.com/office/drawing/2014/main" id="{59A2FF6F-F0C8-4257-A1CE-B723A7C0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650" y="2571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75" name="e-gray-diffusion-tip-1">
            <a:extLst xmlns:a="http://schemas.openxmlformats.org/drawingml/2006/main">
              <a:ext uri="{FF2B5EF4-FFF2-40B4-BE49-F238E27FC236}">
                <a16:creationId xmlns:a16="http://schemas.microsoft.com/office/drawing/2014/main" id="{46296D6D-2538-416F-90AE-CE51763C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0013" y="2571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76" name="e-gray-diffusion-2">
            <a:extLst xmlns:a="http://schemas.openxmlformats.org/drawingml/2006/main">
              <a:ext uri="{FF2B5EF4-FFF2-40B4-BE49-F238E27FC236}">
                <a16:creationId xmlns:a16="http://schemas.microsoft.com/office/drawing/2014/main" id="{2AA11B89-BC20-4766-9B2E-9BD3FD43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9225" y="5905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77" name="e-gray-diffusion-tip-2">
            <a:extLst xmlns:a="http://schemas.openxmlformats.org/drawingml/2006/main">
              <a:ext uri="{FF2B5EF4-FFF2-40B4-BE49-F238E27FC236}">
                <a16:creationId xmlns:a16="http://schemas.microsoft.com/office/drawing/2014/main" id="{CFBAC90D-792E-4A77-93C5-8FDF48F0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6300" y="6603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78" name="e-gray-diffusion-3">
            <a:extLst xmlns:a="http://schemas.openxmlformats.org/drawingml/2006/main">
              <a:ext uri="{FF2B5EF4-FFF2-40B4-BE49-F238E27FC236}">
                <a16:creationId xmlns:a16="http://schemas.microsoft.com/office/drawing/2014/main" id="{6B1DCAB1-1490-4654-85C3-D7DA1E5D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775" y="6381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79" name="e-gray-diffusion-tip-3">
            <a:extLst xmlns:a="http://schemas.openxmlformats.org/drawingml/2006/main">
              <a:ext uri="{FF2B5EF4-FFF2-40B4-BE49-F238E27FC236}">
                <a16:creationId xmlns:a16="http://schemas.microsoft.com/office/drawing/2014/main" id="{EB88396B-BF87-46FB-86FB-E1A98B34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775" y="8341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80" name="e-gray-diffusion-4">
            <a:extLst xmlns:a="http://schemas.openxmlformats.org/drawingml/2006/main">
              <a:ext uri="{FF2B5EF4-FFF2-40B4-BE49-F238E27FC236}">
                <a16:creationId xmlns:a16="http://schemas.microsoft.com/office/drawing/2014/main" id="{CDB483A5-8451-4B67-92D7-6B2C94C6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5238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81" name="e-gray-diffusion-tip-4">
            <a:extLst xmlns:a="http://schemas.openxmlformats.org/drawingml/2006/main">
              <a:ext uri="{FF2B5EF4-FFF2-40B4-BE49-F238E27FC236}">
                <a16:creationId xmlns:a16="http://schemas.microsoft.com/office/drawing/2014/main" id="{014178B7-AA76-4132-BA3A-79A65E70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3428" y="5238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82" name="e-green-coverage">
            <a:extLst xmlns:a="http://schemas.openxmlformats.org/drawingml/2006/main">
              <a:ext uri="{FF2B5EF4-FFF2-40B4-BE49-F238E27FC236}">
                <a16:creationId xmlns:a16="http://schemas.microsoft.com/office/drawing/2014/main" id="{BA7BA5E3-DAFB-4D59-A718-85F1556D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5875" y="981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D56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e-green-diffusion-0">
            <a:extLst xmlns:a="http://schemas.openxmlformats.org/drawingml/2006/main">
              <a:ext uri="{FF2B5EF4-FFF2-40B4-BE49-F238E27FC236}">
                <a16:creationId xmlns:a16="http://schemas.microsoft.com/office/drawing/2014/main" id="{7137AB8B-B61A-4EE4-8F85-3A39C66B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425" y="110490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84" name="e-green-diffusion-tip-0">
            <a:extLst xmlns:a="http://schemas.openxmlformats.org/drawingml/2006/main">
              <a:ext uri="{FF2B5EF4-FFF2-40B4-BE49-F238E27FC236}">
                <a16:creationId xmlns:a16="http://schemas.microsoft.com/office/drawing/2014/main" id="{A67BD71C-3A34-4045-A450-B643F88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8453" y="107531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85" name="e-green-diffusion-1">
            <a:extLst xmlns:a="http://schemas.openxmlformats.org/drawingml/2006/main">
              <a:ext uri="{FF2B5EF4-FFF2-40B4-BE49-F238E27FC236}">
                <a16:creationId xmlns:a16="http://schemas.microsoft.com/office/drawing/2014/main" id="{260050BD-9588-477A-97AD-002D3389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3550" y="107632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86" name="e-green-diffusion-tip-1">
            <a:extLst xmlns:a="http://schemas.openxmlformats.org/drawingml/2006/main">
              <a:ext uri="{FF2B5EF4-FFF2-40B4-BE49-F238E27FC236}">
                <a16:creationId xmlns:a16="http://schemas.microsoft.com/office/drawing/2014/main" id="{D9887D4E-6C48-4099-80C7-91CCF33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2913" y="107632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87" name="e-green-diffusion-2">
            <a:extLst xmlns:a="http://schemas.openxmlformats.org/drawingml/2006/main">
              <a:ext uri="{FF2B5EF4-FFF2-40B4-BE49-F238E27FC236}">
                <a16:creationId xmlns:a16="http://schemas.microsoft.com/office/drawing/2014/main" id="{8C9E0593-58F3-442F-85A5-55B2994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2125" y="140970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88" name="e-green-diffusion-tip-2">
            <a:extLst xmlns:a="http://schemas.openxmlformats.org/drawingml/2006/main">
              <a:ext uri="{FF2B5EF4-FFF2-40B4-BE49-F238E27FC236}">
                <a16:creationId xmlns:a16="http://schemas.microsoft.com/office/drawing/2014/main" id="{319B5621-39C2-47A7-892A-27CDA57D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9200" y="147947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89" name="e-green-diffusion-3">
            <a:extLst xmlns:a="http://schemas.openxmlformats.org/drawingml/2006/main">
              <a:ext uri="{FF2B5EF4-FFF2-40B4-BE49-F238E27FC236}">
                <a16:creationId xmlns:a16="http://schemas.microsoft.com/office/drawing/2014/main" id="{5B78B052-1A92-489E-AC89-7BDAB5E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145732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90" name="e-green-diffusion-tip-3">
            <a:extLst xmlns:a="http://schemas.openxmlformats.org/drawingml/2006/main">
              <a:ext uri="{FF2B5EF4-FFF2-40B4-BE49-F238E27FC236}">
                <a16:creationId xmlns:a16="http://schemas.microsoft.com/office/drawing/2014/main" id="{1FA43234-67CA-49D0-8A0B-12B42BA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165330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91" name="e-green-diffusion-4">
            <a:extLst xmlns:a="http://schemas.openxmlformats.org/drawingml/2006/main">
              <a:ext uri="{FF2B5EF4-FFF2-40B4-BE49-F238E27FC236}">
                <a16:creationId xmlns:a16="http://schemas.microsoft.com/office/drawing/2014/main" id="{8C6D81E5-F33A-42F3-92E9-75A5F3E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1600" y="13430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92" name="e-green-diffusion-tip-4">
            <a:extLst xmlns:a="http://schemas.openxmlformats.org/drawingml/2006/main">
              <a:ext uri="{FF2B5EF4-FFF2-40B4-BE49-F238E27FC236}">
                <a16:creationId xmlns:a16="http://schemas.microsoft.com/office/drawing/2014/main" id="{3758DF7A-11A9-470C-B6EE-AD836AE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6328" y="134302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93" name="e-pink-coverage">
            <a:extLst xmlns:a="http://schemas.openxmlformats.org/drawingml/2006/main">
              <a:ext uri="{FF2B5EF4-FFF2-40B4-BE49-F238E27FC236}">
                <a16:creationId xmlns:a16="http://schemas.microsoft.com/office/drawing/2014/main" id="{CEE3F6AB-1C43-432B-AAE2-30664D5E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950" y="2876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A0CC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94" name="e-pink-diffusion-0">
            <a:extLst xmlns:a="http://schemas.openxmlformats.org/drawingml/2006/main">
              <a:ext uri="{FF2B5EF4-FFF2-40B4-BE49-F238E27FC236}">
                <a16:creationId xmlns:a16="http://schemas.microsoft.com/office/drawing/2014/main" id="{A42F3984-072D-453A-98BF-733A6738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30003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95" name="e-pink-diffusion-tip-0">
            <a:extLst xmlns:a="http://schemas.openxmlformats.org/drawingml/2006/main">
              <a:ext uri="{FF2B5EF4-FFF2-40B4-BE49-F238E27FC236}">
                <a16:creationId xmlns:a16="http://schemas.microsoft.com/office/drawing/2014/main" id="{9272BCFE-E260-47B7-823D-54872EC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6528" y="29707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96" name="e-pink-diffusion-1">
            <a:extLst xmlns:a="http://schemas.openxmlformats.org/drawingml/2006/main">
              <a:ext uri="{FF2B5EF4-FFF2-40B4-BE49-F238E27FC236}">
                <a16:creationId xmlns:a16="http://schemas.microsoft.com/office/drawing/2014/main" id="{8A1C0E1B-EC59-4636-B2A2-036FF3EF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1625" y="29718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97" name="e-pink-diffusion-tip-1">
            <a:extLst xmlns:a="http://schemas.openxmlformats.org/drawingml/2006/main">
              <a:ext uri="{FF2B5EF4-FFF2-40B4-BE49-F238E27FC236}">
                <a16:creationId xmlns:a16="http://schemas.microsoft.com/office/drawing/2014/main" id="{0FFEF841-3286-4FAB-B1E3-3681B81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988" y="29718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298" name="e-pink-diffusion-2">
            <a:extLst xmlns:a="http://schemas.openxmlformats.org/drawingml/2006/main">
              <a:ext uri="{FF2B5EF4-FFF2-40B4-BE49-F238E27FC236}">
                <a16:creationId xmlns:a16="http://schemas.microsoft.com/office/drawing/2014/main" id="{12B8A8DF-D443-4759-8EAB-19EF23B2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200" y="33051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299" name="e-pink-diffusion-tip-2">
            <a:extLst xmlns:a="http://schemas.openxmlformats.org/drawingml/2006/main">
              <a:ext uri="{FF2B5EF4-FFF2-40B4-BE49-F238E27FC236}">
                <a16:creationId xmlns:a16="http://schemas.microsoft.com/office/drawing/2014/main" id="{85CC574C-1759-4C01-A3C6-98DF7DDB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7275" y="33749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00" name="e-pink-diffusion-3">
            <a:extLst xmlns:a="http://schemas.openxmlformats.org/drawingml/2006/main">
              <a:ext uri="{FF2B5EF4-FFF2-40B4-BE49-F238E27FC236}">
                <a16:creationId xmlns:a16="http://schemas.microsoft.com/office/drawing/2014/main" id="{1C1BF40F-437A-4598-8AD7-B24ED671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0" y="33528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01" name="e-pink-diffusion-tip-3">
            <a:extLst xmlns:a="http://schemas.openxmlformats.org/drawingml/2006/main">
              <a:ext uri="{FF2B5EF4-FFF2-40B4-BE49-F238E27FC236}">
                <a16:creationId xmlns:a16="http://schemas.microsoft.com/office/drawing/2014/main" id="{CDF23A80-2075-4135-932E-9219669D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0" y="35487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02" name="e-pink-diffusion-4">
            <a:extLst xmlns:a="http://schemas.openxmlformats.org/drawingml/2006/main">
              <a:ext uri="{FF2B5EF4-FFF2-40B4-BE49-F238E27FC236}">
                <a16:creationId xmlns:a16="http://schemas.microsoft.com/office/drawing/2014/main" id="{6B3AFA6D-D0DA-4655-AAE5-36497305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9675" y="32385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03" name="e-pink-diffusion-tip-4">
            <a:extLst xmlns:a="http://schemas.openxmlformats.org/drawingml/2006/main">
              <a:ext uri="{FF2B5EF4-FFF2-40B4-BE49-F238E27FC236}">
                <a16:creationId xmlns:a16="http://schemas.microsoft.com/office/drawing/2014/main" id="{FDEDEE3B-D16E-4FAD-80EF-25BD653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4403" y="32385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04" name="e-red-coverage">
            <a:extLst xmlns:a="http://schemas.openxmlformats.org/drawingml/2006/main">
              <a:ext uri="{FF2B5EF4-FFF2-40B4-BE49-F238E27FC236}">
                <a16:creationId xmlns:a16="http://schemas.microsoft.com/office/drawing/2014/main" id="{87033757-88FF-48A2-A723-2308BCB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19335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6751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05" name="e-red-diffusion-0">
            <a:extLst xmlns:a="http://schemas.openxmlformats.org/drawingml/2006/main">
              <a:ext uri="{FF2B5EF4-FFF2-40B4-BE49-F238E27FC236}">
                <a16:creationId xmlns:a16="http://schemas.microsoft.com/office/drawing/2014/main" id="{D2BD6A97-B8C1-498E-BBA3-A2933C3E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0" y="205740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06" name="e-red-diffusion-tip-0">
            <a:extLst xmlns:a="http://schemas.openxmlformats.org/drawingml/2006/main">
              <a:ext uri="{FF2B5EF4-FFF2-40B4-BE49-F238E27FC236}">
                <a16:creationId xmlns:a16="http://schemas.microsoft.com/office/drawing/2014/main" id="{6A8BE5B4-6B48-44FE-91A5-85ABE45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1278" y="202781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07" name="e-red-diffusion-1">
            <a:extLst xmlns:a="http://schemas.openxmlformats.org/drawingml/2006/main">
              <a:ext uri="{FF2B5EF4-FFF2-40B4-BE49-F238E27FC236}">
                <a16:creationId xmlns:a16="http://schemas.microsoft.com/office/drawing/2014/main" id="{1906C71C-B9CE-476A-8BC3-C9EAE519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375" y="202882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08" name="e-red-diffusion-tip-1">
            <a:extLst xmlns:a="http://schemas.openxmlformats.org/drawingml/2006/main">
              <a:ext uri="{FF2B5EF4-FFF2-40B4-BE49-F238E27FC236}">
                <a16:creationId xmlns:a16="http://schemas.microsoft.com/office/drawing/2014/main" id="{82267C88-2F15-43AF-9E94-584D0E27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5738" y="202882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09" name="e-red-diffusion-2">
            <a:extLst xmlns:a="http://schemas.openxmlformats.org/drawingml/2006/main">
              <a:ext uri="{FF2B5EF4-FFF2-40B4-BE49-F238E27FC236}">
                <a16:creationId xmlns:a16="http://schemas.microsoft.com/office/drawing/2014/main" id="{C425AEAE-F918-4E68-BB94-4FB7D2CC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4950" y="236220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10" name="e-red-diffusion-tip-2">
            <a:extLst xmlns:a="http://schemas.openxmlformats.org/drawingml/2006/main">
              <a:ext uri="{FF2B5EF4-FFF2-40B4-BE49-F238E27FC236}">
                <a16:creationId xmlns:a16="http://schemas.microsoft.com/office/drawing/2014/main" id="{4357AF46-D9B1-4BF1-B98E-ADFDC8AB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2025" y="243197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11" name="e-red-diffusion-3">
            <a:extLst xmlns:a="http://schemas.openxmlformats.org/drawingml/2006/main">
              <a:ext uri="{FF2B5EF4-FFF2-40B4-BE49-F238E27FC236}">
                <a16:creationId xmlns:a16="http://schemas.microsoft.com/office/drawing/2014/main" id="{3355F0B4-4DAB-4EF1-867E-AFDDC208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240982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12" name="e-red-diffusion-tip-3">
            <a:extLst xmlns:a="http://schemas.openxmlformats.org/drawingml/2006/main">
              <a:ext uri="{FF2B5EF4-FFF2-40B4-BE49-F238E27FC236}">
                <a16:creationId xmlns:a16="http://schemas.microsoft.com/office/drawing/2014/main" id="{84DE1E93-6E1A-4421-90ED-22E9645B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260580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13" name="e-red-diffusion-4">
            <a:extLst xmlns:a="http://schemas.openxmlformats.org/drawingml/2006/main">
              <a:ext uri="{FF2B5EF4-FFF2-40B4-BE49-F238E27FC236}">
                <a16:creationId xmlns:a16="http://schemas.microsoft.com/office/drawing/2014/main" id="{DD82B98C-7962-466A-A21F-7E2D9E48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4425" y="22955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14" name="e-red-diffusion-tip-4">
            <a:extLst xmlns:a="http://schemas.openxmlformats.org/drawingml/2006/main">
              <a:ext uri="{FF2B5EF4-FFF2-40B4-BE49-F238E27FC236}">
                <a16:creationId xmlns:a16="http://schemas.microsoft.com/office/drawing/2014/main" id="{3367DBE6-ADA4-4B83-99E2-80522E60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9153" y="229552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15" name="e-cyan-coverage">
            <a:extLst xmlns:a="http://schemas.openxmlformats.org/drawingml/2006/main">
              <a:ext uri="{FF2B5EF4-FFF2-40B4-BE49-F238E27FC236}">
                <a16:creationId xmlns:a16="http://schemas.microsoft.com/office/drawing/2014/main" id="{4777158D-289D-459C-ADBB-4F1F64DF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2675" y="3524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DD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6" name="e-cyan-diffusion-0">
            <a:extLst xmlns:a="http://schemas.openxmlformats.org/drawingml/2006/main">
              <a:ext uri="{FF2B5EF4-FFF2-40B4-BE49-F238E27FC236}">
                <a16:creationId xmlns:a16="http://schemas.microsoft.com/office/drawing/2014/main" id="{DC3875A1-E73E-459C-B3C8-A03B38C3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2225" y="476250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17" name="e-cyan-diffusion-tip-0">
            <a:extLst xmlns:a="http://schemas.openxmlformats.org/drawingml/2006/main">
              <a:ext uri="{FF2B5EF4-FFF2-40B4-BE49-F238E27FC236}">
                <a16:creationId xmlns:a16="http://schemas.microsoft.com/office/drawing/2014/main" id="{FB8952F5-2AA2-44A2-9E31-8BBD2B04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5253" y="446662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18" name="e-cyan-diffusion-1">
            <a:extLst xmlns:a="http://schemas.openxmlformats.org/drawingml/2006/main">
              <a:ext uri="{FF2B5EF4-FFF2-40B4-BE49-F238E27FC236}">
                <a16:creationId xmlns:a16="http://schemas.microsoft.com/office/drawing/2014/main" id="{5303F672-548C-4B1E-A098-1BD08DE0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350" y="447675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19" name="e-cyan-diffusion-tip-1">
            <a:extLst xmlns:a="http://schemas.openxmlformats.org/drawingml/2006/main">
              <a:ext uri="{FF2B5EF4-FFF2-40B4-BE49-F238E27FC236}">
                <a16:creationId xmlns:a16="http://schemas.microsoft.com/office/drawing/2014/main" id="{630A458A-903D-4446-B681-6A00412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9713" y="447675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20" name="e-cyan-diffusion-2">
            <a:extLst xmlns:a="http://schemas.openxmlformats.org/drawingml/2006/main">
              <a:ext uri="{FF2B5EF4-FFF2-40B4-BE49-F238E27FC236}">
                <a16:creationId xmlns:a16="http://schemas.microsoft.com/office/drawing/2014/main" id="{230C6462-3FA9-41C5-BAD6-50656C0D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8925" y="781050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21" name="e-cyan-diffusion-tip-2">
            <a:extLst xmlns:a="http://schemas.openxmlformats.org/drawingml/2006/main">
              <a:ext uri="{FF2B5EF4-FFF2-40B4-BE49-F238E27FC236}">
                <a16:creationId xmlns:a16="http://schemas.microsoft.com/office/drawing/2014/main" id="{B7669C1C-6826-4179-9B1B-E7273A14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6000" y="850828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22" name="e-cyan-diffusion-3">
            <a:extLst xmlns:a="http://schemas.openxmlformats.org/drawingml/2006/main">
              <a:ext uri="{FF2B5EF4-FFF2-40B4-BE49-F238E27FC236}">
                <a16:creationId xmlns:a16="http://schemas.microsoft.com/office/drawing/2014/main" id="{7A2C00E8-A240-4313-B92E-51CA0E65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7475" y="828675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23" name="e-cyan-diffusion-tip-3">
            <a:extLst xmlns:a="http://schemas.openxmlformats.org/drawingml/2006/main">
              <a:ext uri="{FF2B5EF4-FFF2-40B4-BE49-F238E27FC236}">
                <a16:creationId xmlns:a16="http://schemas.microsoft.com/office/drawing/2014/main" id="{6B9424E2-42D1-4FD7-BE52-F5F2ED3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7475" y="1024655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24" name="e-cyan-diffusion-4">
            <a:extLst xmlns:a="http://schemas.openxmlformats.org/drawingml/2006/main">
              <a:ext uri="{FF2B5EF4-FFF2-40B4-BE49-F238E27FC236}">
                <a16:creationId xmlns:a16="http://schemas.microsoft.com/office/drawing/2014/main" id="{59A358E6-9773-4300-A3E8-0095CDE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8400" y="71437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25" name="e-cyan-diffusion-tip-4">
            <a:extLst xmlns:a="http://schemas.openxmlformats.org/drawingml/2006/main">
              <a:ext uri="{FF2B5EF4-FFF2-40B4-BE49-F238E27FC236}">
                <a16:creationId xmlns:a16="http://schemas.microsoft.com/office/drawing/2014/main" id="{E3F2A286-4D10-44C8-8437-ABFF5B8F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3128" y="714375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26" name="e-orange-coverage">
            <a:extLst xmlns:a="http://schemas.openxmlformats.org/drawingml/2006/main">
              <a:ext uri="{FF2B5EF4-FFF2-40B4-BE49-F238E27FC236}">
                <a16:creationId xmlns:a16="http://schemas.microsoft.com/office/drawing/2014/main" id="{62A55CFC-E50A-4CD3-A85E-A97824C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7450" y="1657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25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27" name="e-orange-diffusion-0">
            <a:extLst xmlns:a="http://schemas.openxmlformats.org/drawingml/2006/main">
              <a:ext uri="{FF2B5EF4-FFF2-40B4-BE49-F238E27FC236}">
                <a16:creationId xmlns:a16="http://schemas.microsoft.com/office/drawing/2014/main" id="{3C7E98FF-2249-45C7-8F4F-0D44BD26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17811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28" name="e-orange-diffusion-tip-0">
            <a:extLst xmlns:a="http://schemas.openxmlformats.org/drawingml/2006/main">
              <a:ext uri="{FF2B5EF4-FFF2-40B4-BE49-F238E27FC236}">
                <a16:creationId xmlns:a16="http://schemas.microsoft.com/office/drawing/2014/main" id="{809DFD5A-5EC9-497A-85D9-0FDFC88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00028" y="17515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29" name="e-orange-diffusion-1">
            <a:extLst xmlns:a="http://schemas.openxmlformats.org/drawingml/2006/main">
              <a:ext uri="{FF2B5EF4-FFF2-40B4-BE49-F238E27FC236}">
                <a16:creationId xmlns:a16="http://schemas.microsoft.com/office/drawing/2014/main" id="{18C37F14-2ECC-4BA3-85F0-B9ED34AA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17526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30" name="e-orange-diffusion-tip-1">
            <a:extLst xmlns:a="http://schemas.openxmlformats.org/drawingml/2006/main">
              <a:ext uri="{FF2B5EF4-FFF2-40B4-BE49-F238E27FC236}">
                <a16:creationId xmlns:a16="http://schemas.microsoft.com/office/drawing/2014/main" id="{20891926-ABDD-4167-86E8-9C03A43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4488" y="17526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31" name="e-orange-diffusion-2">
            <a:extLst xmlns:a="http://schemas.openxmlformats.org/drawingml/2006/main">
              <a:ext uri="{FF2B5EF4-FFF2-40B4-BE49-F238E27FC236}">
                <a16:creationId xmlns:a16="http://schemas.microsoft.com/office/drawing/2014/main" id="{060A9383-1E4A-4929-931D-565889D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20859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32" name="e-orange-diffusion-tip-2">
            <a:extLst xmlns:a="http://schemas.openxmlformats.org/drawingml/2006/main">
              <a:ext uri="{FF2B5EF4-FFF2-40B4-BE49-F238E27FC236}">
                <a16:creationId xmlns:a16="http://schemas.microsoft.com/office/drawing/2014/main" id="{294425B6-D923-427B-B12E-694B177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0775" y="21557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33" name="e-orange-diffusion-3">
            <a:extLst xmlns:a="http://schemas.openxmlformats.org/drawingml/2006/main">
              <a:ext uri="{FF2B5EF4-FFF2-40B4-BE49-F238E27FC236}">
                <a16:creationId xmlns:a16="http://schemas.microsoft.com/office/drawing/2014/main" id="{34BCCF08-8E16-42F4-88F4-6C0756B2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1336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34" name="e-orange-diffusion-tip-3">
            <a:extLst xmlns:a="http://schemas.openxmlformats.org/drawingml/2006/main">
              <a:ext uri="{FF2B5EF4-FFF2-40B4-BE49-F238E27FC236}">
                <a16:creationId xmlns:a16="http://schemas.microsoft.com/office/drawing/2014/main" id="{BF96A14A-4DE9-49C4-AE81-30DAE4A3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3295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35" name="e-orange-diffusion-4">
            <a:extLst xmlns:a="http://schemas.openxmlformats.org/drawingml/2006/main">
              <a:ext uri="{FF2B5EF4-FFF2-40B4-BE49-F238E27FC236}">
                <a16:creationId xmlns:a16="http://schemas.microsoft.com/office/drawing/2014/main" id="{95ABBC6C-2039-444C-8F02-00BCA8A3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3175" y="20193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36" name="e-orange-diffusion-tip-4">
            <a:extLst xmlns:a="http://schemas.openxmlformats.org/drawingml/2006/main">
              <a:ext uri="{FF2B5EF4-FFF2-40B4-BE49-F238E27FC236}">
                <a16:creationId xmlns:a16="http://schemas.microsoft.com/office/drawing/2014/main" id="{23A006F0-B449-4456-B4B7-FCB2F805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7903" y="20193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37" name="e-blue-coverage">
            <a:extLst xmlns:a="http://schemas.openxmlformats.org/drawingml/2006/main">
              <a:ext uri="{FF2B5EF4-FFF2-40B4-BE49-F238E27FC236}">
                <a16:creationId xmlns:a16="http://schemas.microsoft.com/office/drawing/2014/main" id="{FFC4B764-4844-4763-B59C-02580AEC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5075" y="2800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0F5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8" name="e-blue-diffusion-0">
            <a:extLst xmlns:a="http://schemas.openxmlformats.org/drawingml/2006/main">
              <a:ext uri="{FF2B5EF4-FFF2-40B4-BE49-F238E27FC236}">
                <a16:creationId xmlns:a16="http://schemas.microsoft.com/office/drawing/2014/main" id="{0698C0DC-48B9-4722-9F72-80F2072E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4625" y="2924175"/>
            <a:ext cx="228600" cy="304800"/>
          </a:xfrm>
          <a:custGeom xmlns:a="http://schemas.openxmlformats.org/drawingml/2006/main">
            <a:pathLst>
              <a:path w="228600" h="304800">
                <a:moveTo>
                  <a:pt x="228600" y="304800"/>
                </a:moveTo>
                <a:cubicBezTo>
                  <a:pt x="85725" y="171450"/>
                  <a:pt x="0" y="9525"/>
                  <a:pt x="1714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39" name="e-blue-diffusion-tip-0">
            <a:extLst xmlns:a="http://schemas.openxmlformats.org/drawingml/2006/main">
              <a:ext uri="{FF2B5EF4-FFF2-40B4-BE49-F238E27FC236}">
                <a16:creationId xmlns:a16="http://schemas.microsoft.com/office/drawing/2014/main" id="{86CEC778-6DB7-4662-998D-457A72B1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7653" y="2894587"/>
            <a:ext cx="68422" cy="66572"/>
          </a:xfrm>
          <a:custGeom xmlns:a="http://schemas.openxmlformats.org/drawingml/2006/main">
            <a:pathLst>
              <a:path w="68422" h="66572">
                <a:moveTo>
                  <a:pt x="68422" y="29588"/>
                </a:moveTo>
                <a:lnTo>
                  <a:pt x="3698" y="66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40" name="e-blue-diffusion-1">
            <a:extLst xmlns:a="http://schemas.openxmlformats.org/drawingml/2006/main">
              <a:ext uri="{FF2B5EF4-FFF2-40B4-BE49-F238E27FC236}">
                <a16:creationId xmlns:a16="http://schemas.microsoft.com/office/drawing/2014/main" id="{D1E71CF5-80AD-4690-A17B-9FE482E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0" y="2895600"/>
            <a:ext cx="228600" cy="342900"/>
          </a:xfrm>
          <a:custGeom xmlns:a="http://schemas.openxmlformats.org/drawingml/2006/main">
            <a:pathLst>
              <a:path w="228600" h="342900">
                <a:moveTo>
                  <a:pt x="0" y="342900"/>
                </a:moveTo>
                <a:cubicBezTo>
                  <a:pt x="152400" y="228600"/>
                  <a:pt x="219075" y="104775"/>
                  <a:pt x="2286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41" name="e-blue-diffusion-tip-1">
            <a:extLst xmlns:a="http://schemas.openxmlformats.org/drawingml/2006/main">
              <a:ext uri="{FF2B5EF4-FFF2-40B4-BE49-F238E27FC236}">
                <a16:creationId xmlns:a16="http://schemas.microsoft.com/office/drawing/2014/main" id="{912D910F-06D3-456E-B94C-4F0A42A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2113" y="2895600"/>
            <a:ext cx="66401" cy="69419"/>
          </a:xfrm>
          <a:custGeom xmlns:a="http://schemas.openxmlformats.org/drawingml/2006/main">
            <a:pathLst>
              <a:path w="66401" h="69419">
                <a:moveTo>
                  <a:pt x="39237" y="0"/>
                </a:moveTo>
                <a:lnTo>
                  <a:pt x="66401" y="69419"/>
                </a:lnTo>
                <a:lnTo>
                  <a:pt x="0" y="63383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42" name="e-blue-diffusion-2">
            <a:extLst xmlns:a="http://schemas.openxmlformats.org/drawingml/2006/main">
              <a:ext uri="{FF2B5EF4-FFF2-40B4-BE49-F238E27FC236}">
                <a16:creationId xmlns:a16="http://schemas.microsoft.com/office/drawing/2014/main" id="{E85F8606-2053-4947-A7CF-E8B2D4C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325" y="3228975"/>
            <a:ext cx="314325" cy="142875"/>
          </a:xfrm>
          <a:custGeom xmlns:a="http://schemas.openxmlformats.org/drawingml/2006/main">
            <a:pathLst>
              <a:path w="314325" h="142875">
                <a:moveTo>
                  <a:pt x="0" y="28575"/>
                </a:moveTo>
                <a:cubicBezTo>
                  <a:pt x="152400" y="0"/>
                  <a:pt x="247650" y="57150"/>
                  <a:pt x="314325" y="142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43" name="e-blue-diffusion-tip-2">
            <a:extLst xmlns:a="http://schemas.openxmlformats.org/drawingml/2006/main">
              <a:ext uri="{FF2B5EF4-FFF2-40B4-BE49-F238E27FC236}">
                <a16:creationId xmlns:a16="http://schemas.microsoft.com/office/drawing/2014/main" id="{12B4DAC7-3B48-4036-92C1-D86D1F52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400" y="3298753"/>
            <a:ext cx="67250" cy="73097"/>
          </a:xfrm>
          <a:custGeom xmlns:a="http://schemas.openxmlformats.org/drawingml/2006/main">
            <a:pathLst>
              <a:path w="67250" h="73097">
                <a:moveTo>
                  <a:pt x="67250" y="73097"/>
                </a:moveTo>
                <a:lnTo>
                  <a:pt x="0" y="40934"/>
                </a:lnTo>
                <a:lnTo>
                  <a:pt x="52630" y="0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44" name="e-blue-diffusion-3">
            <a:extLst xmlns:a="http://schemas.openxmlformats.org/drawingml/2006/main">
              <a:ext uri="{FF2B5EF4-FFF2-40B4-BE49-F238E27FC236}">
                <a16:creationId xmlns:a16="http://schemas.microsoft.com/office/drawing/2014/main" id="{DB0A96FC-36B3-4494-924C-575F9DF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9875" y="3276600"/>
            <a:ext cx="142875" cy="266700"/>
          </a:xfrm>
          <a:custGeom xmlns:a="http://schemas.openxmlformats.org/drawingml/2006/main">
            <a:pathLst>
              <a:path w="142875" h="266700">
                <a:moveTo>
                  <a:pt x="142875" y="0"/>
                </a:moveTo>
                <a:cubicBezTo>
                  <a:pt x="104775" y="133350"/>
                  <a:pt x="66675" y="200025"/>
                  <a:pt x="0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45" name="e-blue-diffusion-tip-3">
            <a:extLst xmlns:a="http://schemas.openxmlformats.org/drawingml/2006/main">
              <a:ext uri="{FF2B5EF4-FFF2-40B4-BE49-F238E27FC236}">
                <a16:creationId xmlns:a16="http://schemas.microsoft.com/office/drawing/2014/main" id="{FB46DAF1-F36B-4189-B621-64963677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9875" y="3472580"/>
            <a:ext cx="70720" cy="70720"/>
          </a:xfrm>
          <a:custGeom xmlns:a="http://schemas.openxmlformats.org/drawingml/2006/main">
            <a:pathLst>
              <a:path w="70720" h="70720">
                <a:moveTo>
                  <a:pt x="0" y="70720"/>
                </a:moveTo>
                <a:lnTo>
                  <a:pt x="23573" y="0"/>
                </a:lnTo>
                <a:lnTo>
                  <a:pt x="70720" y="47146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46" name="e-blue-diffusion-4">
            <a:extLst xmlns:a="http://schemas.openxmlformats.org/drawingml/2006/main">
              <a:ext uri="{FF2B5EF4-FFF2-40B4-BE49-F238E27FC236}">
                <a16:creationId xmlns:a16="http://schemas.microsoft.com/office/drawing/2014/main" id="{9E84F13F-FD6B-4753-8588-C50574F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0800" y="3162300"/>
            <a:ext cx="352425" cy="238125"/>
          </a:xfrm>
          <a:custGeom xmlns:a="http://schemas.openxmlformats.org/drawingml/2006/main">
            <a:pathLst>
              <a:path w="352425" h="238125">
                <a:moveTo>
                  <a:pt x="352425" y="104775"/>
                </a:moveTo>
                <a:cubicBezTo>
                  <a:pt x="209550" y="238125"/>
                  <a:pt x="47625" y="18097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716">
            <a:solidFill>
              <a:srgbClr val="C13A7B">
                <a:alpha val="80000"/>
              </a:srgbClr>
            </a:solidFill>
            <a:prstDash val="solid"/>
          </a:ln>
        </p:spPr>
      </p:sp>
      <p:sp>
        <p:nvSpPr>
          <p:cNvPr id="347" name="e-blue-diffusion-tip-4">
            <a:extLst xmlns:a="http://schemas.openxmlformats.org/drawingml/2006/main">
              <a:ext uri="{FF2B5EF4-FFF2-40B4-BE49-F238E27FC236}">
                <a16:creationId xmlns:a16="http://schemas.microsoft.com/office/drawing/2014/main" id="{982138EB-7F82-41A0-8F85-A087D97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5528" y="3162300"/>
            <a:ext cx="64480" cy="72964"/>
          </a:xfrm>
          <a:custGeom xmlns:a="http://schemas.openxmlformats.org/drawingml/2006/main">
            <a:pathLst>
              <a:path w="64480" h="72964">
                <a:moveTo>
                  <a:pt x="15272" y="0"/>
                </a:moveTo>
                <a:lnTo>
                  <a:pt x="64480" y="55996"/>
                </a:lnTo>
                <a:lnTo>
                  <a:pt x="0" y="72964"/>
                </a:lnTo>
                <a:close/>
              </a:path>
            </a:pathLst>
          </a:custGeom>
          <a:solidFill xmlns:a="http://schemas.openxmlformats.org/drawingml/2006/main">
            <a:srgbClr val="C13A7B">
              <a:alpha val="80000"/>
            </a:srgbClr>
          </a:solidFill>
          <a:ln xmlns:a="http://schemas.openxmlformats.org/drawingml/2006/main" w="0">
            <a:solidFill>
              <a:srgbClr val="C13A7B"/>
            </a:solidFill>
            <a:prstDash val="solid"/>
          </a:ln>
        </p:spPr>
      </p:sp>
      <p:sp>
        <p:nvSpPr>
          <p:cNvPr id="348" name="e-local">
            <a:extLst xmlns:a="http://schemas.openxmlformats.org/drawingml/2006/main">
              <a:ext uri="{FF2B5EF4-FFF2-40B4-BE49-F238E27FC236}">
                <a16:creationId xmlns:a16="http://schemas.microsoft.com/office/drawing/2014/main" id="{E0714717-1DE5-41A9-A2B2-5C891442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1150" y="3114675"/>
            <a:ext cx="19050" cy="266700"/>
          </a:xfrm>
          <a:custGeom xmlns:a="http://schemas.openxmlformats.org/drawingml/2006/main">
            <a:pathLst>
              <a:path w="19050" h="266700">
                <a:moveTo>
                  <a:pt x="0" y="0"/>
                </a:moveTo>
                <a:lnTo>
                  <a:pt x="190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349" name="e-local-arrow">
            <a:extLst xmlns:a="http://schemas.openxmlformats.org/drawingml/2006/main">
              <a:ext uri="{FF2B5EF4-FFF2-40B4-BE49-F238E27FC236}">
                <a16:creationId xmlns:a16="http://schemas.microsoft.com/office/drawing/2014/main" id="{BD797541-179B-4C48-AD11-3480347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8472" y="3263538"/>
            <a:ext cx="107169" cy="117837"/>
          </a:xfrm>
          <a:custGeom xmlns:a="http://schemas.openxmlformats.org/drawingml/2006/main">
            <a:pathLst>
              <a:path w="107169" h="117837">
                <a:moveTo>
                  <a:pt x="61728" y="117837"/>
                </a:moveTo>
                <a:lnTo>
                  <a:pt x="0" y="7655"/>
                </a:lnTo>
                <a:lnTo>
                  <a:pt x="1071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0" name="e-red">
            <a:extLst xmlns:a="http://schemas.openxmlformats.org/drawingml/2006/main">
              <a:ext uri="{FF2B5EF4-FFF2-40B4-BE49-F238E27FC236}">
                <a16:creationId xmlns:a16="http://schemas.microsoft.com/office/drawing/2014/main" id="{EB8B3980-00F4-4157-9B38-83608B0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0" y="2390775"/>
            <a:ext cx="57150" cy="723900"/>
          </a:xfrm>
          <a:custGeom xmlns:a="http://schemas.openxmlformats.org/drawingml/2006/main">
            <a:pathLst>
              <a:path w="57150" h="723900">
                <a:moveTo>
                  <a:pt x="57150" y="723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000000"/>
            </a:solidFill>
            <a:prstDash val="solid"/>
          </a:ln>
        </p:spPr>
      </p:sp>
      <p:sp>
        <p:nvSpPr>
          <p:cNvPr id="351" name="e-red-arrow">
            <a:extLst xmlns:a="http://schemas.openxmlformats.org/drawingml/2006/main">
              <a:ext uri="{FF2B5EF4-FFF2-40B4-BE49-F238E27FC236}">
                <a16:creationId xmlns:a16="http://schemas.microsoft.com/office/drawing/2014/main" id="{2497BA42-0318-4278-8537-DF38CE72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9441" y="2390775"/>
            <a:ext cx="107109" cy="118173"/>
          </a:xfrm>
          <a:custGeom xmlns:a="http://schemas.openxmlformats.org/drawingml/2006/main">
            <a:pathLst>
              <a:path w="107109" h="118173">
                <a:moveTo>
                  <a:pt x="44559" y="0"/>
                </a:moveTo>
                <a:lnTo>
                  <a:pt x="107109" y="109717"/>
                </a:lnTo>
                <a:lnTo>
                  <a:pt x="0" y="118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2" name="e-trunk">
            <a:extLst xmlns:a="http://schemas.openxmlformats.org/drawingml/2006/main">
              <a:ext uri="{FF2B5EF4-FFF2-40B4-BE49-F238E27FC236}">
                <a16:creationId xmlns:a16="http://schemas.microsoft.com/office/drawing/2014/main" id="{91687ECE-6F14-4FED-A5AC-A41A86BD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1150" y="1438275"/>
            <a:ext cx="161925" cy="1676400"/>
          </a:xfrm>
          <a:custGeom xmlns:a="http://schemas.openxmlformats.org/drawingml/2006/main">
            <a:pathLst>
              <a:path w="161925" h="1676400">
                <a:moveTo>
                  <a:pt x="0" y="167640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53" name="e-trunk-arrow">
            <a:extLst xmlns:a="http://schemas.openxmlformats.org/drawingml/2006/main">
              <a:ext uri="{FF2B5EF4-FFF2-40B4-BE49-F238E27FC236}">
                <a16:creationId xmlns:a16="http://schemas.microsoft.com/office/drawing/2014/main" id="{B9777CF3-A981-4613-9BB5-97CE2991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3242" y="1438275"/>
            <a:ext cx="115856" cy="128847"/>
          </a:xfrm>
          <a:custGeom xmlns:a="http://schemas.openxmlformats.org/drawingml/2006/main">
            <a:pathLst>
              <a:path w="115856" h="128847">
                <a:moveTo>
                  <a:pt x="69833" y="0"/>
                </a:moveTo>
                <a:lnTo>
                  <a:pt x="115856" y="128847"/>
                </a:lnTo>
                <a:lnTo>
                  <a:pt x="0" y="117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4" name="e-gray">
            <a:extLst xmlns:a="http://schemas.openxmlformats.org/drawingml/2006/main">
              <a:ext uri="{FF2B5EF4-FFF2-40B4-BE49-F238E27FC236}">
                <a16:creationId xmlns:a16="http://schemas.microsoft.com/office/drawing/2014/main" id="{5E8F4CF6-3DAC-4405-96FB-EFA6DD0D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0" y="628650"/>
            <a:ext cx="314325" cy="809625"/>
          </a:xfrm>
          <a:custGeom xmlns:a="http://schemas.openxmlformats.org/drawingml/2006/main">
            <a:pathLst>
              <a:path w="314325" h="809625">
                <a:moveTo>
                  <a:pt x="314325" y="809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55" name="e-gray-arrow">
            <a:extLst xmlns:a="http://schemas.openxmlformats.org/drawingml/2006/main">
              <a:ext uri="{FF2B5EF4-FFF2-40B4-BE49-F238E27FC236}">
                <a16:creationId xmlns:a16="http://schemas.microsoft.com/office/drawing/2014/main" id="{0963CCB0-7A02-4E25-8537-1018FD20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9312" y="628650"/>
            <a:ext cx="108505" cy="136494"/>
          </a:xfrm>
          <a:custGeom xmlns:a="http://schemas.openxmlformats.org/drawingml/2006/main">
            <a:pathLst>
              <a:path w="108505" h="136494">
                <a:moveTo>
                  <a:pt x="9438" y="0"/>
                </a:moveTo>
                <a:lnTo>
                  <a:pt x="108505" y="94368"/>
                </a:lnTo>
                <a:lnTo>
                  <a:pt x="0" y="1364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6" name="e-cyan">
            <a:extLst xmlns:a="http://schemas.openxmlformats.org/drawingml/2006/main">
              <a:ext uri="{FF2B5EF4-FFF2-40B4-BE49-F238E27FC236}">
                <a16:creationId xmlns:a16="http://schemas.microsoft.com/office/drawing/2014/main" id="{2ADDC935-CF46-46E7-BBD5-9363D5ED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809625"/>
            <a:ext cx="1066800" cy="628650"/>
          </a:xfrm>
          <a:custGeom xmlns:a="http://schemas.openxmlformats.org/drawingml/2006/main">
            <a:pathLst>
              <a:path w="1066800" h="628650">
                <a:moveTo>
                  <a:pt x="0" y="628650"/>
                </a:moveTo>
                <a:lnTo>
                  <a:pt x="1066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57" name="e-cyan-arrow">
            <a:extLst xmlns:a="http://schemas.openxmlformats.org/drawingml/2006/main">
              <a:ext uri="{FF2B5EF4-FFF2-40B4-BE49-F238E27FC236}">
                <a16:creationId xmlns:a16="http://schemas.microsoft.com/office/drawing/2014/main" id="{5DED13B6-B697-434B-A631-566D1AF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3648" y="809625"/>
            <a:ext cx="136227" cy="113005"/>
          </a:xfrm>
          <a:custGeom xmlns:a="http://schemas.openxmlformats.org/drawingml/2006/main">
            <a:pathLst>
              <a:path w="136227" h="113005">
                <a:moveTo>
                  <a:pt x="136227" y="0"/>
                </a:moveTo>
                <a:lnTo>
                  <a:pt x="59093" y="113005"/>
                </a:lnTo>
                <a:lnTo>
                  <a:pt x="0" y="12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8" name="e-orange">
            <a:extLst xmlns:a="http://schemas.openxmlformats.org/drawingml/2006/main">
              <a:ext uri="{FF2B5EF4-FFF2-40B4-BE49-F238E27FC236}">
                <a16:creationId xmlns:a16="http://schemas.microsoft.com/office/drawing/2014/main" id="{85CF8BD5-D1DB-4557-9EE1-8175B208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9875" y="809625"/>
            <a:ext cx="114300" cy="1304925"/>
          </a:xfrm>
          <a:custGeom xmlns:a="http://schemas.openxmlformats.org/drawingml/2006/main">
            <a:pathLst>
              <a:path w="114300" h="1304925">
                <a:moveTo>
                  <a:pt x="0" y="0"/>
                </a:moveTo>
                <a:lnTo>
                  <a:pt x="114300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59" name="e-orange-arrow">
            <a:extLst xmlns:a="http://schemas.openxmlformats.org/drawingml/2006/main">
              <a:ext uri="{FF2B5EF4-FFF2-40B4-BE49-F238E27FC236}">
                <a16:creationId xmlns:a16="http://schemas.microsoft.com/office/drawing/2014/main" id="{0A06E477-939C-4D3F-9071-A5BFC099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5395" y="1986119"/>
            <a:ext cx="115952" cy="128431"/>
          </a:xfrm>
          <a:custGeom xmlns:a="http://schemas.openxmlformats.org/drawingml/2006/main">
            <a:pathLst>
              <a:path w="115952" h="128431">
                <a:moveTo>
                  <a:pt x="68780" y="128431"/>
                </a:moveTo>
                <a:lnTo>
                  <a:pt x="0" y="10156"/>
                </a:lnTo>
                <a:lnTo>
                  <a:pt x="1159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0" name="e-blue">
            <a:extLst xmlns:a="http://schemas.openxmlformats.org/drawingml/2006/main">
              <a:ext uri="{FF2B5EF4-FFF2-40B4-BE49-F238E27FC236}">
                <a16:creationId xmlns:a16="http://schemas.microsoft.com/office/drawing/2014/main" id="{DF59D3D3-252E-47E3-855A-2297C1C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4175" y="2114550"/>
            <a:ext cx="76200" cy="1143000"/>
          </a:xfrm>
          <a:custGeom xmlns:a="http://schemas.openxmlformats.org/drawingml/2006/main">
            <a:pathLst>
              <a:path w="76200" h="1143000">
                <a:moveTo>
                  <a:pt x="0" y="0"/>
                </a:moveTo>
                <a:lnTo>
                  <a:pt x="7620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61" name="e-blue-arrow">
            <a:extLst xmlns:a="http://schemas.openxmlformats.org/drawingml/2006/main">
              <a:ext uri="{FF2B5EF4-FFF2-40B4-BE49-F238E27FC236}">
                <a16:creationId xmlns:a16="http://schemas.microsoft.com/office/drawing/2014/main" id="{4D9CD066-6C74-4933-A4E3-767E8CF0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4069" y="3130128"/>
            <a:ext cx="116138" cy="127422"/>
          </a:xfrm>
          <a:custGeom xmlns:a="http://schemas.openxmlformats.org/drawingml/2006/main">
            <a:pathLst>
              <a:path w="116138" h="127422">
                <a:moveTo>
                  <a:pt x="66306" y="127422"/>
                </a:moveTo>
                <a:lnTo>
                  <a:pt x="0" y="7743"/>
                </a:lnTo>
                <a:lnTo>
                  <a:pt x="1161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2" name="e-initial">
            <a:extLst xmlns:a="http://schemas.openxmlformats.org/drawingml/2006/main">
              <a:ext uri="{FF2B5EF4-FFF2-40B4-BE49-F238E27FC236}">
                <a16:creationId xmlns:a16="http://schemas.microsoft.com/office/drawing/2014/main" id="{91A4B24C-58D3-4C7A-93C5-377EE01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375" y="3019425"/>
            <a:ext cx="20955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6610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2026-10-09T20:45:42.1570000Z</dcterms:created>
  <dcterms:modified xsi:type="dcterms:W3CDTF">2026-10-09T20:45:42.1570000Z</dcterms:modified>
</coreProperties>
</file>